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Override PartName="/ppt/tags/tag3.xml" ContentType="application/vnd.openxmlformats-officedocument.presentationml.tags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Layouts/slideLayout15.xml" ContentType="application/vnd.openxmlformats-officedocument.presentationml.slideLayout+xml"/>
  <Override PartName="/ppt/tags/tag2.xml" ContentType="application/vnd.openxmlformats-officedocument.presentationml.tags+xml"/>
  <Default Extension="wmf" ContentType="image/x-wmf"/>
  <Override PartName="/ppt/notesSlides/notesSlide18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2"/>
  </p:notesMasterIdLst>
  <p:sldIdLst>
    <p:sldId id="339" r:id="rId2"/>
    <p:sldId id="337" r:id="rId3"/>
    <p:sldId id="338" r:id="rId4"/>
    <p:sldId id="282" r:id="rId5"/>
    <p:sldId id="306" r:id="rId6"/>
    <p:sldId id="283" r:id="rId7"/>
    <p:sldId id="379" r:id="rId8"/>
    <p:sldId id="380" r:id="rId9"/>
    <p:sldId id="286" r:id="rId10"/>
    <p:sldId id="341" r:id="rId11"/>
    <p:sldId id="287" r:id="rId12"/>
    <p:sldId id="288" r:id="rId13"/>
    <p:sldId id="381" r:id="rId14"/>
    <p:sldId id="343" r:id="rId15"/>
    <p:sldId id="290" r:id="rId16"/>
    <p:sldId id="300" r:id="rId17"/>
    <p:sldId id="342" r:id="rId18"/>
    <p:sldId id="383" r:id="rId19"/>
    <p:sldId id="295" r:id="rId20"/>
    <p:sldId id="382" r:id="rId21"/>
    <p:sldId id="344" r:id="rId22"/>
    <p:sldId id="345" r:id="rId23"/>
    <p:sldId id="384" r:id="rId24"/>
    <p:sldId id="421" r:id="rId25"/>
    <p:sldId id="422" r:id="rId26"/>
    <p:sldId id="314" r:id="rId27"/>
    <p:sldId id="315" r:id="rId28"/>
    <p:sldId id="257" r:id="rId29"/>
    <p:sldId id="259" r:id="rId30"/>
    <p:sldId id="260" r:id="rId31"/>
    <p:sldId id="310" r:id="rId32"/>
    <p:sldId id="261" r:id="rId33"/>
    <p:sldId id="423" r:id="rId34"/>
    <p:sldId id="309" r:id="rId35"/>
    <p:sldId id="262" r:id="rId36"/>
    <p:sldId id="451" r:id="rId37"/>
    <p:sldId id="452" r:id="rId38"/>
    <p:sldId id="424" r:id="rId39"/>
    <p:sldId id="264" r:id="rId40"/>
    <p:sldId id="266" r:id="rId41"/>
    <p:sldId id="268" r:id="rId42"/>
    <p:sldId id="318" r:id="rId43"/>
    <p:sldId id="427" r:id="rId44"/>
    <p:sldId id="456" r:id="rId45"/>
    <p:sldId id="271" r:id="rId46"/>
    <p:sldId id="272" r:id="rId47"/>
    <p:sldId id="273" r:id="rId48"/>
    <p:sldId id="302" r:id="rId49"/>
    <p:sldId id="274" r:id="rId50"/>
    <p:sldId id="275" r:id="rId51"/>
    <p:sldId id="276" r:id="rId52"/>
    <p:sldId id="277" r:id="rId53"/>
    <p:sldId id="278" r:id="rId54"/>
    <p:sldId id="279" r:id="rId55"/>
    <p:sldId id="457" r:id="rId56"/>
    <p:sldId id="458" r:id="rId57"/>
    <p:sldId id="459" r:id="rId58"/>
    <p:sldId id="460" r:id="rId59"/>
    <p:sldId id="340" r:id="rId60"/>
    <p:sldId id="304" r:id="rId61"/>
  </p:sldIdLst>
  <p:sldSz cx="9144000" cy="6858000" type="screen4x3"/>
  <p:notesSz cx="6858000" cy="9144000"/>
  <p:custDataLst>
    <p:tags r:id="rId63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4">
          <p15:clr>
            <a:srgbClr val="A4A3A4"/>
          </p15:clr>
        </p15:guide>
        <p15:guide id="2" pos="29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969696"/>
    <a:srgbClr val="0000E1"/>
    <a:srgbClr val="0000F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5945"/>
    <p:restoredTop sz="88099"/>
  </p:normalViewPr>
  <p:slideViewPr>
    <p:cSldViewPr showGuides="1">
      <p:cViewPr varScale="1">
        <p:scale>
          <a:sx n="100" d="100"/>
          <a:sy n="100" d="100"/>
        </p:scale>
        <p:origin x="-1944" y="-90"/>
      </p:cViewPr>
      <p:guideLst>
        <p:guide orient="horz" pos="2164"/>
        <p:guide pos="29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gs" Target="tags/tag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2-10-07T09:13:57.515" idx="1">
    <p:pos x="3396" y="846"/>
    <p:text/>
  </p:cm>
  <p:cm authorId="1" dt="2022-10-07T09:15:10.729" idx="2">
    <p:pos x="3828" y="1819"/>
    <p:text>（1）</p:text>
  </p:cm>
  <p:cm authorId="1" dt="2022-10-07T09:15:45.611" idx="3">
    <p:pos x="3680" y="2812"/>
    <p:text>A3</p:text>
  </p:cm>
</p:cmLst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7" Type="http://schemas.openxmlformats.org/officeDocument/2006/relationships/image" Target="../media/image19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6" Type="http://schemas.openxmlformats.org/officeDocument/2006/relationships/image" Target="../media/image18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image" Target="../media/image21.wmf"/><Relationship Id="rId7" Type="http://schemas.openxmlformats.org/officeDocument/2006/relationships/image" Target="../media/image15.wmf"/><Relationship Id="rId2" Type="http://schemas.openxmlformats.org/officeDocument/2006/relationships/image" Target="../media/image20.wmf"/><Relationship Id="rId1" Type="http://schemas.openxmlformats.org/officeDocument/2006/relationships/image" Target="../media/image13.wmf"/><Relationship Id="rId6" Type="http://schemas.openxmlformats.org/officeDocument/2006/relationships/image" Target="../media/image23.wmf"/><Relationship Id="rId5" Type="http://schemas.openxmlformats.org/officeDocument/2006/relationships/image" Target="../media/image22.wmf"/><Relationship Id="rId4" Type="http://schemas.openxmlformats.org/officeDocument/2006/relationships/image" Target="../media/image14.wmf"/><Relationship Id="rId9" Type="http://schemas.openxmlformats.org/officeDocument/2006/relationships/image" Target="../media/image2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6" Type="http://schemas.openxmlformats.org/officeDocument/2006/relationships/image" Target="../media/image44.wmf"/><Relationship Id="rId5" Type="http://schemas.openxmlformats.org/officeDocument/2006/relationships/image" Target="../media/image43.wmf"/><Relationship Id="rId4" Type="http://schemas.openxmlformats.org/officeDocument/2006/relationships/image" Target="../media/image42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png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7" Type="http://schemas.openxmlformats.org/officeDocument/2006/relationships/image" Target="../media/image67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6" Type="http://schemas.openxmlformats.org/officeDocument/2006/relationships/image" Target="../media/image66.wmf"/><Relationship Id="rId5" Type="http://schemas.openxmlformats.org/officeDocument/2006/relationships/image" Target="../media/image65.wmf"/><Relationship Id="rId4" Type="http://schemas.openxmlformats.org/officeDocument/2006/relationships/image" Target="../media/image64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8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Relationship Id="rId4" Type="http://schemas.openxmlformats.org/officeDocument/2006/relationships/image" Target="../media/image72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4.wmf"/><Relationship Id="rId1" Type="http://schemas.openxmlformats.org/officeDocument/2006/relationships/image" Target="../media/image73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7.wmf"/><Relationship Id="rId2" Type="http://schemas.openxmlformats.org/officeDocument/2006/relationships/image" Target="../media/image76.wmf"/><Relationship Id="rId1" Type="http://schemas.openxmlformats.org/officeDocument/2006/relationships/image" Target="../media/image75.wmf"/><Relationship Id="rId5" Type="http://schemas.openxmlformats.org/officeDocument/2006/relationships/image" Target="../media/image79.wmf"/><Relationship Id="rId4" Type="http://schemas.openxmlformats.org/officeDocument/2006/relationships/image" Target="../media/image78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9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Relationship Id="rId6" Type="http://schemas.openxmlformats.org/officeDocument/2006/relationships/image" Target="../media/image88.wmf"/><Relationship Id="rId5" Type="http://schemas.openxmlformats.org/officeDocument/2006/relationships/image" Target="../media/image87.wmf"/><Relationship Id="rId4" Type="http://schemas.openxmlformats.org/officeDocument/2006/relationships/image" Target="../media/image86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Relationship Id="rId4" Type="http://schemas.openxmlformats.org/officeDocument/2006/relationships/image" Target="../media/image98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wmf"/><Relationship Id="rId2" Type="http://schemas.openxmlformats.org/officeDocument/2006/relationships/image" Target="../media/image103.wmf"/><Relationship Id="rId1" Type="http://schemas.openxmlformats.org/officeDocument/2006/relationships/image" Target="../media/image102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wmf"/><Relationship Id="rId2" Type="http://schemas.openxmlformats.org/officeDocument/2006/relationships/image" Target="../media/image116.wmf"/><Relationship Id="rId1" Type="http://schemas.openxmlformats.org/officeDocument/2006/relationships/image" Target="../media/image115.wmf"/><Relationship Id="rId5" Type="http://schemas.openxmlformats.org/officeDocument/2006/relationships/image" Target="../media/image119.wmf"/><Relationship Id="rId4" Type="http://schemas.openxmlformats.org/officeDocument/2006/relationships/image" Target="../media/image118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wmf"/><Relationship Id="rId2" Type="http://schemas.openxmlformats.org/officeDocument/2006/relationships/image" Target="../media/image126.wmf"/><Relationship Id="rId1" Type="http://schemas.openxmlformats.org/officeDocument/2006/relationships/image" Target="../media/image125.wmf"/><Relationship Id="rId4" Type="http://schemas.openxmlformats.org/officeDocument/2006/relationships/image" Target="../media/image128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wmf"/><Relationship Id="rId7" Type="http://schemas.openxmlformats.org/officeDocument/2006/relationships/image" Target="../media/image136.wmf"/><Relationship Id="rId2" Type="http://schemas.openxmlformats.org/officeDocument/2006/relationships/image" Target="../media/image131.wmf"/><Relationship Id="rId1" Type="http://schemas.openxmlformats.org/officeDocument/2006/relationships/image" Target="../media/image130.wmf"/><Relationship Id="rId6" Type="http://schemas.openxmlformats.org/officeDocument/2006/relationships/image" Target="../media/image135.wmf"/><Relationship Id="rId5" Type="http://schemas.openxmlformats.org/officeDocument/2006/relationships/image" Target="../media/image134.wmf"/><Relationship Id="rId4" Type="http://schemas.openxmlformats.org/officeDocument/2006/relationships/image" Target="../media/image133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wmf"/><Relationship Id="rId2" Type="http://schemas.openxmlformats.org/officeDocument/2006/relationships/image" Target="../media/image139.wmf"/><Relationship Id="rId1" Type="http://schemas.openxmlformats.org/officeDocument/2006/relationships/image" Target="../media/image13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-2500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0EB9A47-21F0-4FC1-8BB1-1D67B63E91BB}" type="datetimeFigureOut">
              <a: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2022/10/19</a:t>
            </a:fld>
            <a:endParaRPr kumimoji="0" lang="zh-CN" altLang="en-US" sz="1200" b="0" i="0" u="none" strike="noStrike" kern="1200" cap="none" spc="0" normalizeH="0" baseline="-2500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75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675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5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>
              <a:buNone/>
            </a:pPr>
            <a:fld id="{9A0DB2DC-4C9A-4742-B13C-FB6460FD3503}" type="slidenum">
              <a:rPr lang="zh-CN" altLang="en-US" sz="1200" dirty="0">
                <a:cs typeface="Arial" panose="020B0604020202020204" pitchFamily="34" charset="0"/>
              </a:rPr>
              <a:pPr lvl="0" algn="r">
                <a:buNone/>
              </a:pPr>
              <a:t>‹#›</a:t>
            </a:fld>
            <a:endParaRPr lang="zh-CN" altLang="en-US" sz="1200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r>
              <a:rPr lang="zh-CN" altLang="en-US" dirty="0">
                <a:solidFill>
                  <a:srgbClr val="434343"/>
                </a:solidFill>
                <a:latin typeface="Arial" panose="020B0604020202020204" pitchFamily="34" charset="0"/>
              </a:rPr>
              <a:t> 钱学森的导师 西奥多</a:t>
            </a:r>
            <a:r>
              <a:rPr lang="en-US" altLang="zh-CN" dirty="0">
                <a:solidFill>
                  <a:srgbClr val="434343"/>
                </a:solidFill>
                <a:latin typeface="Arial" panose="020B0604020202020204" pitchFamily="34" charset="0"/>
              </a:rPr>
              <a:t>·</a:t>
            </a:r>
            <a:r>
              <a:rPr lang="zh-CN" altLang="en-US" dirty="0">
                <a:solidFill>
                  <a:srgbClr val="638C0B"/>
                </a:solidFill>
                <a:latin typeface="Arial" panose="020B0604020202020204" pitchFamily="34" charset="0"/>
              </a:rPr>
              <a:t>冯</a:t>
            </a:r>
            <a:r>
              <a:rPr lang="en-US" altLang="zh-CN" dirty="0">
                <a:solidFill>
                  <a:srgbClr val="638C0B"/>
                </a:solidFill>
                <a:latin typeface="Arial" panose="020B0604020202020204" pitchFamily="34" charset="0"/>
              </a:rPr>
              <a:t>·</a:t>
            </a:r>
            <a:r>
              <a:rPr lang="zh-CN" altLang="en-US" dirty="0">
                <a:solidFill>
                  <a:srgbClr val="638C0B"/>
                </a:solidFill>
                <a:latin typeface="Arial" panose="020B0604020202020204" pitchFamily="34" charset="0"/>
              </a:rPr>
              <a:t>卡门</a:t>
            </a:r>
            <a:r>
              <a:rPr lang="zh-CN" altLang="en-US" dirty="0">
                <a:solidFill>
                  <a:srgbClr val="434343"/>
                </a:solidFill>
                <a:latin typeface="Arial" panose="020B0604020202020204" pitchFamily="34" charset="0"/>
              </a:rPr>
              <a:t>（</a:t>
            </a:r>
            <a:r>
              <a:rPr lang="en-US" altLang="zh-CN" dirty="0">
                <a:solidFill>
                  <a:srgbClr val="638C0B"/>
                </a:solidFill>
                <a:latin typeface="Arial" panose="020B0604020202020204" pitchFamily="34" charset="0"/>
              </a:rPr>
              <a:t>Theodore von Karman</a:t>
            </a:r>
            <a:r>
              <a:rPr lang="zh-CN" altLang="en-US" dirty="0">
                <a:solidFill>
                  <a:srgbClr val="434343"/>
                </a:solidFill>
                <a:latin typeface="Arial" panose="020B0604020202020204" pitchFamily="34" charset="0"/>
              </a:rPr>
              <a:t>）是</a:t>
            </a:r>
            <a:r>
              <a:rPr lang="en-US" altLang="zh-CN" dirty="0">
                <a:solidFill>
                  <a:srgbClr val="434343"/>
                </a:solidFill>
                <a:latin typeface="Arial" panose="020B0604020202020204" pitchFamily="34" charset="0"/>
              </a:rPr>
              <a:t>20</a:t>
            </a:r>
            <a:r>
              <a:rPr lang="zh-CN" altLang="en-US" dirty="0">
                <a:solidFill>
                  <a:srgbClr val="434343"/>
                </a:solidFill>
                <a:latin typeface="Arial" panose="020B0604020202020204" pitchFamily="34" charset="0"/>
              </a:rPr>
              <a:t>世纪最伟大的美国工程学家，开创了数学和基础科学在航空航天和其他技术领域的应用，被誉为“航空航天时代的科学奇才”。</a:t>
            </a:r>
            <a:endParaRPr lang="en-US" altLang="zh-CN" dirty="0">
              <a:solidFill>
                <a:srgbClr val="434343"/>
              </a:solidFill>
              <a:latin typeface="Arial" panose="020B0604020202020204" pitchFamily="34" charset="0"/>
            </a:endParaRPr>
          </a:p>
          <a:p>
            <a:pPr lvl="0"/>
            <a:r>
              <a:rPr lang="en-US" altLang="zh-CN" dirty="0">
                <a:solidFill>
                  <a:srgbClr val="434343"/>
                </a:solidFill>
                <a:latin typeface="Arial" panose="020B0604020202020204" pitchFamily="34" charset="0"/>
              </a:rPr>
              <a:t>1939</a:t>
            </a:r>
            <a:r>
              <a:rPr lang="zh-CN" altLang="en-US" dirty="0">
                <a:solidFill>
                  <a:srgbClr val="434343"/>
                </a:solidFill>
                <a:latin typeface="Arial" panose="020B0604020202020204" pitchFamily="34" charset="0"/>
              </a:rPr>
              <a:t>年钱学森获得加州理工学院航空与数学博士学位。</a:t>
            </a:r>
            <a:endParaRPr lang="zh-CN" altLang="en-US" dirty="0"/>
          </a:p>
        </p:txBody>
      </p:sp>
      <p:sp>
        <p:nvSpPr>
          <p:cNvPr id="51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>
                <a:cs typeface="Arial" panose="020B0604020202020204" pitchFamily="34" charset="0"/>
              </a:rPr>
              <a:pPr lvl="0" algn="r"/>
              <a:t>2</a:t>
            </a:fld>
            <a:endParaRPr lang="zh-CN" altLang="en-US" sz="1200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r>
              <a:rPr lang="zh-CN" altLang="en-US" dirty="0"/>
              <a:t>道生一，一生二，二生三，三生万物！</a:t>
            </a:r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>
                <a:cs typeface="Arial" panose="020B0604020202020204" pitchFamily="34" charset="0"/>
              </a:rPr>
              <a:pPr lvl="0" algn="r"/>
              <a:t>3</a:t>
            </a:fld>
            <a:endParaRPr lang="zh-CN" altLang="en-US" sz="1200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r>
              <a:rPr lang="zh-CN" altLang="en-US" dirty="0"/>
              <a:t>节点</a:t>
            </a:r>
            <a:r>
              <a:rPr lang="en-US" altLang="zh-CN" dirty="0"/>
              <a:t>-KCL-</a:t>
            </a:r>
            <a:r>
              <a:rPr lang="zh-CN" altLang="en-US" dirty="0"/>
              <a:t>解方程</a:t>
            </a:r>
          </a:p>
        </p:txBody>
      </p:sp>
      <p:sp>
        <p:nvSpPr>
          <p:cNvPr id="1024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>
                <a:cs typeface="Arial" panose="020B0604020202020204" pitchFamily="34" charset="0"/>
              </a:rPr>
              <a:pPr lvl="0" algn="r"/>
              <a:t>4</a:t>
            </a:fld>
            <a:endParaRPr lang="zh-CN" altLang="en-US" sz="1200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31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1331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>
                <a:cs typeface="Arial" panose="020B0604020202020204" pitchFamily="34" charset="0"/>
              </a:rPr>
              <a:pPr lvl="0" algn="r"/>
              <a:t>6</a:t>
            </a:fld>
            <a:endParaRPr lang="zh-CN" altLang="en-US" sz="1200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1843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>
                <a:cs typeface="Arial" panose="020B0604020202020204" pitchFamily="34" charset="0"/>
              </a:rPr>
              <a:pPr lvl="0" algn="r"/>
              <a:t>12</a:t>
            </a:fld>
            <a:endParaRPr lang="zh-CN" altLang="en-US" sz="1200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048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r>
              <a:rPr lang="zh-CN" altLang="en-US" dirty="0"/>
              <a:t>逻辑思路：应化繁为简，而不是反之。</a:t>
            </a:r>
          </a:p>
        </p:txBody>
      </p:sp>
      <p:sp>
        <p:nvSpPr>
          <p:cNvPr id="2048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>
                <a:cs typeface="Arial" panose="020B0604020202020204" pitchFamily="34" charset="0"/>
              </a:rPr>
              <a:pPr lvl="0" algn="r"/>
              <a:t>14</a:t>
            </a:fld>
            <a:endParaRPr lang="zh-CN" altLang="en-US" sz="1200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r>
              <a:rPr lang="zh-CN" altLang="en-US" dirty="0"/>
              <a:t>逻辑思路：应化繁为简，而不是反之。</a:t>
            </a:r>
          </a:p>
        </p:txBody>
      </p:sp>
      <p:sp>
        <p:nvSpPr>
          <p:cNvPr id="2253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>
                <a:cs typeface="Arial" panose="020B0604020202020204" pitchFamily="34" charset="0"/>
              </a:rPr>
              <a:pPr lvl="0" algn="r"/>
              <a:t>15</a:t>
            </a:fld>
            <a:endParaRPr lang="zh-CN" altLang="en-US" sz="1200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560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r>
              <a:rPr lang="zh-CN" altLang="en-US" dirty="0"/>
              <a:t>下页详解。。。</a:t>
            </a:r>
            <a:endParaRPr lang="en-US" altLang="zh-CN" dirty="0"/>
          </a:p>
          <a:p>
            <a:pPr lvl="0" eaLnBrk="1" hangingPunct="1"/>
            <a:r>
              <a:rPr lang="zh-CN" altLang="en-US" dirty="0"/>
              <a:t>坑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10Ω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电阻并联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2V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电源，原电路可化简。。。</a:t>
            </a:r>
            <a:endParaRPr lang="en-US" altLang="zh-CN" b="1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lvl="0" eaLnBrk="1" hangingPunct="1"/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坑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：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2V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电压源上的电流。。。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r>
              <a:rPr lang="zh-CN" altLang="en-US" dirty="0"/>
              <a:t>确定接地点，标出节点编号，标出各支路电流。。。。然后列方程求解。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969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r>
              <a:rPr lang="zh-CN" altLang="en-US" dirty="0"/>
              <a:t>逻辑思路：应化繁为简，而不是反之。</a:t>
            </a:r>
          </a:p>
        </p:txBody>
      </p:sp>
      <p:sp>
        <p:nvSpPr>
          <p:cNvPr id="2970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>
                <a:cs typeface="Arial" panose="020B0604020202020204" pitchFamily="34" charset="0"/>
              </a:rPr>
              <a:pPr lvl="0" algn="r"/>
              <a:t>21</a:t>
            </a:fld>
            <a:endParaRPr lang="zh-CN" altLang="en-US" sz="1200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481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r>
              <a:rPr lang="zh-CN" altLang="en-US" dirty="0"/>
              <a:t>节点分析法、网孔分析法 互为对偶关系。</a:t>
            </a:r>
          </a:p>
        </p:txBody>
      </p:sp>
      <p:sp>
        <p:nvSpPr>
          <p:cNvPr id="3482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>
                <a:cs typeface="Arial" panose="020B0604020202020204" pitchFamily="34" charset="0"/>
              </a:rPr>
              <a:pPr lvl="0" algn="r"/>
              <a:t>28</a:t>
            </a:fld>
            <a:endParaRPr lang="zh-CN" altLang="en-US" sz="1200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68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r>
              <a:rPr lang="zh-CN" altLang="en-US" dirty="0"/>
              <a:t>网孔分析法不如节点分析法那样通用，仅适用于分析平面电路。</a:t>
            </a:r>
            <a:endParaRPr lang="en-US" altLang="zh-CN" dirty="0"/>
          </a:p>
        </p:txBody>
      </p:sp>
      <p:sp>
        <p:nvSpPr>
          <p:cNvPr id="368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>
                <a:cs typeface="Arial" panose="020B0604020202020204" pitchFamily="34" charset="0"/>
              </a:rPr>
              <a:pPr lvl="0" algn="r"/>
              <a:t>29</a:t>
            </a:fld>
            <a:endParaRPr lang="zh-CN" altLang="en-US" sz="1200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198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en-US" altLang="zh-CN" dirty="0"/>
          </a:p>
        </p:txBody>
      </p:sp>
      <p:sp>
        <p:nvSpPr>
          <p:cNvPr id="4198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>
                <a:cs typeface="Arial" panose="020B0604020202020204" pitchFamily="34" charset="0"/>
              </a:rPr>
              <a:pPr lvl="0" algn="r"/>
              <a:t>34</a:t>
            </a:fld>
            <a:endParaRPr lang="zh-CN" altLang="en-US" sz="1200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4813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>
                <a:cs typeface="Arial" panose="020B0604020202020204" pitchFamily="34" charset="0"/>
              </a:rPr>
              <a:pPr lvl="0" algn="r"/>
              <a:t>42</a:t>
            </a:fld>
            <a:endParaRPr lang="zh-CN" altLang="en-US" sz="1200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017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r>
              <a:rPr lang="en-US" altLang="zh-CN" b="1" dirty="0">
                <a:latin typeface="Times New Roman" panose="02020603050405020304" pitchFamily="18" charset="0"/>
              </a:rPr>
              <a:t>Expedient:</a:t>
            </a:r>
            <a:r>
              <a:rPr lang="zh-CN" altLang="en-US" b="1" dirty="0">
                <a:latin typeface="Times New Roman" panose="02020603050405020304" pitchFamily="18" charset="0"/>
              </a:rPr>
              <a:t>应急有效的，权宜之计的</a:t>
            </a:r>
            <a:r>
              <a:rPr lang="en-US" altLang="zh-CN" b="1" dirty="0">
                <a:latin typeface="Times New Roman" panose="02020603050405020304" pitchFamily="18" charset="0"/>
              </a:rPr>
              <a:t>; </a:t>
            </a:r>
            <a:r>
              <a:rPr lang="zh-CN" altLang="en-US" b="1" dirty="0">
                <a:latin typeface="Times New Roman" panose="02020603050405020304" pitchFamily="18" charset="0"/>
              </a:rPr>
              <a:t>方便的，</a:t>
            </a:r>
            <a:endParaRPr lang="en-US" altLang="zh-CN" dirty="0"/>
          </a:p>
        </p:txBody>
      </p:sp>
      <p:sp>
        <p:nvSpPr>
          <p:cNvPr id="5018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>
                <a:cs typeface="Arial" panose="020B0604020202020204" pitchFamily="34" charset="0"/>
              </a:rPr>
              <a:pPr lvl="0" algn="r"/>
              <a:t>45</a:t>
            </a:fld>
            <a:endParaRPr lang="zh-CN" altLang="en-US" sz="1200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325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en-US" altLang="zh-CN" dirty="0"/>
          </a:p>
        </p:txBody>
      </p:sp>
      <p:sp>
        <p:nvSpPr>
          <p:cNvPr id="532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>
                <a:cs typeface="Arial" panose="020B0604020202020204" pitchFamily="34" charset="0"/>
              </a:rPr>
              <a:pPr lvl="0" algn="r"/>
              <a:t>47</a:t>
            </a:fld>
            <a:endParaRPr lang="zh-CN" altLang="en-US" sz="1200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529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r>
              <a:rPr lang="zh-CN" altLang="en-US" dirty="0"/>
              <a:t>受控源模型</a:t>
            </a:r>
          </a:p>
        </p:txBody>
      </p:sp>
      <p:sp>
        <p:nvSpPr>
          <p:cNvPr id="5530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>
              <a:buNone/>
            </a:pPr>
            <a:fld id="{9A0DB2DC-4C9A-4742-B13C-FB6460FD3503}" type="slidenum">
              <a:rPr lang="zh-CN" altLang="en-US" sz="1200" dirty="0">
                <a:cs typeface="Arial" panose="020B0604020202020204" pitchFamily="34" charset="0"/>
              </a:rPr>
              <a:pPr lvl="0" algn="r">
                <a:buNone/>
              </a:pPr>
              <a:t>48</a:t>
            </a:fld>
            <a:endParaRPr lang="zh-CN" altLang="en-US" sz="1200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r>
              <a:rPr lang="en-US" altLang="zh-CN" dirty="0"/>
              <a:t>active mode </a:t>
            </a:r>
            <a:r>
              <a:rPr lang="zh-CN" altLang="en-US" dirty="0"/>
              <a:t>放大模式</a:t>
            </a:r>
            <a:endParaRPr lang="en-US" altLang="zh-CN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>
                <a:cs typeface="Arial" panose="020B0604020202020204" pitchFamily="34" charset="0"/>
              </a:rPr>
              <a:pPr lvl="0" algn="r"/>
              <a:t>49</a:t>
            </a:fld>
            <a:endParaRPr lang="zh-CN" altLang="en-US" sz="1200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451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r>
              <a:rPr lang="zh-CN" altLang="en-US" dirty="0"/>
              <a:t>有道无术，术尚可求；有术无道，止于术。</a:t>
            </a:r>
          </a:p>
        </p:txBody>
      </p:sp>
      <p:sp>
        <p:nvSpPr>
          <p:cNvPr id="6451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>
                <a:cs typeface="Arial" panose="020B0604020202020204" pitchFamily="34" charset="0"/>
              </a:rPr>
              <a:pPr lvl="0" algn="r"/>
              <a:t>59</a:t>
            </a:fld>
            <a:endParaRPr lang="zh-CN" altLang="en-US" sz="1200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18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058" name="Group 5"/>
            <p:cNvGrpSpPr/>
            <p:nvPr/>
          </p:nvGrpSpPr>
          <p:grpSpPr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21" name="Rectangle 6"/>
              <p:cNvSpPr>
                <a:spLocks noChangeArrowheads="1"/>
              </p:cNvSpPr>
              <p:nvPr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2" name="Rectangle 7"/>
              <p:cNvSpPr>
                <a:spLocks noChangeArrowheads="1"/>
              </p:cNvSpPr>
              <p:nvPr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8"/>
              <p:cNvSpPr>
                <a:spLocks noChangeArrowheads="1"/>
              </p:cNvSpPr>
              <p:nvPr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" name="Rectangle 9"/>
              <p:cNvSpPr>
                <a:spLocks noChangeArrowheads="1"/>
              </p:cNvSpPr>
              <p:nvPr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" name="Rectangle 10"/>
              <p:cNvSpPr>
                <a:spLocks noChangeArrowheads="1"/>
              </p:cNvSpPr>
              <p:nvPr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" name="Rectangle 11"/>
              <p:cNvSpPr>
                <a:spLocks noChangeArrowheads="1"/>
              </p:cNvSpPr>
              <p:nvPr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" name="Rectangle 12"/>
              <p:cNvSpPr>
                <a:spLocks noChangeArrowheads="1"/>
              </p:cNvSpPr>
              <p:nvPr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" name="Rectangle 13"/>
              <p:cNvSpPr>
                <a:spLocks noChangeArrowheads="1"/>
              </p:cNvSpPr>
              <p:nvPr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" name="Rectangle 14"/>
              <p:cNvSpPr>
                <a:spLocks noChangeArrowheads="1"/>
              </p:cNvSpPr>
              <p:nvPr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" name="Rectangle 15"/>
              <p:cNvSpPr>
                <a:spLocks noChangeArrowheads="1"/>
              </p:cNvSpPr>
              <p:nvPr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513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514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baseline="0" dirty="0">
                <a:latin typeface="Arial Black" panose="020B0A04020102020204" pitchFamily="34" charset="0"/>
                <a:cs typeface="Arial" panose="020B0604020202020204" pitchFamily="34" charset="0"/>
              </a:rPr>
              <a:pPr algn="r" eaLnBrk="1" hangingPunct="1">
                <a:buNone/>
              </a:pPr>
              <a:t>‹#›</a:t>
            </a:fld>
            <a:endParaRPr lang="en-US" altLang="zh-CN" baseline="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baseline="0" dirty="0">
                <a:cs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US" altLang="zh-CN" baseline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baseline="0" dirty="0">
                <a:cs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US" altLang="zh-CN" baseline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baseline="0" dirty="0">
                <a:cs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US" altLang="zh-CN" baseline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baseline="0" dirty="0">
                <a:cs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US" altLang="zh-CN" baseline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baseline="0" dirty="0">
                <a:cs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US" altLang="zh-CN" baseline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baseline="0" dirty="0">
                <a:cs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US" altLang="zh-CN" baseline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baseline="0" dirty="0">
                <a:cs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US" altLang="zh-CN" baseline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baseline="0" dirty="0">
                <a:cs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US" altLang="zh-CN" baseline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baseline="0" dirty="0">
                <a:cs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US" altLang="zh-CN" baseline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baseline="0" dirty="0">
                <a:cs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US" altLang="zh-CN" baseline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baseline="0" dirty="0">
                <a:cs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US" altLang="zh-CN" baseline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baseline="0" dirty="0">
                <a:cs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US" altLang="zh-CN" baseline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457200"/>
            <a:ext cx="8229600" cy="5410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baseline="0" dirty="0">
                <a:cs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US" altLang="zh-CN" baseline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40005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baseline="0" dirty="0">
                <a:cs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US" altLang="zh-CN" baseline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 baseline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 Black" panose="020B0A0402010202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baseline="0" dirty="0">
                <a:cs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US" altLang="zh-CN" baseline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28" name="Group 4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29" name="Rectangle 1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30" name="Rectangle 15"/>
          <p:cNvSpPr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11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aseline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oleObject" Target="../embeddings/oleObject1.bin"/><Relationship Id="rId4" Type="http://schemas.openxmlformats.org/officeDocument/2006/relationships/image" Target="../media/image6.png"/><Relationship Id="rId9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8.bin"/><Relationship Id="rId5" Type="http://schemas.openxmlformats.org/officeDocument/2006/relationships/oleObject" Target="../embeddings/oleObject7.bin"/><Relationship Id="rId4" Type="http://schemas.openxmlformats.org/officeDocument/2006/relationships/oleObject" Target="../embeddings/oleObject6.bin"/><Relationship Id="rId9" Type="http://schemas.openxmlformats.org/officeDocument/2006/relationships/oleObject" Target="../embeddings/oleObject11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5.bin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4.bin"/><Relationship Id="rId10" Type="http://schemas.openxmlformats.org/officeDocument/2006/relationships/oleObject" Target="../embeddings/oleObject19.bin"/><Relationship Id="rId4" Type="http://schemas.openxmlformats.org/officeDocument/2006/relationships/oleObject" Target="../embeddings/oleObject13.bin"/><Relationship Id="rId9" Type="http://schemas.openxmlformats.org/officeDocument/2006/relationships/oleObject" Target="../embeddings/oleObject18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oleObject21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37.png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6.png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38.png"/><Relationship Id="rId4" Type="http://schemas.openxmlformats.org/officeDocument/2006/relationships/image" Target="../media/image35.png"/><Relationship Id="rId9" Type="http://schemas.openxmlformats.org/officeDocument/2006/relationships/oleObject" Target="../embeddings/oleObject24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37.png"/><Relationship Id="rId12" Type="http://schemas.openxmlformats.org/officeDocument/2006/relationships/oleObject" Target="../embeddings/oleObject30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6.png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25.bin"/><Relationship Id="rId10" Type="http://schemas.openxmlformats.org/officeDocument/2006/relationships/oleObject" Target="../embeddings/oleObject28.bin"/><Relationship Id="rId4" Type="http://schemas.openxmlformats.org/officeDocument/2006/relationships/image" Target="../media/image35.png"/><Relationship Id="rId9" Type="http://schemas.openxmlformats.org/officeDocument/2006/relationships/oleObject" Target="../embeddings/oleObject27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oleObject" Target="../embeddings/oleObject31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oleObject" Target="../embeddings/oleObject38.bin"/><Relationship Id="rId3" Type="http://schemas.openxmlformats.org/officeDocument/2006/relationships/oleObject" Target="../embeddings/oleObject32.bin"/><Relationship Id="rId7" Type="http://schemas.openxmlformats.org/officeDocument/2006/relationships/image" Target="../media/image59.png"/><Relationship Id="rId12" Type="http://schemas.openxmlformats.org/officeDocument/2006/relationships/oleObject" Target="../embeddings/oleObject3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58.png"/><Relationship Id="rId11" Type="http://schemas.openxmlformats.org/officeDocument/2006/relationships/oleObject" Target="../embeddings/oleObject36.bin"/><Relationship Id="rId5" Type="http://schemas.openxmlformats.org/officeDocument/2006/relationships/image" Target="../media/image55.png"/><Relationship Id="rId10" Type="http://schemas.openxmlformats.org/officeDocument/2006/relationships/oleObject" Target="../embeddings/oleObject35.bin"/><Relationship Id="rId4" Type="http://schemas.openxmlformats.org/officeDocument/2006/relationships/oleObject" Target="../embeddings/oleObject33.bin"/><Relationship Id="rId9" Type="http://schemas.openxmlformats.org/officeDocument/2006/relationships/oleObject" Target="../embeddings/oleObject34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4" Type="http://schemas.openxmlformats.org/officeDocument/2006/relationships/oleObject" Target="../embeddings/oleObject39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43.bin"/><Relationship Id="rId5" Type="http://schemas.openxmlformats.org/officeDocument/2006/relationships/oleObject" Target="../embeddings/oleObject42.bin"/><Relationship Id="rId4" Type="http://schemas.openxmlformats.org/officeDocument/2006/relationships/oleObject" Target="../embeddings/oleObject41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4" Type="http://schemas.openxmlformats.org/officeDocument/2006/relationships/oleObject" Target="../embeddings/oleObject45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.bin"/><Relationship Id="rId3" Type="http://schemas.openxmlformats.org/officeDocument/2006/relationships/oleObject" Target="../embeddings/oleObject46.bin"/><Relationship Id="rId7" Type="http://schemas.openxmlformats.org/officeDocument/2006/relationships/oleObject" Target="../embeddings/oleObject5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49.bin"/><Relationship Id="rId5" Type="http://schemas.openxmlformats.org/officeDocument/2006/relationships/oleObject" Target="../embeddings/oleObject48.bin"/><Relationship Id="rId4" Type="http://schemas.openxmlformats.org/officeDocument/2006/relationships/oleObject" Target="../embeddings/oleObject47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5" Type="http://schemas.openxmlformats.org/officeDocument/2006/relationships/oleObject" Target="../embeddings/oleObject52.bin"/><Relationship Id="rId4" Type="http://schemas.openxmlformats.org/officeDocument/2006/relationships/image" Target="../media/image82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.bin"/><Relationship Id="rId3" Type="http://schemas.openxmlformats.org/officeDocument/2006/relationships/image" Target="../media/image82.png"/><Relationship Id="rId7" Type="http://schemas.openxmlformats.org/officeDocument/2006/relationships/oleObject" Target="../embeddings/oleObject5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55.bin"/><Relationship Id="rId5" Type="http://schemas.openxmlformats.org/officeDocument/2006/relationships/oleObject" Target="../embeddings/oleObject54.bin"/><Relationship Id="rId4" Type="http://schemas.openxmlformats.org/officeDocument/2006/relationships/oleObject" Target="../embeddings/oleObject53.bin"/><Relationship Id="rId9" Type="http://schemas.openxmlformats.org/officeDocument/2006/relationships/oleObject" Target="../embeddings/oleObject58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6" Type="http://schemas.openxmlformats.org/officeDocument/2006/relationships/comments" Target="../comments/comment1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4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.bin"/><Relationship Id="rId3" Type="http://schemas.openxmlformats.org/officeDocument/2006/relationships/image" Target="../media/image99.png"/><Relationship Id="rId7" Type="http://schemas.openxmlformats.org/officeDocument/2006/relationships/oleObject" Target="../embeddings/oleObject6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60.bin"/><Relationship Id="rId5" Type="http://schemas.openxmlformats.org/officeDocument/2006/relationships/oleObject" Target="../embeddings/oleObject59.bin"/><Relationship Id="rId4" Type="http://schemas.openxmlformats.org/officeDocument/2006/relationships/image" Target="../media/image10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65.bin"/><Relationship Id="rId5" Type="http://schemas.openxmlformats.org/officeDocument/2006/relationships/oleObject" Target="../embeddings/oleObject64.bin"/><Relationship Id="rId4" Type="http://schemas.openxmlformats.org/officeDocument/2006/relationships/oleObject" Target="../embeddings/oleObject63.bin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7" Type="http://schemas.openxmlformats.org/officeDocument/2006/relationships/image" Target="../media/image110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7" Type="http://schemas.openxmlformats.org/officeDocument/2006/relationships/image" Target="../media/image114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.bin"/><Relationship Id="rId3" Type="http://schemas.openxmlformats.org/officeDocument/2006/relationships/notesSlide" Target="../notesSlides/notesSlide16.xml"/><Relationship Id="rId7" Type="http://schemas.openxmlformats.org/officeDocument/2006/relationships/oleObject" Target="../embeddings/oleObject6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67.bin"/><Relationship Id="rId5" Type="http://schemas.openxmlformats.org/officeDocument/2006/relationships/oleObject" Target="../embeddings/oleObject66.bin"/><Relationship Id="rId4" Type="http://schemas.openxmlformats.org/officeDocument/2006/relationships/image" Target="../media/image120.png"/><Relationship Id="rId9" Type="http://schemas.openxmlformats.org/officeDocument/2006/relationships/oleObject" Target="../embeddings/oleObject70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1.bin"/><Relationship Id="rId7" Type="http://schemas.openxmlformats.org/officeDocument/2006/relationships/image" Target="../media/image12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74.bin"/><Relationship Id="rId5" Type="http://schemas.openxmlformats.org/officeDocument/2006/relationships/oleObject" Target="../embeddings/oleObject73.bin"/><Relationship Id="rId4" Type="http://schemas.openxmlformats.org/officeDocument/2006/relationships/oleObject" Target="../embeddings/oleObject72.bin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0.bin"/><Relationship Id="rId3" Type="http://schemas.openxmlformats.org/officeDocument/2006/relationships/oleObject" Target="../embeddings/oleObject75.bin"/><Relationship Id="rId7" Type="http://schemas.openxmlformats.org/officeDocument/2006/relationships/oleObject" Target="../embeddings/oleObject7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78.bin"/><Relationship Id="rId5" Type="http://schemas.openxmlformats.org/officeDocument/2006/relationships/oleObject" Target="../embeddings/oleObject77.bin"/><Relationship Id="rId10" Type="http://schemas.openxmlformats.org/officeDocument/2006/relationships/image" Target="../media/image137.png"/><Relationship Id="rId4" Type="http://schemas.openxmlformats.org/officeDocument/2006/relationships/oleObject" Target="../embeddings/oleObject76.bin"/><Relationship Id="rId9" Type="http://schemas.openxmlformats.org/officeDocument/2006/relationships/oleObject" Target="../embeddings/oleObject81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oleObject" Target="../embeddings/oleObject82.bin"/><Relationship Id="rId7" Type="http://schemas.openxmlformats.org/officeDocument/2006/relationships/image" Target="../media/image12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41.png"/><Relationship Id="rId5" Type="http://schemas.openxmlformats.org/officeDocument/2006/relationships/oleObject" Target="../embeddings/oleObject84.bin"/><Relationship Id="rId4" Type="http://schemas.openxmlformats.org/officeDocument/2006/relationships/oleObject" Target="../embeddings/oleObject83.bin"/><Relationship Id="rId9" Type="http://schemas.openxmlformats.org/officeDocument/2006/relationships/image" Target="../media/image123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/>
          </p:cNvSpPr>
          <p:nvPr>
            <p:ph type="ctrTitle"/>
          </p:nvPr>
        </p:nvSpPr>
        <p:spPr>
          <a:xfrm>
            <a:off x="0" y="0"/>
            <a:ext cx="8893175" cy="2303463"/>
          </a:xfrm>
        </p:spPr>
        <p:txBody>
          <a:bodyPr vert="horz" wrap="square" lIns="91440" tIns="45720" rIns="91440" bIns="45720" anchor="ctr" anchorCtr="0"/>
          <a:lstStyle/>
          <a:p>
            <a:pPr eaLnBrk="1" hangingPunct="1">
              <a:buClrTx/>
              <a:buSzTx/>
              <a:buFontTx/>
            </a:pPr>
            <a:r>
              <a:rPr lang="zh-CN" altLang="en-US" sz="3600" b="1" dirty="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rPr>
              <a:t>      第</a:t>
            </a:r>
            <a:r>
              <a:rPr lang="en-US" altLang="zh-CN" sz="3600" b="1" dirty="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rPr>
              <a:t>3</a:t>
            </a:r>
            <a:r>
              <a:rPr lang="zh-CN" altLang="en-US" sz="3600" b="1" dirty="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rPr>
              <a:t>章</a:t>
            </a:r>
            <a:r>
              <a:rPr lang="en-US" altLang="zh-CN" sz="3600" b="1" dirty="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rPr>
              <a:t/>
            </a:r>
            <a:br>
              <a:rPr lang="en-US" altLang="zh-CN" sz="3600" b="1" dirty="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rPr>
            </a:br>
            <a:r>
              <a:rPr lang="en-US" altLang="zh-CN" sz="3600" b="1" dirty="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rPr>
              <a:t>                    </a:t>
            </a:r>
            <a:r>
              <a:rPr lang="zh-CN" altLang="en-US" sz="4000" b="1" dirty="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rPr>
              <a:t>分析方法</a:t>
            </a:r>
            <a:endParaRPr lang="en-US" altLang="zh-CN" sz="4800" b="1" dirty="0">
              <a:solidFill>
                <a:schemeClr val="tx1"/>
              </a:solidFill>
              <a:latin typeface="Verdana" panose="020B0604030504040204" pitchFamily="34" charset="0"/>
              <a:ea typeface="+mj-ea"/>
              <a:cs typeface="+mj-cs"/>
            </a:endParaRPr>
          </a:p>
        </p:txBody>
      </p:sp>
      <p:sp>
        <p:nvSpPr>
          <p:cNvPr id="8195" name="Rectangle 3"/>
          <p:cNvSpPr>
            <a:spLocks noGrp="1"/>
          </p:cNvSpPr>
          <p:nvPr>
            <p:ph type="subTitle" idx="1"/>
          </p:nvPr>
        </p:nvSpPr>
        <p:spPr>
          <a:xfrm>
            <a:off x="2124075" y="4292600"/>
            <a:ext cx="7019925" cy="17526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SzPct val="75000"/>
            </a:pPr>
            <a:r>
              <a:rPr lang="en-US" altLang="zh-CN" dirty="0">
                <a:latin typeface="+mn-lt"/>
                <a:ea typeface="+mn-ea"/>
                <a:cs typeface="+mn-cs"/>
              </a:rPr>
              <a:t>— Fundamentals of Electric Circuit</a:t>
            </a:r>
          </a:p>
          <a:p>
            <a:pPr eaLnBrk="1" hangingPunct="1">
              <a:buSzPct val="75000"/>
            </a:pPr>
            <a:r>
              <a:rPr lang="en-US" altLang="zh-CN" dirty="0">
                <a:latin typeface="+mn-lt"/>
                <a:ea typeface="+mn-ea"/>
                <a:cs typeface="+mn-cs"/>
              </a:rPr>
              <a:t>     </a:t>
            </a:r>
            <a:r>
              <a:rPr lang="zh-CN" altLang="en-US" dirty="0">
                <a:latin typeface="+mn-lt"/>
                <a:ea typeface="+mn-ea"/>
                <a:cs typeface="+mn-cs"/>
              </a:rPr>
              <a:t>　　　　　　　</a:t>
            </a:r>
            <a:r>
              <a:rPr lang="zh-CN" altLang="en-US" b="1" dirty="0">
                <a:latin typeface="+mn-lt"/>
                <a:ea typeface="+mn-ea"/>
                <a:cs typeface="+mn-cs"/>
              </a:rPr>
              <a:t>电路基础</a:t>
            </a:r>
          </a:p>
          <a:p>
            <a:pPr eaLnBrk="1" hangingPunct="1">
              <a:buSzPct val="75000"/>
            </a:pPr>
            <a:endParaRPr lang="en-US" altLang="zh-CN" sz="3000" dirty="0">
              <a:latin typeface="+mn-lt"/>
              <a:ea typeface="+mn-ea"/>
              <a:cs typeface="+mn-cs"/>
            </a:endParaRPr>
          </a:p>
        </p:txBody>
      </p:sp>
      <p:sp>
        <p:nvSpPr>
          <p:cNvPr id="8196" name="灯片编号占位符 1"/>
          <p:cNvSpPr txBox="1">
            <a:spLocks noGrp="1"/>
          </p:cNvSpPr>
          <p:nvPr>
            <p:ph type="sldNum" sz="quarter" idx="4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baseline="0" dirty="0">
                <a:latin typeface="Arial Black" panose="020B0A04020102020204" pitchFamily="34" charset="0"/>
                <a:cs typeface="Arial" panose="020B0604020202020204" pitchFamily="34" charset="0"/>
              </a:rPr>
              <a:pPr lvl="0" algn="r" eaLnBrk="1" hangingPunct="1">
                <a:buNone/>
              </a:pPr>
              <a:t>1</a:t>
            </a:fld>
            <a:endParaRPr lang="en-US" altLang="zh-CN" sz="1200" baseline="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内容占位符 2"/>
          <p:cNvSpPr>
            <a:spLocks noGrp="1"/>
          </p:cNvSpPr>
          <p:nvPr>
            <p:ph idx="1"/>
          </p:nvPr>
        </p:nvSpPr>
        <p:spPr>
          <a:xfrm>
            <a:off x="468313" y="1196975"/>
            <a:ext cx="8229600" cy="431958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en-US" altLang="zh-CN" sz="4400" dirty="0">
                <a:latin typeface="Arial Black" panose="020B0A04020102020204" pitchFamily="34" charset="0"/>
              </a:rPr>
              <a:t>       </a:t>
            </a:r>
            <a:r>
              <a:rPr lang="en-US" altLang="zh-CN" sz="4000" dirty="0">
                <a:latin typeface="Arial Black" panose="020B0A04020102020204" pitchFamily="34" charset="0"/>
              </a:rPr>
              <a:t>Scientists study the world as it is, engineers create the world that never has been.</a:t>
            </a:r>
          </a:p>
          <a:p>
            <a:pPr eaLnBrk="1" hangingPunct="1">
              <a:buNone/>
            </a:pPr>
            <a:r>
              <a:rPr lang="en-US" altLang="zh-CN" dirty="0"/>
              <a:t>                    </a:t>
            </a:r>
          </a:p>
          <a:p>
            <a:pPr eaLnBrk="1" hangingPunct="1">
              <a:buNone/>
            </a:pPr>
            <a:r>
              <a:rPr lang="en-US" altLang="zh-CN" dirty="0"/>
              <a:t>                          </a:t>
            </a:r>
            <a:r>
              <a:rPr lang="en-US" altLang="zh-CN" sz="2400" dirty="0">
                <a:latin typeface="Segoe Print" panose="02000600000000000000" pitchFamily="2" charset="0"/>
              </a:rPr>
              <a:t>—— Theodore von Karman</a:t>
            </a:r>
          </a:p>
        </p:txBody>
      </p:sp>
      <p:sp>
        <p:nvSpPr>
          <p:cNvPr id="4099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baseline="0" dirty="0">
                <a:latin typeface="Arial Black" panose="020B0A04020102020204" pitchFamily="34" charset="0"/>
                <a:cs typeface="Arial" panose="020B0604020202020204" pitchFamily="34" charset="0"/>
              </a:rPr>
              <a:pPr lvl="0" algn="r" eaLnBrk="1" hangingPunct="1">
                <a:buNone/>
              </a:pPr>
              <a:t>2</a:t>
            </a:fld>
            <a:endParaRPr lang="en-US" altLang="zh-CN" sz="1200" baseline="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内容占位符 2"/>
          <p:cNvSpPr>
            <a:spLocks noGrp="1"/>
          </p:cNvSpPr>
          <p:nvPr>
            <p:ph idx="1"/>
          </p:nvPr>
        </p:nvSpPr>
        <p:spPr>
          <a:xfrm>
            <a:off x="1116013" y="908050"/>
            <a:ext cx="7096125" cy="606425"/>
          </a:xfrm>
          <a:ln>
            <a:solidFill>
              <a:srgbClr val="FF0000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25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Fundamentals of Electric Circuit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Print" panose="02000600000000000000" pitchFamily="2" charset="0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63938" y="2582863"/>
            <a:ext cx="1108075" cy="13858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solidFill>
                  <a:srgbClr val="002060"/>
                </a:solidFill>
                <a:latin typeface="Arial Black" panose="020B0A04020102020204" pitchFamily="34" charset="0"/>
                <a:ea typeface="+mn-ea"/>
                <a:cs typeface="+mn-cs"/>
              </a:rPr>
              <a:t>KCL</a:t>
            </a: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solidFill>
                  <a:srgbClr val="002060"/>
                </a:solidFill>
                <a:latin typeface="Arial Black" panose="020B0A04020102020204" pitchFamily="34" charset="0"/>
                <a:ea typeface="+mn-ea"/>
                <a:cs typeface="+mn-cs"/>
              </a:rPr>
              <a:t>KVL</a:t>
            </a: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solidFill>
                  <a:srgbClr val="002060"/>
                </a:solidFill>
                <a:latin typeface="Arial Black" panose="020B0A04020102020204" pitchFamily="34" charset="0"/>
                <a:ea typeface="+mn-ea"/>
                <a:cs typeface="+mn-cs"/>
              </a:rPr>
              <a:t>VCR</a:t>
            </a:r>
            <a:endParaRPr kumimoji="0" lang="zh-CN" altLang="en-US" sz="2800" kern="1200" cap="none" spc="0" normalizeH="0" baseline="0" noProof="0" dirty="0">
              <a:solidFill>
                <a:srgbClr val="002060"/>
              </a:solidFill>
              <a:latin typeface="Arial Black" panose="020B0A04020102020204" pitchFamily="34" charset="0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549650" y="5175250"/>
            <a:ext cx="792163" cy="12001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I (</a:t>
            </a:r>
            <a:r>
              <a:rPr kumimoji="0" lang="en-US" altLang="zh-CN" sz="2400" b="1" i="1" kern="1200" cap="none" spc="0" normalizeH="0" baseline="0" noProof="0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kern="1200" cap="none" spc="0" normalizeH="0" baseline="0" noProof="0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 (</a:t>
            </a:r>
            <a:r>
              <a:rPr kumimoji="0" lang="en-US" altLang="zh-CN" sz="2400" b="1" i="1" kern="1200" cap="none" spc="0" normalizeH="0" baseline="0" noProof="0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kumimoji="0" lang="en-US" altLang="zh-CN" sz="2400" b="1" kern="1200" cap="none" spc="0" normalizeH="0" baseline="0" noProof="0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 (</a:t>
            </a:r>
            <a:r>
              <a:rPr kumimoji="0" lang="en-US" altLang="zh-CN" sz="2400" b="1" i="1" kern="1200" cap="none" spc="0" normalizeH="0" baseline="0" noProof="0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r>
              <a:rPr kumimoji="0" lang="en-US" altLang="zh-CN" sz="2400" b="1" kern="1200" cap="none" spc="0" normalizeH="0" baseline="0" noProof="0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endParaRPr kumimoji="0" lang="zh-CN" altLang="en-US" sz="2400" b="1" kern="1200" cap="none" spc="0" normalizeH="0" baseline="0" noProof="0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149" name="文本框 4"/>
          <p:cNvSpPr txBox="1"/>
          <p:nvPr/>
        </p:nvSpPr>
        <p:spPr>
          <a:xfrm>
            <a:off x="1116013" y="2582863"/>
            <a:ext cx="1422400" cy="8318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拓扑约束</a:t>
            </a:r>
            <a:endParaRPr lang="en-US" altLang="zh-CN" sz="2400" b="1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元件约束</a:t>
            </a:r>
          </a:p>
        </p:txBody>
      </p:sp>
      <p:sp>
        <p:nvSpPr>
          <p:cNvPr id="6150" name="文本框 4"/>
          <p:cNvSpPr txBox="1"/>
          <p:nvPr/>
        </p:nvSpPr>
        <p:spPr>
          <a:xfrm>
            <a:off x="6011863" y="2589213"/>
            <a:ext cx="2351087" cy="3786187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大基本法：</a:t>
            </a:r>
            <a:endParaRPr lang="en-US" altLang="zh-CN" sz="2400" b="1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大定理：</a:t>
            </a:r>
            <a:endParaRPr lang="en-US" altLang="zh-CN" sz="2400" b="1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元件（</a:t>
            </a:r>
            <a:r>
              <a:rPr lang="en-US" altLang="zh-CN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R,C,L</a:t>
            </a: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2400" b="1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电路（</a:t>
            </a:r>
            <a:r>
              <a:rPr lang="en-US" altLang="zh-CN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DC,AC</a:t>
            </a: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2400" b="1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暂态，稳态</a:t>
            </a:r>
            <a:endParaRPr lang="en-US" altLang="zh-CN" sz="2400" b="1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时域，频域</a:t>
            </a:r>
            <a:endParaRPr lang="en-US" altLang="zh-CN" sz="2400" b="1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电耦合，磁耦合</a:t>
            </a:r>
            <a:endParaRPr lang="en-US" altLang="zh-CN" sz="2400" b="1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400" b="1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400" b="1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6151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baseline="0" dirty="0">
                <a:latin typeface="Arial Black" panose="020B0A04020102020204" pitchFamily="34" charset="0"/>
                <a:cs typeface="Arial" panose="020B0604020202020204" pitchFamily="34" charset="0"/>
              </a:rPr>
              <a:pPr lvl="0" algn="r" eaLnBrk="1" hangingPunct="1">
                <a:buNone/>
              </a:pPr>
              <a:t>3</a:t>
            </a:fld>
            <a:endParaRPr lang="en-US" altLang="zh-CN" sz="1200" baseline="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>
              <a:lnSpc>
                <a:spcPct val="70000"/>
              </a:lnSpc>
            </a:pPr>
            <a:r>
              <a:rPr lang="en-US" altLang="zh-CN" sz="3600" dirty="0">
                <a:latin typeface="Franklin Gothic Medium" panose="020B0603020102020204" pitchFamily="34" charset="0"/>
              </a:rPr>
              <a:t>3.2  </a:t>
            </a:r>
            <a:r>
              <a:rPr lang="zh-CN" altLang="en-US" sz="3600" b="1" dirty="0">
                <a:latin typeface="Franklin Gothic Medium" panose="020B0603020102020204" pitchFamily="34" charset="0"/>
              </a:rPr>
              <a:t>节点分析法</a:t>
            </a:r>
            <a:r>
              <a:rPr lang="en-US" altLang="zh-CN" sz="3600" b="1" dirty="0">
                <a:latin typeface="Franklin Gothic Medium" panose="020B0603020102020204" pitchFamily="34" charset="0"/>
              </a:rPr>
              <a:t/>
            </a:r>
            <a:br>
              <a:rPr lang="en-US" altLang="zh-CN" sz="3600" b="1" dirty="0">
                <a:latin typeface="Franklin Gothic Medium" panose="020B0603020102020204" pitchFamily="34" charset="0"/>
              </a:rPr>
            </a:br>
            <a:r>
              <a:rPr lang="en-US" altLang="zh-CN" dirty="0">
                <a:solidFill>
                  <a:srgbClr val="969696"/>
                </a:solidFill>
                <a:latin typeface="Franklin Gothic Medium" panose="020B0603020102020204" pitchFamily="34" charset="0"/>
              </a:rPr>
              <a:t>      </a:t>
            </a:r>
            <a:r>
              <a:rPr lang="en-US" altLang="zh-CN" sz="2400" b="1" dirty="0">
                <a:solidFill>
                  <a:srgbClr val="969696"/>
                </a:solidFill>
                <a:latin typeface="宋体" panose="02010600030101010101" pitchFamily="2" charset="-122"/>
              </a:rPr>
              <a:t>(—</a:t>
            </a:r>
            <a:r>
              <a:rPr lang="zh-CN" altLang="en-US" sz="2400" b="1" dirty="0">
                <a:solidFill>
                  <a:srgbClr val="96969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本节只含电流源</a:t>
            </a:r>
            <a:r>
              <a:rPr lang="en-US" altLang="zh-CN" sz="2400" b="1" dirty="0">
                <a:solidFill>
                  <a:srgbClr val="96969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dirty="0">
                <a:solidFill>
                  <a:srgbClr val="96969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不含电压源</a:t>
            </a:r>
            <a:r>
              <a:rPr lang="en-US" altLang="zh-CN" sz="2400" b="1" dirty="0">
                <a:solidFill>
                  <a:srgbClr val="969696"/>
                </a:solidFill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9219" name="Rectangle 3"/>
          <p:cNvSpPr>
            <a:spLocks noGrp="1"/>
          </p:cNvSpPr>
          <p:nvPr>
            <p:ph idx="1"/>
          </p:nvPr>
        </p:nvSpPr>
        <p:spPr>
          <a:xfrm>
            <a:off x="393700" y="2060575"/>
            <a:ext cx="8642350" cy="647700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sz="2400" b="1" dirty="0">
                <a:latin typeface="Arial Black" panose="020B0A04020102020204" pitchFamily="34" charset="0"/>
              </a:rPr>
              <a:t>节点分析法</a:t>
            </a:r>
            <a:r>
              <a:rPr lang="en-US" altLang="zh-CN" sz="2400" b="1" dirty="0">
                <a:latin typeface="Arial Black" panose="020B0A04020102020204" pitchFamily="34" charset="0"/>
              </a:rPr>
              <a:t>: </a:t>
            </a:r>
            <a:r>
              <a:rPr lang="zh-CN" altLang="en-US" sz="2400" b="1" dirty="0">
                <a:latin typeface="Arial Black" panose="020B0A04020102020204" pitchFamily="34" charset="0"/>
              </a:rPr>
              <a:t>通过列</a:t>
            </a:r>
            <a:r>
              <a:rPr lang="zh-CN" altLang="en-US" sz="2400" b="1" dirty="0">
                <a:solidFill>
                  <a:srgbClr val="FF0000"/>
                </a:solidFill>
                <a:latin typeface="Arial Black" panose="020B0A04020102020204" pitchFamily="34" charset="0"/>
              </a:rPr>
              <a:t>节点电流方程</a:t>
            </a:r>
            <a:r>
              <a:rPr lang="zh-CN" altLang="en-US" sz="2400" b="1" dirty="0">
                <a:latin typeface="Arial Black" panose="020B0A04020102020204" pitchFamily="34" charset="0"/>
              </a:rPr>
              <a:t>，求得节点电压</a:t>
            </a:r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827088" y="2781300"/>
            <a:ext cx="7777163" cy="3600450"/>
          </a:xfrm>
          <a:prstGeom prst="rect">
            <a:avLst/>
          </a:prstGeom>
          <a:noFill/>
          <a:ln w="76200" cmpd="tri">
            <a:solidFill>
              <a:schemeClr val="tx1"/>
            </a:solidFill>
            <a:miter lim="800000"/>
          </a:ln>
        </p:spPr>
        <p:txBody>
          <a:bodyPr>
            <a:spAutoFit/>
          </a:bodyPr>
          <a:lstStyle>
            <a:lvl1pPr marL="342900" indent="-342900" eaLnBrk="0" hangingPunct="0">
              <a:defRPr sz="20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确定节点电压的步骤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　　　　　　　　　　　　　　　　　</a:t>
            </a:r>
          </a:p>
          <a:p>
            <a:pPr marL="457200" marR="0" lvl="0" indent="-457200" algn="l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选一个节点作为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参考节点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，以此点作为电压的参考电位，假设剩下的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n-1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个节点的电压为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v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1,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,v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,……v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n-1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将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基尔霍夫电流定律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应用于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n-1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个非参考节点，并根据欧姆定律用电压来表示支路电流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3.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求解联立方程，得到未知节点电压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(n-1)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个方程，解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(n-1)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个节点电压．）</a:t>
            </a:r>
          </a:p>
        </p:txBody>
      </p:sp>
      <p:sp>
        <p:nvSpPr>
          <p:cNvPr id="9221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baseline="0" dirty="0">
                <a:latin typeface="Arial Black" panose="020B0A04020102020204" pitchFamily="34" charset="0"/>
                <a:cs typeface="Arial" panose="020B0604020202020204" pitchFamily="34" charset="0"/>
              </a:rPr>
              <a:pPr lvl="0" algn="r" eaLnBrk="1" hangingPunct="1">
                <a:buNone/>
              </a:pPr>
              <a:t>4</a:t>
            </a:fld>
            <a:endParaRPr lang="en-US" altLang="zh-CN" sz="1200" baseline="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2"/>
          <p:cNvGrpSpPr/>
          <p:nvPr/>
        </p:nvGrpSpPr>
        <p:grpSpPr>
          <a:xfrm>
            <a:off x="1840548" y="1187450"/>
            <a:ext cx="4930775" cy="1704975"/>
            <a:chOff x="0" y="0"/>
            <a:chExt cx="2659" cy="729"/>
          </a:xfrm>
        </p:grpSpPr>
        <p:grpSp>
          <p:nvGrpSpPr>
            <p:cNvPr id="11269" name="Group 3"/>
            <p:cNvGrpSpPr/>
            <p:nvPr/>
          </p:nvGrpSpPr>
          <p:grpSpPr>
            <a:xfrm>
              <a:off x="779" y="35"/>
              <a:ext cx="271" cy="609"/>
              <a:chOff x="0" y="0"/>
              <a:chExt cx="271" cy="609"/>
            </a:xfrm>
          </p:grpSpPr>
          <p:sp>
            <p:nvSpPr>
              <p:cNvPr id="11284" name="Oval 4"/>
              <p:cNvSpPr/>
              <p:nvPr/>
            </p:nvSpPr>
            <p:spPr>
              <a:xfrm>
                <a:off x="69" y="0"/>
                <a:ext cx="101" cy="118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000" baseline="-25000" dirty="0">
                  <a:ea typeface="Arial" panose="020B0604020202020204" pitchFamily="34" charset="0"/>
                </a:endParaRPr>
              </a:p>
            </p:txBody>
          </p:sp>
          <p:sp>
            <p:nvSpPr>
              <p:cNvPr id="11285" name="Line 5"/>
              <p:cNvSpPr/>
              <p:nvPr/>
            </p:nvSpPr>
            <p:spPr>
              <a:xfrm>
                <a:off x="119" y="100"/>
                <a:ext cx="0" cy="44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286" name="Line 6"/>
              <p:cNvSpPr/>
              <p:nvPr/>
            </p:nvSpPr>
            <p:spPr>
              <a:xfrm>
                <a:off x="0" y="541"/>
                <a:ext cx="271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287" name="Line 7"/>
              <p:cNvSpPr/>
              <p:nvPr/>
            </p:nvSpPr>
            <p:spPr>
              <a:xfrm>
                <a:off x="85" y="609"/>
                <a:ext cx="102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1270" name="Group 8"/>
            <p:cNvGrpSpPr/>
            <p:nvPr/>
          </p:nvGrpSpPr>
          <p:grpSpPr>
            <a:xfrm>
              <a:off x="1473" y="35"/>
              <a:ext cx="322" cy="643"/>
              <a:chOff x="0" y="0"/>
              <a:chExt cx="322" cy="643"/>
            </a:xfrm>
          </p:grpSpPr>
          <p:sp>
            <p:nvSpPr>
              <p:cNvPr id="11278" name="Oval 9"/>
              <p:cNvSpPr/>
              <p:nvPr/>
            </p:nvSpPr>
            <p:spPr>
              <a:xfrm>
                <a:off x="104" y="0"/>
                <a:ext cx="101" cy="118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000" baseline="-25000" dirty="0">
                  <a:ea typeface="Arial" panose="020B0604020202020204" pitchFamily="34" charset="0"/>
                </a:endParaRPr>
              </a:p>
            </p:txBody>
          </p:sp>
          <p:sp>
            <p:nvSpPr>
              <p:cNvPr id="11279" name="Line 10"/>
              <p:cNvSpPr/>
              <p:nvPr/>
            </p:nvSpPr>
            <p:spPr>
              <a:xfrm>
                <a:off x="136" y="117"/>
                <a:ext cx="0" cy="39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280" name="Line 11"/>
              <p:cNvSpPr/>
              <p:nvPr/>
            </p:nvSpPr>
            <p:spPr>
              <a:xfrm flipV="1">
                <a:off x="0" y="523"/>
                <a:ext cx="322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281" name="Line 12"/>
              <p:cNvSpPr/>
              <p:nvPr/>
            </p:nvSpPr>
            <p:spPr>
              <a:xfrm flipH="1">
                <a:off x="17" y="540"/>
                <a:ext cx="68" cy="102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282" name="Line 13"/>
              <p:cNvSpPr/>
              <p:nvPr/>
            </p:nvSpPr>
            <p:spPr>
              <a:xfrm flipH="1">
                <a:off x="102" y="541"/>
                <a:ext cx="68" cy="102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283" name="Line 14"/>
              <p:cNvSpPr/>
              <p:nvPr/>
            </p:nvSpPr>
            <p:spPr>
              <a:xfrm flipH="1">
                <a:off x="187" y="541"/>
                <a:ext cx="68" cy="102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1271" name="Group 15"/>
            <p:cNvGrpSpPr/>
            <p:nvPr/>
          </p:nvGrpSpPr>
          <p:grpSpPr>
            <a:xfrm>
              <a:off x="2439" y="55"/>
              <a:ext cx="220" cy="504"/>
              <a:chOff x="0" y="0"/>
              <a:chExt cx="220" cy="504"/>
            </a:xfrm>
          </p:grpSpPr>
          <p:sp>
            <p:nvSpPr>
              <p:cNvPr id="11275" name="Oval 16"/>
              <p:cNvSpPr/>
              <p:nvPr/>
            </p:nvSpPr>
            <p:spPr>
              <a:xfrm>
                <a:off x="53" y="0"/>
                <a:ext cx="101" cy="118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000" baseline="-25000" dirty="0">
                  <a:ea typeface="Arial" panose="020B0604020202020204" pitchFamily="34" charset="0"/>
                </a:endParaRPr>
              </a:p>
            </p:txBody>
          </p:sp>
          <p:sp>
            <p:nvSpPr>
              <p:cNvPr id="11276" name="Line 17"/>
              <p:cNvSpPr/>
              <p:nvPr/>
            </p:nvSpPr>
            <p:spPr>
              <a:xfrm>
                <a:off x="102" y="131"/>
                <a:ext cx="0" cy="355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277" name="Line 18"/>
              <p:cNvSpPr/>
              <p:nvPr/>
            </p:nvSpPr>
            <p:spPr>
              <a:xfrm>
                <a:off x="0" y="504"/>
                <a:ext cx="220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1272" name="Group 19"/>
            <p:cNvGrpSpPr/>
            <p:nvPr/>
          </p:nvGrpSpPr>
          <p:grpSpPr>
            <a:xfrm>
              <a:off x="0" y="0"/>
              <a:ext cx="101" cy="729"/>
              <a:chOff x="0" y="0"/>
              <a:chExt cx="101" cy="729"/>
            </a:xfrm>
          </p:grpSpPr>
          <p:sp>
            <p:nvSpPr>
              <p:cNvPr id="11273" name="Oval 20"/>
              <p:cNvSpPr/>
              <p:nvPr/>
            </p:nvSpPr>
            <p:spPr>
              <a:xfrm>
                <a:off x="0" y="0"/>
                <a:ext cx="101" cy="118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000" baseline="-25000" dirty="0">
                  <a:ea typeface="Arial" panose="020B0604020202020204" pitchFamily="34" charset="0"/>
                </a:endParaRPr>
              </a:p>
            </p:txBody>
          </p:sp>
          <p:sp>
            <p:nvSpPr>
              <p:cNvPr id="11274" name="Line 21"/>
              <p:cNvSpPr/>
              <p:nvPr/>
            </p:nvSpPr>
            <p:spPr>
              <a:xfrm>
                <a:off x="50" y="85"/>
                <a:ext cx="0" cy="644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triangle" w="lg" len="lg"/>
              </a:ln>
            </p:spPr>
          </p:sp>
        </p:grpSp>
      </p:grpSp>
      <p:sp>
        <p:nvSpPr>
          <p:cNvPr id="11267" name="Text Box 22"/>
          <p:cNvSpPr txBox="1"/>
          <p:nvPr/>
        </p:nvSpPr>
        <p:spPr>
          <a:xfrm>
            <a:off x="1979613" y="3068638"/>
            <a:ext cx="480695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参考节点（地）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的常用符号</a:t>
            </a:r>
            <a:endParaRPr lang="zh-CN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1268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baseline="0" dirty="0">
                <a:latin typeface="Arial Black" panose="020B0A04020102020204" pitchFamily="34" charset="0"/>
                <a:cs typeface="Arial" panose="020B0604020202020204" pitchFamily="34" charset="0"/>
              </a:rPr>
              <a:pPr lvl="0" algn="r" eaLnBrk="1" hangingPunct="1">
                <a:buNone/>
              </a:pPr>
              <a:t>5</a:t>
            </a:fld>
            <a:endParaRPr lang="en-US" altLang="zh-CN" sz="1200" baseline="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628265" y="3766185"/>
            <a:ext cx="3192780" cy="18592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8675" y="320675"/>
            <a:ext cx="3033713" cy="27114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683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398463" y="746125"/>
            <a:ext cx="5699125" cy="11525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例右图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    1: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选定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参考节点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节点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O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，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其 </a:t>
            </a:r>
            <a:r>
              <a:rPr kumimoji="0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v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= 0)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   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2: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列写所有非参考节点的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KCL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方程：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E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aphicFrame>
        <p:nvGraphicFramePr>
          <p:cNvPr id="12292" name="Object 3"/>
          <p:cNvGraphicFramePr>
            <a:graphicFrameLocks noGrp="1" noChangeAspect="1"/>
          </p:cNvGraphicFramePr>
          <p:nvPr>
            <p:ph sz="half" idx="2"/>
          </p:nvPr>
        </p:nvGraphicFramePr>
        <p:xfrm>
          <a:off x="2500313" y="2732088"/>
          <a:ext cx="1439862" cy="354012"/>
        </p:xfrm>
        <a:graphic>
          <a:graphicData uri="http://schemas.openxmlformats.org/presentationml/2006/ole">
            <p:oleObj spid="_x0000_s3086" r:id="rId5" imgW="875920" imgH="215806" progId="">
              <p:embed/>
            </p:oleObj>
          </a:graphicData>
        </a:graphic>
      </p:graphicFrame>
      <p:sp>
        <p:nvSpPr>
          <p:cNvPr id="12293" name="Text Box 4"/>
          <p:cNvSpPr txBox="1"/>
          <p:nvPr/>
        </p:nvSpPr>
        <p:spPr>
          <a:xfrm>
            <a:off x="1425575" y="3154363"/>
            <a:ext cx="1439863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0000E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节点</a:t>
            </a:r>
            <a:r>
              <a:rPr lang="en-US" altLang="zh-CN" sz="2000" b="1" dirty="0">
                <a:solidFill>
                  <a:srgbClr val="0000E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endParaRPr lang="en-US" altLang="zh-CN" sz="2000" b="1" dirty="0">
              <a:solidFill>
                <a:srgbClr val="0000E1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sp>
        <p:nvSpPr>
          <p:cNvPr id="12294" name="Rectangle 5"/>
          <p:cNvSpPr/>
          <p:nvPr/>
        </p:nvSpPr>
        <p:spPr>
          <a:xfrm>
            <a:off x="0" y="27813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aseline="-25000" dirty="0">
              <a:ea typeface="Arial" panose="020B0604020202020204" pitchFamily="34" charset="0"/>
            </a:endParaRPr>
          </a:p>
        </p:txBody>
      </p:sp>
      <p:graphicFrame>
        <p:nvGraphicFramePr>
          <p:cNvPr id="12295" name="Object 6"/>
          <p:cNvGraphicFramePr>
            <a:graphicFrameLocks noChangeAspect="1"/>
          </p:cNvGraphicFramePr>
          <p:nvPr/>
        </p:nvGraphicFramePr>
        <p:xfrm>
          <a:off x="2500313" y="3182938"/>
          <a:ext cx="1111250" cy="384175"/>
        </p:xfrm>
        <a:graphic>
          <a:graphicData uri="http://schemas.openxmlformats.org/presentationml/2006/ole">
            <p:oleObj spid="_x0000_s3087" r:id="rId6" imgW="660400" imgH="228600" progId="">
              <p:embed/>
            </p:oleObj>
          </a:graphicData>
        </a:graphic>
      </p:graphicFrame>
      <p:sp>
        <p:nvSpPr>
          <p:cNvPr id="12296" name="Text Box 7"/>
          <p:cNvSpPr txBox="1"/>
          <p:nvPr/>
        </p:nvSpPr>
        <p:spPr>
          <a:xfrm>
            <a:off x="1425575" y="2693988"/>
            <a:ext cx="1439863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0000E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节点</a:t>
            </a:r>
            <a:r>
              <a:rPr lang="en-US" altLang="zh-CN" sz="2000" b="1" dirty="0">
                <a:solidFill>
                  <a:srgbClr val="0000E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1</a:t>
            </a:r>
            <a:endParaRPr lang="en-US" altLang="zh-CN" sz="2000" b="1" dirty="0">
              <a:solidFill>
                <a:srgbClr val="0000E1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sp>
        <p:nvSpPr>
          <p:cNvPr id="12297" name="Rectangle 8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aseline="-25000" dirty="0">
              <a:ea typeface="Arial" panose="020B0604020202020204" pitchFamily="34" charset="0"/>
            </a:endParaRPr>
          </a:p>
        </p:txBody>
      </p:sp>
      <p:sp>
        <p:nvSpPr>
          <p:cNvPr id="12298" name="Text Box 11"/>
          <p:cNvSpPr txBox="1"/>
          <p:nvPr/>
        </p:nvSpPr>
        <p:spPr>
          <a:xfrm>
            <a:off x="809625" y="3848100"/>
            <a:ext cx="1258888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3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：</a:t>
            </a:r>
            <a:r>
              <a:rPr lang="en-US" altLang="zh-CN" sz="2000" b="1" dirty="0">
                <a:solidFill>
                  <a:srgbClr val="0000E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VCR</a:t>
            </a:r>
            <a:r>
              <a:rPr lang="zh-CN" altLang="en-US" sz="2000" b="1" dirty="0">
                <a:solidFill>
                  <a:srgbClr val="0000E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：</a:t>
            </a:r>
            <a:endParaRPr lang="en-US" altLang="zh-CN" sz="2000" b="1" dirty="0">
              <a:solidFill>
                <a:srgbClr val="0000E1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sp>
        <p:nvSpPr>
          <p:cNvPr id="12299" name="Rectangle 12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aseline="-25000" dirty="0">
              <a:ea typeface="Arial" panose="020B0604020202020204" pitchFamily="34" charset="0"/>
            </a:endParaRPr>
          </a:p>
        </p:txBody>
      </p:sp>
      <p:pic>
        <p:nvPicPr>
          <p:cNvPr id="12300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4713" y="3509963"/>
            <a:ext cx="3067050" cy="2819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55" name="Text Box 15"/>
          <p:cNvSpPr txBox="1">
            <a:spLocks noChangeArrowheads="1"/>
          </p:cNvSpPr>
          <p:nvPr/>
        </p:nvSpPr>
        <p:spPr bwMode="auto">
          <a:xfrm>
            <a:off x="519113" y="4792663"/>
            <a:ext cx="5073650" cy="1524000"/>
          </a:xfrm>
          <a:prstGeom prst="rect">
            <a:avLst/>
          </a:prstGeom>
          <a:noFill/>
          <a:ln w="76200" cmpd="tri">
            <a:solidFill>
              <a:schemeClr val="tx1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符号规则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:  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在电阻中，电流从高电位（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+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）流向低电位（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-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）：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2302" name="Object 16"/>
          <p:cNvGraphicFramePr>
            <a:graphicFrameLocks noChangeAspect="1"/>
          </p:cNvGraphicFramePr>
          <p:nvPr/>
        </p:nvGraphicFramePr>
        <p:xfrm>
          <a:off x="2225675" y="3740150"/>
          <a:ext cx="3305175" cy="671513"/>
        </p:xfrm>
        <a:graphic>
          <a:graphicData uri="http://schemas.openxmlformats.org/presentationml/2006/ole">
            <p:oleObj spid="_x0000_s3088" r:id="rId8" imgW="2159000" imgH="431800" progId="">
              <p:embed/>
            </p:oleObj>
          </a:graphicData>
        </a:graphic>
      </p:graphicFrame>
      <p:graphicFrame>
        <p:nvGraphicFramePr>
          <p:cNvPr id="12303" name="Object 9"/>
          <p:cNvGraphicFramePr>
            <a:graphicFrameLocks noChangeAspect="1"/>
          </p:cNvGraphicFramePr>
          <p:nvPr/>
        </p:nvGraphicFramePr>
        <p:xfrm>
          <a:off x="1847850" y="5286375"/>
          <a:ext cx="3402013" cy="868363"/>
        </p:xfrm>
        <a:graphic>
          <a:graphicData uri="http://schemas.openxmlformats.org/presentationml/2006/ole">
            <p:oleObj spid="_x0000_s3089" r:id="rId9" imgW="1676400" imgH="431800" progId="">
              <p:embed/>
            </p:oleObj>
          </a:graphicData>
        </a:graphic>
      </p:graphicFrame>
      <p:sp>
        <p:nvSpPr>
          <p:cNvPr id="12304" name="文本框 1"/>
          <p:cNvSpPr txBox="1"/>
          <p:nvPr/>
        </p:nvSpPr>
        <p:spPr>
          <a:xfrm>
            <a:off x="7675563" y="6084888"/>
            <a:ext cx="1004887" cy="3381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solidFill>
                  <a:srgbClr val="FF0000"/>
                </a:solidFill>
              </a:rPr>
              <a:t>打标签！</a:t>
            </a:r>
          </a:p>
        </p:txBody>
      </p:sp>
      <p:sp>
        <p:nvSpPr>
          <p:cNvPr id="12305" name="文本框 2"/>
          <p:cNvSpPr txBox="1"/>
          <p:nvPr/>
        </p:nvSpPr>
        <p:spPr>
          <a:xfrm>
            <a:off x="7513638" y="2808288"/>
            <a:ext cx="595312" cy="3397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/>
              <a:t>题图</a:t>
            </a:r>
          </a:p>
        </p:txBody>
      </p:sp>
      <p:sp>
        <p:nvSpPr>
          <p:cNvPr id="12306" name="文本框 17"/>
          <p:cNvSpPr txBox="1"/>
          <p:nvPr/>
        </p:nvSpPr>
        <p:spPr>
          <a:xfrm>
            <a:off x="1547813" y="2073275"/>
            <a:ext cx="3567112" cy="3381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solidFill>
                  <a:srgbClr val="FF0000"/>
                </a:solidFill>
              </a:rPr>
              <a:t>注意：给假设的参数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1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1600" dirty="0">
                <a:solidFill>
                  <a:srgbClr val="FF0000"/>
                </a:solidFill>
              </a:rPr>
              <a:t>打标签！</a:t>
            </a:r>
          </a:p>
        </p:txBody>
      </p:sp>
      <p:sp>
        <p:nvSpPr>
          <p:cNvPr id="12307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baseline="0" dirty="0">
                <a:latin typeface="Arial Black" panose="020B0A04020102020204" pitchFamily="34" charset="0"/>
                <a:cs typeface="Arial" panose="020B0604020202020204" pitchFamily="34" charset="0"/>
              </a:rPr>
              <a:pPr lvl="0" algn="r" eaLnBrk="1" hangingPunct="1">
                <a:buNone/>
              </a:pPr>
              <a:t>6</a:t>
            </a:fld>
            <a:endParaRPr lang="en-US" altLang="zh-CN" sz="1200" baseline="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605" y="692150"/>
            <a:ext cx="4869180" cy="3657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035" y="332105"/>
            <a:ext cx="3124200" cy="606552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81000" y="1511300"/>
            <a:ext cx="3256280" cy="929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解：</a:t>
            </a:r>
            <a:r>
              <a:rPr lang="en-US" altLang="zh-CN" sz="2800" dirty="0"/>
              <a:t>V1/2=5+(V1-V2)/4</a:t>
            </a:r>
          </a:p>
          <a:p>
            <a:endParaRPr lang="en-US" altLang="zh-CN" sz="2800" dirty="0"/>
          </a:p>
          <a:p>
            <a:r>
              <a:rPr lang="en-US" altLang="zh-CN" sz="2800" dirty="0"/>
              <a:t>      (V1-V2)/4+10=V2/6+5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2" grpId="2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115" y="548640"/>
            <a:ext cx="6830060" cy="5295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090" y="1340485"/>
            <a:ext cx="3192780" cy="20116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8780" y="5589270"/>
            <a:ext cx="2819400" cy="28956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83260" y="1628775"/>
            <a:ext cx="3982720" cy="1291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/>
              <a:t>解：</a:t>
            </a:r>
            <a:r>
              <a:rPr lang="en-US" altLang="zh-CN" sz="4000" dirty="0"/>
              <a:t>14=v1/4+(v1-v2)/5</a:t>
            </a:r>
          </a:p>
          <a:p>
            <a:endParaRPr lang="en-US" altLang="zh-CN" sz="4000" dirty="0"/>
          </a:p>
          <a:p>
            <a:r>
              <a:rPr lang="en-US" altLang="zh-CN" sz="4000" dirty="0"/>
              <a:t>(v1-v2)/5=v2/5+7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2098675" cy="668338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2000" b="1" dirty="0">
                <a:solidFill>
                  <a:srgbClr val="FF3300"/>
                </a:solidFill>
                <a:latin typeface="Arial Black" panose="020B0A04020102020204" pitchFamily="34" charset="0"/>
              </a:rPr>
              <a:t>例</a:t>
            </a:r>
            <a:r>
              <a:rPr lang="en-US" altLang="zh-CN" sz="2000" b="1" dirty="0">
                <a:solidFill>
                  <a:srgbClr val="FF3300"/>
                </a:solidFill>
                <a:latin typeface="Arial Black" panose="020B0A04020102020204" pitchFamily="34" charset="0"/>
              </a:rPr>
              <a:t>3-2</a:t>
            </a:r>
            <a:r>
              <a:rPr lang="zh-CN" altLang="en-US" sz="2000" b="1" dirty="0">
                <a:solidFill>
                  <a:srgbClr val="FF3300"/>
                </a:solidFill>
                <a:latin typeface="Arial Black" panose="020B0A04020102020204" pitchFamily="34" charset="0"/>
              </a:rPr>
              <a:t>：</a:t>
            </a:r>
            <a:r>
              <a:rPr lang="en-US" altLang="zh-CN" sz="2000" dirty="0">
                <a:solidFill>
                  <a:srgbClr val="FF3300"/>
                </a:solidFill>
                <a:latin typeface="Arial Black" panose="020B0A04020102020204" pitchFamily="34" charset="0"/>
              </a:rPr>
              <a:t> </a:t>
            </a:r>
            <a:r>
              <a:rPr lang="zh-CN" altLang="en-US" sz="2000" dirty="0">
                <a:solidFill>
                  <a:srgbClr val="969696"/>
                </a:solidFill>
                <a:latin typeface="Arial Black" panose="020B0A04020102020204" pitchFamily="34" charset="0"/>
              </a:rPr>
              <a:t>（详解）</a:t>
            </a:r>
            <a:endParaRPr lang="en-US" altLang="zh-CN" sz="2000" dirty="0">
              <a:solidFill>
                <a:srgbClr val="969696"/>
              </a:solidFill>
              <a:latin typeface="Arial Black" panose="020B0A04020102020204" pitchFamily="34" charset="0"/>
            </a:endParaRPr>
          </a:p>
        </p:txBody>
      </p:sp>
      <p:sp>
        <p:nvSpPr>
          <p:cNvPr id="14339" name="Rectangle 3"/>
          <p:cNvSpPr>
            <a:spLocks noGrp="1"/>
          </p:cNvSpPr>
          <p:nvPr>
            <p:ph idx="1"/>
          </p:nvPr>
        </p:nvSpPr>
        <p:spPr>
          <a:xfrm>
            <a:off x="395288" y="1052513"/>
            <a:ext cx="8491537" cy="244792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确定图</a:t>
            </a:r>
            <a:r>
              <a:rPr lang="en-US" altLang="zh-CN" sz="2400" b="1" dirty="0">
                <a:latin typeface="Times New Roman" panose="02020603050405020304" pitchFamily="18" charset="0"/>
              </a:rPr>
              <a:t> (a)</a:t>
            </a:r>
            <a:r>
              <a:rPr lang="zh-CN" altLang="en-US" sz="2400" b="1" dirty="0">
                <a:latin typeface="Times New Roman" panose="02020603050405020304" pitchFamily="18" charset="0"/>
              </a:rPr>
              <a:t>中各节点的电压。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endParaRPr lang="en-US" altLang="zh-CN" sz="2800" b="1" dirty="0">
              <a:solidFill>
                <a:srgbClr val="0000E1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b="1" dirty="0">
                <a:solidFill>
                  <a:srgbClr val="0000E1"/>
                </a:solidFill>
                <a:latin typeface="Times New Roman" panose="02020603050405020304" pitchFamily="18" charset="0"/>
              </a:rPr>
              <a:t>解</a:t>
            </a:r>
            <a:r>
              <a:rPr lang="zh-CN" altLang="en-US" sz="2400" b="1" dirty="0">
                <a:solidFill>
                  <a:srgbClr val="0000E1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：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（标签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+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原始方程！）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000" b="1" dirty="0">
                <a:latin typeface="Times New Roman" panose="02020603050405020304" pitchFamily="18" charset="0"/>
              </a:rPr>
              <a:t>      如图</a:t>
            </a:r>
            <a:r>
              <a:rPr lang="en-US" altLang="zh-CN" sz="2000" b="1" dirty="0">
                <a:latin typeface="Times New Roman" panose="02020603050405020304" pitchFamily="18" charset="0"/>
              </a:rPr>
              <a:t> (b)</a:t>
            </a:r>
            <a:r>
              <a:rPr lang="zh-CN" altLang="en-US" sz="2000" b="1" dirty="0">
                <a:latin typeface="Times New Roman" panose="02020603050405020304" pitchFamily="18" charset="0"/>
              </a:rPr>
              <a:t>所示：</a:t>
            </a:r>
            <a:endParaRPr lang="en-US" altLang="zh-CN" sz="20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	</a:t>
            </a:r>
            <a:r>
              <a:rPr lang="zh-CN" altLang="en-US" sz="2000" b="1" dirty="0">
                <a:latin typeface="Times New Roman" panose="02020603050405020304" pitchFamily="18" charset="0"/>
              </a:rPr>
              <a:t>选取参考节点</a:t>
            </a:r>
            <a:r>
              <a:rPr lang="en-US" altLang="zh-CN" sz="2000" b="1" dirty="0">
                <a:latin typeface="Times New Roman" panose="02020603050405020304" pitchFamily="18" charset="0"/>
              </a:rPr>
              <a:t>; </a:t>
            </a:r>
            <a:r>
              <a:rPr lang="zh-CN" altLang="en-US" sz="2000" b="1" dirty="0">
                <a:latin typeface="Times New Roman" panose="02020603050405020304" pitchFamily="18" charset="0"/>
              </a:rPr>
              <a:t>假设节点电压</a:t>
            </a:r>
            <a:r>
              <a:rPr lang="en-US" altLang="zh-CN" sz="2000" b="1" dirty="0">
                <a:latin typeface="Times New Roman" panose="02020603050405020304" pitchFamily="18" charset="0"/>
              </a:rPr>
              <a:t>; </a:t>
            </a:r>
            <a:r>
              <a:rPr lang="zh-CN" altLang="en-US" sz="2000" b="1" dirty="0">
                <a:latin typeface="Times New Roman" panose="02020603050405020304" pitchFamily="18" charset="0"/>
              </a:rPr>
              <a:t>标记电流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grpSp>
        <p:nvGrpSpPr>
          <p:cNvPr id="14340" name="Group 4"/>
          <p:cNvGrpSpPr/>
          <p:nvPr/>
        </p:nvGrpSpPr>
        <p:grpSpPr>
          <a:xfrm>
            <a:off x="1033463" y="3322638"/>
            <a:ext cx="6983412" cy="2841625"/>
            <a:chOff x="457" y="1091"/>
            <a:chExt cx="4839" cy="2167"/>
          </a:xfrm>
        </p:grpSpPr>
        <p:sp>
          <p:nvSpPr>
            <p:cNvPr id="14344" name="Freeform 5"/>
            <p:cNvSpPr/>
            <p:nvPr/>
          </p:nvSpPr>
          <p:spPr>
            <a:xfrm>
              <a:off x="1593" y="1783"/>
              <a:ext cx="1" cy="962"/>
            </a:xfrm>
            <a:custGeom>
              <a:avLst/>
              <a:gdLst>
                <a:gd name="txL" fmla="*/ 0 w 1"/>
                <a:gd name="txT" fmla="*/ 0 h 962"/>
                <a:gd name="txR" fmla="*/ 1 w 1"/>
                <a:gd name="txB" fmla="*/ 962 h 962"/>
              </a:gdLst>
              <a:ahLst/>
              <a:cxnLst>
                <a:cxn ang="0">
                  <a:pos x="0" y="962"/>
                </a:cxn>
                <a:cxn ang="0">
                  <a:pos x="0" y="0"/>
                </a:cxn>
                <a:cxn ang="0">
                  <a:pos x="0" y="962"/>
                </a:cxn>
                <a:cxn ang="0">
                  <a:pos x="0" y="962"/>
                </a:cxn>
              </a:cxnLst>
              <a:rect l="txL" t="txT" r="txR" b="txB"/>
              <a:pathLst>
                <a:path w="1" h="962">
                  <a:moveTo>
                    <a:pt x="0" y="962"/>
                  </a:moveTo>
                  <a:lnTo>
                    <a:pt x="0" y="0"/>
                  </a:lnTo>
                  <a:lnTo>
                    <a:pt x="0" y="96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45" name="Freeform 6"/>
            <p:cNvSpPr>
              <a:spLocks noEditPoints="1"/>
            </p:cNvSpPr>
            <p:nvPr/>
          </p:nvSpPr>
          <p:spPr>
            <a:xfrm>
              <a:off x="732" y="1783"/>
              <a:ext cx="861" cy="1"/>
            </a:xfrm>
            <a:custGeom>
              <a:avLst/>
              <a:gdLst>
                <a:gd name="txL" fmla="*/ 0 w 861"/>
                <a:gd name="txT" fmla="*/ 0 h 1"/>
                <a:gd name="txR" fmla="*/ 861 w 861"/>
                <a:gd name="txB" fmla="*/ 1 h 1"/>
              </a:gdLst>
              <a:ahLst/>
              <a:cxnLst>
                <a:cxn ang="0">
                  <a:pos x="861" y="0"/>
                </a:cxn>
                <a:cxn ang="0">
                  <a:pos x="0" y="0"/>
                </a:cxn>
                <a:cxn ang="0">
                  <a:pos x="861" y="0"/>
                </a:cxn>
                <a:cxn ang="0">
                  <a:pos x="861" y="0"/>
                </a:cxn>
                <a:cxn ang="0">
                  <a:pos x="861" y="0"/>
                </a:cxn>
                <a:cxn ang="0">
                  <a:pos x="861" y="0"/>
                </a:cxn>
                <a:cxn ang="0">
                  <a:pos x="861" y="0"/>
                </a:cxn>
              </a:cxnLst>
              <a:rect l="txL" t="txT" r="txR" b="txB"/>
              <a:pathLst>
                <a:path w="861" h="1">
                  <a:moveTo>
                    <a:pt x="861" y="0"/>
                  </a:moveTo>
                  <a:lnTo>
                    <a:pt x="0" y="0"/>
                  </a:lnTo>
                  <a:lnTo>
                    <a:pt x="861" y="0"/>
                  </a:lnTo>
                  <a:close/>
                  <a:moveTo>
                    <a:pt x="861" y="0"/>
                  </a:moveTo>
                  <a:lnTo>
                    <a:pt x="861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46" name="Freeform 7"/>
            <p:cNvSpPr>
              <a:spLocks noEditPoints="1"/>
            </p:cNvSpPr>
            <p:nvPr/>
          </p:nvSpPr>
          <p:spPr>
            <a:xfrm>
              <a:off x="732" y="1783"/>
              <a:ext cx="1" cy="962"/>
            </a:xfrm>
            <a:custGeom>
              <a:avLst/>
              <a:gdLst>
                <a:gd name="txL" fmla="*/ 0 w 1"/>
                <a:gd name="txT" fmla="*/ 0 h 962"/>
                <a:gd name="txR" fmla="*/ 1 w 1"/>
                <a:gd name="txB" fmla="*/ 962 h 962"/>
              </a:gdLst>
              <a:ahLst/>
              <a:cxnLst>
                <a:cxn ang="0">
                  <a:pos x="0" y="0"/>
                </a:cxn>
                <a:cxn ang="0">
                  <a:pos x="0" y="96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962">
                  <a:moveTo>
                    <a:pt x="0" y="0"/>
                  </a:moveTo>
                  <a:lnTo>
                    <a:pt x="0" y="962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47" name="Freeform 8"/>
            <p:cNvSpPr>
              <a:spLocks noEditPoints="1"/>
            </p:cNvSpPr>
            <p:nvPr/>
          </p:nvSpPr>
          <p:spPr>
            <a:xfrm>
              <a:off x="732" y="2745"/>
              <a:ext cx="861" cy="1"/>
            </a:xfrm>
            <a:custGeom>
              <a:avLst/>
              <a:gdLst>
                <a:gd name="txL" fmla="*/ 0 w 861"/>
                <a:gd name="txT" fmla="*/ 0 h 1"/>
                <a:gd name="txR" fmla="*/ 861 w 86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86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861" h="1">
                  <a:moveTo>
                    <a:pt x="0" y="0"/>
                  </a:moveTo>
                  <a:lnTo>
                    <a:pt x="861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48" name="Freeform 9"/>
            <p:cNvSpPr/>
            <p:nvPr/>
          </p:nvSpPr>
          <p:spPr>
            <a:xfrm>
              <a:off x="1593" y="2745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49" name="Freeform 10"/>
            <p:cNvSpPr/>
            <p:nvPr/>
          </p:nvSpPr>
          <p:spPr>
            <a:xfrm>
              <a:off x="1593" y="2745"/>
              <a:ext cx="856" cy="1"/>
            </a:xfrm>
            <a:custGeom>
              <a:avLst/>
              <a:gdLst>
                <a:gd name="txL" fmla="*/ 0 w 856"/>
                <a:gd name="txT" fmla="*/ 0 h 1"/>
                <a:gd name="txR" fmla="*/ 856 w 856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856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856" h="1">
                  <a:moveTo>
                    <a:pt x="0" y="0"/>
                  </a:moveTo>
                  <a:lnTo>
                    <a:pt x="8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0" name="Freeform 11"/>
            <p:cNvSpPr>
              <a:spLocks noEditPoints="1"/>
            </p:cNvSpPr>
            <p:nvPr/>
          </p:nvSpPr>
          <p:spPr>
            <a:xfrm>
              <a:off x="2449" y="1783"/>
              <a:ext cx="1" cy="962"/>
            </a:xfrm>
            <a:custGeom>
              <a:avLst/>
              <a:gdLst>
                <a:gd name="txL" fmla="*/ 0 w 1"/>
                <a:gd name="txT" fmla="*/ 0 h 962"/>
                <a:gd name="txR" fmla="*/ 1 w 1"/>
                <a:gd name="txB" fmla="*/ 962 h 962"/>
              </a:gdLst>
              <a:ahLst/>
              <a:cxnLst>
                <a:cxn ang="0">
                  <a:pos x="0" y="962"/>
                </a:cxn>
                <a:cxn ang="0">
                  <a:pos x="0" y="0"/>
                </a:cxn>
                <a:cxn ang="0">
                  <a:pos x="0" y="962"/>
                </a:cxn>
                <a:cxn ang="0">
                  <a:pos x="0" y="962"/>
                </a:cxn>
                <a:cxn ang="0">
                  <a:pos x="0" y="962"/>
                </a:cxn>
                <a:cxn ang="0">
                  <a:pos x="0" y="962"/>
                </a:cxn>
                <a:cxn ang="0">
                  <a:pos x="0" y="962"/>
                </a:cxn>
              </a:cxnLst>
              <a:rect l="txL" t="txT" r="txR" b="txB"/>
              <a:pathLst>
                <a:path w="1" h="962">
                  <a:moveTo>
                    <a:pt x="0" y="962"/>
                  </a:moveTo>
                  <a:lnTo>
                    <a:pt x="0" y="0"/>
                  </a:lnTo>
                  <a:lnTo>
                    <a:pt x="0" y="962"/>
                  </a:lnTo>
                  <a:close/>
                  <a:moveTo>
                    <a:pt x="0" y="962"/>
                  </a:moveTo>
                  <a:lnTo>
                    <a:pt x="0" y="96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1" name="Freeform 12"/>
            <p:cNvSpPr>
              <a:spLocks noEditPoints="1"/>
            </p:cNvSpPr>
            <p:nvPr/>
          </p:nvSpPr>
          <p:spPr>
            <a:xfrm>
              <a:off x="1593" y="1783"/>
              <a:ext cx="856" cy="1"/>
            </a:xfrm>
            <a:custGeom>
              <a:avLst/>
              <a:gdLst>
                <a:gd name="txL" fmla="*/ 0 w 856"/>
                <a:gd name="txT" fmla="*/ 0 h 1"/>
                <a:gd name="txR" fmla="*/ 856 w 856"/>
                <a:gd name="txB" fmla="*/ 1 h 1"/>
              </a:gdLst>
              <a:ahLst/>
              <a:cxnLst>
                <a:cxn ang="0">
                  <a:pos x="856" y="0"/>
                </a:cxn>
                <a:cxn ang="0">
                  <a:pos x="0" y="0"/>
                </a:cxn>
                <a:cxn ang="0">
                  <a:pos x="856" y="0"/>
                </a:cxn>
                <a:cxn ang="0">
                  <a:pos x="856" y="0"/>
                </a:cxn>
                <a:cxn ang="0">
                  <a:pos x="856" y="0"/>
                </a:cxn>
                <a:cxn ang="0">
                  <a:pos x="856" y="0"/>
                </a:cxn>
                <a:cxn ang="0">
                  <a:pos x="856" y="0"/>
                </a:cxn>
              </a:cxnLst>
              <a:rect l="txL" t="txT" r="txR" b="txB"/>
              <a:pathLst>
                <a:path w="856" h="1">
                  <a:moveTo>
                    <a:pt x="856" y="0"/>
                  </a:moveTo>
                  <a:lnTo>
                    <a:pt x="0" y="0"/>
                  </a:lnTo>
                  <a:lnTo>
                    <a:pt x="856" y="0"/>
                  </a:lnTo>
                  <a:close/>
                  <a:moveTo>
                    <a:pt x="856" y="0"/>
                  </a:moveTo>
                  <a:lnTo>
                    <a:pt x="856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2" name="Freeform 13"/>
            <p:cNvSpPr/>
            <p:nvPr/>
          </p:nvSpPr>
          <p:spPr>
            <a:xfrm>
              <a:off x="732" y="1294"/>
              <a:ext cx="861" cy="1"/>
            </a:xfrm>
            <a:custGeom>
              <a:avLst/>
              <a:gdLst>
                <a:gd name="txL" fmla="*/ 0 w 861"/>
                <a:gd name="txT" fmla="*/ 0 h 1"/>
                <a:gd name="txR" fmla="*/ 861 w 861"/>
                <a:gd name="txB" fmla="*/ 1 h 1"/>
              </a:gdLst>
              <a:ahLst/>
              <a:cxnLst>
                <a:cxn ang="0">
                  <a:pos x="861" y="0"/>
                </a:cxn>
                <a:cxn ang="0">
                  <a:pos x="0" y="0"/>
                </a:cxn>
                <a:cxn ang="0">
                  <a:pos x="861" y="0"/>
                </a:cxn>
                <a:cxn ang="0">
                  <a:pos x="861" y="0"/>
                </a:cxn>
              </a:cxnLst>
              <a:rect l="txL" t="txT" r="txR" b="txB"/>
              <a:pathLst>
                <a:path w="861" h="1">
                  <a:moveTo>
                    <a:pt x="861" y="0"/>
                  </a:moveTo>
                  <a:lnTo>
                    <a:pt x="0" y="0"/>
                  </a:lnTo>
                  <a:lnTo>
                    <a:pt x="861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3" name="Freeform 14"/>
            <p:cNvSpPr>
              <a:spLocks noEditPoints="1"/>
            </p:cNvSpPr>
            <p:nvPr/>
          </p:nvSpPr>
          <p:spPr>
            <a:xfrm>
              <a:off x="732" y="1294"/>
              <a:ext cx="1" cy="489"/>
            </a:xfrm>
            <a:custGeom>
              <a:avLst/>
              <a:gdLst>
                <a:gd name="txL" fmla="*/ 0 w 1"/>
                <a:gd name="txT" fmla="*/ 0 h 489"/>
                <a:gd name="txR" fmla="*/ 1 w 1"/>
                <a:gd name="txB" fmla="*/ 489 h 489"/>
              </a:gdLst>
              <a:ahLst/>
              <a:cxnLst>
                <a:cxn ang="0">
                  <a:pos x="0" y="0"/>
                </a:cxn>
                <a:cxn ang="0">
                  <a:pos x="0" y="489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489">
                  <a:moveTo>
                    <a:pt x="0" y="0"/>
                  </a:moveTo>
                  <a:lnTo>
                    <a:pt x="0" y="489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4" name="Freeform 15"/>
            <p:cNvSpPr/>
            <p:nvPr/>
          </p:nvSpPr>
          <p:spPr>
            <a:xfrm>
              <a:off x="2449" y="1294"/>
              <a:ext cx="1" cy="489"/>
            </a:xfrm>
            <a:custGeom>
              <a:avLst/>
              <a:gdLst>
                <a:gd name="txL" fmla="*/ 0 w 1"/>
                <a:gd name="txT" fmla="*/ 0 h 489"/>
                <a:gd name="txR" fmla="*/ 1 w 1"/>
                <a:gd name="txB" fmla="*/ 489 h 489"/>
              </a:gdLst>
              <a:ahLst/>
              <a:cxnLst>
                <a:cxn ang="0">
                  <a:pos x="0" y="489"/>
                </a:cxn>
                <a:cxn ang="0">
                  <a:pos x="0" y="0"/>
                </a:cxn>
                <a:cxn ang="0">
                  <a:pos x="0" y="489"/>
                </a:cxn>
                <a:cxn ang="0">
                  <a:pos x="0" y="489"/>
                </a:cxn>
              </a:cxnLst>
              <a:rect l="txL" t="txT" r="txR" b="txB"/>
              <a:pathLst>
                <a:path w="1" h="489">
                  <a:moveTo>
                    <a:pt x="0" y="489"/>
                  </a:moveTo>
                  <a:lnTo>
                    <a:pt x="0" y="0"/>
                  </a:lnTo>
                  <a:lnTo>
                    <a:pt x="0" y="48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5" name="Freeform 16"/>
            <p:cNvSpPr>
              <a:spLocks noEditPoints="1"/>
            </p:cNvSpPr>
            <p:nvPr/>
          </p:nvSpPr>
          <p:spPr>
            <a:xfrm>
              <a:off x="1593" y="1294"/>
              <a:ext cx="856" cy="1"/>
            </a:xfrm>
            <a:custGeom>
              <a:avLst/>
              <a:gdLst>
                <a:gd name="txL" fmla="*/ 0 w 856"/>
                <a:gd name="txT" fmla="*/ 0 h 1"/>
                <a:gd name="txR" fmla="*/ 856 w 856"/>
                <a:gd name="txB" fmla="*/ 1 h 1"/>
              </a:gdLst>
              <a:ahLst/>
              <a:cxnLst>
                <a:cxn ang="0">
                  <a:pos x="856" y="0"/>
                </a:cxn>
                <a:cxn ang="0">
                  <a:pos x="0" y="0"/>
                </a:cxn>
                <a:cxn ang="0">
                  <a:pos x="856" y="0"/>
                </a:cxn>
                <a:cxn ang="0">
                  <a:pos x="856" y="0"/>
                </a:cxn>
                <a:cxn ang="0">
                  <a:pos x="856" y="0"/>
                </a:cxn>
                <a:cxn ang="0">
                  <a:pos x="856" y="0"/>
                </a:cxn>
                <a:cxn ang="0">
                  <a:pos x="856" y="0"/>
                </a:cxn>
              </a:cxnLst>
              <a:rect l="txL" t="txT" r="txR" b="txB"/>
              <a:pathLst>
                <a:path w="856" h="1">
                  <a:moveTo>
                    <a:pt x="856" y="0"/>
                  </a:moveTo>
                  <a:lnTo>
                    <a:pt x="0" y="0"/>
                  </a:lnTo>
                  <a:lnTo>
                    <a:pt x="856" y="0"/>
                  </a:lnTo>
                  <a:close/>
                  <a:moveTo>
                    <a:pt x="856" y="0"/>
                  </a:moveTo>
                  <a:lnTo>
                    <a:pt x="856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6" name="Freeform 17"/>
            <p:cNvSpPr>
              <a:spLocks noEditPoints="1"/>
            </p:cNvSpPr>
            <p:nvPr/>
          </p:nvSpPr>
          <p:spPr>
            <a:xfrm>
              <a:off x="1522" y="1091"/>
              <a:ext cx="48" cy="89"/>
            </a:xfrm>
            <a:custGeom>
              <a:avLst/>
              <a:gdLst>
                <a:gd name="txL" fmla="*/ 0 w 48"/>
                <a:gd name="txT" fmla="*/ 0 h 89"/>
                <a:gd name="txR" fmla="*/ 48 w 48"/>
                <a:gd name="txB" fmla="*/ 89 h 89"/>
              </a:gdLst>
              <a:ahLst/>
              <a:cxnLst>
                <a:cxn ang="0">
                  <a:pos x="48" y="59"/>
                </a:cxn>
                <a:cxn ang="0">
                  <a:pos x="36" y="59"/>
                </a:cxn>
                <a:cxn ang="0">
                  <a:pos x="36" y="0"/>
                </a:cxn>
                <a:cxn ang="0">
                  <a:pos x="30" y="0"/>
                </a:cxn>
                <a:cxn ang="0">
                  <a:pos x="0" y="59"/>
                </a:cxn>
                <a:cxn ang="0">
                  <a:pos x="0" y="65"/>
                </a:cxn>
                <a:cxn ang="0">
                  <a:pos x="30" y="65"/>
                </a:cxn>
                <a:cxn ang="0">
                  <a:pos x="30" y="89"/>
                </a:cxn>
                <a:cxn ang="0">
                  <a:pos x="36" y="89"/>
                </a:cxn>
                <a:cxn ang="0">
                  <a:pos x="36" y="65"/>
                </a:cxn>
                <a:cxn ang="0">
                  <a:pos x="48" y="65"/>
                </a:cxn>
                <a:cxn ang="0">
                  <a:pos x="48" y="59"/>
                </a:cxn>
                <a:cxn ang="0">
                  <a:pos x="30" y="59"/>
                </a:cxn>
                <a:cxn ang="0">
                  <a:pos x="0" y="59"/>
                </a:cxn>
                <a:cxn ang="0">
                  <a:pos x="24" y="12"/>
                </a:cxn>
                <a:cxn ang="0">
                  <a:pos x="30" y="12"/>
                </a:cxn>
                <a:cxn ang="0">
                  <a:pos x="30" y="59"/>
                </a:cxn>
              </a:cxnLst>
              <a:rect l="txL" t="txT" r="txR" b="txB"/>
              <a:pathLst>
                <a:path w="48" h="89">
                  <a:moveTo>
                    <a:pt x="48" y="59"/>
                  </a:moveTo>
                  <a:lnTo>
                    <a:pt x="36" y="59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0" y="59"/>
                  </a:lnTo>
                  <a:lnTo>
                    <a:pt x="0" y="65"/>
                  </a:lnTo>
                  <a:lnTo>
                    <a:pt x="30" y="65"/>
                  </a:lnTo>
                  <a:lnTo>
                    <a:pt x="30" y="89"/>
                  </a:lnTo>
                  <a:lnTo>
                    <a:pt x="36" y="89"/>
                  </a:lnTo>
                  <a:lnTo>
                    <a:pt x="36" y="65"/>
                  </a:lnTo>
                  <a:lnTo>
                    <a:pt x="48" y="65"/>
                  </a:lnTo>
                  <a:lnTo>
                    <a:pt x="48" y="59"/>
                  </a:lnTo>
                  <a:close/>
                  <a:moveTo>
                    <a:pt x="30" y="59"/>
                  </a:moveTo>
                  <a:lnTo>
                    <a:pt x="0" y="59"/>
                  </a:lnTo>
                  <a:lnTo>
                    <a:pt x="24" y="12"/>
                  </a:lnTo>
                  <a:lnTo>
                    <a:pt x="30" y="12"/>
                  </a:lnTo>
                  <a:lnTo>
                    <a:pt x="30" y="5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7" name="Freeform 18"/>
            <p:cNvSpPr/>
            <p:nvPr/>
          </p:nvSpPr>
          <p:spPr>
            <a:xfrm>
              <a:off x="1599" y="1091"/>
              <a:ext cx="72" cy="89"/>
            </a:xfrm>
            <a:custGeom>
              <a:avLst/>
              <a:gdLst>
                <a:gd name="txL" fmla="*/ 0 w 72"/>
                <a:gd name="txT" fmla="*/ 0 h 89"/>
                <a:gd name="txR" fmla="*/ 72 w 72"/>
                <a:gd name="txB" fmla="*/ 89 h 89"/>
              </a:gdLst>
              <a:ahLst/>
              <a:cxnLst>
                <a:cxn ang="0">
                  <a:pos x="30" y="71"/>
                </a:cxn>
                <a:cxn ang="0">
                  <a:pos x="24" y="65"/>
                </a:cxn>
                <a:cxn ang="0">
                  <a:pos x="18" y="54"/>
                </a:cxn>
                <a:cxn ang="0">
                  <a:pos x="12" y="48"/>
                </a:cxn>
                <a:cxn ang="0">
                  <a:pos x="12" y="36"/>
                </a:cxn>
                <a:cxn ang="0">
                  <a:pos x="18" y="12"/>
                </a:cxn>
                <a:cxn ang="0">
                  <a:pos x="30" y="6"/>
                </a:cxn>
                <a:cxn ang="0">
                  <a:pos x="36" y="0"/>
                </a:cxn>
                <a:cxn ang="0">
                  <a:pos x="42" y="6"/>
                </a:cxn>
                <a:cxn ang="0">
                  <a:pos x="48" y="12"/>
                </a:cxn>
                <a:cxn ang="0">
                  <a:pos x="60" y="36"/>
                </a:cxn>
                <a:cxn ang="0">
                  <a:pos x="60" y="48"/>
                </a:cxn>
                <a:cxn ang="0">
                  <a:pos x="54" y="54"/>
                </a:cxn>
                <a:cxn ang="0">
                  <a:pos x="48" y="65"/>
                </a:cxn>
                <a:cxn ang="0">
                  <a:pos x="42" y="71"/>
                </a:cxn>
                <a:cxn ang="0">
                  <a:pos x="42" y="89"/>
                </a:cxn>
                <a:cxn ang="0">
                  <a:pos x="72" y="89"/>
                </a:cxn>
                <a:cxn ang="0">
                  <a:pos x="72" y="71"/>
                </a:cxn>
                <a:cxn ang="0">
                  <a:pos x="72" y="71"/>
                </a:cxn>
                <a:cxn ang="0">
                  <a:pos x="66" y="77"/>
                </a:cxn>
                <a:cxn ang="0">
                  <a:pos x="66" y="77"/>
                </a:cxn>
                <a:cxn ang="0">
                  <a:pos x="48" y="77"/>
                </a:cxn>
                <a:cxn ang="0">
                  <a:pos x="48" y="71"/>
                </a:cxn>
                <a:cxn ang="0">
                  <a:pos x="60" y="65"/>
                </a:cxn>
                <a:cxn ang="0">
                  <a:pos x="66" y="59"/>
                </a:cxn>
                <a:cxn ang="0">
                  <a:pos x="72" y="42"/>
                </a:cxn>
                <a:cxn ang="0">
                  <a:pos x="66" y="18"/>
                </a:cxn>
                <a:cxn ang="0">
                  <a:pos x="60" y="12"/>
                </a:cxn>
                <a:cxn ang="0">
                  <a:pos x="54" y="6"/>
                </a:cxn>
                <a:cxn ang="0">
                  <a:pos x="48" y="0"/>
                </a:cxn>
                <a:cxn ang="0">
                  <a:pos x="36" y="0"/>
                </a:cxn>
                <a:cxn ang="0">
                  <a:pos x="30" y="0"/>
                </a:cxn>
                <a:cxn ang="0">
                  <a:pos x="18" y="6"/>
                </a:cxn>
                <a:cxn ang="0">
                  <a:pos x="12" y="12"/>
                </a:cxn>
                <a:cxn ang="0">
                  <a:pos x="6" y="18"/>
                </a:cxn>
                <a:cxn ang="0">
                  <a:pos x="0" y="42"/>
                </a:cxn>
                <a:cxn ang="0">
                  <a:pos x="6" y="59"/>
                </a:cxn>
                <a:cxn ang="0">
                  <a:pos x="18" y="65"/>
                </a:cxn>
                <a:cxn ang="0">
                  <a:pos x="24" y="71"/>
                </a:cxn>
                <a:cxn ang="0">
                  <a:pos x="24" y="77"/>
                </a:cxn>
                <a:cxn ang="0">
                  <a:pos x="6" y="77"/>
                </a:cxn>
                <a:cxn ang="0">
                  <a:pos x="6" y="77"/>
                </a:cxn>
                <a:cxn ang="0">
                  <a:pos x="0" y="71"/>
                </a:cxn>
                <a:cxn ang="0">
                  <a:pos x="0" y="71"/>
                </a:cxn>
                <a:cxn ang="0">
                  <a:pos x="0" y="89"/>
                </a:cxn>
                <a:cxn ang="0">
                  <a:pos x="30" y="89"/>
                </a:cxn>
                <a:cxn ang="0">
                  <a:pos x="30" y="71"/>
                </a:cxn>
              </a:cxnLst>
              <a:rect l="txL" t="txT" r="txR" b="txB"/>
              <a:pathLst>
                <a:path w="72" h="89">
                  <a:moveTo>
                    <a:pt x="30" y="71"/>
                  </a:moveTo>
                  <a:lnTo>
                    <a:pt x="24" y="65"/>
                  </a:lnTo>
                  <a:lnTo>
                    <a:pt x="18" y="54"/>
                  </a:lnTo>
                  <a:lnTo>
                    <a:pt x="12" y="48"/>
                  </a:lnTo>
                  <a:lnTo>
                    <a:pt x="12" y="36"/>
                  </a:lnTo>
                  <a:lnTo>
                    <a:pt x="18" y="12"/>
                  </a:lnTo>
                  <a:lnTo>
                    <a:pt x="30" y="6"/>
                  </a:lnTo>
                  <a:lnTo>
                    <a:pt x="36" y="0"/>
                  </a:lnTo>
                  <a:lnTo>
                    <a:pt x="42" y="6"/>
                  </a:lnTo>
                  <a:lnTo>
                    <a:pt x="48" y="12"/>
                  </a:lnTo>
                  <a:lnTo>
                    <a:pt x="60" y="36"/>
                  </a:lnTo>
                  <a:lnTo>
                    <a:pt x="60" y="48"/>
                  </a:lnTo>
                  <a:lnTo>
                    <a:pt x="54" y="54"/>
                  </a:lnTo>
                  <a:lnTo>
                    <a:pt x="48" y="65"/>
                  </a:lnTo>
                  <a:lnTo>
                    <a:pt x="42" y="71"/>
                  </a:lnTo>
                  <a:lnTo>
                    <a:pt x="42" y="89"/>
                  </a:lnTo>
                  <a:lnTo>
                    <a:pt x="72" y="89"/>
                  </a:lnTo>
                  <a:lnTo>
                    <a:pt x="72" y="71"/>
                  </a:lnTo>
                  <a:lnTo>
                    <a:pt x="66" y="77"/>
                  </a:lnTo>
                  <a:lnTo>
                    <a:pt x="48" y="77"/>
                  </a:lnTo>
                  <a:lnTo>
                    <a:pt x="48" y="71"/>
                  </a:lnTo>
                  <a:lnTo>
                    <a:pt x="60" y="65"/>
                  </a:lnTo>
                  <a:lnTo>
                    <a:pt x="66" y="59"/>
                  </a:lnTo>
                  <a:lnTo>
                    <a:pt x="72" y="42"/>
                  </a:lnTo>
                  <a:lnTo>
                    <a:pt x="66" y="18"/>
                  </a:lnTo>
                  <a:lnTo>
                    <a:pt x="60" y="12"/>
                  </a:lnTo>
                  <a:lnTo>
                    <a:pt x="54" y="6"/>
                  </a:lnTo>
                  <a:lnTo>
                    <a:pt x="48" y="0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18" y="6"/>
                  </a:lnTo>
                  <a:lnTo>
                    <a:pt x="12" y="12"/>
                  </a:lnTo>
                  <a:lnTo>
                    <a:pt x="6" y="18"/>
                  </a:lnTo>
                  <a:lnTo>
                    <a:pt x="0" y="42"/>
                  </a:lnTo>
                  <a:lnTo>
                    <a:pt x="6" y="59"/>
                  </a:lnTo>
                  <a:lnTo>
                    <a:pt x="18" y="65"/>
                  </a:lnTo>
                  <a:lnTo>
                    <a:pt x="24" y="71"/>
                  </a:lnTo>
                  <a:lnTo>
                    <a:pt x="24" y="77"/>
                  </a:lnTo>
                  <a:lnTo>
                    <a:pt x="6" y="77"/>
                  </a:lnTo>
                  <a:lnTo>
                    <a:pt x="0" y="71"/>
                  </a:lnTo>
                  <a:lnTo>
                    <a:pt x="0" y="89"/>
                  </a:lnTo>
                  <a:lnTo>
                    <a:pt x="30" y="89"/>
                  </a:lnTo>
                  <a:lnTo>
                    <a:pt x="30" y="7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8" name="Freeform 19"/>
            <p:cNvSpPr>
              <a:spLocks noEditPoints="1"/>
            </p:cNvSpPr>
            <p:nvPr/>
          </p:nvSpPr>
          <p:spPr>
            <a:xfrm>
              <a:off x="1671" y="2207"/>
              <a:ext cx="48" cy="96"/>
            </a:xfrm>
            <a:custGeom>
              <a:avLst/>
              <a:gdLst>
                <a:gd name="txL" fmla="*/ 0 w 48"/>
                <a:gd name="txT" fmla="*/ 0 h 96"/>
                <a:gd name="txR" fmla="*/ 48 w 48"/>
                <a:gd name="txB" fmla="*/ 96 h 96"/>
              </a:gdLst>
              <a:ahLst/>
              <a:cxnLst>
                <a:cxn ang="0">
                  <a:pos x="48" y="60"/>
                </a:cxn>
                <a:cxn ang="0">
                  <a:pos x="42" y="60"/>
                </a:cxn>
                <a:cxn ang="0">
                  <a:pos x="42" y="0"/>
                </a:cxn>
                <a:cxn ang="0">
                  <a:pos x="36" y="0"/>
                </a:cxn>
                <a:cxn ang="0">
                  <a:pos x="0" y="60"/>
                </a:cxn>
                <a:cxn ang="0">
                  <a:pos x="0" y="72"/>
                </a:cxn>
                <a:cxn ang="0">
                  <a:pos x="30" y="72"/>
                </a:cxn>
                <a:cxn ang="0">
                  <a:pos x="30" y="96"/>
                </a:cxn>
                <a:cxn ang="0">
                  <a:pos x="42" y="96"/>
                </a:cxn>
                <a:cxn ang="0">
                  <a:pos x="42" y="72"/>
                </a:cxn>
                <a:cxn ang="0">
                  <a:pos x="48" y="72"/>
                </a:cxn>
                <a:cxn ang="0">
                  <a:pos x="48" y="60"/>
                </a:cxn>
                <a:cxn ang="0">
                  <a:pos x="30" y="60"/>
                </a:cxn>
                <a:cxn ang="0">
                  <a:pos x="6" y="60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60"/>
                </a:cxn>
              </a:cxnLst>
              <a:rect l="txL" t="txT" r="txR" b="txB"/>
              <a:pathLst>
                <a:path w="48" h="96">
                  <a:moveTo>
                    <a:pt x="48" y="60"/>
                  </a:moveTo>
                  <a:lnTo>
                    <a:pt x="42" y="60"/>
                  </a:lnTo>
                  <a:lnTo>
                    <a:pt x="42" y="0"/>
                  </a:lnTo>
                  <a:lnTo>
                    <a:pt x="36" y="0"/>
                  </a:lnTo>
                  <a:lnTo>
                    <a:pt x="0" y="60"/>
                  </a:lnTo>
                  <a:lnTo>
                    <a:pt x="0" y="72"/>
                  </a:lnTo>
                  <a:lnTo>
                    <a:pt x="30" y="72"/>
                  </a:lnTo>
                  <a:lnTo>
                    <a:pt x="30" y="96"/>
                  </a:lnTo>
                  <a:lnTo>
                    <a:pt x="42" y="96"/>
                  </a:lnTo>
                  <a:lnTo>
                    <a:pt x="42" y="72"/>
                  </a:lnTo>
                  <a:lnTo>
                    <a:pt x="48" y="72"/>
                  </a:lnTo>
                  <a:lnTo>
                    <a:pt x="48" y="60"/>
                  </a:lnTo>
                  <a:close/>
                  <a:moveTo>
                    <a:pt x="30" y="60"/>
                  </a:moveTo>
                  <a:lnTo>
                    <a:pt x="6" y="60"/>
                  </a:lnTo>
                  <a:lnTo>
                    <a:pt x="30" y="18"/>
                  </a:lnTo>
                  <a:lnTo>
                    <a:pt x="30" y="6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9" name="Freeform 20"/>
            <p:cNvSpPr/>
            <p:nvPr/>
          </p:nvSpPr>
          <p:spPr>
            <a:xfrm>
              <a:off x="1755" y="2207"/>
              <a:ext cx="72" cy="96"/>
            </a:xfrm>
            <a:custGeom>
              <a:avLst/>
              <a:gdLst>
                <a:gd name="txL" fmla="*/ 0 w 72"/>
                <a:gd name="txT" fmla="*/ 0 h 96"/>
                <a:gd name="txR" fmla="*/ 72 w 72"/>
                <a:gd name="txB" fmla="*/ 96 h 96"/>
              </a:gdLst>
              <a:ahLst/>
              <a:cxnLst>
                <a:cxn ang="0">
                  <a:pos x="24" y="72"/>
                </a:cxn>
                <a:cxn ang="0">
                  <a:pos x="18" y="72"/>
                </a:cxn>
                <a:cxn ang="0">
                  <a:pos x="12" y="60"/>
                </a:cxn>
                <a:cxn ang="0">
                  <a:pos x="12" y="36"/>
                </a:cxn>
                <a:cxn ang="0">
                  <a:pos x="18" y="12"/>
                </a:cxn>
                <a:cxn ang="0">
                  <a:pos x="30" y="6"/>
                </a:cxn>
                <a:cxn ang="0">
                  <a:pos x="36" y="6"/>
                </a:cxn>
                <a:cxn ang="0">
                  <a:pos x="42" y="6"/>
                </a:cxn>
                <a:cxn ang="0">
                  <a:pos x="48" y="12"/>
                </a:cxn>
                <a:cxn ang="0">
                  <a:pos x="54" y="24"/>
                </a:cxn>
                <a:cxn ang="0">
                  <a:pos x="54" y="36"/>
                </a:cxn>
                <a:cxn ang="0">
                  <a:pos x="54" y="60"/>
                </a:cxn>
                <a:cxn ang="0">
                  <a:pos x="48" y="72"/>
                </a:cxn>
                <a:cxn ang="0">
                  <a:pos x="42" y="72"/>
                </a:cxn>
                <a:cxn ang="0">
                  <a:pos x="42" y="96"/>
                </a:cxn>
                <a:cxn ang="0">
                  <a:pos x="72" y="96"/>
                </a:cxn>
                <a:cxn ang="0">
                  <a:pos x="72" y="72"/>
                </a:cxn>
                <a:cxn ang="0">
                  <a:pos x="66" y="72"/>
                </a:cxn>
                <a:cxn ang="0">
                  <a:pos x="66" y="78"/>
                </a:cxn>
                <a:cxn ang="0">
                  <a:pos x="60" y="78"/>
                </a:cxn>
                <a:cxn ang="0">
                  <a:pos x="48" y="78"/>
                </a:cxn>
                <a:cxn ang="0">
                  <a:pos x="48" y="78"/>
                </a:cxn>
                <a:cxn ang="0">
                  <a:pos x="54" y="72"/>
                </a:cxn>
                <a:cxn ang="0">
                  <a:pos x="60" y="60"/>
                </a:cxn>
                <a:cxn ang="0">
                  <a:pos x="66" y="48"/>
                </a:cxn>
                <a:cxn ang="0">
                  <a:pos x="66" y="42"/>
                </a:cxn>
                <a:cxn ang="0">
                  <a:pos x="66" y="18"/>
                </a:cxn>
                <a:cxn ang="0">
                  <a:pos x="60" y="12"/>
                </a:cxn>
                <a:cxn ang="0">
                  <a:pos x="54" y="6"/>
                </a:cxn>
                <a:cxn ang="0">
                  <a:pos x="48" y="0"/>
                </a:cxn>
                <a:cxn ang="0">
                  <a:pos x="36" y="0"/>
                </a:cxn>
                <a:cxn ang="0">
                  <a:pos x="24" y="0"/>
                </a:cxn>
                <a:cxn ang="0">
                  <a:pos x="12" y="6"/>
                </a:cxn>
                <a:cxn ang="0">
                  <a:pos x="12" y="12"/>
                </a:cxn>
                <a:cxn ang="0">
                  <a:pos x="6" y="18"/>
                </a:cxn>
                <a:cxn ang="0">
                  <a:pos x="0" y="42"/>
                </a:cxn>
                <a:cxn ang="0">
                  <a:pos x="6" y="60"/>
                </a:cxn>
                <a:cxn ang="0">
                  <a:pos x="12" y="72"/>
                </a:cxn>
                <a:cxn ang="0">
                  <a:pos x="24" y="78"/>
                </a:cxn>
                <a:cxn ang="0">
                  <a:pos x="24" y="78"/>
                </a:cxn>
                <a:cxn ang="0">
                  <a:pos x="6" y="78"/>
                </a:cxn>
                <a:cxn ang="0">
                  <a:pos x="0" y="78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0" y="96"/>
                </a:cxn>
                <a:cxn ang="0">
                  <a:pos x="30" y="96"/>
                </a:cxn>
                <a:cxn ang="0">
                  <a:pos x="24" y="72"/>
                </a:cxn>
              </a:cxnLst>
              <a:rect l="txL" t="txT" r="txR" b="txB"/>
              <a:pathLst>
                <a:path w="72" h="96">
                  <a:moveTo>
                    <a:pt x="24" y="72"/>
                  </a:moveTo>
                  <a:lnTo>
                    <a:pt x="18" y="72"/>
                  </a:lnTo>
                  <a:lnTo>
                    <a:pt x="12" y="60"/>
                  </a:lnTo>
                  <a:lnTo>
                    <a:pt x="12" y="36"/>
                  </a:lnTo>
                  <a:lnTo>
                    <a:pt x="18" y="12"/>
                  </a:lnTo>
                  <a:lnTo>
                    <a:pt x="30" y="6"/>
                  </a:lnTo>
                  <a:lnTo>
                    <a:pt x="36" y="6"/>
                  </a:lnTo>
                  <a:lnTo>
                    <a:pt x="42" y="6"/>
                  </a:lnTo>
                  <a:lnTo>
                    <a:pt x="48" y="12"/>
                  </a:lnTo>
                  <a:lnTo>
                    <a:pt x="54" y="24"/>
                  </a:lnTo>
                  <a:lnTo>
                    <a:pt x="54" y="36"/>
                  </a:lnTo>
                  <a:lnTo>
                    <a:pt x="54" y="60"/>
                  </a:lnTo>
                  <a:lnTo>
                    <a:pt x="48" y="72"/>
                  </a:lnTo>
                  <a:lnTo>
                    <a:pt x="42" y="72"/>
                  </a:lnTo>
                  <a:lnTo>
                    <a:pt x="42" y="96"/>
                  </a:lnTo>
                  <a:lnTo>
                    <a:pt x="72" y="96"/>
                  </a:lnTo>
                  <a:lnTo>
                    <a:pt x="72" y="72"/>
                  </a:lnTo>
                  <a:lnTo>
                    <a:pt x="66" y="72"/>
                  </a:lnTo>
                  <a:lnTo>
                    <a:pt x="66" y="78"/>
                  </a:lnTo>
                  <a:lnTo>
                    <a:pt x="60" y="78"/>
                  </a:lnTo>
                  <a:lnTo>
                    <a:pt x="48" y="78"/>
                  </a:lnTo>
                  <a:lnTo>
                    <a:pt x="54" y="72"/>
                  </a:lnTo>
                  <a:lnTo>
                    <a:pt x="60" y="60"/>
                  </a:lnTo>
                  <a:lnTo>
                    <a:pt x="66" y="48"/>
                  </a:lnTo>
                  <a:lnTo>
                    <a:pt x="66" y="42"/>
                  </a:lnTo>
                  <a:lnTo>
                    <a:pt x="66" y="18"/>
                  </a:lnTo>
                  <a:lnTo>
                    <a:pt x="60" y="12"/>
                  </a:lnTo>
                  <a:lnTo>
                    <a:pt x="54" y="6"/>
                  </a:lnTo>
                  <a:lnTo>
                    <a:pt x="48" y="0"/>
                  </a:lnTo>
                  <a:lnTo>
                    <a:pt x="36" y="0"/>
                  </a:lnTo>
                  <a:lnTo>
                    <a:pt x="24" y="0"/>
                  </a:lnTo>
                  <a:lnTo>
                    <a:pt x="12" y="6"/>
                  </a:lnTo>
                  <a:lnTo>
                    <a:pt x="12" y="12"/>
                  </a:lnTo>
                  <a:lnTo>
                    <a:pt x="6" y="18"/>
                  </a:lnTo>
                  <a:lnTo>
                    <a:pt x="0" y="42"/>
                  </a:lnTo>
                  <a:lnTo>
                    <a:pt x="6" y="60"/>
                  </a:lnTo>
                  <a:lnTo>
                    <a:pt x="12" y="72"/>
                  </a:lnTo>
                  <a:lnTo>
                    <a:pt x="24" y="78"/>
                  </a:lnTo>
                  <a:lnTo>
                    <a:pt x="6" y="78"/>
                  </a:lnTo>
                  <a:lnTo>
                    <a:pt x="0" y="78"/>
                  </a:lnTo>
                  <a:lnTo>
                    <a:pt x="0" y="72"/>
                  </a:lnTo>
                  <a:lnTo>
                    <a:pt x="0" y="96"/>
                  </a:lnTo>
                  <a:lnTo>
                    <a:pt x="30" y="96"/>
                  </a:lnTo>
                  <a:lnTo>
                    <a:pt x="24" y="7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0" name="Freeform 21"/>
            <p:cNvSpPr/>
            <p:nvPr/>
          </p:nvSpPr>
          <p:spPr>
            <a:xfrm>
              <a:off x="1085" y="1586"/>
              <a:ext cx="48" cy="90"/>
            </a:xfrm>
            <a:custGeom>
              <a:avLst/>
              <a:gdLst>
                <a:gd name="txL" fmla="*/ 0 w 48"/>
                <a:gd name="txT" fmla="*/ 0 h 90"/>
                <a:gd name="txR" fmla="*/ 48 w 48"/>
                <a:gd name="txB" fmla="*/ 90 h 90"/>
              </a:gdLst>
              <a:ahLst/>
              <a:cxnLst>
                <a:cxn ang="0">
                  <a:pos x="48" y="72"/>
                </a:cxn>
                <a:cxn ang="0">
                  <a:pos x="48" y="72"/>
                </a:cxn>
                <a:cxn ang="0">
                  <a:pos x="42" y="78"/>
                </a:cxn>
                <a:cxn ang="0">
                  <a:pos x="36" y="78"/>
                </a:cxn>
                <a:cxn ang="0">
                  <a:pos x="12" y="78"/>
                </a:cxn>
                <a:cxn ang="0">
                  <a:pos x="30" y="54"/>
                </a:cxn>
                <a:cxn ang="0">
                  <a:pos x="36" y="42"/>
                </a:cxn>
                <a:cxn ang="0">
                  <a:pos x="42" y="24"/>
                </a:cxn>
                <a:cxn ang="0">
                  <a:pos x="36" y="6"/>
                </a:cxn>
                <a:cxn ang="0">
                  <a:pos x="24" y="0"/>
                </a:cxn>
                <a:cxn ang="0">
                  <a:pos x="12" y="6"/>
                </a:cxn>
                <a:cxn ang="0">
                  <a:pos x="0" y="24"/>
                </a:cxn>
                <a:cxn ang="0">
                  <a:pos x="6" y="24"/>
                </a:cxn>
                <a:cxn ang="0">
                  <a:pos x="12" y="12"/>
                </a:cxn>
                <a:cxn ang="0">
                  <a:pos x="18" y="6"/>
                </a:cxn>
                <a:cxn ang="0">
                  <a:pos x="24" y="12"/>
                </a:cxn>
                <a:cxn ang="0">
                  <a:pos x="30" y="18"/>
                </a:cxn>
                <a:cxn ang="0">
                  <a:pos x="36" y="30"/>
                </a:cxn>
                <a:cxn ang="0">
                  <a:pos x="30" y="42"/>
                </a:cxn>
                <a:cxn ang="0">
                  <a:pos x="18" y="66"/>
                </a:cxn>
                <a:cxn ang="0">
                  <a:pos x="0" y="90"/>
                </a:cxn>
                <a:cxn ang="0">
                  <a:pos x="0" y="90"/>
                </a:cxn>
                <a:cxn ang="0">
                  <a:pos x="42" y="90"/>
                </a:cxn>
                <a:cxn ang="0">
                  <a:pos x="48" y="72"/>
                </a:cxn>
              </a:cxnLst>
              <a:rect l="txL" t="txT" r="txR" b="txB"/>
              <a:pathLst>
                <a:path w="48" h="90">
                  <a:moveTo>
                    <a:pt x="48" y="72"/>
                  </a:moveTo>
                  <a:lnTo>
                    <a:pt x="48" y="72"/>
                  </a:lnTo>
                  <a:lnTo>
                    <a:pt x="42" y="78"/>
                  </a:lnTo>
                  <a:lnTo>
                    <a:pt x="36" y="78"/>
                  </a:lnTo>
                  <a:lnTo>
                    <a:pt x="12" y="78"/>
                  </a:lnTo>
                  <a:lnTo>
                    <a:pt x="30" y="54"/>
                  </a:lnTo>
                  <a:lnTo>
                    <a:pt x="36" y="42"/>
                  </a:lnTo>
                  <a:lnTo>
                    <a:pt x="42" y="24"/>
                  </a:lnTo>
                  <a:lnTo>
                    <a:pt x="36" y="6"/>
                  </a:lnTo>
                  <a:lnTo>
                    <a:pt x="24" y="0"/>
                  </a:lnTo>
                  <a:lnTo>
                    <a:pt x="12" y="6"/>
                  </a:lnTo>
                  <a:lnTo>
                    <a:pt x="0" y="24"/>
                  </a:lnTo>
                  <a:lnTo>
                    <a:pt x="6" y="24"/>
                  </a:lnTo>
                  <a:lnTo>
                    <a:pt x="12" y="12"/>
                  </a:lnTo>
                  <a:lnTo>
                    <a:pt x="18" y="6"/>
                  </a:lnTo>
                  <a:lnTo>
                    <a:pt x="24" y="12"/>
                  </a:lnTo>
                  <a:lnTo>
                    <a:pt x="30" y="18"/>
                  </a:lnTo>
                  <a:lnTo>
                    <a:pt x="36" y="30"/>
                  </a:lnTo>
                  <a:lnTo>
                    <a:pt x="30" y="42"/>
                  </a:lnTo>
                  <a:lnTo>
                    <a:pt x="18" y="66"/>
                  </a:lnTo>
                  <a:lnTo>
                    <a:pt x="0" y="90"/>
                  </a:lnTo>
                  <a:lnTo>
                    <a:pt x="42" y="90"/>
                  </a:lnTo>
                  <a:lnTo>
                    <a:pt x="48" y="7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1" name="Freeform 22"/>
            <p:cNvSpPr/>
            <p:nvPr/>
          </p:nvSpPr>
          <p:spPr>
            <a:xfrm>
              <a:off x="1163" y="1586"/>
              <a:ext cx="72" cy="90"/>
            </a:xfrm>
            <a:custGeom>
              <a:avLst/>
              <a:gdLst>
                <a:gd name="txL" fmla="*/ 0 w 72"/>
                <a:gd name="txT" fmla="*/ 0 h 90"/>
                <a:gd name="txR" fmla="*/ 72 w 72"/>
                <a:gd name="txB" fmla="*/ 90 h 90"/>
              </a:gdLst>
              <a:ahLst/>
              <a:cxnLst>
                <a:cxn ang="0">
                  <a:pos x="30" y="72"/>
                </a:cxn>
                <a:cxn ang="0">
                  <a:pos x="24" y="66"/>
                </a:cxn>
                <a:cxn ang="0">
                  <a:pos x="18" y="54"/>
                </a:cxn>
                <a:cxn ang="0">
                  <a:pos x="12" y="30"/>
                </a:cxn>
                <a:cxn ang="0">
                  <a:pos x="24" y="6"/>
                </a:cxn>
                <a:cxn ang="0">
                  <a:pos x="30" y="6"/>
                </a:cxn>
                <a:cxn ang="0">
                  <a:pos x="36" y="0"/>
                </a:cxn>
                <a:cxn ang="0">
                  <a:pos x="48" y="6"/>
                </a:cxn>
                <a:cxn ang="0">
                  <a:pos x="54" y="6"/>
                </a:cxn>
                <a:cxn ang="0">
                  <a:pos x="60" y="30"/>
                </a:cxn>
                <a:cxn ang="0">
                  <a:pos x="54" y="54"/>
                </a:cxn>
                <a:cxn ang="0">
                  <a:pos x="48" y="66"/>
                </a:cxn>
                <a:cxn ang="0">
                  <a:pos x="42" y="72"/>
                </a:cxn>
                <a:cxn ang="0">
                  <a:pos x="42" y="90"/>
                </a:cxn>
                <a:cxn ang="0">
                  <a:pos x="72" y="90"/>
                </a:cxn>
                <a:cxn ang="0">
                  <a:pos x="72" y="66"/>
                </a:cxn>
                <a:cxn ang="0">
                  <a:pos x="72" y="66"/>
                </a:cxn>
                <a:cxn ang="0">
                  <a:pos x="72" y="78"/>
                </a:cxn>
                <a:cxn ang="0">
                  <a:pos x="66" y="78"/>
                </a:cxn>
                <a:cxn ang="0">
                  <a:pos x="48" y="78"/>
                </a:cxn>
                <a:cxn ang="0">
                  <a:pos x="48" y="72"/>
                </a:cxn>
                <a:cxn ang="0">
                  <a:pos x="60" y="66"/>
                </a:cxn>
                <a:cxn ang="0">
                  <a:pos x="66" y="60"/>
                </a:cxn>
                <a:cxn ang="0">
                  <a:pos x="72" y="36"/>
                </a:cxn>
                <a:cxn ang="0">
                  <a:pos x="66" y="18"/>
                </a:cxn>
                <a:cxn ang="0">
                  <a:pos x="60" y="6"/>
                </a:cxn>
                <a:cxn ang="0">
                  <a:pos x="54" y="6"/>
                </a:cxn>
                <a:cxn ang="0">
                  <a:pos x="48" y="0"/>
                </a:cxn>
                <a:cxn ang="0">
                  <a:pos x="36" y="0"/>
                </a:cxn>
                <a:cxn ang="0">
                  <a:pos x="30" y="0"/>
                </a:cxn>
                <a:cxn ang="0">
                  <a:pos x="18" y="6"/>
                </a:cxn>
                <a:cxn ang="0">
                  <a:pos x="12" y="6"/>
                </a:cxn>
                <a:cxn ang="0">
                  <a:pos x="6" y="18"/>
                </a:cxn>
                <a:cxn ang="0">
                  <a:pos x="0" y="36"/>
                </a:cxn>
                <a:cxn ang="0">
                  <a:pos x="6" y="60"/>
                </a:cxn>
                <a:cxn ang="0">
                  <a:pos x="18" y="66"/>
                </a:cxn>
                <a:cxn ang="0">
                  <a:pos x="24" y="72"/>
                </a:cxn>
                <a:cxn ang="0">
                  <a:pos x="24" y="78"/>
                </a:cxn>
                <a:cxn ang="0">
                  <a:pos x="12" y="78"/>
                </a:cxn>
                <a:cxn ang="0">
                  <a:pos x="6" y="78"/>
                </a:cxn>
                <a:cxn ang="0">
                  <a:pos x="6" y="66"/>
                </a:cxn>
                <a:cxn ang="0">
                  <a:pos x="0" y="66"/>
                </a:cxn>
                <a:cxn ang="0">
                  <a:pos x="0" y="90"/>
                </a:cxn>
                <a:cxn ang="0">
                  <a:pos x="30" y="90"/>
                </a:cxn>
                <a:cxn ang="0">
                  <a:pos x="30" y="72"/>
                </a:cxn>
              </a:cxnLst>
              <a:rect l="txL" t="txT" r="txR" b="txB"/>
              <a:pathLst>
                <a:path w="72" h="90">
                  <a:moveTo>
                    <a:pt x="30" y="72"/>
                  </a:moveTo>
                  <a:lnTo>
                    <a:pt x="24" y="66"/>
                  </a:lnTo>
                  <a:lnTo>
                    <a:pt x="18" y="54"/>
                  </a:lnTo>
                  <a:lnTo>
                    <a:pt x="12" y="30"/>
                  </a:lnTo>
                  <a:lnTo>
                    <a:pt x="24" y="6"/>
                  </a:lnTo>
                  <a:lnTo>
                    <a:pt x="30" y="6"/>
                  </a:lnTo>
                  <a:lnTo>
                    <a:pt x="36" y="0"/>
                  </a:lnTo>
                  <a:lnTo>
                    <a:pt x="48" y="6"/>
                  </a:lnTo>
                  <a:lnTo>
                    <a:pt x="54" y="6"/>
                  </a:lnTo>
                  <a:lnTo>
                    <a:pt x="60" y="30"/>
                  </a:lnTo>
                  <a:lnTo>
                    <a:pt x="54" y="54"/>
                  </a:lnTo>
                  <a:lnTo>
                    <a:pt x="48" y="66"/>
                  </a:lnTo>
                  <a:lnTo>
                    <a:pt x="42" y="72"/>
                  </a:lnTo>
                  <a:lnTo>
                    <a:pt x="42" y="90"/>
                  </a:lnTo>
                  <a:lnTo>
                    <a:pt x="72" y="90"/>
                  </a:lnTo>
                  <a:lnTo>
                    <a:pt x="72" y="66"/>
                  </a:lnTo>
                  <a:lnTo>
                    <a:pt x="72" y="78"/>
                  </a:lnTo>
                  <a:lnTo>
                    <a:pt x="66" y="78"/>
                  </a:lnTo>
                  <a:lnTo>
                    <a:pt x="48" y="78"/>
                  </a:lnTo>
                  <a:lnTo>
                    <a:pt x="48" y="72"/>
                  </a:lnTo>
                  <a:lnTo>
                    <a:pt x="60" y="66"/>
                  </a:lnTo>
                  <a:lnTo>
                    <a:pt x="66" y="60"/>
                  </a:lnTo>
                  <a:lnTo>
                    <a:pt x="72" y="36"/>
                  </a:lnTo>
                  <a:lnTo>
                    <a:pt x="66" y="18"/>
                  </a:lnTo>
                  <a:lnTo>
                    <a:pt x="60" y="6"/>
                  </a:lnTo>
                  <a:lnTo>
                    <a:pt x="54" y="6"/>
                  </a:lnTo>
                  <a:lnTo>
                    <a:pt x="48" y="0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18" y="6"/>
                  </a:lnTo>
                  <a:lnTo>
                    <a:pt x="12" y="6"/>
                  </a:lnTo>
                  <a:lnTo>
                    <a:pt x="6" y="18"/>
                  </a:lnTo>
                  <a:lnTo>
                    <a:pt x="0" y="36"/>
                  </a:lnTo>
                  <a:lnTo>
                    <a:pt x="6" y="60"/>
                  </a:lnTo>
                  <a:lnTo>
                    <a:pt x="18" y="66"/>
                  </a:lnTo>
                  <a:lnTo>
                    <a:pt x="24" y="72"/>
                  </a:lnTo>
                  <a:lnTo>
                    <a:pt x="24" y="78"/>
                  </a:lnTo>
                  <a:lnTo>
                    <a:pt x="12" y="78"/>
                  </a:lnTo>
                  <a:lnTo>
                    <a:pt x="6" y="78"/>
                  </a:lnTo>
                  <a:lnTo>
                    <a:pt x="6" y="66"/>
                  </a:lnTo>
                  <a:lnTo>
                    <a:pt x="0" y="66"/>
                  </a:lnTo>
                  <a:lnTo>
                    <a:pt x="0" y="90"/>
                  </a:lnTo>
                  <a:lnTo>
                    <a:pt x="30" y="90"/>
                  </a:lnTo>
                  <a:lnTo>
                    <a:pt x="30" y="7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2" name="Freeform 23"/>
            <p:cNvSpPr>
              <a:spLocks noEditPoints="1"/>
            </p:cNvSpPr>
            <p:nvPr/>
          </p:nvSpPr>
          <p:spPr>
            <a:xfrm>
              <a:off x="1958" y="1586"/>
              <a:ext cx="36" cy="96"/>
            </a:xfrm>
            <a:custGeom>
              <a:avLst/>
              <a:gdLst>
                <a:gd name="txL" fmla="*/ 0 w 36"/>
                <a:gd name="txT" fmla="*/ 0 h 96"/>
                <a:gd name="txR" fmla="*/ 36 w 36"/>
                <a:gd name="txB" fmla="*/ 96 h 96"/>
              </a:gdLst>
              <a:ahLst/>
              <a:cxnLst>
                <a:cxn ang="0">
                  <a:pos x="12" y="48"/>
                </a:cxn>
                <a:cxn ang="0">
                  <a:pos x="24" y="60"/>
                </a:cxn>
                <a:cxn ang="0">
                  <a:pos x="30" y="72"/>
                </a:cxn>
                <a:cxn ang="0">
                  <a:pos x="24" y="84"/>
                </a:cxn>
                <a:cxn ang="0">
                  <a:pos x="18" y="90"/>
                </a:cxn>
                <a:cxn ang="0">
                  <a:pos x="12" y="84"/>
                </a:cxn>
                <a:cxn ang="0">
                  <a:pos x="6" y="72"/>
                </a:cxn>
                <a:cxn ang="0">
                  <a:pos x="12" y="60"/>
                </a:cxn>
                <a:cxn ang="0">
                  <a:pos x="12" y="48"/>
                </a:cxn>
                <a:cxn ang="0">
                  <a:pos x="12" y="48"/>
                </a:cxn>
                <a:cxn ang="0">
                  <a:pos x="0" y="72"/>
                </a:cxn>
                <a:cxn ang="0">
                  <a:pos x="6" y="90"/>
                </a:cxn>
                <a:cxn ang="0">
                  <a:pos x="18" y="96"/>
                </a:cxn>
                <a:cxn ang="0">
                  <a:pos x="30" y="96"/>
                </a:cxn>
                <a:cxn ang="0">
                  <a:pos x="36" y="84"/>
                </a:cxn>
                <a:cxn ang="0">
                  <a:pos x="36" y="72"/>
                </a:cxn>
                <a:cxn ang="0">
                  <a:pos x="36" y="60"/>
                </a:cxn>
                <a:cxn ang="0">
                  <a:pos x="24" y="42"/>
                </a:cxn>
                <a:cxn ang="0">
                  <a:pos x="30" y="30"/>
                </a:cxn>
                <a:cxn ang="0">
                  <a:pos x="36" y="18"/>
                </a:cxn>
                <a:cxn ang="0">
                  <a:pos x="30" y="6"/>
                </a:cxn>
                <a:cxn ang="0">
                  <a:pos x="18" y="0"/>
                </a:cxn>
                <a:cxn ang="0">
                  <a:pos x="6" y="6"/>
                </a:cxn>
                <a:cxn ang="0">
                  <a:pos x="0" y="18"/>
                </a:cxn>
                <a:cxn ang="0">
                  <a:pos x="0" y="36"/>
                </a:cxn>
                <a:cxn ang="0">
                  <a:pos x="12" y="48"/>
                </a:cxn>
                <a:cxn ang="0">
                  <a:pos x="0" y="60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6" y="18"/>
                </a:cxn>
                <a:cxn ang="0">
                  <a:pos x="6" y="12"/>
                </a:cxn>
                <a:cxn ang="0">
                  <a:pos x="18" y="6"/>
                </a:cxn>
                <a:cxn ang="0">
                  <a:pos x="24" y="12"/>
                </a:cxn>
                <a:cxn ang="0">
                  <a:pos x="30" y="18"/>
                </a:cxn>
                <a:cxn ang="0">
                  <a:pos x="24" y="30"/>
                </a:cxn>
                <a:cxn ang="0">
                  <a:pos x="18" y="36"/>
                </a:cxn>
                <a:cxn ang="0">
                  <a:pos x="12" y="30"/>
                </a:cxn>
                <a:cxn ang="0">
                  <a:pos x="6" y="18"/>
                </a:cxn>
                <a:cxn ang="0">
                  <a:pos x="6" y="18"/>
                </a:cxn>
              </a:cxnLst>
              <a:rect l="txL" t="txT" r="txR" b="txB"/>
              <a:pathLst>
                <a:path w="36" h="96">
                  <a:moveTo>
                    <a:pt x="12" y="48"/>
                  </a:moveTo>
                  <a:lnTo>
                    <a:pt x="24" y="60"/>
                  </a:lnTo>
                  <a:lnTo>
                    <a:pt x="30" y="72"/>
                  </a:lnTo>
                  <a:lnTo>
                    <a:pt x="24" y="84"/>
                  </a:lnTo>
                  <a:lnTo>
                    <a:pt x="18" y="90"/>
                  </a:lnTo>
                  <a:lnTo>
                    <a:pt x="12" y="84"/>
                  </a:lnTo>
                  <a:lnTo>
                    <a:pt x="6" y="72"/>
                  </a:lnTo>
                  <a:lnTo>
                    <a:pt x="12" y="60"/>
                  </a:lnTo>
                  <a:lnTo>
                    <a:pt x="12" y="48"/>
                  </a:lnTo>
                  <a:close/>
                  <a:moveTo>
                    <a:pt x="0" y="72"/>
                  </a:moveTo>
                  <a:lnTo>
                    <a:pt x="6" y="90"/>
                  </a:lnTo>
                  <a:lnTo>
                    <a:pt x="18" y="96"/>
                  </a:lnTo>
                  <a:lnTo>
                    <a:pt x="30" y="96"/>
                  </a:lnTo>
                  <a:lnTo>
                    <a:pt x="36" y="84"/>
                  </a:lnTo>
                  <a:lnTo>
                    <a:pt x="36" y="72"/>
                  </a:lnTo>
                  <a:lnTo>
                    <a:pt x="36" y="60"/>
                  </a:lnTo>
                  <a:lnTo>
                    <a:pt x="24" y="42"/>
                  </a:lnTo>
                  <a:lnTo>
                    <a:pt x="30" y="30"/>
                  </a:lnTo>
                  <a:lnTo>
                    <a:pt x="36" y="18"/>
                  </a:lnTo>
                  <a:lnTo>
                    <a:pt x="30" y="6"/>
                  </a:lnTo>
                  <a:lnTo>
                    <a:pt x="18" y="0"/>
                  </a:lnTo>
                  <a:lnTo>
                    <a:pt x="6" y="6"/>
                  </a:lnTo>
                  <a:lnTo>
                    <a:pt x="0" y="18"/>
                  </a:lnTo>
                  <a:lnTo>
                    <a:pt x="0" y="36"/>
                  </a:lnTo>
                  <a:lnTo>
                    <a:pt x="12" y="48"/>
                  </a:lnTo>
                  <a:lnTo>
                    <a:pt x="0" y="60"/>
                  </a:lnTo>
                  <a:lnTo>
                    <a:pt x="0" y="72"/>
                  </a:lnTo>
                  <a:close/>
                  <a:moveTo>
                    <a:pt x="6" y="18"/>
                  </a:moveTo>
                  <a:lnTo>
                    <a:pt x="6" y="12"/>
                  </a:lnTo>
                  <a:lnTo>
                    <a:pt x="18" y="6"/>
                  </a:lnTo>
                  <a:lnTo>
                    <a:pt x="24" y="12"/>
                  </a:lnTo>
                  <a:lnTo>
                    <a:pt x="30" y="18"/>
                  </a:lnTo>
                  <a:lnTo>
                    <a:pt x="24" y="30"/>
                  </a:lnTo>
                  <a:lnTo>
                    <a:pt x="18" y="36"/>
                  </a:lnTo>
                  <a:lnTo>
                    <a:pt x="12" y="30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3" name="Freeform 24"/>
            <p:cNvSpPr/>
            <p:nvPr/>
          </p:nvSpPr>
          <p:spPr>
            <a:xfrm>
              <a:off x="2030" y="1586"/>
              <a:ext cx="72" cy="90"/>
            </a:xfrm>
            <a:custGeom>
              <a:avLst/>
              <a:gdLst>
                <a:gd name="txL" fmla="*/ 0 w 72"/>
                <a:gd name="txT" fmla="*/ 0 h 90"/>
                <a:gd name="txR" fmla="*/ 72 w 72"/>
                <a:gd name="txB" fmla="*/ 90 h 90"/>
              </a:gdLst>
              <a:ahLst/>
              <a:cxnLst>
                <a:cxn ang="0">
                  <a:pos x="30" y="72"/>
                </a:cxn>
                <a:cxn ang="0">
                  <a:pos x="24" y="66"/>
                </a:cxn>
                <a:cxn ang="0">
                  <a:pos x="18" y="54"/>
                </a:cxn>
                <a:cxn ang="0">
                  <a:pos x="12" y="48"/>
                </a:cxn>
                <a:cxn ang="0">
                  <a:pos x="12" y="36"/>
                </a:cxn>
                <a:cxn ang="0">
                  <a:pos x="24" y="12"/>
                </a:cxn>
                <a:cxn ang="0">
                  <a:pos x="30" y="6"/>
                </a:cxn>
                <a:cxn ang="0">
                  <a:pos x="36" y="0"/>
                </a:cxn>
                <a:cxn ang="0">
                  <a:pos x="42" y="6"/>
                </a:cxn>
                <a:cxn ang="0">
                  <a:pos x="48" y="12"/>
                </a:cxn>
                <a:cxn ang="0">
                  <a:pos x="60" y="36"/>
                </a:cxn>
                <a:cxn ang="0">
                  <a:pos x="60" y="48"/>
                </a:cxn>
                <a:cxn ang="0">
                  <a:pos x="54" y="54"/>
                </a:cxn>
                <a:cxn ang="0">
                  <a:pos x="48" y="66"/>
                </a:cxn>
                <a:cxn ang="0">
                  <a:pos x="42" y="72"/>
                </a:cxn>
                <a:cxn ang="0">
                  <a:pos x="42" y="90"/>
                </a:cxn>
                <a:cxn ang="0">
                  <a:pos x="72" y="90"/>
                </a:cxn>
                <a:cxn ang="0">
                  <a:pos x="72" y="72"/>
                </a:cxn>
                <a:cxn ang="0">
                  <a:pos x="72" y="72"/>
                </a:cxn>
                <a:cxn ang="0">
                  <a:pos x="72" y="78"/>
                </a:cxn>
                <a:cxn ang="0">
                  <a:pos x="66" y="78"/>
                </a:cxn>
                <a:cxn ang="0">
                  <a:pos x="48" y="78"/>
                </a:cxn>
                <a:cxn ang="0">
                  <a:pos x="48" y="72"/>
                </a:cxn>
                <a:cxn ang="0">
                  <a:pos x="60" y="66"/>
                </a:cxn>
                <a:cxn ang="0">
                  <a:pos x="66" y="60"/>
                </a:cxn>
                <a:cxn ang="0">
                  <a:pos x="72" y="42"/>
                </a:cxn>
                <a:cxn ang="0">
                  <a:pos x="66" y="18"/>
                </a:cxn>
                <a:cxn ang="0">
                  <a:pos x="60" y="12"/>
                </a:cxn>
                <a:cxn ang="0">
                  <a:pos x="54" y="6"/>
                </a:cxn>
                <a:cxn ang="0">
                  <a:pos x="48" y="0"/>
                </a:cxn>
                <a:cxn ang="0">
                  <a:pos x="36" y="0"/>
                </a:cxn>
                <a:cxn ang="0">
                  <a:pos x="30" y="0"/>
                </a:cxn>
                <a:cxn ang="0">
                  <a:pos x="18" y="6"/>
                </a:cxn>
                <a:cxn ang="0">
                  <a:pos x="12" y="12"/>
                </a:cxn>
                <a:cxn ang="0">
                  <a:pos x="6" y="18"/>
                </a:cxn>
                <a:cxn ang="0">
                  <a:pos x="0" y="42"/>
                </a:cxn>
                <a:cxn ang="0">
                  <a:pos x="6" y="60"/>
                </a:cxn>
                <a:cxn ang="0">
                  <a:pos x="18" y="66"/>
                </a:cxn>
                <a:cxn ang="0">
                  <a:pos x="24" y="72"/>
                </a:cxn>
                <a:cxn ang="0">
                  <a:pos x="24" y="78"/>
                </a:cxn>
                <a:cxn ang="0">
                  <a:pos x="6" y="78"/>
                </a:cxn>
                <a:cxn ang="0">
                  <a:pos x="6" y="78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0" y="90"/>
                </a:cxn>
                <a:cxn ang="0">
                  <a:pos x="30" y="90"/>
                </a:cxn>
                <a:cxn ang="0">
                  <a:pos x="30" y="72"/>
                </a:cxn>
              </a:cxnLst>
              <a:rect l="txL" t="txT" r="txR" b="txB"/>
              <a:pathLst>
                <a:path w="72" h="90">
                  <a:moveTo>
                    <a:pt x="30" y="72"/>
                  </a:moveTo>
                  <a:lnTo>
                    <a:pt x="24" y="66"/>
                  </a:lnTo>
                  <a:lnTo>
                    <a:pt x="18" y="54"/>
                  </a:lnTo>
                  <a:lnTo>
                    <a:pt x="12" y="48"/>
                  </a:lnTo>
                  <a:lnTo>
                    <a:pt x="12" y="36"/>
                  </a:lnTo>
                  <a:lnTo>
                    <a:pt x="24" y="12"/>
                  </a:lnTo>
                  <a:lnTo>
                    <a:pt x="30" y="6"/>
                  </a:lnTo>
                  <a:lnTo>
                    <a:pt x="36" y="0"/>
                  </a:lnTo>
                  <a:lnTo>
                    <a:pt x="42" y="6"/>
                  </a:lnTo>
                  <a:lnTo>
                    <a:pt x="48" y="12"/>
                  </a:lnTo>
                  <a:lnTo>
                    <a:pt x="60" y="36"/>
                  </a:lnTo>
                  <a:lnTo>
                    <a:pt x="60" y="48"/>
                  </a:lnTo>
                  <a:lnTo>
                    <a:pt x="54" y="54"/>
                  </a:lnTo>
                  <a:lnTo>
                    <a:pt x="48" y="66"/>
                  </a:lnTo>
                  <a:lnTo>
                    <a:pt x="42" y="72"/>
                  </a:lnTo>
                  <a:lnTo>
                    <a:pt x="42" y="90"/>
                  </a:lnTo>
                  <a:lnTo>
                    <a:pt x="72" y="90"/>
                  </a:lnTo>
                  <a:lnTo>
                    <a:pt x="72" y="72"/>
                  </a:lnTo>
                  <a:lnTo>
                    <a:pt x="72" y="78"/>
                  </a:lnTo>
                  <a:lnTo>
                    <a:pt x="66" y="78"/>
                  </a:lnTo>
                  <a:lnTo>
                    <a:pt x="48" y="78"/>
                  </a:lnTo>
                  <a:lnTo>
                    <a:pt x="48" y="72"/>
                  </a:lnTo>
                  <a:lnTo>
                    <a:pt x="60" y="66"/>
                  </a:lnTo>
                  <a:lnTo>
                    <a:pt x="66" y="60"/>
                  </a:lnTo>
                  <a:lnTo>
                    <a:pt x="72" y="42"/>
                  </a:lnTo>
                  <a:lnTo>
                    <a:pt x="66" y="18"/>
                  </a:lnTo>
                  <a:lnTo>
                    <a:pt x="60" y="12"/>
                  </a:lnTo>
                  <a:lnTo>
                    <a:pt x="54" y="6"/>
                  </a:lnTo>
                  <a:lnTo>
                    <a:pt x="48" y="0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18" y="6"/>
                  </a:lnTo>
                  <a:lnTo>
                    <a:pt x="12" y="12"/>
                  </a:lnTo>
                  <a:lnTo>
                    <a:pt x="6" y="18"/>
                  </a:lnTo>
                  <a:lnTo>
                    <a:pt x="0" y="42"/>
                  </a:lnTo>
                  <a:lnTo>
                    <a:pt x="6" y="60"/>
                  </a:lnTo>
                  <a:lnTo>
                    <a:pt x="18" y="66"/>
                  </a:lnTo>
                  <a:lnTo>
                    <a:pt x="24" y="72"/>
                  </a:lnTo>
                  <a:lnTo>
                    <a:pt x="24" y="78"/>
                  </a:lnTo>
                  <a:lnTo>
                    <a:pt x="6" y="78"/>
                  </a:lnTo>
                  <a:lnTo>
                    <a:pt x="0" y="72"/>
                  </a:lnTo>
                  <a:lnTo>
                    <a:pt x="0" y="90"/>
                  </a:lnTo>
                  <a:lnTo>
                    <a:pt x="30" y="90"/>
                  </a:lnTo>
                  <a:lnTo>
                    <a:pt x="30" y="7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4" name="Freeform 25"/>
            <p:cNvSpPr>
              <a:spLocks noEditPoints="1"/>
            </p:cNvSpPr>
            <p:nvPr/>
          </p:nvSpPr>
          <p:spPr>
            <a:xfrm>
              <a:off x="828" y="1509"/>
              <a:ext cx="18" cy="89"/>
            </a:xfrm>
            <a:custGeom>
              <a:avLst/>
              <a:gdLst>
                <a:gd name="txL" fmla="*/ 0 w 18"/>
                <a:gd name="txT" fmla="*/ 0 h 89"/>
                <a:gd name="txR" fmla="*/ 18 w 18"/>
                <a:gd name="txB" fmla="*/ 89 h 89"/>
              </a:gdLst>
              <a:ahLst/>
              <a:cxnLst>
                <a:cxn ang="0">
                  <a:pos x="18" y="71"/>
                </a:cxn>
                <a:cxn ang="0">
                  <a:pos x="12" y="77"/>
                </a:cxn>
                <a:cxn ang="0">
                  <a:pos x="6" y="83"/>
                </a:cxn>
                <a:cxn ang="0">
                  <a:pos x="6" y="83"/>
                </a:cxn>
                <a:cxn ang="0">
                  <a:pos x="6" y="77"/>
                </a:cxn>
                <a:cxn ang="0">
                  <a:pos x="6" y="77"/>
                </a:cxn>
                <a:cxn ang="0">
                  <a:pos x="6" y="71"/>
                </a:cxn>
                <a:cxn ang="0">
                  <a:pos x="18" y="30"/>
                </a:cxn>
                <a:cxn ang="0">
                  <a:pos x="18" y="30"/>
                </a:cxn>
                <a:cxn ang="0">
                  <a:pos x="0" y="30"/>
                </a:cxn>
                <a:cxn ang="0">
                  <a:pos x="0" y="36"/>
                </a:cxn>
                <a:cxn ang="0">
                  <a:pos x="6" y="36"/>
                </a:cxn>
                <a:cxn ang="0">
                  <a:pos x="6" y="36"/>
                </a:cxn>
                <a:cxn ang="0">
                  <a:pos x="6" y="42"/>
                </a:cxn>
                <a:cxn ang="0">
                  <a:pos x="6" y="59"/>
                </a:cxn>
                <a:cxn ang="0">
                  <a:pos x="0" y="71"/>
                </a:cxn>
                <a:cxn ang="0">
                  <a:pos x="0" y="77"/>
                </a:cxn>
                <a:cxn ang="0">
                  <a:pos x="0" y="83"/>
                </a:cxn>
                <a:cxn ang="0">
                  <a:pos x="6" y="89"/>
                </a:cxn>
                <a:cxn ang="0">
                  <a:pos x="12" y="83"/>
                </a:cxn>
                <a:cxn ang="0">
                  <a:pos x="18" y="71"/>
                </a:cxn>
                <a:cxn ang="0">
                  <a:pos x="18" y="71"/>
                </a:cxn>
                <a:cxn ang="0">
                  <a:pos x="18" y="6"/>
                </a:cxn>
                <a:cxn ang="0">
                  <a:pos x="18" y="6"/>
                </a:cxn>
                <a:cxn ang="0">
                  <a:pos x="18" y="0"/>
                </a:cxn>
                <a:cxn ang="0">
                  <a:pos x="12" y="0"/>
                </a:cxn>
                <a:cxn ang="0">
                  <a:pos x="12" y="6"/>
                </a:cxn>
                <a:cxn ang="0">
                  <a:pos x="12" y="12"/>
                </a:cxn>
                <a:cxn ang="0">
                  <a:pos x="18" y="12"/>
                </a:cxn>
                <a:cxn ang="0">
                  <a:pos x="18" y="12"/>
                </a:cxn>
                <a:cxn ang="0">
                  <a:pos x="18" y="6"/>
                </a:cxn>
                <a:cxn ang="0">
                  <a:pos x="18" y="6"/>
                </a:cxn>
              </a:cxnLst>
              <a:rect l="txL" t="txT" r="txR" b="txB"/>
              <a:pathLst>
                <a:path w="18" h="89">
                  <a:moveTo>
                    <a:pt x="18" y="71"/>
                  </a:moveTo>
                  <a:lnTo>
                    <a:pt x="12" y="77"/>
                  </a:lnTo>
                  <a:lnTo>
                    <a:pt x="6" y="83"/>
                  </a:lnTo>
                  <a:lnTo>
                    <a:pt x="6" y="77"/>
                  </a:lnTo>
                  <a:lnTo>
                    <a:pt x="6" y="71"/>
                  </a:lnTo>
                  <a:lnTo>
                    <a:pt x="18" y="30"/>
                  </a:lnTo>
                  <a:lnTo>
                    <a:pt x="0" y="30"/>
                  </a:lnTo>
                  <a:lnTo>
                    <a:pt x="0" y="36"/>
                  </a:lnTo>
                  <a:lnTo>
                    <a:pt x="6" y="36"/>
                  </a:lnTo>
                  <a:lnTo>
                    <a:pt x="6" y="42"/>
                  </a:lnTo>
                  <a:lnTo>
                    <a:pt x="6" y="59"/>
                  </a:lnTo>
                  <a:lnTo>
                    <a:pt x="0" y="71"/>
                  </a:lnTo>
                  <a:lnTo>
                    <a:pt x="0" y="77"/>
                  </a:lnTo>
                  <a:lnTo>
                    <a:pt x="0" y="83"/>
                  </a:lnTo>
                  <a:lnTo>
                    <a:pt x="6" y="89"/>
                  </a:lnTo>
                  <a:lnTo>
                    <a:pt x="12" y="83"/>
                  </a:lnTo>
                  <a:lnTo>
                    <a:pt x="18" y="71"/>
                  </a:lnTo>
                  <a:close/>
                  <a:moveTo>
                    <a:pt x="18" y="6"/>
                  </a:moveTo>
                  <a:lnTo>
                    <a:pt x="18" y="6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12" y="6"/>
                  </a:lnTo>
                  <a:lnTo>
                    <a:pt x="12" y="12"/>
                  </a:lnTo>
                  <a:lnTo>
                    <a:pt x="18" y="12"/>
                  </a:lnTo>
                  <a:lnTo>
                    <a:pt x="18" y="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5" name="Freeform 26"/>
            <p:cNvSpPr/>
            <p:nvPr/>
          </p:nvSpPr>
          <p:spPr>
            <a:xfrm>
              <a:off x="846" y="1586"/>
              <a:ext cx="36" cy="42"/>
            </a:xfrm>
            <a:custGeom>
              <a:avLst/>
              <a:gdLst>
                <a:gd name="txL" fmla="*/ 0 w 36"/>
                <a:gd name="txT" fmla="*/ 0 h 42"/>
                <a:gd name="txR" fmla="*/ 36 w 36"/>
                <a:gd name="txB" fmla="*/ 42 h 42"/>
              </a:gdLst>
              <a:ahLst/>
              <a:cxnLst>
                <a:cxn ang="0">
                  <a:pos x="36" y="30"/>
                </a:cxn>
                <a:cxn ang="0">
                  <a:pos x="30" y="36"/>
                </a:cxn>
                <a:cxn ang="0">
                  <a:pos x="30" y="36"/>
                </a:cxn>
                <a:cxn ang="0">
                  <a:pos x="30" y="36"/>
                </a:cxn>
                <a:cxn ang="0">
                  <a:pos x="24" y="24"/>
                </a:cxn>
                <a:cxn ang="0">
                  <a:pos x="24" y="18"/>
                </a:cxn>
                <a:cxn ang="0">
                  <a:pos x="30" y="12"/>
                </a:cxn>
                <a:cxn ang="0">
                  <a:pos x="30" y="6"/>
                </a:cxn>
                <a:cxn ang="0">
                  <a:pos x="36" y="6"/>
                </a:cxn>
                <a:cxn ang="0">
                  <a:pos x="36" y="6"/>
                </a:cxn>
                <a:cxn ang="0">
                  <a:pos x="36" y="6"/>
                </a:cxn>
                <a:cxn ang="0">
                  <a:pos x="36" y="0"/>
                </a:cxn>
                <a:cxn ang="0">
                  <a:pos x="36" y="0"/>
                </a:cxn>
                <a:cxn ang="0">
                  <a:pos x="30" y="6"/>
                </a:cxn>
                <a:cxn ang="0">
                  <a:pos x="24" y="12"/>
                </a:cxn>
                <a:cxn ang="0">
                  <a:pos x="24" y="6"/>
                </a:cxn>
                <a:cxn ang="0">
                  <a:pos x="24" y="0"/>
                </a:cxn>
                <a:cxn ang="0">
                  <a:pos x="18" y="0"/>
                </a:cxn>
                <a:cxn ang="0">
                  <a:pos x="12" y="0"/>
                </a:cxn>
                <a:cxn ang="0">
                  <a:pos x="6" y="0"/>
                </a:cxn>
                <a:cxn ang="0">
                  <a:pos x="12" y="6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8" y="6"/>
                </a:cxn>
                <a:cxn ang="0">
                  <a:pos x="18" y="6"/>
                </a:cxn>
                <a:cxn ang="0">
                  <a:pos x="18" y="12"/>
                </a:cxn>
                <a:cxn ang="0">
                  <a:pos x="18" y="24"/>
                </a:cxn>
                <a:cxn ang="0">
                  <a:pos x="12" y="36"/>
                </a:cxn>
                <a:cxn ang="0">
                  <a:pos x="12" y="36"/>
                </a:cxn>
                <a:cxn ang="0">
                  <a:pos x="6" y="36"/>
                </a:cxn>
                <a:cxn ang="0">
                  <a:pos x="6" y="36"/>
                </a:cxn>
                <a:cxn ang="0">
                  <a:pos x="0" y="36"/>
                </a:cxn>
                <a:cxn ang="0">
                  <a:pos x="0" y="42"/>
                </a:cxn>
                <a:cxn ang="0">
                  <a:pos x="6" y="42"/>
                </a:cxn>
                <a:cxn ang="0">
                  <a:pos x="6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8" y="36"/>
                </a:cxn>
                <a:cxn ang="0">
                  <a:pos x="18" y="24"/>
                </a:cxn>
                <a:cxn ang="0">
                  <a:pos x="24" y="36"/>
                </a:cxn>
                <a:cxn ang="0">
                  <a:pos x="24" y="42"/>
                </a:cxn>
                <a:cxn ang="0">
                  <a:pos x="24" y="42"/>
                </a:cxn>
                <a:cxn ang="0">
                  <a:pos x="30" y="42"/>
                </a:cxn>
                <a:cxn ang="0">
                  <a:pos x="36" y="30"/>
                </a:cxn>
                <a:cxn ang="0">
                  <a:pos x="36" y="30"/>
                </a:cxn>
              </a:cxnLst>
              <a:rect l="txL" t="txT" r="txR" b="txB"/>
              <a:pathLst>
                <a:path w="36" h="42">
                  <a:moveTo>
                    <a:pt x="36" y="30"/>
                  </a:moveTo>
                  <a:lnTo>
                    <a:pt x="30" y="36"/>
                  </a:lnTo>
                  <a:lnTo>
                    <a:pt x="24" y="24"/>
                  </a:lnTo>
                  <a:lnTo>
                    <a:pt x="24" y="18"/>
                  </a:lnTo>
                  <a:lnTo>
                    <a:pt x="30" y="12"/>
                  </a:lnTo>
                  <a:lnTo>
                    <a:pt x="30" y="6"/>
                  </a:lnTo>
                  <a:lnTo>
                    <a:pt x="36" y="6"/>
                  </a:lnTo>
                  <a:lnTo>
                    <a:pt x="36" y="0"/>
                  </a:lnTo>
                  <a:lnTo>
                    <a:pt x="30" y="6"/>
                  </a:lnTo>
                  <a:lnTo>
                    <a:pt x="24" y="12"/>
                  </a:ln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12" y="6"/>
                  </a:lnTo>
                  <a:lnTo>
                    <a:pt x="12" y="0"/>
                  </a:lnTo>
                  <a:lnTo>
                    <a:pt x="18" y="6"/>
                  </a:lnTo>
                  <a:lnTo>
                    <a:pt x="18" y="12"/>
                  </a:lnTo>
                  <a:lnTo>
                    <a:pt x="18" y="24"/>
                  </a:lnTo>
                  <a:lnTo>
                    <a:pt x="12" y="36"/>
                  </a:lnTo>
                  <a:lnTo>
                    <a:pt x="6" y="36"/>
                  </a:lnTo>
                  <a:lnTo>
                    <a:pt x="0" y="36"/>
                  </a:lnTo>
                  <a:lnTo>
                    <a:pt x="0" y="42"/>
                  </a:lnTo>
                  <a:lnTo>
                    <a:pt x="6" y="42"/>
                  </a:lnTo>
                  <a:lnTo>
                    <a:pt x="12" y="42"/>
                  </a:lnTo>
                  <a:lnTo>
                    <a:pt x="18" y="36"/>
                  </a:lnTo>
                  <a:lnTo>
                    <a:pt x="18" y="24"/>
                  </a:lnTo>
                  <a:lnTo>
                    <a:pt x="24" y="36"/>
                  </a:lnTo>
                  <a:lnTo>
                    <a:pt x="24" y="42"/>
                  </a:lnTo>
                  <a:lnTo>
                    <a:pt x="30" y="42"/>
                  </a:lnTo>
                  <a:lnTo>
                    <a:pt x="36" y="3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6" name="Freeform 27"/>
            <p:cNvSpPr/>
            <p:nvPr/>
          </p:nvSpPr>
          <p:spPr>
            <a:xfrm>
              <a:off x="1593" y="2739"/>
              <a:ext cx="1" cy="137"/>
            </a:xfrm>
            <a:custGeom>
              <a:avLst/>
              <a:gdLst>
                <a:gd name="txL" fmla="*/ 0 w 1"/>
                <a:gd name="txT" fmla="*/ 0 h 137"/>
                <a:gd name="txR" fmla="*/ 1 w 1"/>
                <a:gd name="txB" fmla="*/ 137 h 137"/>
              </a:gdLst>
              <a:ahLst/>
              <a:cxnLst>
                <a:cxn ang="0">
                  <a:pos x="0" y="0"/>
                </a:cxn>
                <a:cxn ang="0">
                  <a:pos x="0" y="137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37">
                  <a:moveTo>
                    <a:pt x="0" y="0"/>
                  </a:moveTo>
                  <a:lnTo>
                    <a:pt x="0" y="1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7" name="Freeform 28"/>
            <p:cNvSpPr/>
            <p:nvPr/>
          </p:nvSpPr>
          <p:spPr>
            <a:xfrm>
              <a:off x="648" y="1730"/>
              <a:ext cx="30" cy="89"/>
            </a:xfrm>
            <a:custGeom>
              <a:avLst/>
              <a:gdLst>
                <a:gd name="txL" fmla="*/ 0 w 30"/>
                <a:gd name="txT" fmla="*/ 0 h 89"/>
                <a:gd name="txR" fmla="*/ 30 w 30"/>
                <a:gd name="txB" fmla="*/ 89 h 89"/>
              </a:gdLst>
              <a:ahLst/>
              <a:cxnLst>
                <a:cxn ang="0">
                  <a:pos x="0" y="89"/>
                </a:cxn>
                <a:cxn ang="0">
                  <a:pos x="30" y="89"/>
                </a:cxn>
                <a:cxn ang="0">
                  <a:pos x="30" y="89"/>
                </a:cxn>
                <a:cxn ang="0">
                  <a:pos x="24" y="89"/>
                </a:cxn>
                <a:cxn ang="0">
                  <a:pos x="18" y="83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0" y="12"/>
                </a:cxn>
                <a:cxn ang="0">
                  <a:pos x="0" y="18"/>
                </a:cxn>
                <a:cxn ang="0">
                  <a:pos x="6" y="12"/>
                </a:cxn>
                <a:cxn ang="0">
                  <a:pos x="6" y="12"/>
                </a:cxn>
                <a:cxn ang="0">
                  <a:pos x="12" y="18"/>
                </a:cxn>
                <a:cxn ang="0">
                  <a:pos x="12" y="18"/>
                </a:cxn>
                <a:cxn ang="0">
                  <a:pos x="12" y="77"/>
                </a:cxn>
                <a:cxn ang="0">
                  <a:pos x="6" y="89"/>
                </a:cxn>
                <a:cxn ang="0">
                  <a:pos x="0" y="89"/>
                </a:cxn>
                <a:cxn ang="0">
                  <a:pos x="0" y="89"/>
                </a:cxn>
              </a:cxnLst>
              <a:rect l="txL" t="txT" r="txR" b="txB"/>
              <a:pathLst>
                <a:path w="30" h="89">
                  <a:moveTo>
                    <a:pt x="0" y="89"/>
                  </a:moveTo>
                  <a:lnTo>
                    <a:pt x="30" y="89"/>
                  </a:lnTo>
                  <a:lnTo>
                    <a:pt x="24" y="89"/>
                  </a:lnTo>
                  <a:lnTo>
                    <a:pt x="18" y="83"/>
                  </a:lnTo>
                  <a:lnTo>
                    <a:pt x="18" y="0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6" y="12"/>
                  </a:lnTo>
                  <a:lnTo>
                    <a:pt x="12" y="18"/>
                  </a:lnTo>
                  <a:lnTo>
                    <a:pt x="12" y="77"/>
                  </a:lnTo>
                  <a:lnTo>
                    <a:pt x="6" y="89"/>
                  </a:lnTo>
                  <a:lnTo>
                    <a:pt x="0" y="8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8" name="Freeform 29"/>
            <p:cNvSpPr/>
            <p:nvPr/>
          </p:nvSpPr>
          <p:spPr>
            <a:xfrm>
              <a:off x="2497" y="1730"/>
              <a:ext cx="42" cy="95"/>
            </a:xfrm>
            <a:custGeom>
              <a:avLst/>
              <a:gdLst>
                <a:gd name="txL" fmla="*/ 0 w 42"/>
                <a:gd name="txT" fmla="*/ 0 h 95"/>
                <a:gd name="txR" fmla="*/ 42 w 42"/>
                <a:gd name="txB" fmla="*/ 95 h 95"/>
              </a:gdLst>
              <a:ahLst/>
              <a:cxnLst>
                <a:cxn ang="0">
                  <a:pos x="12" y="47"/>
                </a:cxn>
                <a:cxn ang="0">
                  <a:pos x="18" y="47"/>
                </a:cxn>
                <a:cxn ang="0">
                  <a:pos x="24" y="53"/>
                </a:cxn>
                <a:cxn ang="0">
                  <a:pos x="30" y="59"/>
                </a:cxn>
                <a:cxn ang="0">
                  <a:pos x="36" y="65"/>
                </a:cxn>
                <a:cxn ang="0">
                  <a:pos x="30" y="83"/>
                </a:cxn>
                <a:cxn ang="0">
                  <a:pos x="18" y="89"/>
                </a:cxn>
                <a:cxn ang="0">
                  <a:pos x="12" y="89"/>
                </a:cxn>
                <a:cxn ang="0">
                  <a:pos x="6" y="83"/>
                </a:cxn>
                <a:cxn ang="0">
                  <a:pos x="6" y="83"/>
                </a:cxn>
                <a:cxn ang="0">
                  <a:pos x="0" y="83"/>
                </a:cxn>
                <a:cxn ang="0">
                  <a:pos x="6" y="95"/>
                </a:cxn>
                <a:cxn ang="0">
                  <a:pos x="12" y="95"/>
                </a:cxn>
                <a:cxn ang="0">
                  <a:pos x="36" y="89"/>
                </a:cxn>
                <a:cxn ang="0">
                  <a:pos x="42" y="65"/>
                </a:cxn>
                <a:cxn ang="0">
                  <a:pos x="36" y="47"/>
                </a:cxn>
                <a:cxn ang="0">
                  <a:pos x="30" y="35"/>
                </a:cxn>
                <a:cxn ang="0">
                  <a:pos x="36" y="29"/>
                </a:cxn>
                <a:cxn ang="0">
                  <a:pos x="36" y="18"/>
                </a:cxn>
                <a:cxn ang="0">
                  <a:pos x="36" y="6"/>
                </a:cxn>
                <a:cxn ang="0">
                  <a:pos x="24" y="0"/>
                </a:cxn>
                <a:cxn ang="0">
                  <a:pos x="12" y="6"/>
                </a:cxn>
                <a:cxn ang="0">
                  <a:pos x="0" y="24"/>
                </a:cxn>
                <a:cxn ang="0">
                  <a:pos x="6" y="24"/>
                </a:cxn>
                <a:cxn ang="0">
                  <a:pos x="12" y="18"/>
                </a:cxn>
                <a:cxn ang="0">
                  <a:pos x="18" y="12"/>
                </a:cxn>
                <a:cxn ang="0">
                  <a:pos x="24" y="18"/>
                </a:cxn>
                <a:cxn ang="0">
                  <a:pos x="30" y="24"/>
                </a:cxn>
                <a:cxn ang="0">
                  <a:pos x="24" y="35"/>
                </a:cxn>
                <a:cxn ang="0">
                  <a:pos x="12" y="47"/>
                </a:cxn>
                <a:cxn ang="0">
                  <a:pos x="12" y="47"/>
                </a:cxn>
              </a:cxnLst>
              <a:rect l="txL" t="txT" r="txR" b="txB"/>
              <a:pathLst>
                <a:path w="42" h="95">
                  <a:moveTo>
                    <a:pt x="12" y="47"/>
                  </a:moveTo>
                  <a:lnTo>
                    <a:pt x="18" y="47"/>
                  </a:lnTo>
                  <a:lnTo>
                    <a:pt x="24" y="53"/>
                  </a:lnTo>
                  <a:lnTo>
                    <a:pt x="30" y="59"/>
                  </a:lnTo>
                  <a:lnTo>
                    <a:pt x="36" y="65"/>
                  </a:lnTo>
                  <a:lnTo>
                    <a:pt x="30" y="83"/>
                  </a:lnTo>
                  <a:lnTo>
                    <a:pt x="18" y="89"/>
                  </a:lnTo>
                  <a:lnTo>
                    <a:pt x="12" y="89"/>
                  </a:lnTo>
                  <a:lnTo>
                    <a:pt x="6" y="83"/>
                  </a:lnTo>
                  <a:lnTo>
                    <a:pt x="0" y="83"/>
                  </a:lnTo>
                  <a:lnTo>
                    <a:pt x="6" y="95"/>
                  </a:lnTo>
                  <a:lnTo>
                    <a:pt x="12" y="95"/>
                  </a:lnTo>
                  <a:lnTo>
                    <a:pt x="36" y="89"/>
                  </a:lnTo>
                  <a:lnTo>
                    <a:pt x="42" y="65"/>
                  </a:lnTo>
                  <a:lnTo>
                    <a:pt x="36" y="47"/>
                  </a:lnTo>
                  <a:lnTo>
                    <a:pt x="30" y="35"/>
                  </a:lnTo>
                  <a:lnTo>
                    <a:pt x="36" y="29"/>
                  </a:lnTo>
                  <a:lnTo>
                    <a:pt x="36" y="18"/>
                  </a:lnTo>
                  <a:lnTo>
                    <a:pt x="36" y="6"/>
                  </a:lnTo>
                  <a:lnTo>
                    <a:pt x="24" y="0"/>
                  </a:lnTo>
                  <a:lnTo>
                    <a:pt x="12" y="6"/>
                  </a:lnTo>
                  <a:lnTo>
                    <a:pt x="0" y="24"/>
                  </a:lnTo>
                  <a:lnTo>
                    <a:pt x="6" y="24"/>
                  </a:lnTo>
                  <a:lnTo>
                    <a:pt x="12" y="18"/>
                  </a:lnTo>
                  <a:lnTo>
                    <a:pt x="18" y="12"/>
                  </a:lnTo>
                  <a:lnTo>
                    <a:pt x="24" y="18"/>
                  </a:lnTo>
                  <a:lnTo>
                    <a:pt x="30" y="24"/>
                  </a:lnTo>
                  <a:lnTo>
                    <a:pt x="24" y="35"/>
                  </a:lnTo>
                  <a:lnTo>
                    <a:pt x="12" y="4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9" name="Freeform 30"/>
            <p:cNvSpPr/>
            <p:nvPr/>
          </p:nvSpPr>
          <p:spPr>
            <a:xfrm>
              <a:off x="1570" y="1622"/>
              <a:ext cx="41" cy="96"/>
            </a:xfrm>
            <a:custGeom>
              <a:avLst/>
              <a:gdLst>
                <a:gd name="txL" fmla="*/ 0 w 41"/>
                <a:gd name="txT" fmla="*/ 0 h 96"/>
                <a:gd name="txR" fmla="*/ 41 w 41"/>
                <a:gd name="txB" fmla="*/ 96 h 96"/>
              </a:gdLst>
              <a:ahLst/>
              <a:cxnLst>
                <a:cxn ang="0">
                  <a:pos x="41" y="78"/>
                </a:cxn>
                <a:cxn ang="0">
                  <a:pos x="41" y="72"/>
                </a:cxn>
                <a:cxn ang="0">
                  <a:pos x="41" y="84"/>
                </a:cxn>
                <a:cxn ang="0">
                  <a:pos x="35" y="84"/>
                </a:cxn>
                <a:cxn ang="0">
                  <a:pos x="12" y="84"/>
                </a:cxn>
                <a:cxn ang="0">
                  <a:pos x="23" y="60"/>
                </a:cxn>
                <a:cxn ang="0">
                  <a:pos x="35" y="48"/>
                </a:cxn>
                <a:cxn ang="0">
                  <a:pos x="41" y="24"/>
                </a:cxn>
                <a:cxn ang="0">
                  <a:pos x="35" y="6"/>
                </a:cxn>
                <a:cxn ang="0">
                  <a:pos x="23" y="0"/>
                </a:cxn>
                <a:cxn ang="0">
                  <a:pos x="6" y="6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6" y="18"/>
                </a:cxn>
                <a:cxn ang="0">
                  <a:pos x="18" y="12"/>
                </a:cxn>
                <a:cxn ang="0">
                  <a:pos x="29" y="18"/>
                </a:cxn>
                <a:cxn ang="0">
                  <a:pos x="29" y="30"/>
                </a:cxn>
                <a:cxn ang="0">
                  <a:pos x="23" y="48"/>
                </a:cxn>
                <a:cxn ang="0">
                  <a:pos x="18" y="66"/>
                </a:cxn>
                <a:cxn ang="0">
                  <a:pos x="0" y="90"/>
                </a:cxn>
                <a:cxn ang="0">
                  <a:pos x="0" y="96"/>
                </a:cxn>
                <a:cxn ang="0">
                  <a:pos x="41" y="96"/>
                </a:cxn>
                <a:cxn ang="0">
                  <a:pos x="41" y="78"/>
                </a:cxn>
              </a:cxnLst>
              <a:rect l="txL" t="txT" r="txR" b="txB"/>
              <a:pathLst>
                <a:path w="41" h="96">
                  <a:moveTo>
                    <a:pt x="41" y="78"/>
                  </a:moveTo>
                  <a:lnTo>
                    <a:pt x="41" y="72"/>
                  </a:lnTo>
                  <a:lnTo>
                    <a:pt x="41" y="84"/>
                  </a:lnTo>
                  <a:lnTo>
                    <a:pt x="35" y="84"/>
                  </a:lnTo>
                  <a:lnTo>
                    <a:pt x="12" y="84"/>
                  </a:lnTo>
                  <a:lnTo>
                    <a:pt x="23" y="60"/>
                  </a:lnTo>
                  <a:lnTo>
                    <a:pt x="35" y="48"/>
                  </a:lnTo>
                  <a:lnTo>
                    <a:pt x="41" y="24"/>
                  </a:lnTo>
                  <a:lnTo>
                    <a:pt x="35" y="6"/>
                  </a:lnTo>
                  <a:lnTo>
                    <a:pt x="23" y="0"/>
                  </a:lnTo>
                  <a:lnTo>
                    <a:pt x="6" y="6"/>
                  </a:lnTo>
                  <a:lnTo>
                    <a:pt x="0" y="30"/>
                  </a:lnTo>
                  <a:lnTo>
                    <a:pt x="6" y="18"/>
                  </a:lnTo>
                  <a:lnTo>
                    <a:pt x="18" y="12"/>
                  </a:lnTo>
                  <a:lnTo>
                    <a:pt x="29" y="18"/>
                  </a:lnTo>
                  <a:lnTo>
                    <a:pt x="29" y="30"/>
                  </a:lnTo>
                  <a:lnTo>
                    <a:pt x="23" y="48"/>
                  </a:lnTo>
                  <a:lnTo>
                    <a:pt x="18" y="66"/>
                  </a:lnTo>
                  <a:lnTo>
                    <a:pt x="0" y="90"/>
                  </a:lnTo>
                  <a:lnTo>
                    <a:pt x="0" y="96"/>
                  </a:lnTo>
                  <a:lnTo>
                    <a:pt x="41" y="96"/>
                  </a:lnTo>
                  <a:lnTo>
                    <a:pt x="41" y="7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0" name="Freeform 31"/>
            <p:cNvSpPr>
              <a:spLocks noEditPoints="1"/>
            </p:cNvSpPr>
            <p:nvPr/>
          </p:nvSpPr>
          <p:spPr>
            <a:xfrm>
              <a:off x="1641" y="2583"/>
              <a:ext cx="48" cy="90"/>
            </a:xfrm>
            <a:custGeom>
              <a:avLst/>
              <a:gdLst>
                <a:gd name="txL" fmla="*/ 0 w 48"/>
                <a:gd name="txT" fmla="*/ 0 h 90"/>
                <a:gd name="txR" fmla="*/ 48 w 48"/>
                <a:gd name="txB" fmla="*/ 90 h 90"/>
              </a:gdLst>
              <a:ahLst/>
              <a:cxnLst>
                <a:cxn ang="0">
                  <a:pos x="24" y="0"/>
                </a:cxn>
                <a:cxn ang="0">
                  <a:pos x="30" y="6"/>
                </a:cxn>
                <a:cxn ang="0">
                  <a:pos x="36" y="18"/>
                </a:cxn>
                <a:cxn ang="0">
                  <a:pos x="36" y="36"/>
                </a:cxn>
                <a:cxn ang="0">
                  <a:pos x="36" y="48"/>
                </a:cxn>
                <a:cxn ang="0">
                  <a:pos x="36" y="60"/>
                </a:cxn>
                <a:cxn ang="0">
                  <a:pos x="36" y="72"/>
                </a:cxn>
                <a:cxn ang="0">
                  <a:pos x="30" y="84"/>
                </a:cxn>
                <a:cxn ang="0">
                  <a:pos x="24" y="90"/>
                </a:cxn>
                <a:cxn ang="0">
                  <a:pos x="18" y="84"/>
                </a:cxn>
                <a:cxn ang="0">
                  <a:pos x="12" y="72"/>
                </a:cxn>
                <a:cxn ang="0">
                  <a:pos x="12" y="60"/>
                </a:cxn>
                <a:cxn ang="0">
                  <a:pos x="12" y="48"/>
                </a:cxn>
                <a:cxn ang="0">
                  <a:pos x="12" y="36"/>
                </a:cxn>
                <a:cxn ang="0">
                  <a:pos x="12" y="18"/>
                </a:cxn>
                <a:cxn ang="0">
                  <a:pos x="18" y="6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12" y="6"/>
                </a:cxn>
                <a:cxn ang="0">
                  <a:pos x="6" y="18"/>
                </a:cxn>
                <a:cxn ang="0">
                  <a:pos x="0" y="48"/>
                </a:cxn>
                <a:cxn ang="0">
                  <a:pos x="0" y="60"/>
                </a:cxn>
                <a:cxn ang="0">
                  <a:pos x="6" y="72"/>
                </a:cxn>
                <a:cxn ang="0">
                  <a:pos x="12" y="84"/>
                </a:cxn>
                <a:cxn ang="0">
                  <a:pos x="24" y="90"/>
                </a:cxn>
                <a:cxn ang="0">
                  <a:pos x="36" y="84"/>
                </a:cxn>
                <a:cxn ang="0">
                  <a:pos x="42" y="72"/>
                </a:cxn>
                <a:cxn ang="0">
                  <a:pos x="48" y="60"/>
                </a:cxn>
                <a:cxn ang="0">
                  <a:pos x="48" y="48"/>
                </a:cxn>
                <a:cxn ang="0">
                  <a:pos x="42" y="18"/>
                </a:cxn>
                <a:cxn ang="0">
                  <a:pos x="36" y="6"/>
                </a:cxn>
                <a:cxn ang="0">
                  <a:pos x="24" y="0"/>
                </a:cxn>
                <a:cxn ang="0">
                  <a:pos x="24" y="0"/>
                </a:cxn>
              </a:cxnLst>
              <a:rect l="txL" t="txT" r="txR" b="txB"/>
              <a:pathLst>
                <a:path w="48" h="90">
                  <a:moveTo>
                    <a:pt x="24" y="0"/>
                  </a:moveTo>
                  <a:lnTo>
                    <a:pt x="30" y="6"/>
                  </a:lnTo>
                  <a:lnTo>
                    <a:pt x="36" y="18"/>
                  </a:lnTo>
                  <a:lnTo>
                    <a:pt x="36" y="36"/>
                  </a:lnTo>
                  <a:lnTo>
                    <a:pt x="36" y="48"/>
                  </a:lnTo>
                  <a:lnTo>
                    <a:pt x="36" y="60"/>
                  </a:lnTo>
                  <a:lnTo>
                    <a:pt x="36" y="72"/>
                  </a:lnTo>
                  <a:lnTo>
                    <a:pt x="30" y="84"/>
                  </a:lnTo>
                  <a:lnTo>
                    <a:pt x="24" y="90"/>
                  </a:lnTo>
                  <a:lnTo>
                    <a:pt x="18" y="84"/>
                  </a:lnTo>
                  <a:lnTo>
                    <a:pt x="12" y="72"/>
                  </a:lnTo>
                  <a:lnTo>
                    <a:pt x="12" y="60"/>
                  </a:lnTo>
                  <a:lnTo>
                    <a:pt x="12" y="48"/>
                  </a:lnTo>
                  <a:lnTo>
                    <a:pt x="12" y="36"/>
                  </a:lnTo>
                  <a:lnTo>
                    <a:pt x="12" y="18"/>
                  </a:lnTo>
                  <a:lnTo>
                    <a:pt x="18" y="6"/>
                  </a:lnTo>
                  <a:lnTo>
                    <a:pt x="24" y="0"/>
                  </a:lnTo>
                  <a:close/>
                  <a:moveTo>
                    <a:pt x="24" y="0"/>
                  </a:moveTo>
                  <a:lnTo>
                    <a:pt x="12" y="6"/>
                  </a:lnTo>
                  <a:lnTo>
                    <a:pt x="6" y="18"/>
                  </a:lnTo>
                  <a:lnTo>
                    <a:pt x="0" y="48"/>
                  </a:lnTo>
                  <a:lnTo>
                    <a:pt x="0" y="60"/>
                  </a:lnTo>
                  <a:lnTo>
                    <a:pt x="6" y="72"/>
                  </a:lnTo>
                  <a:lnTo>
                    <a:pt x="12" y="84"/>
                  </a:lnTo>
                  <a:lnTo>
                    <a:pt x="24" y="90"/>
                  </a:lnTo>
                  <a:lnTo>
                    <a:pt x="36" y="84"/>
                  </a:lnTo>
                  <a:lnTo>
                    <a:pt x="42" y="72"/>
                  </a:lnTo>
                  <a:lnTo>
                    <a:pt x="48" y="60"/>
                  </a:lnTo>
                  <a:lnTo>
                    <a:pt x="48" y="48"/>
                  </a:lnTo>
                  <a:lnTo>
                    <a:pt x="42" y="18"/>
                  </a:lnTo>
                  <a:lnTo>
                    <a:pt x="36" y="6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1" name="Freeform 32"/>
            <p:cNvSpPr/>
            <p:nvPr/>
          </p:nvSpPr>
          <p:spPr>
            <a:xfrm>
              <a:off x="457" y="2207"/>
              <a:ext cx="42" cy="96"/>
            </a:xfrm>
            <a:custGeom>
              <a:avLst/>
              <a:gdLst>
                <a:gd name="txL" fmla="*/ 0 w 42"/>
                <a:gd name="txT" fmla="*/ 0 h 96"/>
                <a:gd name="txR" fmla="*/ 42 w 42"/>
                <a:gd name="txB" fmla="*/ 96 h 96"/>
              </a:gdLst>
              <a:ahLst/>
              <a:cxnLst>
                <a:cxn ang="0">
                  <a:pos x="12" y="48"/>
                </a:cxn>
                <a:cxn ang="0">
                  <a:pos x="18" y="48"/>
                </a:cxn>
                <a:cxn ang="0">
                  <a:pos x="24" y="54"/>
                </a:cxn>
                <a:cxn ang="0">
                  <a:pos x="30" y="66"/>
                </a:cxn>
                <a:cxn ang="0">
                  <a:pos x="36" y="72"/>
                </a:cxn>
                <a:cxn ang="0">
                  <a:pos x="30" y="84"/>
                </a:cxn>
                <a:cxn ang="0">
                  <a:pos x="18" y="90"/>
                </a:cxn>
                <a:cxn ang="0">
                  <a:pos x="12" y="90"/>
                </a:cxn>
                <a:cxn ang="0">
                  <a:pos x="6" y="84"/>
                </a:cxn>
                <a:cxn ang="0">
                  <a:pos x="6" y="84"/>
                </a:cxn>
                <a:cxn ang="0">
                  <a:pos x="0" y="90"/>
                </a:cxn>
                <a:cxn ang="0">
                  <a:pos x="6" y="96"/>
                </a:cxn>
                <a:cxn ang="0">
                  <a:pos x="12" y="96"/>
                </a:cxn>
                <a:cxn ang="0">
                  <a:pos x="36" y="90"/>
                </a:cxn>
                <a:cxn ang="0">
                  <a:pos x="42" y="66"/>
                </a:cxn>
                <a:cxn ang="0">
                  <a:pos x="36" y="48"/>
                </a:cxn>
                <a:cxn ang="0">
                  <a:pos x="30" y="42"/>
                </a:cxn>
                <a:cxn ang="0">
                  <a:pos x="36" y="30"/>
                </a:cxn>
                <a:cxn ang="0">
                  <a:pos x="36" y="18"/>
                </a:cxn>
                <a:cxn ang="0">
                  <a:pos x="36" y="18"/>
                </a:cxn>
                <a:cxn ang="0">
                  <a:pos x="36" y="12"/>
                </a:cxn>
                <a:cxn ang="0">
                  <a:pos x="30" y="6"/>
                </a:cxn>
                <a:cxn ang="0">
                  <a:pos x="24" y="0"/>
                </a:cxn>
                <a:cxn ang="0">
                  <a:pos x="12" y="6"/>
                </a:cxn>
                <a:cxn ang="0">
                  <a:pos x="0" y="24"/>
                </a:cxn>
                <a:cxn ang="0">
                  <a:pos x="6" y="24"/>
                </a:cxn>
                <a:cxn ang="0">
                  <a:pos x="6" y="18"/>
                </a:cxn>
                <a:cxn ang="0">
                  <a:pos x="18" y="12"/>
                </a:cxn>
                <a:cxn ang="0">
                  <a:pos x="24" y="18"/>
                </a:cxn>
                <a:cxn ang="0">
                  <a:pos x="30" y="24"/>
                </a:cxn>
                <a:cxn ang="0">
                  <a:pos x="24" y="36"/>
                </a:cxn>
                <a:cxn ang="0">
                  <a:pos x="12" y="48"/>
                </a:cxn>
                <a:cxn ang="0">
                  <a:pos x="12" y="48"/>
                </a:cxn>
              </a:cxnLst>
              <a:rect l="txL" t="txT" r="txR" b="txB"/>
              <a:pathLst>
                <a:path w="42" h="96">
                  <a:moveTo>
                    <a:pt x="12" y="48"/>
                  </a:moveTo>
                  <a:lnTo>
                    <a:pt x="18" y="48"/>
                  </a:lnTo>
                  <a:lnTo>
                    <a:pt x="24" y="54"/>
                  </a:lnTo>
                  <a:lnTo>
                    <a:pt x="30" y="66"/>
                  </a:lnTo>
                  <a:lnTo>
                    <a:pt x="36" y="72"/>
                  </a:lnTo>
                  <a:lnTo>
                    <a:pt x="30" y="84"/>
                  </a:lnTo>
                  <a:lnTo>
                    <a:pt x="18" y="90"/>
                  </a:lnTo>
                  <a:lnTo>
                    <a:pt x="12" y="90"/>
                  </a:lnTo>
                  <a:lnTo>
                    <a:pt x="6" y="84"/>
                  </a:lnTo>
                  <a:lnTo>
                    <a:pt x="0" y="90"/>
                  </a:lnTo>
                  <a:lnTo>
                    <a:pt x="6" y="96"/>
                  </a:lnTo>
                  <a:lnTo>
                    <a:pt x="12" y="96"/>
                  </a:lnTo>
                  <a:lnTo>
                    <a:pt x="36" y="90"/>
                  </a:lnTo>
                  <a:lnTo>
                    <a:pt x="42" y="66"/>
                  </a:lnTo>
                  <a:lnTo>
                    <a:pt x="36" y="48"/>
                  </a:lnTo>
                  <a:lnTo>
                    <a:pt x="30" y="42"/>
                  </a:lnTo>
                  <a:lnTo>
                    <a:pt x="36" y="30"/>
                  </a:lnTo>
                  <a:lnTo>
                    <a:pt x="36" y="18"/>
                  </a:lnTo>
                  <a:lnTo>
                    <a:pt x="36" y="12"/>
                  </a:lnTo>
                  <a:lnTo>
                    <a:pt x="30" y="6"/>
                  </a:lnTo>
                  <a:lnTo>
                    <a:pt x="24" y="0"/>
                  </a:lnTo>
                  <a:lnTo>
                    <a:pt x="12" y="6"/>
                  </a:lnTo>
                  <a:lnTo>
                    <a:pt x="0" y="24"/>
                  </a:lnTo>
                  <a:lnTo>
                    <a:pt x="6" y="24"/>
                  </a:lnTo>
                  <a:lnTo>
                    <a:pt x="6" y="18"/>
                  </a:lnTo>
                  <a:lnTo>
                    <a:pt x="18" y="12"/>
                  </a:lnTo>
                  <a:lnTo>
                    <a:pt x="24" y="18"/>
                  </a:lnTo>
                  <a:lnTo>
                    <a:pt x="30" y="24"/>
                  </a:lnTo>
                  <a:lnTo>
                    <a:pt x="24" y="36"/>
                  </a:lnTo>
                  <a:lnTo>
                    <a:pt x="12" y="4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2" name="Freeform 33"/>
            <p:cNvSpPr>
              <a:spLocks noEditPoints="1"/>
            </p:cNvSpPr>
            <p:nvPr/>
          </p:nvSpPr>
          <p:spPr>
            <a:xfrm>
              <a:off x="529" y="2207"/>
              <a:ext cx="66" cy="96"/>
            </a:xfrm>
            <a:custGeom>
              <a:avLst/>
              <a:gdLst>
                <a:gd name="txL" fmla="*/ 0 w 66"/>
                <a:gd name="txT" fmla="*/ 0 h 96"/>
                <a:gd name="txR" fmla="*/ 66 w 66"/>
                <a:gd name="txB" fmla="*/ 96 h 96"/>
              </a:gdLst>
              <a:ahLst/>
              <a:cxnLst>
                <a:cxn ang="0">
                  <a:pos x="66" y="90"/>
                </a:cxn>
                <a:cxn ang="0">
                  <a:pos x="66" y="90"/>
                </a:cxn>
                <a:cxn ang="0">
                  <a:pos x="60" y="78"/>
                </a:cxn>
                <a:cxn ang="0">
                  <a:pos x="36" y="0"/>
                </a:cxn>
                <a:cxn ang="0">
                  <a:pos x="30" y="0"/>
                </a:cxn>
                <a:cxn ang="0">
                  <a:pos x="12" y="72"/>
                </a:cxn>
                <a:cxn ang="0">
                  <a:pos x="6" y="84"/>
                </a:cxn>
                <a:cxn ang="0">
                  <a:pos x="0" y="90"/>
                </a:cxn>
                <a:cxn ang="0">
                  <a:pos x="0" y="90"/>
                </a:cxn>
                <a:cxn ang="0">
                  <a:pos x="0" y="96"/>
                </a:cxn>
                <a:cxn ang="0">
                  <a:pos x="18" y="96"/>
                </a:cxn>
                <a:cxn ang="0">
                  <a:pos x="18" y="90"/>
                </a:cxn>
                <a:cxn ang="0">
                  <a:pos x="18" y="90"/>
                </a:cxn>
                <a:cxn ang="0">
                  <a:pos x="12" y="84"/>
                </a:cxn>
                <a:cxn ang="0">
                  <a:pos x="12" y="84"/>
                </a:cxn>
                <a:cxn ang="0">
                  <a:pos x="12" y="78"/>
                </a:cxn>
                <a:cxn ang="0">
                  <a:pos x="18" y="66"/>
                </a:cxn>
                <a:cxn ang="0">
                  <a:pos x="42" y="66"/>
                </a:cxn>
                <a:cxn ang="0">
                  <a:pos x="48" y="78"/>
                </a:cxn>
                <a:cxn ang="0">
                  <a:pos x="48" y="84"/>
                </a:cxn>
                <a:cxn ang="0">
                  <a:pos x="48" y="84"/>
                </a:cxn>
                <a:cxn ang="0">
                  <a:pos x="48" y="90"/>
                </a:cxn>
                <a:cxn ang="0">
                  <a:pos x="42" y="90"/>
                </a:cxn>
                <a:cxn ang="0">
                  <a:pos x="42" y="96"/>
                </a:cxn>
                <a:cxn ang="0">
                  <a:pos x="66" y="96"/>
                </a:cxn>
                <a:cxn ang="0">
                  <a:pos x="66" y="90"/>
                </a:cxn>
                <a:cxn ang="0">
                  <a:pos x="18" y="60"/>
                </a:cxn>
                <a:cxn ang="0">
                  <a:pos x="30" y="24"/>
                </a:cxn>
                <a:cxn ang="0">
                  <a:pos x="42" y="60"/>
                </a:cxn>
                <a:cxn ang="0">
                  <a:pos x="18" y="60"/>
                </a:cxn>
              </a:cxnLst>
              <a:rect l="txL" t="txT" r="txR" b="txB"/>
              <a:pathLst>
                <a:path w="66" h="96">
                  <a:moveTo>
                    <a:pt x="66" y="90"/>
                  </a:moveTo>
                  <a:lnTo>
                    <a:pt x="66" y="90"/>
                  </a:lnTo>
                  <a:lnTo>
                    <a:pt x="60" y="78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12" y="72"/>
                  </a:lnTo>
                  <a:lnTo>
                    <a:pt x="6" y="84"/>
                  </a:lnTo>
                  <a:lnTo>
                    <a:pt x="0" y="90"/>
                  </a:lnTo>
                  <a:lnTo>
                    <a:pt x="0" y="96"/>
                  </a:lnTo>
                  <a:lnTo>
                    <a:pt x="18" y="96"/>
                  </a:lnTo>
                  <a:lnTo>
                    <a:pt x="18" y="90"/>
                  </a:lnTo>
                  <a:lnTo>
                    <a:pt x="12" y="84"/>
                  </a:lnTo>
                  <a:lnTo>
                    <a:pt x="12" y="78"/>
                  </a:lnTo>
                  <a:lnTo>
                    <a:pt x="18" y="66"/>
                  </a:lnTo>
                  <a:lnTo>
                    <a:pt x="42" y="66"/>
                  </a:lnTo>
                  <a:lnTo>
                    <a:pt x="48" y="78"/>
                  </a:lnTo>
                  <a:lnTo>
                    <a:pt x="48" y="84"/>
                  </a:lnTo>
                  <a:lnTo>
                    <a:pt x="48" y="90"/>
                  </a:lnTo>
                  <a:lnTo>
                    <a:pt x="42" y="90"/>
                  </a:lnTo>
                  <a:lnTo>
                    <a:pt x="42" y="96"/>
                  </a:lnTo>
                  <a:lnTo>
                    <a:pt x="66" y="96"/>
                  </a:lnTo>
                  <a:lnTo>
                    <a:pt x="66" y="90"/>
                  </a:lnTo>
                  <a:close/>
                  <a:moveTo>
                    <a:pt x="18" y="60"/>
                  </a:moveTo>
                  <a:lnTo>
                    <a:pt x="30" y="24"/>
                  </a:lnTo>
                  <a:lnTo>
                    <a:pt x="42" y="60"/>
                  </a:lnTo>
                  <a:lnTo>
                    <a:pt x="18" y="6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3" name="Freeform 34"/>
            <p:cNvSpPr/>
            <p:nvPr/>
          </p:nvSpPr>
          <p:spPr>
            <a:xfrm>
              <a:off x="2610" y="2195"/>
              <a:ext cx="48" cy="96"/>
            </a:xfrm>
            <a:custGeom>
              <a:avLst/>
              <a:gdLst>
                <a:gd name="txL" fmla="*/ 0 w 48"/>
                <a:gd name="txT" fmla="*/ 0 h 96"/>
                <a:gd name="txR" fmla="*/ 48 w 48"/>
                <a:gd name="txB" fmla="*/ 96 h 96"/>
              </a:gdLst>
              <a:ahLst/>
              <a:cxnLst>
                <a:cxn ang="0">
                  <a:pos x="48" y="78"/>
                </a:cxn>
                <a:cxn ang="0">
                  <a:pos x="42" y="72"/>
                </a:cxn>
                <a:cxn ang="0">
                  <a:pos x="42" y="84"/>
                </a:cxn>
                <a:cxn ang="0">
                  <a:pos x="36" y="84"/>
                </a:cxn>
                <a:cxn ang="0">
                  <a:pos x="12" y="84"/>
                </a:cxn>
                <a:cxn ang="0">
                  <a:pos x="30" y="60"/>
                </a:cxn>
                <a:cxn ang="0">
                  <a:pos x="36" y="48"/>
                </a:cxn>
                <a:cxn ang="0">
                  <a:pos x="42" y="24"/>
                </a:cxn>
                <a:cxn ang="0">
                  <a:pos x="36" y="6"/>
                </a:cxn>
                <a:cxn ang="0">
                  <a:pos x="24" y="0"/>
                </a:cxn>
                <a:cxn ang="0">
                  <a:pos x="12" y="6"/>
                </a:cxn>
                <a:cxn ang="0">
                  <a:pos x="6" y="18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6" y="18"/>
                </a:cxn>
                <a:cxn ang="0">
                  <a:pos x="18" y="12"/>
                </a:cxn>
                <a:cxn ang="0">
                  <a:pos x="30" y="18"/>
                </a:cxn>
                <a:cxn ang="0">
                  <a:pos x="30" y="30"/>
                </a:cxn>
                <a:cxn ang="0">
                  <a:pos x="30" y="48"/>
                </a:cxn>
                <a:cxn ang="0">
                  <a:pos x="18" y="66"/>
                </a:cxn>
                <a:cxn ang="0">
                  <a:pos x="0" y="90"/>
                </a:cxn>
                <a:cxn ang="0">
                  <a:pos x="0" y="96"/>
                </a:cxn>
                <a:cxn ang="0">
                  <a:pos x="42" y="96"/>
                </a:cxn>
                <a:cxn ang="0">
                  <a:pos x="48" y="78"/>
                </a:cxn>
              </a:cxnLst>
              <a:rect l="txL" t="txT" r="txR" b="txB"/>
              <a:pathLst>
                <a:path w="48" h="96">
                  <a:moveTo>
                    <a:pt x="48" y="78"/>
                  </a:moveTo>
                  <a:lnTo>
                    <a:pt x="42" y="72"/>
                  </a:lnTo>
                  <a:lnTo>
                    <a:pt x="42" y="84"/>
                  </a:lnTo>
                  <a:lnTo>
                    <a:pt x="36" y="84"/>
                  </a:lnTo>
                  <a:lnTo>
                    <a:pt x="12" y="84"/>
                  </a:lnTo>
                  <a:lnTo>
                    <a:pt x="30" y="60"/>
                  </a:lnTo>
                  <a:lnTo>
                    <a:pt x="36" y="48"/>
                  </a:lnTo>
                  <a:lnTo>
                    <a:pt x="42" y="24"/>
                  </a:lnTo>
                  <a:lnTo>
                    <a:pt x="36" y="6"/>
                  </a:lnTo>
                  <a:lnTo>
                    <a:pt x="24" y="0"/>
                  </a:lnTo>
                  <a:lnTo>
                    <a:pt x="12" y="6"/>
                  </a:lnTo>
                  <a:lnTo>
                    <a:pt x="6" y="18"/>
                  </a:lnTo>
                  <a:lnTo>
                    <a:pt x="0" y="30"/>
                  </a:lnTo>
                  <a:lnTo>
                    <a:pt x="6" y="18"/>
                  </a:lnTo>
                  <a:lnTo>
                    <a:pt x="18" y="12"/>
                  </a:lnTo>
                  <a:lnTo>
                    <a:pt x="30" y="18"/>
                  </a:lnTo>
                  <a:lnTo>
                    <a:pt x="30" y="30"/>
                  </a:lnTo>
                  <a:lnTo>
                    <a:pt x="30" y="48"/>
                  </a:lnTo>
                  <a:lnTo>
                    <a:pt x="18" y="66"/>
                  </a:lnTo>
                  <a:lnTo>
                    <a:pt x="0" y="90"/>
                  </a:lnTo>
                  <a:lnTo>
                    <a:pt x="0" y="96"/>
                  </a:lnTo>
                  <a:lnTo>
                    <a:pt x="42" y="96"/>
                  </a:lnTo>
                  <a:lnTo>
                    <a:pt x="48" y="7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4" name="Freeform 35"/>
            <p:cNvSpPr>
              <a:spLocks noEditPoints="1"/>
            </p:cNvSpPr>
            <p:nvPr/>
          </p:nvSpPr>
          <p:spPr>
            <a:xfrm>
              <a:off x="2664" y="2201"/>
              <a:ext cx="24" cy="90"/>
            </a:xfrm>
            <a:custGeom>
              <a:avLst/>
              <a:gdLst>
                <a:gd name="txL" fmla="*/ 0 w 24"/>
                <a:gd name="txT" fmla="*/ 0 h 90"/>
                <a:gd name="txR" fmla="*/ 24 w 24"/>
                <a:gd name="txB" fmla="*/ 90 h 90"/>
              </a:gdLst>
              <a:ahLst/>
              <a:cxnLst>
                <a:cxn ang="0">
                  <a:pos x="18" y="72"/>
                </a:cxn>
                <a:cxn ang="0">
                  <a:pos x="12" y="78"/>
                </a:cxn>
                <a:cxn ang="0">
                  <a:pos x="6" y="84"/>
                </a:cxn>
                <a:cxn ang="0">
                  <a:pos x="6" y="84"/>
                </a:cxn>
                <a:cxn ang="0">
                  <a:pos x="6" y="78"/>
                </a:cxn>
                <a:cxn ang="0">
                  <a:pos x="6" y="78"/>
                </a:cxn>
                <a:cxn ang="0">
                  <a:pos x="6" y="72"/>
                </a:cxn>
                <a:cxn ang="0">
                  <a:pos x="18" y="30"/>
                </a:cxn>
                <a:cxn ang="0">
                  <a:pos x="18" y="30"/>
                </a:cxn>
                <a:cxn ang="0">
                  <a:pos x="0" y="30"/>
                </a:cxn>
                <a:cxn ang="0">
                  <a:pos x="0" y="36"/>
                </a:cxn>
                <a:cxn ang="0">
                  <a:pos x="6" y="36"/>
                </a:cxn>
                <a:cxn ang="0">
                  <a:pos x="6" y="36"/>
                </a:cxn>
                <a:cxn ang="0">
                  <a:pos x="6" y="42"/>
                </a:cxn>
                <a:cxn ang="0">
                  <a:pos x="6" y="60"/>
                </a:cxn>
                <a:cxn ang="0">
                  <a:pos x="0" y="72"/>
                </a:cxn>
                <a:cxn ang="0">
                  <a:pos x="0" y="78"/>
                </a:cxn>
                <a:cxn ang="0">
                  <a:pos x="0" y="84"/>
                </a:cxn>
                <a:cxn ang="0">
                  <a:pos x="6" y="90"/>
                </a:cxn>
                <a:cxn ang="0">
                  <a:pos x="12" y="84"/>
                </a:cxn>
                <a:cxn ang="0">
                  <a:pos x="18" y="72"/>
                </a:cxn>
                <a:cxn ang="0">
                  <a:pos x="18" y="72"/>
                </a:cxn>
                <a:cxn ang="0">
                  <a:pos x="24" y="6"/>
                </a:cxn>
                <a:cxn ang="0">
                  <a:pos x="24" y="6"/>
                </a:cxn>
                <a:cxn ang="0">
                  <a:pos x="18" y="0"/>
                </a:cxn>
                <a:cxn ang="0">
                  <a:pos x="12" y="0"/>
                </a:cxn>
                <a:cxn ang="0">
                  <a:pos x="12" y="6"/>
                </a:cxn>
                <a:cxn ang="0">
                  <a:pos x="12" y="12"/>
                </a:cxn>
                <a:cxn ang="0">
                  <a:pos x="18" y="12"/>
                </a:cxn>
                <a:cxn ang="0">
                  <a:pos x="24" y="12"/>
                </a:cxn>
                <a:cxn ang="0">
                  <a:pos x="24" y="6"/>
                </a:cxn>
                <a:cxn ang="0">
                  <a:pos x="24" y="6"/>
                </a:cxn>
              </a:cxnLst>
              <a:rect l="txL" t="txT" r="txR" b="txB"/>
              <a:pathLst>
                <a:path w="24" h="90">
                  <a:moveTo>
                    <a:pt x="18" y="72"/>
                  </a:moveTo>
                  <a:lnTo>
                    <a:pt x="12" y="78"/>
                  </a:lnTo>
                  <a:lnTo>
                    <a:pt x="6" y="84"/>
                  </a:lnTo>
                  <a:lnTo>
                    <a:pt x="6" y="78"/>
                  </a:lnTo>
                  <a:lnTo>
                    <a:pt x="6" y="72"/>
                  </a:lnTo>
                  <a:lnTo>
                    <a:pt x="18" y="30"/>
                  </a:lnTo>
                  <a:lnTo>
                    <a:pt x="0" y="30"/>
                  </a:lnTo>
                  <a:lnTo>
                    <a:pt x="0" y="36"/>
                  </a:lnTo>
                  <a:lnTo>
                    <a:pt x="6" y="36"/>
                  </a:lnTo>
                  <a:lnTo>
                    <a:pt x="6" y="42"/>
                  </a:lnTo>
                  <a:lnTo>
                    <a:pt x="6" y="60"/>
                  </a:lnTo>
                  <a:lnTo>
                    <a:pt x="0" y="72"/>
                  </a:lnTo>
                  <a:lnTo>
                    <a:pt x="0" y="78"/>
                  </a:lnTo>
                  <a:lnTo>
                    <a:pt x="0" y="84"/>
                  </a:lnTo>
                  <a:lnTo>
                    <a:pt x="6" y="90"/>
                  </a:lnTo>
                  <a:lnTo>
                    <a:pt x="12" y="84"/>
                  </a:lnTo>
                  <a:lnTo>
                    <a:pt x="18" y="72"/>
                  </a:lnTo>
                  <a:close/>
                  <a:moveTo>
                    <a:pt x="24" y="6"/>
                  </a:moveTo>
                  <a:lnTo>
                    <a:pt x="24" y="6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12" y="6"/>
                  </a:lnTo>
                  <a:lnTo>
                    <a:pt x="12" y="12"/>
                  </a:lnTo>
                  <a:lnTo>
                    <a:pt x="18" y="12"/>
                  </a:lnTo>
                  <a:lnTo>
                    <a:pt x="24" y="12"/>
                  </a:lnTo>
                  <a:lnTo>
                    <a:pt x="24" y="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5" name="Freeform 36"/>
            <p:cNvSpPr/>
            <p:nvPr/>
          </p:nvSpPr>
          <p:spPr>
            <a:xfrm>
              <a:off x="2682" y="2279"/>
              <a:ext cx="42" cy="42"/>
            </a:xfrm>
            <a:custGeom>
              <a:avLst/>
              <a:gdLst>
                <a:gd name="txL" fmla="*/ 0 w 42"/>
                <a:gd name="txT" fmla="*/ 0 h 42"/>
                <a:gd name="txR" fmla="*/ 42 w 42"/>
                <a:gd name="txB" fmla="*/ 42 h 42"/>
              </a:gdLst>
              <a:ahLst/>
              <a:cxnLst>
                <a:cxn ang="0">
                  <a:pos x="36" y="30"/>
                </a:cxn>
                <a:cxn ang="0">
                  <a:pos x="36" y="36"/>
                </a:cxn>
                <a:cxn ang="0">
                  <a:pos x="30" y="42"/>
                </a:cxn>
                <a:cxn ang="0">
                  <a:pos x="30" y="42"/>
                </a:cxn>
                <a:cxn ang="0">
                  <a:pos x="30" y="36"/>
                </a:cxn>
                <a:cxn ang="0">
                  <a:pos x="30" y="24"/>
                </a:cxn>
                <a:cxn ang="0">
                  <a:pos x="24" y="18"/>
                </a:cxn>
                <a:cxn ang="0">
                  <a:pos x="30" y="12"/>
                </a:cxn>
                <a:cxn ang="0">
                  <a:pos x="30" y="6"/>
                </a:cxn>
                <a:cxn ang="0">
                  <a:pos x="36" y="6"/>
                </a:cxn>
                <a:cxn ang="0">
                  <a:pos x="36" y="6"/>
                </a:cxn>
                <a:cxn ang="0">
                  <a:pos x="42" y="6"/>
                </a:cxn>
                <a:cxn ang="0">
                  <a:pos x="42" y="0"/>
                </a:cxn>
                <a:cxn ang="0">
                  <a:pos x="42" y="0"/>
                </a:cxn>
                <a:cxn ang="0">
                  <a:pos x="36" y="0"/>
                </a:cxn>
                <a:cxn ang="0">
                  <a:pos x="30" y="6"/>
                </a:cxn>
                <a:cxn ang="0">
                  <a:pos x="24" y="12"/>
                </a:cxn>
                <a:cxn ang="0">
                  <a:pos x="24" y="6"/>
                </a:cxn>
                <a:cxn ang="0">
                  <a:pos x="24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2" y="0"/>
                </a:cxn>
                <a:cxn ang="0">
                  <a:pos x="12" y="6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8" y="6"/>
                </a:cxn>
                <a:cxn ang="0">
                  <a:pos x="18" y="6"/>
                </a:cxn>
                <a:cxn ang="0">
                  <a:pos x="18" y="12"/>
                </a:cxn>
                <a:cxn ang="0">
                  <a:pos x="18" y="18"/>
                </a:cxn>
                <a:cxn ang="0">
                  <a:pos x="18" y="24"/>
                </a:cxn>
                <a:cxn ang="0">
                  <a:pos x="18" y="24"/>
                </a:cxn>
                <a:cxn ang="0">
                  <a:pos x="12" y="36"/>
                </a:cxn>
                <a:cxn ang="0">
                  <a:pos x="12" y="36"/>
                </a:cxn>
                <a:cxn ang="0">
                  <a:pos x="6" y="36"/>
                </a:cxn>
                <a:cxn ang="0">
                  <a:pos x="6" y="36"/>
                </a:cxn>
                <a:cxn ang="0">
                  <a:pos x="6" y="36"/>
                </a:cxn>
                <a:cxn ang="0">
                  <a:pos x="0" y="42"/>
                </a:cxn>
                <a:cxn ang="0">
                  <a:pos x="6" y="42"/>
                </a:cxn>
                <a:cxn ang="0">
                  <a:pos x="6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8" y="36"/>
                </a:cxn>
                <a:cxn ang="0">
                  <a:pos x="18" y="24"/>
                </a:cxn>
                <a:cxn ang="0">
                  <a:pos x="24" y="36"/>
                </a:cxn>
                <a:cxn ang="0">
                  <a:pos x="24" y="42"/>
                </a:cxn>
                <a:cxn ang="0">
                  <a:pos x="30" y="42"/>
                </a:cxn>
                <a:cxn ang="0">
                  <a:pos x="30" y="42"/>
                </a:cxn>
                <a:cxn ang="0">
                  <a:pos x="36" y="36"/>
                </a:cxn>
                <a:cxn ang="0">
                  <a:pos x="36" y="30"/>
                </a:cxn>
              </a:cxnLst>
              <a:rect l="txL" t="txT" r="txR" b="txB"/>
              <a:pathLst>
                <a:path w="42" h="42">
                  <a:moveTo>
                    <a:pt x="36" y="30"/>
                  </a:moveTo>
                  <a:lnTo>
                    <a:pt x="36" y="36"/>
                  </a:lnTo>
                  <a:lnTo>
                    <a:pt x="30" y="42"/>
                  </a:lnTo>
                  <a:lnTo>
                    <a:pt x="30" y="36"/>
                  </a:lnTo>
                  <a:lnTo>
                    <a:pt x="30" y="24"/>
                  </a:lnTo>
                  <a:lnTo>
                    <a:pt x="24" y="18"/>
                  </a:lnTo>
                  <a:lnTo>
                    <a:pt x="30" y="12"/>
                  </a:lnTo>
                  <a:lnTo>
                    <a:pt x="30" y="6"/>
                  </a:lnTo>
                  <a:lnTo>
                    <a:pt x="36" y="6"/>
                  </a:lnTo>
                  <a:lnTo>
                    <a:pt x="42" y="6"/>
                  </a:lnTo>
                  <a:lnTo>
                    <a:pt x="42" y="0"/>
                  </a:lnTo>
                  <a:lnTo>
                    <a:pt x="36" y="0"/>
                  </a:lnTo>
                  <a:lnTo>
                    <a:pt x="30" y="6"/>
                  </a:lnTo>
                  <a:lnTo>
                    <a:pt x="24" y="12"/>
                  </a:ln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12" y="6"/>
                  </a:lnTo>
                  <a:lnTo>
                    <a:pt x="12" y="0"/>
                  </a:lnTo>
                  <a:lnTo>
                    <a:pt x="18" y="6"/>
                  </a:lnTo>
                  <a:lnTo>
                    <a:pt x="18" y="12"/>
                  </a:lnTo>
                  <a:lnTo>
                    <a:pt x="18" y="18"/>
                  </a:lnTo>
                  <a:lnTo>
                    <a:pt x="18" y="24"/>
                  </a:lnTo>
                  <a:lnTo>
                    <a:pt x="12" y="36"/>
                  </a:lnTo>
                  <a:lnTo>
                    <a:pt x="6" y="36"/>
                  </a:lnTo>
                  <a:lnTo>
                    <a:pt x="0" y="42"/>
                  </a:lnTo>
                  <a:lnTo>
                    <a:pt x="6" y="42"/>
                  </a:lnTo>
                  <a:lnTo>
                    <a:pt x="12" y="42"/>
                  </a:lnTo>
                  <a:lnTo>
                    <a:pt x="18" y="36"/>
                  </a:lnTo>
                  <a:lnTo>
                    <a:pt x="18" y="24"/>
                  </a:lnTo>
                  <a:lnTo>
                    <a:pt x="24" y="36"/>
                  </a:lnTo>
                  <a:lnTo>
                    <a:pt x="24" y="42"/>
                  </a:lnTo>
                  <a:lnTo>
                    <a:pt x="30" y="42"/>
                  </a:lnTo>
                  <a:lnTo>
                    <a:pt x="36" y="36"/>
                  </a:lnTo>
                  <a:lnTo>
                    <a:pt x="36" y="3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6" name="Freeform 37"/>
            <p:cNvSpPr/>
            <p:nvPr/>
          </p:nvSpPr>
          <p:spPr>
            <a:xfrm>
              <a:off x="1540" y="3133"/>
              <a:ext cx="24" cy="113"/>
            </a:xfrm>
            <a:custGeom>
              <a:avLst/>
              <a:gdLst>
                <a:gd name="txL" fmla="*/ 0 w 24"/>
                <a:gd name="txT" fmla="*/ 0 h 113"/>
                <a:gd name="txR" fmla="*/ 24 w 24"/>
                <a:gd name="txB" fmla="*/ 113 h 113"/>
              </a:gdLst>
              <a:ahLst/>
              <a:cxnLst>
                <a:cxn ang="0">
                  <a:pos x="24" y="0"/>
                </a:cxn>
                <a:cxn ang="0">
                  <a:pos x="6" y="24"/>
                </a:cxn>
                <a:cxn ang="0">
                  <a:pos x="0" y="59"/>
                </a:cxn>
                <a:cxn ang="0">
                  <a:pos x="6" y="77"/>
                </a:cxn>
                <a:cxn ang="0">
                  <a:pos x="6" y="95"/>
                </a:cxn>
                <a:cxn ang="0">
                  <a:pos x="18" y="107"/>
                </a:cxn>
                <a:cxn ang="0">
                  <a:pos x="24" y="113"/>
                </a:cxn>
                <a:cxn ang="0">
                  <a:pos x="24" y="113"/>
                </a:cxn>
                <a:cxn ang="0">
                  <a:pos x="12" y="101"/>
                </a:cxn>
                <a:cxn ang="0">
                  <a:pos x="6" y="83"/>
                </a:cxn>
                <a:cxn ang="0">
                  <a:pos x="6" y="53"/>
                </a:cxn>
                <a:cxn ang="0">
                  <a:pos x="6" y="36"/>
                </a:cxn>
                <a:cxn ang="0">
                  <a:pos x="12" y="24"/>
                </a:cxn>
                <a:cxn ang="0">
                  <a:pos x="24" y="6"/>
                </a:cxn>
                <a:cxn ang="0">
                  <a:pos x="24" y="0"/>
                </a:cxn>
              </a:cxnLst>
              <a:rect l="txL" t="txT" r="txR" b="txB"/>
              <a:pathLst>
                <a:path w="24" h="113">
                  <a:moveTo>
                    <a:pt x="24" y="0"/>
                  </a:moveTo>
                  <a:lnTo>
                    <a:pt x="6" y="24"/>
                  </a:lnTo>
                  <a:lnTo>
                    <a:pt x="0" y="59"/>
                  </a:lnTo>
                  <a:lnTo>
                    <a:pt x="6" y="77"/>
                  </a:lnTo>
                  <a:lnTo>
                    <a:pt x="6" y="95"/>
                  </a:lnTo>
                  <a:lnTo>
                    <a:pt x="18" y="107"/>
                  </a:lnTo>
                  <a:lnTo>
                    <a:pt x="24" y="113"/>
                  </a:lnTo>
                  <a:lnTo>
                    <a:pt x="12" y="101"/>
                  </a:lnTo>
                  <a:lnTo>
                    <a:pt x="6" y="83"/>
                  </a:lnTo>
                  <a:lnTo>
                    <a:pt x="6" y="53"/>
                  </a:lnTo>
                  <a:lnTo>
                    <a:pt x="6" y="36"/>
                  </a:lnTo>
                  <a:lnTo>
                    <a:pt x="12" y="24"/>
                  </a:lnTo>
                  <a:lnTo>
                    <a:pt x="24" y="6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7" name="Freeform 38"/>
            <p:cNvSpPr>
              <a:spLocks noEditPoints="1"/>
            </p:cNvSpPr>
            <p:nvPr/>
          </p:nvSpPr>
          <p:spPr>
            <a:xfrm>
              <a:off x="1570" y="3163"/>
              <a:ext cx="41" cy="65"/>
            </a:xfrm>
            <a:custGeom>
              <a:avLst/>
              <a:gdLst>
                <a:gd name="txL" fmla="*/ 0 w 41"/>
                <a:gd name="txT" fmla="*/ 0 h 65"/>
                <a:gd name="txR" fmla="*/ 41 w 41"/>
                <a:gd name="txB" fmla="*/ 65 h 65"/>
              </a:gdLst>
              <a:ahLst/>
              <a:cxnLst>
                <a:cxn ang="0">
                  <a:pos x="29" y="47"/>
                </a:cxn>
                <a:cxn ang="0">
                  <a:pos x="29" y="53"/>
                </a:cxn>
                <a:cxn ang="0">
                  <a:pos x="23" y="53"/>
                </a:cxn>
                <a:cxn ang="0">
                  <a:pos x="23" y="53"/>
                </a:cxn>
                <a:cxn ang="0">
                  <a:pos x="18" y="53"/>
                </a:cxn>
                <a:cxn ang="0">
                  <a:pos x="12" y="53"/>
                </a:cxn>
                <a:cxn ang="0">
                  <a:pos x="12" y="47"/>
                </a:cxn>
                <a:cxn ang="0">
                  <a:pos x="12" y="47"/>
                </a:cxn>
                <a:cxn ang="0">
                  <a:pos x="12" y="35"/>
                </a:cxn>
                <a:cxn ang="0">
                  <a:pos x="18" y="29"/>
                </a:cxn>
                <a:cxn ang="0">
                  <a:pos x="29" y="23"/>
                </a:cxn>
                <a:cxn ang="0">
                  <a:pos x="29" y="47"/>
                </a:cxn>
                <a:cxn ang="0">
                  <a:pos x="41" y="53"/>
                </a:cxn>
                <a:cxn ang="0">
                  <a:pos x="41" y="53"/>
                </a:cxn>
                <a:cxn ang="0">
                  <a:pos x="35" y="53"/>
                </a:cxn>
                <a:cxn ang="0">
                  <a:pos x="35" y="47"/>
                </a:cxn>
                <a:cxn ang="0">
                  <a:pos x="35" y="23"/>
                </a:cxn>
                <a:cxn ang="0">
                  <a:pos x="35" y="6"/>
                </a:cxn>
                <a:cxn ang="0">
                  <a:pos x="23" y="0"/>
                </a:cxn>
                <a:cxn ang="0">
                  <a:pos x="12" y="6"/>
                </a:cxn>
                <a:cxn ang="0">
                  <a:pos x="6" y="17"/>
                </a:cxn>
                <a:cxn ang="0">
                  <a:pos x="6" y="23"/>
                </a:cxn>
                <a:cxn ang="0">
                  <a:pos x="12" y="23"/>
                </a:cxn>
                <a:cxn ang="0">
                  <a:pos x="12" y="23"/>
                </a:cxn>
                <a:cxn ang="0">
                  <a:pos x="12" y="17"/>
                </a:cxn>
                <a:cxn ang="0">
                  <a:pos x="12" y="11"/>
                </a:cxn>
                <a:cxn ang="0">
                  <a:pos x="12" y="11"/>
                </a:cxn>
                <a:cxn ang="0">
                  <a:pos x="18" y="6"/>
                </a:cxn>
                <a:cxn ang="0">
                  <a:pos x="18" y="6"/>
                </a:cxn>
                <a:cxn ang="0">
                  <a:pos x="23" y="6"/>
                </a:cxn>
                <a:cxn ang="0">
                  <a:pos x="29" y="17"/>
                </a:cxn>
                <a:cxn ang="0">
                  <a:pos x="29" y="23"/>
                </a:cxn>
                <a:cxn ang="0">
                  <a:pos x="6" y="35"/>
                </a:cxn>
                <a:cxn ang="0">
                  <a:pos x="0" y="47"/>
                </a:cxn>
                <a:cxn ang="0">
                  <a:pos x="6" y="59"/>
                </a:cxn>
                <a:cxn ang="0">
                  <a:pos x="12" y="65"/>
                </a:cxn>
                <a:cxn ang="0">
                  <a:pos x="23" y="59"/>
                </a:cxn>
                <a:cxn ang="0">
                  <a:pos x="29" y="53"/>
                </a:cxn>
                <a:cxn ang="0">
                  <a:pos x="35" y="65"/>
                </a:cxn>
                <a:cxn ang="0">
                  <a:pos x="35" y="65"/>
                </a:cxn>
                <a:cxn ang="0">
                  <a:pos x="41" y="65"/>
                </a:cxn>
                <a:cxn ang="0">
                  <a:pos x="41" y="59"/>
                </a:cxn>
                <a:cxn ang="0">
                  <a:pos x="41" y="53"/>
                </a:cxn>
              </a:cxnLst>
              <a:rect l="txL" t="txT" r="txR" b="txB"/>
              <a:pathLst>
                <a:path w="41" h="65">
                  <a:moveTo>
                    <a:pt x="29" y="47"/>
                  </a:moveTo>
                  <a:lnTo>
                    <a:pt x="29" y="53"/>
                  </a:lnTo>
                  <a:lnTo>
                    <a:pt x="23" y="53"/>
                  </a:lnTo>
                  <a:lnTo>
                    <a:pt x="18" y="53"/>
                  </a:lnTo>
                  <a:lnTo>
                    <a:pt x="12" y="53"/>
                  </a:lnTo>
                  <a:lnTo>
                    <a:pt x="12" y="47"/>
                  </a:lnTo>
                  <a:lnTo>
                    <a:pt x="12" y="35"/>
                  </a:lnTo>
                  <a:lnTo>
                    <a:pt x="18" y="29"/>
                  </a:lnTo>
                  <a:lnTo>
                    <a:pt x="29" y="23"/>
                  </a:lnTo>
                  <a:lnTo>
                    <a:pt x="29" y="47"/>
                  </a:lnTo>
                  <a:close/>
                  <a:moveTo>
                    <a:pt x="41" y="53"/>
                  </a:moveTo>
                  <a:lnTo>
                    <a:pt x="41" y="53"/>
                  </a:lnTo>
                  <a:lnTo>
                    <a:pt x="35" y="53"/>
                  </a:lnTo>
                  <a:lnTo>
                    <a:pt x="35" y="47"/>
                  </a:lnTo>
                  <a:lnTo>
                    <a:pt x="35" y="23"/>
                  </a:lnTo>
                  <a:lnTo>
                    <a:pt x="35" y="6"/>
                  </a:lnTo>
                  <a:lnTo>
                    <a:pt x="23" y="0"/>
                  </a:lnTo>
                  <a:lnTo>
                    <a:pt x="12" y="6"/>
                  </a:lnTo>
                  <a:lnTo>
                    <a:pt x="6" y="17"/>
                  </a:lnTo>
                  <a:lnTo>
                    <a:pt x="6" y="23"/>
                  </a:lnTo>
                  <a:lnTo>
                    <a:pt x="12" y="23"/>
                  </a:lnTo>
                  <a:lnTo>
                    <a:pt x="12" y="17"/>
                  </a:lnTo>
                  <a:lnTo>
                    <a:pt x="12" y="11"/>
                  </a:lnTo>
                  <a:lnTo>
                    <a:pt x="18" y="6"/>
                  </a:lnTo>
                  <a:lnTo>
                    <a:pt x="23" y="6"/>
                  </a:lnTo>
                  <a:lnTo>
                    <a:pt x="29" y="17"/>
                  </a:lnTo>
                  <a:lnTo>
                    <a:pt x="29" y="23"/>
                  </a:lnTo>
                  <a:lnTo>
                    <a:pt x="6" y="35"/>
                  </a:lnTo>
                  <a:lnTo>
                    <a:pt x="0" y="47"/>
                  </a:lnTo>
                  <a:lnTo>
                    <a:pt x="6" y="59"/>
                  </a:lnTo>
                  <a:lnTo>
                    <a:pt x="12" y="65"/>
                  </a:lnTo>
                  <a:lnTo>
                    <a:pt x="23" y="59"/>
                  </a:lnTo>
                  <a:lnTo>
                    <a:pt x="29" y="53"/>
                  </a:lnTo>
                  <a:lnTo>
                    <a:pt x="35" y="65"/>
                  </a:lnTo>
                  <a:lnTo>
                    <a:pt x="41" y="65"/>
                  </a:lnTo>
                  <a:lnTo>
                    <a:pt x="41" y="59"/>
                  </a:lnTo>
                  <a:lnTo>
                    <a:pt x="41" y="5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8" name="Freeform 39"/>
            <p:cNvSpPr/>
            <p:nvPr/>
          </p:nvSpPr>
          <p:spPr>
            <a:xfrm>
              <a:off x="1617" y="3133"/>
              <a:ext cx="24" cy="113"/>
            </a:xfrm>
            <a:custGeom>
              <a:avLst/>
              <a:gdLst>
                <a:gd name="txL" fmla="*/ 0 w 24"/>
                <a:gd name="txT" fmla="*/ 0 h 113"/>
                <a:gd name="txR" fmla="*/ 24 w 24"/>
                <a:gd name="txB" fmla="*/ 113 h 113"/>
              </a:gdLst>
              <a:ahLst/>
              <a:cxnLst>
                <a:cxn ang="0">
                  <a:pos x="0" y="113"/>
                </a:cxn>
                <a:cxn ang="0">
                  <a:pos x="18" y="89"/>
                </a:cxn>
                <a:cxn ang="0">
                  <a:pos x="24" y="59"/>
                </a:cxn>
                <a:cxn ang="0">
                  <a:pos x="24" y="36"/>
                </a:cxn>
                <a:cxn ang="0">
                  <a:pos x="18" y="24"/>
                </a:cxn>
                <a:cxn ang="0">
                  <a:pos x="12" y="12"/>
                </a:cxn>
                <a:cxn ang="0">
                  <a:pos x="0" y="0"/>
                </a:cxn>
                <a:cxn ang="0">
                  <a:pos x="0" y="6"/>
                </a:cxn>
                <a:cxn ang="0">
                  <a:pos x="12" y="18"/>
                </a:cxn>
                <a:cxn ang="0">
                  <a:pos x="18" y="36"/>
                </a:cxn>
                <a:cxn ang="0">
                  <a:pos x="18" y="47"/>
                </a:cxn>
                <a:cxn ang="0">
                  <a:pos x="18" y="59"/>
                </a:cxn>
                <a:cxn ang="0">
                  <a:pos x="18" y="83"/>
                </a:cxn>
                <a:cxn ang="0">
                  <a:pos x="12" y="95"/>
                </a:cxn>
                <a:cxn ang="0">
                  <a:pos x="0" y="113"/>
                </a:cxn>
                <a:cxn ang="0">
                  <a:pos x="0" y="113"/>
                </a:cxn>
              </a:cxnLst>
              <a:rect l="txL" t="txT" r="txR" b="txB"/>
              <a:pathLst>
                <a:path w="24" h="113">
                  <a:moveTo>
                    <a:pt x="0" y="113"/>
                  </a:moveTo>
                  <a:lnTo>
                    <a:pt x="18" y="89"/>
                  </a:lnTo>
                  <a:lnTo>
                    <a:pt x="24" y="59"/>
                  </a:lnTo>
                  <a:lnTo>
                    <a:pt x="24" y="36"/>
                  </a:lnTo>
                  <a:lnTo>
                    <a:pt x="18" y="24"/>
                  </a:lnTo>
                  <a:lnTo>
                    <a:pt x="12" y="12"/>
                  </a:lnTo>
                  <a:lnTo>
                    <a:pt x="0" y="0"/>
                  </a:lnTo>
                  <a:lnTo>
                    <a:pt x="0" y="6"/>
                  </a:lnTo>
                  <a:lnTo>
                    <a:pt x="12" y="18"/>
                  </a:lnTo>
                  <a:lnTo>
                    <a:pt x="18" y="36"/>
                  </a:lnTo>
                  <a:lnTo>
                    <a:pt x="18" y="47"/>
                  </a:lnTo>
                  <a:lnTo>
                    <a:pt x="18" y="59"/>
                  </a:lnTo>
                  <a:lnTo>
                    <a:pt x="18" y="83"/>
                  </a:lnTo>
                  <a:lnTo>
                    <a:pt x="12" y="95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9" name="Freeform 40"/>
            <p:cNvSpPr/>
            <p:nvPr/>
          </p:nvSpPr>
          <p:spPr>
            <a:xfrm>
              <a:off x="1552" y="2882"/>
              <a:ext cx="77" cy="78"/>
            </a:xfrm>
            <a:custGeom>
              <a:avLst/>
              <a:gdLst>
                <a:gd name="txL" fmla="*/ 0 w 77"/>
                <a:gd name="txT" fmla="*/ 0 h 78"/>
                <a:gd name="txR" fmla="*/ 77 w 77"/>
                <a:gd name="txB" fmla="*/ 78 h 78"/>
              </a:gdLst>
              <a:ahLst/>
              <a:cxnLst>
                <a:cxn ang="0">
                  <a:pos x="0" y="78"/>
                </a:cxn>
                <a:cxn ang="0">
                  <a:pos x="0" y="0"/>
                </a:cxn>
                <a:cxn ang="0">
                  <a:pos x="77" y="0"/>
                </a:cxn>
                <a:cxn ang="0">
                  <a:pos x="77" y="78"/>
                </a:cxn>
                <a:cxn ang="0">
                  <a:pos x="0" y="78"/>
                </a:cxn>
                <a:cxn ang="0">
                  <a:pos x="0" y="78"/>
                </a:cxn>
              </a:cxnLst>
              <a:rect l="txL" t="txT" r="txR" b="txB"/>
              <a:pathLst>
                <a:path w="77" h="78">
                  <a:moveTo>
                    <a:pt x="0" y="78"/>
                  </a:moveTo>
                  <a:lnTo>
                    <a:pt x="0" y="0"/>
                  </a:lnTo>
                  <a:lnTo>
                    <a:pt x="77" y="0"/>
                  </a:lnTo>
                  <a:lnTo>
                    <a:pt x="77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80" name="Freeform 41"/>
            <p:cNvSpPr/>
            <p:nvPr/>
          </p:nvSpPr>
          <p:spPr>
            <a:xfrm>
              <a:off x="1593" y="2882"/>
              <a:ext cx="66" cy="1"/>
            </a:xfrm>
            <a:custGeom>
              <a:avLst/>
              <a:gdLst>
                <a:gd name="txL" fmla="*/ 0 w 66"/>
                <a:gd name="txT" fmla="*/ 0 h 1"/>
                <a:gd name="txR" fmla="*/ 66 w 66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66" h="1">
                  <a:moveTo>
                    <a:pt x="0" y="0"/>
                  </a:moveTo>
                  <a:lnTo>
                    <a:pt x="6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81" name="Freeform 42"/>
            <p:cNvSpPr/>
            <p:nvPr/>
          </p:nvSpPr>
          <p:spPr>
            <a:xfrm>
              <a:off x="1593" y="2918"/>
              <a:ext cx="42" cy="1"/>
            </a:xfrm>
            <a:custGeom>
              <a:avLst/>
              <a:gdLst>
                <a:gd name="txL" fmla="*/ 0 w 42"/>
                <a:gd name="txT" fmla="*/ 0 h 1"/>
                <a:gd name="txR" fmla="*/ 42 w 42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42" h="1">
                  <a:moveTo>
                    <a:pt x="0" y="0"/>
                  </a:moveTo>
                  <a:lnTo>
                    <a:pt x="4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82" name="Freeform 43"/>
            <p:cNvSpPr/>
            <p:nvPr/>
          </p:nvSpPr>
          <p:spPr>
            <a:xfrm>
              <a:off x="1593" y="2960"/>
              <a:ext cx="18" cy="1"/>
            </a:xfrm>
            <a:custGeom>
              <a:avLst/>
              <a:gdLst>
                <a:gd name="txL" fmla="*/ 0 w 18"/>
                <a:gd name="txT" fmla="*/ 0 h 1"/>
                <a:gd name="txR" fmla="*/ 18 w 1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8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83" name="Freeform 44"/>
            <p:cNvSpPr/>
            <p:nvPr/>
          </p:nvSpPr>
          <p:spPr>
            <a:xfrm>
              <a:off x="1522" y="2882"/>
              <a:ext cx="71" cy="1"/>
            </a:xfrm>
            <a:custGeom>
              <a:avLst/>
              <a:gdLst>
                <a:gd name="txL" fmla="*/ 0 w 71"/>
                <a:gd name="txT" fmla="*/ 0 h 1"/>
                <a:gd name="txR" fmla="*/ 71 w 71"/>
                <a:gd name="txB" fmla="*/ 1 h 1"/>
              </a:gdLst>
              <a:ahLst/>
              <a:cxnLst>
                <a:cxn ang="0">
                  <a:pos x="71" y="0"/>
                </a:cxn>
                <a:cxn ang="0">
                  <a:pos x="0" y="0"/>
                </a:cxn>
                <a:cxn ang="0">
                  <a:pos x="71" y="0"/>
                </a:cxn>
                <a:cxn ang="0">
                  <a:pos x="71" y="0"/>
                </a:cxn>
              </a:cxnLst>
              <a:rect l="txL" t="txT" r="txR" b="txB"/>
              <a:pathLst>
                <a:path w="71" h="1">
                  <a:moveTo>
                    <a:pt x="71" y="0"/>
                  </a:moveTo>
                  <a:lnTo>
                    <a:pt x="0" y="0"/>
                  </a:lnTo>
                  <a:lnTo>
                    <a:pt x="71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84" name="Freeform 45"/>
            <p:cNvSpPr/>
            <p:nvPr/>
          </p:nvSpPr>
          <p:spPr>
            <a:xfrm>
              <a:off x="1552" y="2918"/>
              <a:ext cx="41" cy="1"/>
            </a:xfrm>
            <a:custGeom>
              <a:avLst/>
              <a:gdLst>
                <a:gd name="txL" fmla="*/ 0 w 41"/>
                <a:gd name="txT" fmla="*/ 0 h 1"/>
                <a:gd name="txR" fmla="*/ 41 w 41"/>
                <a:gd name="txB" fmla="*/ 1 h 1"/>
              </a:gdLst>
              <a:ahLst/>
              <a:cxnLst>
                <a:cxn ang="0">
                  <a:pos x="41" y="0"/>
                </a:cxn>
                <a:cxn ang="0">
                  <a:pos x="0" y="0"/>
                </a:cxn>
                <a:cxn ang="0">
                  <a:pos x="41" y="0"/>
                </a:cxn>
                <a:cxn ang="0">
                  <a:pos x="41" y="0"/>
                </a:cxn>
              </a:cxnLst>
              <a:rect l="txL" t="txT" r="txR" b="txB"/>
              <a:pathLst>
                <a:path w="41" h="1">
                  <a:moveTo>
                    <a:pt x="41" y="0"/>
                  </a:moveTo>
                  <a:lnTo>
                    <a:pt x="0" y="0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85" name="Freeform 46"/>
            <p:cNvSpPr/>
            <p:nvPr/>
          </p:nvSpPr>
          <p:spPr>
            <a:xfrm>
              <a:off x="1576" y="2960"/>
              <a:ext cx="17" cy="1"/>
            </a:xfrm>
            <a:custGeom>
              <a:avLst/>
              <a:gdLst>
                <a:gd name="txL" fmla="*/ 0 w 17"/>
                <a:gd name="txT" fmla="*/ 0 h 1"/>
                <a:gd name="txR" fmla="*/ 17 w 17"/>
                <a:gd name="txB" fmla="*/ 1 h 1"/>
              </a:gdLst>
              <a:ahLst/>
              <a:cxnLst>
                <a:cxn ang="0">
                  <a:pos x="17" y="0"/>
                </a:cxn>
                <a:cxn ang="0">
                  <a:pos x="0" y="0"/>
                </a:cxn>
                <a:cxn ang="0">
                  <a:pos x="17" y="0"/>
                </a:cxn>
                <a:cxn ang="0">
                  <a:pos x="17" y="0"/>
                </a:cxn>
              </a:cxnLst>
              <a:rect l="txL" t="txT" r="txR" b="txB"/>
              <a:pathLst>
                <a:path w="17" h="1">
                  <a:moveTo>
                    <a:pt x="17" y="0"/>
                  </a:moveTo>
                  <a:lnTo>
                    <a:pt x="0" y="0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86" name="Freeform 47"/>
            <p:cNvSpPr/>
            <p:nvPr/>
          </p:nvSpPr>
          <p:spPr>
            <a:xfrm>
              <a:off x="642" y="2148"/>
              <a:ext cx="174" cy="226"/>
            </a:xfrm>
            <a:custGeom>
              <a:avLst/>
              <a:gdLst>
                <a:gd name="txL" fmla="*/ 0 w 174"/>
                <a:gd name="txT" fmla="*/ 0 h 226"/>
                <a:gd name="txR" fmla="*/ 174 w 174"/>
                <a:gd name="txB" fmla="*/ 226 h 226"/>
              </a:gdLst>
              <a:ahLst/>
              <a:cxnLst>
                <a:cxn ang="0">
                  <a:pos x="90" y="226"/>
                </a:cxn>
                <a:cxn ang="0">
                  <a:pos x="126" y="220"/>
                </a:cxn>
                <a:cxn ang="0">
                  <a:pos x="150" y="197"/>
                </a:cxn>
                <a:cxn ang="0">
                  <a:pos x="168" y="161"/>
                </a:cxn>
                <a:cxn ang="0">
                  <a:pos x="174" y="113"/>
                </a:cxn>
                <a:cxn ang="0">
                  <a:pos x="168" y="71"/>
                </a:cxn>
                <a:cxn ang="0">
                  <a:pos x="150" y="35"/>
                </a:cxn>
                <a:cxn ang="0">
                  <a:pos x="126" y="12"/>
                </a:cxn>
                <a:cxn ang="0">
                  <a:pos x="90" y="0"/>
                </a:cxn>
                <a:cxn ang="0">
                  <a:pos x="54" y="12"/>
                </a:cxn>
                <a:cxn ang="0">
                  <a:pos x="30" y="35"/>
                </a:cxn>
                <a:cxn ang="0">
                  <a:pos x="6" y="71"/>
                </a:cxn>
                <a:cxn ang="0">
                  <a:pos x="0" y="113"/>
                </a:cxn>
                <a:cxn ang="0">
                  <a:pos x="6" y="161"/>
                </a:cxn>
                <a:cxn ang="0">
                  <a:pos x="30" y="197"/>
                </a:cxn>
                <a:cxn ang="0">
                  <a:pos x="54" y="220"/>
                </a:cxn>
                <a:cxn ang="0">
                  <a:pos x="90" y="226"/>
                </a:cxn>
                <a:cxn ang="0">
                  <a:pos x="90" y="226"/>
                </a:cxn>
              </a:cxnLst>
              <a:rect l="txL" t="txT" r="txR" b="txB"/>
              <a:pathLst>
                <a:path w="174" h="226">
                  <a:moveTo>
                    <a:pt x="90" y="226"/>
                  </a:moveTo>
                  <a:lnTo>
                    <a:pt x="126" y="220"/>
                  </a:lnTo>
                  <a:lnTo>
                    <a:pt x="150" y="197"/>
                  </a:lnTo>
                  <a:lnTo>
                    <a:pt x="168" y="161"/>
                  </a:lnTo>
                  <a:lnTo>
                    <a:pt x="174" y="113"/>
                  </a:lnTo>
                  <a:lnTo>
                    <a:pt x="168" y="71"/>
                  </a:lnTo>
                  <a:lnTo>
                    <a:pt x="150" y="35"/>
                  </a:lnTo>
                  <a:lnTo>
                    <a:pt x="126" y="12"/>
                  </a:lnTo>
                  <a:lnTo>
                    <a:pt x="90" y="0"/>
                  </a:lnTo>
                  <a:lnTo>
                    <a:pt x="54" y="12"/>
                  </a:lnTo>
                  <a:lnTo>
                    <a:pt x="30" y="35"/>
                  </a:lnTo>
                  <a:lnTo>
                    <a:pt x="6" y="71"/>
                  </a:lnTo>
                  <a:lnTo>
                    <a:pt x="0" y="113"/>
                  </a:lnTo>
                  <a:lnTo>
                    <a:pt x="6" y="161"/>
                  </a:lnTo>
                  <a:lnTo>
                    <a:pt x="30" y="197"/>
                  </a:lnTo>
                  <a:lnTo>
                    <a:pt x="54" y="220"/>
                  </a:lnTo>
                  <a:lnTo>
                    <a:pt x="90" y="226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87" name="Freeform 48"/>
            <p:cNvSpPr/>
            <p:nvPr/>
          </p:nvSpPr>
          <p:spPr>
            <a:xfrm>
              <a:off x="732" y="2261"/>
              <a:ext cx="84" cy="113"/>
            </a:xfrm>
            <a:custGeom>
              <a:avLst/>
              <a:gdLst>
                <a:gd name="txL" fmla="*/ 0 w 84"/>
                <a:gd name="txT" fmla="*/ 0 h 113"/>
                <a:gd name="txR" fmla="*/ 84 w 84"/>
                <a:gd name="txB" fmla="*/ 113 h 113"/>
              </a:gdLst>
              <a:ahLst/>
              <a:cxnLst>
                <a:cxn ang="0">
                  <a:pos x="0" y="113"/>
                </a:cxn>
                <a:cxn ang="0">
                  <a:pos x="36" y="107"/>
                </a:cxn>
                <a:cxn ang="0">
                  <a:pos x="60" y="84"/>
                </a:cxn>
                <a:cxn ang="0">
                  <a:pos x="78" y="48"/>
                </a:cxn>
                <a:cxn ang="0">
                  <a:pos x="84" y="0"/>
                </a:cxn>
                <a:cxn ang="0">
                  <a:pos x="84" y="0"/>
                </a:cxn>
                <a:cxn ang="0">
                  <a:pos x="78" y="48"/>
                </a:cxn>
                <a:cxn ang="0">
                  <a:pos x="60" y="84"/>
                </a:cxn>
                <a:cxn ang="0">
                  <a:pos x="36" y="107"/>
                </a:cxn>
                <a:cxn ang="0">
                  <a:pos x="0" y="113"/>
                </a:cxn>
                <a:cxn ang="0">
                  <a:pos x="0" y="113"/>
                </a:cxn>
              </a:cxnLst>
              <a:rect l="txL" t="txT" r="txR" b="txB"/>
              <a:pathLst>
                <a:path w="84" h="113">
                  <a:moveTo>
                    <a:pt x="0" y="113"/>
                  </a:moveTo>
                  <a:lnTo>
                    <a:pt x="36" y="107"/>
                  </a:lnTo>
                  <a:lnTo>
                    <a:pt x="60" y="84"/>
                  </a:lnTo>
                  <a:lnTo>
                    <a:pt x="78" y="48"/>
                  </a:lnTo>
                  <a:lnTo>
                    <a:pt x="84" y="0"/>
                  </a:lnTo>
                  <a:lnTo>
                    <a:pt x="78" y="48"/>
                  </a:lnTo>
                  <a:lnTo>
                    <a:pt x="60" y="84"/>
                  </a:lnTo>
                  <a:lnTo>
                    <a:pt x="36" y="107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88" name="Freeform 49"/>
            <p:cNvSpPr>
              <a:spLocks noEditPoints="1"/>
            </p:cNvSpPr>
            <p:nvPr/>
          </p:nvSpPr>
          <p:spPr>
            <a:xfrm>
              <a:off x="732" y="2148"/>
              <a:ext cx="84" cy="113"/>
            </a:xfrm>
            <a:custGeom>
              <a:avLst/>
              <a:gdLst>
                <a:gd name="txL" fmla="*/ 0 w 84"/>
                <a:gd name="txT" fmla="*/ 0 h 113"/>
                <a:gd name="txR" fmla="*/ 84 w 84"/>
                <a:gd name="txB" fmla="*/ 113 h 113"/>
              </a:gdLst>
              <a:ahLst/>
              <a:cxnLst>
                <a:cxn ang="0">
                  <a:pos x="84" y="113"/>
                </a:cxn>
                <a:cxn ang="0">
                  <a:pos x="78" y="71"/>
                </a:cxn>
                <a:cxn ang="0">
                  <a:pos x="60" y="35"/>
                </a:cxn>
                <a:cxn ang="0">
                  <a:pos x="36" y="1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36" y="12"/>
                </a:cxn>
                <a:cxn ang="0">
                  <a:pos x="60" y="35"/>
                </a:cxn>
                <a:cxn ang="0">
                  <a:pos x="78" y="71"/>
                </a:cxn>
                <a:cxn ang="0">
                  <a:pos x="84" y="113"/>
                </a:cxn>
                <a:cxn ang="0">
                  <a:pos x="84" y="113"/>
                </a:cxn>
                <a:cxn ang="0">
                  <a:pos x="84" y="113"/>
                </a:cxn>
                <a:cxn ang="0">
                  <a:pos x="84" y="113"/>
                </a:cxn>
                <a:cxn ang="0">
                  <a:pos x="84" y="113"/>
                </a:cxn>
              </a:cxnLst>
              <a:rect l="txL" t="txT" r="txR" b="txB"/>
              <a:pathLst>
                <a:path w="84" h="113">
                  <a:moveTo>
                    <a:pt x="84" y="113"/>
                  </a:moveTo>
                  <a:lnTo>
                    <a:pt x="78" y="71"/>
                  </a:lnTo>
                  <a:lnTo>
                    <a:pt x="60" y="35"/>
                  </a:lnTo>
                  <a:lnTo>
                    <a:pt x="36" y="12"/>
                  </a:lnTo>
                  <a:lnTo>
                    <a:pt x="0" y="0"/>
                  </a:lnTo>
                  <a:lnTo>
                    <a:pt x="36" y="12"/>
                  </a:lnTo>
                  <a:lnTo>
                    <a:pt x="60" y="35"/>
                  </a:lnTo>
                  <a:lnTo>
                    <a:pt x="78" y="71"/>
                  </a:lnTo>
                  <a:lnTo>
                    <a:pt x="84" y="113"/>
                  </a:lnTo>
                  <a:close/>
                  <a:moveTo>
                    <a:pt x="84" y="113"/>
                  </a:moveTo>
                  <a:lnTo>
                    <a:pt x="84" y="11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89" name="Freeform 50"/>
            <p:cNvSpPr>
              <a:spLocks noEditPoints="1"/>
            </p:cNvSpPr>
            <p:nvPr/>
          </p:nvSpPr>
          <p:spPr>
            <a:xfrm>
              <a:off x="642" y="2148"/>
              <a:ext cx="90" cy="113"/>
            </a:xfrm>
            <a:custGeom>
              <a:avLst/>
              <a:gdLst>
                <a:gd name="txL" fmla="*/ 0 w 90"/>
                <a:gd name="txT" fmla="*/ 0 h 113"/>
                <a:gd name="txR" fmla="*/ 90 w 90"/>
                <a:gd name="txB" fmla="*/ 113 h 113"/>
              </a:gdLst>
              <a:ahLst/>
              <a:cxnLst>
                <a:cxn ang="0">
                  <a:pos x="90" y="0"/>
                </a:cxn>
                <a:cxn ang="0">
                  <a:pos x="54" y="12"/>
                </a:cxn>
                <a:cxn ang="0">
                  <a:pos x="30" y="35"/>
                </a:cxn>
                <a:cxn ang="0">
                  <a:pos x="6" y="71"/>
                </a:cxn>
                <a:cxn ang="0">
                  <a:pos x="0" y="113"/>
                </a:cxn>
                <a:cxn ang="0">
                  <a:pos x="0" y="113"/>
                </a:cxn>
                <a:cxn ang="0">
                  <a:pos x="6" y="71"/>
                </a:cxn>
                <a:cxn ang="0">
                  <a:pos x="30" y="35"/>
                </a:cxn>
                <a:cxn ang="0">
                  <a:pos x="54" y="12"/>
                </a:cxn>
                <a:cxn ang="0">
                  <a:pos x="90" y="0"/>
                </a:cxn>
                <a:cxn ang="0">
                  <a:pos x="90" y="0"/>
                </a:cxn>
                <a:cxn ang="0">
                  <a:pos x="90" y="0"/>
                </a:cxn>
                <a:cxn ang="0">
                  <a:pos x="90" y="0"/>
                </a:cxn>
                <a:cxn ang="0">
                  <a:pos x="90" y="0"/>
                </a:cxn>
              </a:cxnLst>
              <a:rect l="txL" t="txT" r="txR" b="txB"/>
              <a:pathLst>
                <a:path w="90" h="113">
                  <a:moveTo>
                    <a:pt x="90" y="0"/>
                  </a:moveTo>
                  <a:lnTo>
                    <a:pt x="54" y="12"/>
                  </a:lnTo>
                  <a:lnTo>
                    <a:pt x="30" y="35"/>
                  </a:lnTo>
                  <a:lnTo>
                    <a:pt x="6" y="71"/>
                  </a:lnTo>
                  <a:lnTo>
                    <a:pt x="0" y="113"/>
                  </a:lnTo>
                  <a:lnTo>
                    <a:pt x="6" y="71"/>
                  </a:lnTo>
                  <a:lnTo>
                    <a:pt x="30" y="35"/>
                  </a:lnTo>
                  <a:lnTo>
                    <a:pt x="54" y="12"/>
                  </a:lnTo>
                  <a:lnTo>
                    <a:pt x="90" y="0"/>
                  </a:lnTo>
                  <a:close/>
                  <a:moveTo>
                    <a:pt x="90" y="0"/>
                  </a:moveTo>
                  <a:lnTo>
                    <a:pt x="9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90" name="Freeform 51"/>
            <p:cNvSpPr>
              <a:spLocks noEditPoints="1"/>
            </p:cNvSpPr>
            <p:nvPr/>
          </p:nvSpPr>
          <p:spPr>
            <a:xfrm>
              <a:off x="642" y="2261"/>
              <a:ext cx="90" cy="113"/>
            </a:xfrm>
            <a:custGeom>
              <a:avLst/>
              <a:gdLst>
                <a:gd name="txL" fmla="*/ 0 w 90"/>
                <a:gd name="txT" fmla="*/ 0 h 113"/>
                <a:gd name="txR" fmla="*/ 90 w 90"/>
                <a:gd name="txB" fmla="*/ 113 h 113"/>
              </a:gdLst>
              <a:ahLst/>
              <a:cxnLst>
                <a:cxn ang="0">
                  <a:pos x="0" y="0"/>
                </a:cxn>
                <a:cxn ang="0">
                  <a:pos x="6" y="48"/>
                </a:cxn>
                <a:cxn ang="0">
                  <a:pos x="30" y="84"/>
                </a:cxn>
                <a:cxn ang="0">
                  <a:pos x="54" y="107"/>
                </a:cxn>
                <a:cxn ang="0">
                  <a:pos x="90" y="113"/>
                </a:cxn>
                <a:cxn ang="0">
                  <a:pos x="90" y="113"/>
                </a:cxn>
                <a:cxn ang="0">
                  <a:pos x="54" y="107"/>
                </a:cxn>
                <a:cxn ang="0">
                  <a:pos x="30" y="84"/>
                </a:cxn>
                <a:cxn ang="0">
                  <a:pos x="6" y="4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90" h="113">
                  <a:moveTo>
                    <a:pt x="0" y="0"/>
                  </a:moveTo>
                  <a:lnTo>
                    <a:pt x="6" y="48"/>
                  </a:lnTo>
                  <a:lnTo>
                    <a:pt x="30" y="84"/>
                  </a:lnTo>
                  <a:lnTo>
                    <a:pt x="54" y="107"/>
                  </a:lnTo>
                  <a:lnTo>
                    <a:pt x="90" y="113"/>
                  </a:lnTo>
                  <a:lnTo>
                    <a:pt x="54" y="107"/>
                  </a:lnTo>
                  <a:lnTo>
                    <a:pt x="30" y="84"/>
                  </a:lnTo>
                  <a:lnTo>
                    <a:pt x="6" y="48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91" name="Freeform 52"/>
            <p:cNvSpPr/>
            <p:nvPr/>
          </p:nvSpPr>
          <p:spPr>
            <a:xfrm>
              <a:off x="732" y="2374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92" name="Freeform 53"/>
            <p:cNvSpPr/>
            <p:nvPr/>
          </p:nvSpPr>
          <p:spPr>
            <a:xfrm>
              <a:off x="732" y="2261"/>
              <a:ext cx="1" cy="90"/>
            </a:xfrm>
            <a:custGeom>
              <a:avLst/>
              <a:gdLst>
                <a:gd name="txL" fmla="*/ 0 w 1"/>
                <a:gd name="txT" fmla="*/ 0 h 90"/>
                <a:gd name="txR" fmla="*/ 1 w 1"/>
                <a:gd name="txB" fmla="*/ 90 h 90"/>
              </a:gdLst>
              <a:ahLst/>
              <a:cxnLst>
                <a:cxn ang="0">
                  <a:pos x="0" y="90"/>
                </a:cxn>
                <a:cxn ang="0">
                  <a:pos x="0" y="0"/>
                </a:cxn>
                <a:cxn ang="0">
                  <a:pos x="0" y="90"/>
                </a:cxn>
                <a:cxn ang="0">
                  <a:pos x="0" y="90"/>
                </a:cxn>
              </a:cxnLst>
              <a:rect l="txL" t="txT" r="txR" b="txB"/>
              <a:pathLst>
                <a:path w="1" h="90">
                  <a:moveTo>
                    <a:pt x="0" y="90"/>
                  </a:moveTo>
                  <a:lnTo>
                    <a:pt x="0" y="0"/>
                  </a:lnTo>
                  <a:lnTo>
                    <a:pt x="0" y="9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93" name="Freeform 54"/>
            <p:cNvSpPr/>
            <p:nvPr/>
          </p:nvSpPr>
          <p:spPr>
            <a:xfrm>
              <a:off x="708" y="2177"/>
              <a:ext cx="42" cy="102"/>
            </a:xfrm>
            <a:custGeom>
              <a:avLst/>
              <a:gdLst>
                <a:gd name="txL" fmla="*/ 0 w 42"/>
                <a:gd name="txT" fmla="*/ 0 h 102"/>
                <a:gd name="txR" fmla="*/ 42 w 42"/>
                <a:gd name="txB" fmla="*/ 102 h 102"/>
              </a:gdLst>
              <a:ahLst/>
              <a:cxnLst>
                <a:cxn ang="0">
                  <a:pos x="42" y="102"/>
                </a:cxn>
                <a:cxn ang="0">
                  <a:pos x="24" y="0"/>
                </a:cxn>
                <a:cxn ang="0">
                  <a:pos x="0" y="102"/>
                </a:cxn>
                <a:cxn ang="0">
                  <a:pos x="42" y="102"/>
                </a:cxn>
                <a:cxn ang="0">
                  <a:pos x="42" y="102"/>
                </a:cxn>
              </a:cxnLst>
              <a:rect l="txL" t="txT" r="txR" b="txB"/>
              <a:pathLst>
                <a:path w="42" h="102">
                  <a:moveTo>
                    <a:pt x="42" y="102"/>
                  </a:moveTo>
                  <a:lnTo>
                    <a:pt x="24" y="0"/>
                  </a:lnTo>
                  <a:lnTo>
                    <a:pt x="0" y="102"/>
                  </a:lnTo>
                  <a:lnTo>
                    <a:pt x="42" y="10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94" name="Freeform 55"/>
            <p:cNvSpPr/>
            <p:nvPr/>
          </p:nvSpPr>
          <p:spPr>
            <a:xfrm>
              <a:off x="2335" y="2112"/>
              <a:ext cx="227" cy="304"/>
            </a:xfrm>
            <a:custGeom>
              <a:avLst/>
              <a:gdLst>
                <a:gd name="txL" fmla="*/ 0 w 227"/>
                <a:gd name="txT" fmla="*/ 0 h 304"/>
                <a:gd name="txR" fmla="*/ 227 w 227"/>
                <a:gd name="txB" fmla="*/ 304 h 304"/>
              </a:gdLst>
              <a:ahLst/>
              <a:cxnLst>
                <a:cxn ang="0">
                  <a:pos x="0" y="149"/>
                </a:cxn>
                <a:cxn ang="0">
                  <a:pos x="114" y="304"/>
                </a:cxn>
                <a:cxn ang="0">
                  <a:pos x="227" y="149"/>
                </a:cxn>
                <a:cxn ang="0">
                  <a:pos x="114" y="0"/>
                </a:cxn>
                <a:cxn ang="0">
                  <a:pos x="0" y="149"/>
                </a:cxn>
                <a:cxn ang="0">
                  <a:pos x="0" y="149"/>
                </a:cxn>
              </a:cxnLst>
              <a:rect l="txL" t="txT" r="txR" b="txB"/>
              <a:pathLst>
                <a:path w="227" h="304">
                  <a:moveTo>
                    <a:pt x="0" y="149"/>
                  </a:moveTo>
                  <a:lnTo>
                    <a:pt x="114" y="304"/>
                  </a:lnTo>
                  <a:lnTo>
                    <a:pt x="227" y="149"/>
                  </a:lnTo>
                  <a:lnTo>
                    <a:pt x="114" y="0"/>
                  </a:lnTo>
                  <a:lnTo>
                    <a:pt x="0" y="14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95" name="Freeform 56"/>
            <p:cNvSpPr/>
            <p:nvPr/>
          </p:nvSpPr>
          <p:spPr>
            <a:xfrm>
              <a:off x="2335" y="2261"/>
              <a:ext cx="114" cy="155"/>
            </a:xfrm>
            <a:custGeom>
              <a:avLst/>
              <a:gdLst>
                <a:gd name="txL" fmla="*/ 0 w 114"/>
                <a:gd name="txT" fmla="*/ 0 h 155"/>
                <a:gd name="txR" fmla="*/ 114 w 114"/>
                <a:gd name="txB" fmla="*/ 155 h 155"/>
              </a:gdLst>
              <a:ahLst/>
              <a:cxnLst>
                <a:cxn ang="0">
                  <a:pos x="0" y="0"/>
                </a:cxn>
                <a:cxn ang="0">
                  <a:pos x="114" y="155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14" h="155">
                  <a:moveTo>
                    <a:pt x="0" y="0"/>
                  </a:moveTo>
                  <a:lnTo>
                    <a:pt x="114" y="1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96" name="Freeform 57"/>
            <p:cNvSpPr>
              <a:spLocks noEditPoints="1"/>
            </p:cNvSpPr>
            <p:nvPr/>
          </p:nvSpPr>
          <p:spPr>
            <a:xfrm>
              <a:off x="2449" y="2261"/>
              <a:ext cx="113" cy="155"/>
            </a:xfrm>
            <a:custGeom>
              <a:avLst/>
              <a:gdLst>
                <a:gd name="txL" fmla="*/ 0 w 113"/>
                <a:gd name="txT" fmla="*/ 0 h 155"/>
                <a:gd name="txR" fmla="*/ 113 w 113"/>
                <a:gd name="txB" fmla="*/ 155 h 155"/>
              </a:gdLst>
              <a:ahLst/>
              <a:cxnLst>
                <a:cxn ang="0">
                  <a:pos x="0" y="155"/>
                </a:cxn>
                <a:cxn ang="0">
                  <a:pos x="113" y="0"/>
                </a:cxn>
                <a:cxn ang="0">
                  <a:pos x="0" y="155"/>
                </a:cxn>
                <a:cxn ang="0">
                  <a:pos x="0" y="155"/>
                </a:cxn>
                <a:cxn ang="0">
                  <a:pos x="0" y="155"/>
                </a:cxn>
                <a:cxn ang="0">
                  <a:pos x="0" y="155"/>
                </a:cxn>
                <a:cxn ang="0">
                  <a:pos x="0" y="155"/>
                </a:cxn>
              </a:cxnLst>
              <a:rect l="txL" t="txT" r="txR" b="txB"/>
              <a:pathLst>
                <a:path w="113" h="155">
                  <a:moveTo>
                    <a:pt x="0" y="155"/>
                  </a:moveTo>
                  <a:lnTo>
                    <a:pt x="113" y="0"/>
                  </a:lnTo>
                  <a:lnTo>
                    <a:pt x="0" y="155"/>
                  </a:lnTo>
                  <a:close/>
                  <a:moveTo>
                    <a:pt x="0" y="155"/>
                  </a:moveTo>
                  <a:lnTo>
                    <a:pt x="0" y="15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97" name="Freeform 58"/>
            <p:cNvSpPr>
              <a:spLocks noEditPoints="1"/>
            </p:cNvSpPr>
            <p:nvPr/>
          </p:nvSpPr>
          <p:spPr>
            <a:xfrm>
              <a:off x="2449" y="2112"/>
              <a:ext cx="113" cy="149"/>
            </a:xfrm>
            <a:custGeom>
              <a:avLst/>
              <a:gdLst>
                <a:gd name="txL" fmla="*/ 0 w 113"/>
                <a:gd name="txT" fmla="*/ 0 h 149"/>
                <a:gd name="txR" fmla="*/ 113 w 113"/>
                <a:gd name="txB" fmla="*/ 149 h 149"/>
              </a:gdLst>
              <a:ahLst/>
              <a:cxnLst>
                <a:cxn ang="0">
                  <a:pos x="113" y="149"/>
                </a:cxn>
                <a:cxn ang="0">
                  <a:pos x="0" y="0"/>
                </a:cxn>
                <a:cxn ang="0">
                  <a:pos x="113" y="149"/>
                </a:cxn>
                <a:cxn ang="0">
                  <a:pos x="113" y="149"/>
                </a:cxn>
                <a:cxn ang="0">
                  <a:pos x="113" y="149"/>
                </a:cxn>
                <a:cxn ang="0">
                  <a:pos x="113" y="149"/>
                </a:cxn>
                <a:cxn ang="0">
                  <a:pos x="113" y="149"/>
                </a:cxn>
              </a:cxnLst>
              <a:rect l="txL" t="txT" r="txR" b="txB"/>
              <a:pathLst>
                <a:path w="113" h="149">
                  <a:moveTo>
                    <a:pt x="113" y="149"/>
                  </a:moveTo>
                  <a:lnTo>
                    <a:pt x="0" y="0"/>
                  </a:lnTo>
                  <a:lnTo>
                    <a:pt x="113" y="149"/>
                  </a:lnTo>
                  <a:close/>
                  <a:moveTo>
                    <a:pt x="113" y="149"/>
                  </a:moveTo>
                  <a:lnTo>
                    <a:pt x="113" y="14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98" name="Freeform 59"/>
            <p:cNvSpPr>
              <a:spLocks noEditPoints="1"/>
            </p:cNvSpPr>
            <p:nvPr/>
          </p:nvSpPr>
          <p:spPr>
            <a:xfrm>
              <a:off x="2335" y="2112"/>
              <a:ext cx="114" cy="149"/>
            </a:xfrm>
            <a:custGeom>
              <a:avLst/>
              <a:gdLst>
                <a:gd name="txL" fmla="*/ 0 w 114"/>
                <a:gd name="txT" fmla="*/ 0 h 149"/>
                <a:gd name="txR" fmla="*/ 114 w 114"/>
                <a:gd name="txB" fmla="*/ 149 h 149"/>
              </a:gdLst>
              <a:ahLst/>
              <a:cxnLst>
                <a:cxn ang="0">
                  <a:pos x="114" y="0"/>
                </a:cxn>
                <a:cxn ang="0">
                  <a:pos x="0" y="149"/>
                </a:cxn>
                <a:cxn ang="0">
                  <a:pos x="114" y="0"/>
                </a:cxn>
                <a:cxn ang="0">
                  <a:pos x="114" y="0"/>
                </a:cxn>
                <a:cxn ang="0">
                  <a:pos x="114" y="0"/>
                </a:cxn>
                <a:cxn ang="0">
                  <a:pos x="114" y="0"/>
                </a:cxn>
                <a:cxn ang="0">
                  <a:pos x="114" y="0"/>
                </a:cxn>
              </a:cxnLst>
              <a:rect l="txL" t="txT" r="txR" b="txB"/>
              <a:pathLst>
                <a:path w="114" h="149">
                  <a:moveTo>
                    <a:pt x="114" y="0"/>
                  </a:moveTo>
                  <a:lnTo>
                    <a:pt x="0" y="149"/>
                  </a:lnTo>
                  <a:lnTo>
                    <a:pt x="114" y="0"/>
                  </a:lnTo>
                  <a:close/>
                  <a:moveTo>
                    <a:pt x="114" y="0"/>
                  </a:moveTo>
                  <a:lnTo>
                    <a:pt x="114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99" name="Freeform 60"/>
            <p:cNvSpPr/>
            <p:nvPr/>
          </p:nvSpPr>
          <p:spPr>
            <a:xfrm>
              <a:off x="2335" y="2261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00" name="Freeform 61"/>
            <p:cNvSpPr/>
            <p:nvPr/>
          </p:nvSpPr>
          <p:spPr>
            <a:xfrm>
              <a:off x="2449" y="2177"/>
              <a:ext cx="1" cy="90"/>
            </a:xfrm>
            <a:custGeom>
              <a:avLst/>
              <a:gdLst>
                <a:gd name="txL" fmla="*/ 0 w 1"/>
                <a:gd name="txT" fmla="*/ 0 h 90"/>
                <a:gd name="txR" fmla="*/ 1 w 1"/>
                <a:gd name="txB" fmla="*/ 90 h 90"/>
              </a:gdLst>
              <a:ahLst/>
              <a:cxnLst>
                <a:cxn ang="0">
                  <a:pos x="0" y="0"/>
                </a:cxn>
                <a:cxn ang="0">
                  <a:pos x="0" y="9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90">
                  <a:moveTo>
                    <a:pt x="0" y="0"/>
                  </a:moveTo>
                  <a:lnTo>
                    <a:pt x="0" y="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01" name="Freeform 62"/>
            <p:cNvSpPr/>
            <p:nvPr/>
          </p:nvSpPr>
          <p:spPr>
            <a:xfrm>
              <a:off x="2425" y="2249"/>
              <a:ext cx="42" cy="102"/>
            </a:xfrm>
            <a:custGeom>
              <a:avLst/>
              <a:gdLst>
                <a:gd name="txL" fmla="*/ 0 w 42"/>
                <a:gd name="txT" fmla="*/ 0 h 102"/>
                <a:gd name="txR" fmla="*/ 42 w 42"/>
                <a:gd name="txB" fmla="*/ 102 h 102"/>
              </a:gdLst>
              <a:ahLst/>
              <a:cxnLst>
                <a:cxn ang="0">
                  <a:pos x="0" y="0"/>
                </a:cxn>
                <a:cxn ang="0">
                  <a:pos x="24" y="102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42" h="102">
                  <a:moveTo>
                    <a:pt x="0" y="0"/>
                  </a:moveTo>
                  <a:lnTo>
                    <a:pt x="24" y="102"/>
                  </a:lnTo>
                  <a:lnTo>
                    <a:pt x="4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02" name="Freeform 63"/>
            <p:cNvSpPr/>
            <p:nvPr/>
          </p:nvSpPr>
          <p:spPr>
            <a:xfrm>
              <a:off x="1576" y="2124"/>
              <a:ext cx="29" cy="274"/>
            </a:xfrm>
            <a:custGeom>
              <a:avLst/>
              <a:gdLst>
                <a:gd name="txL" fmla="*/ 0 w 29"/>
                <a:gd name="txT" fmla="*/ 0 h 274"/>
                <a:gd name="txR" fmla="*/ 29 w 29"/>
                <a:gd name="txB" fmla="*/ 274 h 274"/>
              </a:gdLst>
              <a:ahLst/>
              <a:cxnLst>
                <a:cxn ang="0">
                  <a:pos x="0" y="0"/>
                </a:cxn>
                <a:cxn ang="0">
                  <a:pos x="29" y="0"/>
                </a:cxn>
                <a:cxn ang="0">
                  <a:pos x="29" y="274"/>
                </a:cxn>
                <a:cxn ang="0">
                  <a:pos x="0" y="274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9" h="274">
                  <a:moveTo>
                    <a:pt x="0" y="0"/>
                  </a:moveTo>
                  <a:lnTo>
                    <a:pt x="29" y="0"/>
                  </a:lnTo>
                  <a:lnTo>
                    <a:pt x="29" y="274"/>
                  </a:lnTo>
                  <a:lnTo>
                    <a:pt x="0" y="2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03" name="Freeform 64"/>
            <p:cNvSpPr/>
            <p:nvPr/>
          </p:nvSpPr>
          <p:spPr>
            <a:xfrm>
              <a:off x="1558" y="2386"/>
              <a:ext cx="35" cy="18"/>
            </a:xfrm>
            <a:custGeom>
              <a:avLst/>
              <a:gdLst>
                <a:gd name="txL" fmla="*/ 0 w 35"/>
                <a:gd name="txT" fmla="*/ 0 h 18"/>
                <a:gd name="txR" fmla="*/ 35 w 35"/>
                <a:gd name="txB" fmla="*/ 18 h 18"/>
              </a:gdLst>
              <a:ahLst/>
              <a:cxnLst>
                <a:cxn ang="0">
                  <a:pos x="35" y="18"/>
                </a:cxn>
                <a:cxn ang="0">
                  <a:pos x="0" y="0"/>
                </a:cxn>
                <a:cxn ang="0">
                  <a:pos x="35" y="18"/>
                </a:cxn>
                <a:cxn ang="0">
                  <a:pos x="35" y="18"/>
                </a:cxn>
              </a:cxnLst>
              <a:rect l="txL" t="txT" r="txR" b="txB"/>
              <a:pathLst>
                <a:path w="35" h="18">
                  <a:moveTo>
                    <a:pt x="35" y="18"/>
                  </a:moveTo>
                  <a:lnTo>
                    <a:pt x="0" y="0"/>
                  </a:lnTo>
                  <a:lnTo>
                    <a:pt x="35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04" name="Freeform 65"/>
            <p:cNvSpPr>
              <a:spLocks noEditPoints="1"/>
            </p:cNvSpPr>
            <p:nvPr/>
          </p:nvSpPr>
          <p:spPr>
            <a:xfrm>
              <a:off x="1558" y="2368"/>
              <a:ext cx="35" cy="18"/>
            </a:xfrm>
            <a:custGeom>
              <a:avLst/>
              <a:gdLst>
                <a:gd name="txL" fmla="*/ 0 w 35"/>
                <a:gd name="txT" fmla="*/ 0 h 18"/>
                <a:gd name="txR" fmla="*/ 35 w 35"/>
                <a:gd name="txB" fmla="*/ 18 h 18"/>
              </a:gdLst>
              <a:ahLst/>
              <a:cxnLst>
                <a:cxn ang="0">
                  <a:pos x="0" y="18"/>
                </a:cxn>
                <a:cxn ang="0">
                  <a:pos x="35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</a:cxnLst>
              <a:rect l="txL" t="txT" r="txR" b="txB"/>
              <a:pathLst>
                <a:path w="35" h="18">
                  <a:moveTo>
                    <a:pt x="0" y="18"/>
                  </a:moveTo>
                  <a:lnTo>
                    <a:pt x="35" y="0"/>
                  </a:lnTo>
                  <a:lnTo>
                    <a:pt x="0" y="18"/>
                  </a:lnTo>
                  <a:close/>
                  <a:moveTo>
                    <a:pt x="0" y="18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05" name="Freeform 66"/>
            <p:cNvSpPr>
              <a:spLocks noEditPoints="1"/>
            </p:cNvSpPr>
            <p:nvPr/>
          </p:nvSpPr>
          <p:spPr>
            <a:xfrm>
              <a:off x="1593" y="2351"/>
              <a:ext cx="30" cy="17"/>
            </a:xfrm>
            <a:custGeom>
              <a:avLst/>
              <a:gdLst>
                <a:gd name="txL" fmla="*/ 0 w 30"/>
                <a:gd name="txT" fmla="*/ 0 h 17"/>
                <a:gd name="txR" fmla="*/ 30 w 30"/>
                <a:gd name="txB" fmla="*/ 17 h 17"/>
              </a:gdLst>
              <a:ahLst/>
              <a:cxnLst>
                <a:cxn ang="0">
                  <a:pos x="0" y="17"/>
                </a:cxn>
                <a:cxn ang="0">
                  <a:pos x="30" y="0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0" y="17"/>
                </a:cxn>
              </a:cxnLst>
              <a:rect l="txL" t="txT" r="txR" b="txB"/>
              <a:pathLst>
                <a:path w="30" h="17">
                  <a:moveTo>
                    <a:pt x="0" y="17"/>
                  </a:moveTo>
                  <a:lnTo>
                    <a:pt x="30" y="0"/>
                  </a:lnTo>
                  <a:lnTo>
                    <a:pt x="0" y="17"/>
                  </a:lnTo>
                  <a:close/>
                  <a:moveTo>
                    <a:pt x="0" y="17"/>
                  </a:moveTo>
                  <a:lnTo>
                    <a:pt x="0" y="1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06" name="Freeform 67"/>
            <p:cNvSpPr>
              <a:spLocks noEditPoints="1"/>
            </p:cNvSpPr>
            <p:nvPr/>
          </p:nvSpPr>
          <p:spPr>
            <a:xfrm>
              <a:off x="1593" y="2333"/>
              <a:ext cx="30" cy="18"/>
            </a:xfrm>
            <a:custGeom>
              <a:avLst/>
              <a:gdLst>
                <a:gd name="txL" fmla="*/ 0 w 30"/>
                <a:gd name="txT" fmla="*/ 0 h 18"/>
                <a:gd name="txR" fmla="*/ 30 w 30"/>
                <a:gd name="txB" fmla="*/ 18 h 18"/>
              </a:gdLst>
              <a:ahLst/>
              <a:cxnLst>
                <a:cxn ang="0">
                  <a:pos x="30" y="18"/>
                </a:cxn>
                <a:cxn ang="0">
                  <a:pos x="0" y="0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</a:cxnLst>
              <a:rect l="txL" t="txT" r="txR" b="txB"/>
              <a:pathLst>
                <a:path w="30" h="18">
                  <a:moveTo>
                    <a:pt x="30" y="18"/>
                  </a:moveTo>
                  <a:lnTo>
                    <a:pt x="0" y="0"/>
                  </a:lnTo>
                  <a:lnTo>
                    <a:pt x="30" y="18"/>
                  </a:lnTo>
                  <a:close/>
                  <a:moveTo>
                    <a:pt x="30" y="18"/>
                  </a:moveTo>
                  <a:lnTo>
                    <a:pt x="3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07" name="Freeform 68"/>
            <p:cNvSpPr>
              <a:spLocks noEditPoints="1"/>
            </p:cNvSpPr>
            <p:nvPr/>
          </p:nvSpPr>
          <p:spPr>
            <a:xfrm>
              <a:off x="1593" y="2333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08" name="Freeform 69"/>
            <p:cNvSpPr>
              <a:spLocks noEditPoints="1"/>
            </p:cNvSpPr>
            <p:nvPr/>
          </p:nvSpPr>
          <p:spPr>
            <a:xfrm>
              <a:off x="1558" y="2315"/>
              <a:ext cx="35" cy="18"/>
            </a:xfrm>
            <a:custGeom>
              <a:avLst/>
              <a:gdLst>
                <a:gd name="txL" fmla="*/ 0 w 35"/>
                <a:gd name="txT" fmla="*/ 0 h 18"/>
                <a:gd name="txR" fmla="*/ 35 w 35"/>
                <a:gd name="txB" fmla="*/ 18 h 18"/>
              </a:gdLst>
              <a:ahLst/>
              <a:cxnLst>
                <a:cxn ang="0">
                  <a:pos x="35" y="18"/>
                </a:cxn>
                <a:cxn ang="0">
                  <a:pos x="0" y="0"/>
                </a:cxn>
                <a:cxn ang="0">
                  <a:pos x="35" y="18"/>
                </a:cxn>
                <a:cxn ang="0">
                  <a:pos x="35" y="18"/>
                </a:cxn>
                <a:cxn ang="0">
                  <a:pos x="35" y="18"/>
                </a:cxn>
                <a:cxn ang="0">
                  <a:pos x="35" y="18"/>
                </a:cxn>
                <a:cxn ang="0">
                  <a:pos x="35" y="18"/>
                </a:cxn>
              </a:cxnLst>
              <a:rect l="txL" t="txT" r="txR" b="txB"/>
              <a:pathLst>
                <a:path w="35" h="18">
                  <a:moveTo>
                    <a:pt x="35" y="18"/>
                  </a:moveTo>
                  <a:lnTo>
                    <a:pt x="0" y="0"/>
                  </a:lnTo>
                  <a:lnTo>
                    <a:pt x="35" y="18"/>
                  </a:lnTo>
                  <a:close/>
                  <a:moveTo>
                    <a:pt x="35" y="18"/>
                  </a:moveTo>
                  <a:lnTo>
                    <a:pt x="35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09" name="Freeform 70"/>
            <p:cNvSpPr>
              <a:spLocks noEditPoints="1"/>
            </p:cNvSpPr>
            <p:nvPr/>
          </p:nvSpPr>
          <p:spPr>
            <a:xfrm>
              <a:off x="1558" y="2297"/>
              <a:ext cx="35" cy="18"/>
            </a:xfrm>
            <a:custGeom>
              <a:avLst/>
              <a:gdLst>
                <a:gd name="txL" fmla="*/ 0 w 35"/>
                <a:gd name="txT" fmla="*/ 0 h 18"/>
                <a:gd name="txR" fmla="*/ 35 w 35"/>
                <a:gd name="txB" fmla="*/ 18 h 18"/>
              </a:gdLst>
              <a:ahLst/>
              <a:cxnLst>
                <a:cxn ang="0">
                  <a:pos x="0" y="18"/>
                </a:cxn>
                <a:cxn ang="0">
                  <a:pos x="35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</a:cxnLst>
              <a:rect l="txL" t="txT" r="txR" b="txB"/>
              <a:pathLst>
                <a:path w="35" h="18">
                  <a:moveTo>
                    <a:pt x="0" y="18"/>
                  </a:moveTo>
                  <a:lnTo>
                    <a:pt x="35" y="0"/>
                  </a:lnTo>
                  <a:lnTo>
                    <a:pt x="0" y="18"/>
                  </a:lnTo>
                  <a:close/>
                  <a:moveTo>
                    <a:pt x="0" y="18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10" name="Freeform 71"/>
            <p:cNvSpPr>
              <a:spLocks noEditPoints="1"/>
            </p:cNvSpPr>
            <p:nvPr/>
          </p:nvSpPr>
          <p:spPr>
            <a:xfrm>
              <a:off x="1593" y="2279"/>
              <a:ext cx="30" cy="18"/>
            </a:xfrm>
            <a:custGeom>
              <a:avLst/>
              <a:gdLst>
                <a:gd name="txL" fmla="*/ 0 w 30"/>
                <a:gd name="txT" fmla="*/ 0 h 18"/>
                <a:gd name="txR" fmla="*/ 30 w 30"/>
                <a:gd name="txB" fmla="*/ 18 h 18"/>
              </a:gdLst>
              <a:ahLst/>
              <a:cxnLst>
                <a:cxn ang="0">
                  <a:pos x="0" y="18"/>
                </a:cxn>
                <a:cxn ang="0">
                  <a:pos x="30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</a:cxnLst>
              <a:rect l="txL" t="txT" r="txR" b="txB"/>
              <a:pathLst>
                <a:path w="30" h="18">
                  <a:moveTo>
                    <a:pt x="0" y="18"/>
                  </a:moveTo>
                  <a:lnTo>
                    <a:pt x="30" y="0"/>
                  </a:lnTo>
                  <a:lnTo>
                    <a:pt x="0" y="18"/>
                  </a:lnTo>
                  <a:close/>
                  <a:moveTo>
                    <a:pt x="0" y="18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11" name="Freeform 72"/>
            <p:cNvSpPr>
              <a:spLocks noEditPoints="1"/>
            </p:cNvSpPr>
            <p:nvPr/>
          </p:nvSpPr>
          <p:spPr>
            <a:xfrm>
              <a:off x="1593" y="2261"/>
              <a:ext cx="30" cy="18"/>
            </a:xfrm>
            <a:custGeom>
              <a:avLst/>
              <a:gdLst>
                <a:gd name="txL" fmla="*/ 0 w 30"/>
                <a:gd name="txT" fmla="*/ 0 h 18"/>
                <a:gd name="txR" fmla="*/ 30 w 30"/>
                <a:gd name="txB" fmla="*/ 18 h 18"/>
              </a:gdLst>
              <a:ahLst/>
              <a:cxnLst>
                <a:cxn ang="0">
                  <a:pos x="30" y="18"/>
                </a:cxn>
                <a:cxn ang="0">
                  <a:pos x="0" y="0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</a:cxnLst>
              <a:rect l="txL" t="txT" r="txR" b="txB"/>
              <a:pathLst>
                <a:path w="30" h="18">
                  <a:moveTo>
                    <a:pt x="30" y="18"/>
                  </a:moveTo>
                  <a:lnTo>
                    <a:pt x="0" y="0"/>
                  </a:lnTo>
                  <a:lnTo>
                    <a:pt x="30" y="18"/>
                  </a:lnTo>
                  <a:close/>
                  <a:moveTo>
                    <a:pt x="30" y="18"/>
                  </a:moveTo>
                  <a:lnTo>
                    <a:pt x="3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12" name="Freeform 73"/>
            <p:cNvSpPr>
              <a:spLocks noEditPoints="1"/>
            </p:cNvSpPr>
            <p:nvPr/>
          </p:nvSpPr>
          <p:spPr>
            <a:xfrm>
              <a:off x="1558" y="2243"/>
              <a:ext cx="35" cy="18"/>
            </a:xfrm>
            <a:custGeom>
              <a:avLst/>
              <a:gdLst>
                <a:gd name="txL" fmla="*/ 0 w 35"/>
                <a:gd name="txT" fmla="*/ 0 h 18"/>
                <a:gd name="txR" fmla="*/ 35 w 35"/>
                <a:gd name="txB" fmla="*/ 18 h 18"/>
              </a:gdLst>
              <a:ahLst/>
              <a:cxnLst>
                <a:cxn ang="0">
                  <a:pos x="35" y="18"/>
                </a:cxn>
                <a:cxn ang="0">
                  <a:pos x="0" y="0"/>
                </a:cxn>
                <a:cxn ang="0">
                  <a:pos x="35" y="18"/>
                </a:cxn>
                <a:cxn ang="0">
                  <a:pos x="35" y="18"/>
                </a:cxn>
                <a:cxn ang="0">
                  <a:pos x="35" y="18"/>
                </a:cxn>
                <a:cxn ang="0">
                  <a:pos x="35" y="18"/>
                </a:cxn>
                <a:cxn ang="0">
                  <a:pos x="35" y="18"/>
                </a:cxn>
              </a:cxnLst>
              <a:rect l="txL" t="txT" r="txR" b="txB"/>
              <a:pathLst>
                <a:path w="35" h="18">
                  <a:moveTo>
                    <a:pt x="35" y="18"/>
                  </a:moveTo>
                  <a:lnTo>
                    <a:pt x="0" y="0"/>
                  </a:lnTo>
                  <a:lnTo>
                    <a:pt x="35" y="18"/>
                  </a:lnTo>
                  <a:close/>
                  <a:moveTo>
                    <a:pt x="35" y="18"/>
                  </a:moveTo>
                  <a:lnTo>
                    <a:pt x="35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13" name="Freeform 74"/>
            <p:cNvSpPr>
              <a:spLocks noEditPoints="1"/>
            </p:cNvSpPr>
            <p:nvPr/>
          </p:nvSpPr>
          <p:spPr>
            <a:xfrm>
              <a:off x="1558" y="2225"/>
              <a:ext cx="35" cy="18"/>
            </a:xfrm>
            <a:custGeom>
              <a:avLst/>
              <a:gdLst>
                <a:gd name="txL" fmla="*/ 0 w 35"/>
                <a:gd name="txT" fmla="*/ 0 h 18"/>
                <a:gd name="txR" fmla="*/ 35 w 35"/>
                <a:gd name="txB" fmla="*/ 18 h 18"/>
              </a:gdLst>
              <a:ahLst/>
              <a:cxnLst>
                <a:cxn ang="0">
                  <a:pos x="0" y="18"/>
                </a:cxn>
                <a:cxn ang="0">
                  <a:pos x="35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</a:cxnLst>
              <a:rect l="txL" t="txT" r="txR" b="txB"/>
              <a:pathLst>
                <a:path w="35" h="18">
                  <a:moveTo>
                    <a:pt x="0" y="18"/>
                  </a:moveTo>
                  <a:lnTo>
                    <a:pt x="35" y="0"/>
                  </a:lnTo>
                  <a:lnTo>
                    <a:pt x="0" y="18"/>
                  </a:lnTo>
                  <a:close/>
                  <a:moveTo>
                    <a:pt x="0" y="18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14" name="Freeform 75"/>
            <p:cNvSpPr>
              <a:spLocks noEditPoints="1"/>
            </p:cNvSpPr>
            <p:nvPr/>
          </p:nvSpPr>
          <p:spPr>
            <a:xfrm>
              <a:off x="1593" y="2213"/>
              <a:ext cx="30" cy="12"/>
            </a:xfrm>
            <a:custGeom>
              <a:avLst/>
              <a:gdLst>
                <a:gd name="txL" fmla="*/ 0 w 30"/>
                <a:gd name="txT" fmla="*/ 0 h 12"/>
                <a:gd name="txR" fmla="*/ 30 w 30"/>
                <a:gd name="txB" fmla="*/ 12 h 12"/>
              </a:gdLst>
              <a:ahLst/>
              <a:cxnLst>
                <a:cxn ang="0">
                  <a:pos x="0" y="12"/>
                </a:cxn>
                <a:cxn ang="0">
                  <a:pos x="30" y="0"/>
                </a:cxn>
                <a:cxn ang="0">
                  <a:pos x="0" y="12"/>
                </a:cxn>
                <a:cxn ang="0">
                  <a:pos x="0" y="12"/>
                </a:cxn>
                <a:cxn ang="0">
                  <a:pos x="0" y="12"/>
                </a:cxn>
                <a:cxn ang="0">
                  <a:pos x="0" y="12"/>
                </a:cxn>
                <a:cxn ang="0">
                  <a:pos x="0" y="12"/>
                </a:cxn>
              </a:cxnLst>
              <a:rect l="txL" t="txT" r="txR" b="txB"/>
              <a:pathLst>
                <a:path w="30" h="12">
                  <a:moveTo>
                    <a:pt x="0" y="12"/>
                  </a:moveTo>
                  <a:lnTo>
                    <a:pt x="30" y="0"/>
                  </a:lnTo>
                  <a:lnTo>
                    <a:pt x="0" y="12"/>
                  </a:lnTo>
                  <a:close/>
                  <a:moveTo>
                    <a:pt x="0" y="12"/>
                  </a:moveTo>
                  <a:lnTo>
                    <a:pt x="0" y="1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15" name="Freeform 76"/>
            <p:cNvSpPr>
              <a:spLocks noEditPoints="1"/>
            </p:cNvSpPr>
            <p:nvPr/>
          </p:nvSpPr>
          <p:spPr>
            <a:xfrm>
              <a:off x="1593" y="2195"/>
              <a:ext cx="30" cy="18"/>
            </a:xfrm>
            <a:custGeom>
              <a:avLst/>
              <a:gdLst>
                <a:gd name="txL" fmla="*/ 0 w 30"/>
                <a:gd name="txT" fmla="*/ 0 h 18"/>
                <a:gd name="txR" fmla="*/ 30 w 30"/>
                <a:gd name="txB" fmla="*/ 18 h 18"/>
              </a:gdLst>
              <a:ahLst/>
              <a:cxnLst>
                <a:cxn ang="0">
                  <a:pos x="30" y="18"/>
                </a:cxn>
                <a:cxn ang="0">
                  <a:pos x="0" y="0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</a:cxnLst>
              <a:rect l="txL" t="txT" r="txR" b="txB"/>
              <a:pathLst>
                <a:path w="30" h="18">
                  <a:moveTo>
                    <a:pt x="30" y="18"/>
                  </a:moveTo>
                  <a:lnTo>
                    <a:pt x="0" y="0"/>
                  </a:lnTo>
                  <a:lnTo>
                    <a:pt x="30" y="18"/>
                  </a:lnTo>
                  <a:close/>
                  <a:moveTo>
                    <a:pt x="30" y="18"/>
                  </a:moveTo>
                  <a:lnTo>
                    <a:pt x="3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16" name="Freeform 77"/>
            <p:cNvSpPr>
              <a:spLocks noEditPoints="1"/>
            </p:cNvSpPr>
            <p:nvPr/>
          </p:nvSpPr>
          <p:spPr>
            <a:xfrm>
              <a:off x="1558" y="2177"/>
              <a:ext cx="35" cy="18"/>
            </a:xfrm>
            <a:custGeom>
              <a:avLst/>
              <a:gdLst>
                <a:gd name="txL" fmla="*/ 0 w 35"/>
                <a:gd name="txT" fmla="*/ 0 h 18"/>
                <a:gd name="txR" fmla="*/ 35 w 35"/>
                <a:gd name="txB" fmla="*/ 18 h 18"/>
              </a:gdLst>
              <a:ahLst/>
              <a:cxnLst>
                <a:cxn ang="0">
                  <a:pos x="35" y="18"/>
                </a:cxn>
                <a:cxn ang="0">
                  <a:pos x="0" y="0"/>
                </a:cxn>
                <a:cxn ang="0">
                  <a:pos x="35" y="18"/>
                </a:cxn>
                <a:cxn ang="0">
                  <a:pos x="35" y="18"/>
                </a:cxn>
                <a:cxn ang="0">
                  <a:pos x="35" y="18"/>
                </a:cxn>
                <a:cxn ang="0">
                  <a:pos x="35" y="18"/>
                </a:cxn>
                <a:cxn ang="0">
                  <a:pos x="35" y="18"/>
                </a:cxn>
              </a:cxnLst>
              <a:rect l="txL" t="txT" r="txR" b="txB"/>
              <a:pathLst>
                <a:path w="35" h="18">
                  <a:moveTo>
                    <a:pt x="35" y="18"/>
                  </a:moveTo>
                  <a:lnTo>
                    <a:pt x="0" y="0"/>
                  </a:lnTo>
                  <a:lnTo>
                    <a:pt x="35" y="18"/>
                  </a:lnTo>
                  <a:close/>
                  <a:moveTo>
                    <a:pt x="35" y="18"/>
                  </a:moveTo>
                  <a:lnTo>
                    <a:pt x="35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17" name="Freeform 78"/>
            <p:cNvSpPr>
              <a:spLocks noEditPoints="1"/>
            </p:cNvSpPr>
            <p:nvPr/>
          </p:nvSpPr>
          <p:spPr>
            <a:xfrm>
              <a:off x="1558" y="2160"/>
              <a:ext cx="35" cy="17"/>
            </a:xfrm>
            <a:custGeom>
              <a:avLst/>
              <a:gdLst>
                <a:gd name="txL" fmla="*/ 0 w 35"/>
                <a:gd name="txT" fmla="*/ 0 h 17"/>
                <a:gd name="txR" fmla="*/ 35 w 35"/>
                <a:gd name="txB" fmla="*/ 17 h 17"/>
              </a:gdLst>
              <a:ahLst/>
              <a:cxnLst>
                <a:cxn ang="0">
                  <a:pos x="0" y="17"/>
                </a:cxn>
                <a:cxn ang="0">
                  <a:pos x="35" y="0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0" y="17"/>
                </a:cxn>
              </a:cxnLst>
              <a:rect l="txL" t="txT" r="txR" b="txB"/>
              <a:pathLst>
                <a:path w="35" h="17">
                  <a:moveTo>
                    <a:pt x="0" y="17"/>
                  </a:moveTo>
                  <a:lnTo>
                    <a:pt x="35" y="0"/>
                  </a:lnTo>
                  <a:lnTo>
                    <a:pt x="0" y="17"/>
                  </a:lnTo>
                  <a:close/>
                  <a:moveTo>
                    <a:pt x="0" y="17"/>
                  </a:moveTo>
                  <a:lnTo>
                    <a:pt x="0" y="1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18" name="Freeform 79"/>
            <p:cNvSpPr>
              <a:spLocks noEditPoints="1"/>
            </p:cNvSpPr>
            <p:nvPr/>
          </p:nvSpPr>
          <p:spPr>
            <a:xfrm>
              <a:off x="1593" y="2142"/>
              <a:ext cx="30" cy="18"/>
            </a:xfrm>
            <a:custGeom>
              <a:avLst/>
              <a:gdLst>
                <a:gd name="txL" fmla="*/ 0 w 30"/>
                <a:gd name="txT" fmla="*/ 0 h 18"/>
                <a:gd name="txR" fmla="*/ 30 w 30"/>
                <a:gd name="txB" fmla="*/ 18 h 18"/>
              </a:gdLst>
              <a:ahLst/>
              <a:cxnLst>
                <a:cxn ang="0">
                  <a:pos x="0" y="18"/>
                </a:cxn>
                <a:cxn ang="0">
                  <a:pos x="30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</a:cxnLst>
              <a:rect l="txL" t="txT" r="txR" b="txB"/>
              <a:pathLst>
                <a:path w="30" h="18">
                  <a:moveTo>
                    <a:pt x="0" y="18"/>
                  </a:moveTo>
                  <a:lnTo>
                    <a:pt x="30" y="0"/>
                  </a:lnTo>
                  <a:lnTo>
                    <a:pt x="0" y="18"/>
                  </a:lnTo>
                  <a:close/>
                  <a:moveTo>
                    <a:pt x="0" y="18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19" name="Freeform 80"/>
            <p:cNvSpPr>
              <a:spLocks noEditPoints="1"/>
            </p:cNvSpPr>
            <p:nvPr/>
          </p:nvSpPr>
          <p:spPr>
            <a:xfrm>
              <a:off x="1588" y="2124"/>
              <a:ext cx="35" cy="18"/>
            </a:xfrm>
            <a:custGeom>
              <a:avLst/>
              <a:gdLst>
                <a:gd name="txL" fmla="*/ 0 w 35"/>
                <a:gd name="txT" fmla="*/ 0 h 18"/>
                <a:gd name="txR" fmla="*/ 35 w 35"/>
                <a:gd name="txB" fmla="*/ 18 h 18"/>
              </a:gdLst>
              <a:ahLst/>
              <a:cxnLst>
                <a:cxn ang="0">
                  <a:pos x="35" y="18"/>
                </a:cxn>
                <a:cxn ang="0">
                  <a:pos x="0" y="0"/>
                </a:cxn>
                <a:cxn ang="0">
                  <a:pos x="35" y="18"/>
                </a:cxn>
                <a:cxn ang="0">
                  <a:pos x="35" y="18"/>
                </a:cxn>
                <a:cxn ang="0">
                  <a:pos x="35" y="18"/>
                </a:cxn>
                <a:cxn ang="0">
                  <a:pos x="35" y="18"/>
                </a:cxn>
                <a:cxn ang="0">
                  <a:pos x="35" y="18"/>
                </a:cxn>
              </a:cxnLst>
              <a:rect l="txL" t="txT" r="txR" b="txB"/>
              <a:pathLst>
                <a:path w="35" h="18">
                  <a:moveTo>
                    <a:pt x="35" y="18"/>
                  </a:moveTo>
                  <a:lnTo>
                    <a:pt x="0" y="0"/>
                  </a:lnTo>
                  <a:lnTo>
                    <a:pt x="35" y="18"/>
                  </a:lnTo>
                  <a:close/>
                  <a:moveTo>
                    <a:pt x="35" y="18"/>
                  </a:moveTo>
                  <a:lnTo>
                    <a:pt x="35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20" name="Freeform 81"/>
            <p:cNvSpPr/>
            <p:nvPr/>
          </p:nvSpPr>
          <p:spPr>
            <a:xfrm>
              <a:off x="1043" y="1765"/>
              <a:ext cx="210" cy="36"/>
            </a:xfrm>
            <a:custGeom>
              <a:avLst/>
              <a:gdLst>
                <a:gd name="txL" fmla="*/ 0 w 210"/>
                <a:gd name="txT" fmla="*/ 0 h 36"/>
                <a:gd name="txR" fmla="*/ 210 w 210"/>
                <a:gd name="txB" fmla="*/ 36 h 36"/>
              </a:gdLst>
              <a:ahLst/>
              <a:cxnLst>
                <a:cxn ang="0">
                  <a:pos x="0" y="36"/>
                </a:cxn>
                <a:cxn ang="0">
                  <a:pos x="0" y="0"/>
                </a:cxn>
                <a:cxn ang="0">
                  <a:pos x="210" y="0"/>
                </a:cxn>
                <a:cxn ang="0">
                  <a:pos x="210" y="36"/>
                </a:cxn>
                <a:cxn ang="0">
                  <a:pos x="0" y="36"/>
                </a:cxn>
                <a:cxn ang="0">
                  <a:pos x="0" y="36"/>
                </a:cxn>
              </a:cxnLst>
              <a:rect l="txL" t="txT" r="txR" b="txB"/>
              <a:pathLst>
                <a:path w="210" h="36">
                  <a:moveTo>
                    <a:pt x="0" y="36"/>
                  </a:moveTo>
                  <a:lnTo>
                    <a:pt x="0" y="0"/>
                  </a:lnTo>
                  <a:lnTo>
                    <a:pt x="210" y="0"/>
                  </a:lnTo>
                  <a:lnTo>
                    <a:pt x="210" y="36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21" name="Freeform 82"/>
            <p:cNvSpPr/>
            <p:nvPr/>
          </p:nvSpPr>
          <p:spPr>
            <a:xfrm>
              <a:off x="1241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22" name="Freeform 83"/>
            <p:cNvSpPr>
              <a:spLocks noEditPoints="1"/>
            </p:cNvSpPr>
            <p:nvPr/>
          </p:nvSpPr>
          <p:spPr>
            <a:xfrm>
              <a:off x="1229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23" name="Freeform 84"/>
            <p:cNvSpPr>
              <a:spLocks noEditPoints="1"/>
            </p:cNvSpPr>
            <p:nvPr/>
          </p:nvSpPr>
          <p:spPr>
            <a:xfrm>
              <a:off x="1217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41"/>
                </a:cxn>
                <a:cxn ang="0">
                  <a:pos x="0" y="0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</a:cxnLst>
              <a:rect l="txL" t="txT" r="txR" b="txB"/>
              <a:pathLst>
                <a:path w="12" h="41">
                  <a:moveTo>
                    <a:pt x="12" y="41"/>
                  </a:moveTo>
                  <a:lnTo>
                    <a:pt x="0" y="0"/>
                  </a:lnTo>
                  <a:lnTo>
                    <a:pt x="12" y="41"/>
                  </a:lnTo>
                  <a:close/>
                  <a:moveTo>
                    <a:pt x="12" y="41"/>
                  </a:moveTo>
                  <a:lnTo>
                    <a:pt x="12" y="4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24" name="Freeform 85"/>
            <p:cNvSpPr>
              <a:spLocks noEditPoints="1"/>
            </p:cNvSpPr>
            <p:nvPr/>
          </p:nvSpPr>
          <p:spPr>
            <a:xfrm>
              <a:off x="1205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0"/>
                </a:cxn>
                <a:cxn ang="0">
                  <a:pos x="0" y="41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1">
                  <a:moveTo>
                    <a:pt x="12" y="0"/>
                  </a:moveTo>
                  <a:lnTo>
                    <a:pt x="0" y="41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25" name="Freeform 86"/>
            <p:cNvSpPr>
              <a:spLocks noEditPoints="1"/>
            </p:cNvSpPr>
            <p:nvPr/>
          </p:nvSpPr>
          <p:spPr>
            <a:xfrm>
              <a:off x="1199" y="1783"/>
              <a:ext cx="6" cy="1"/>
            </a:xfrm>
            <a:custGeom>
              <a:avLst/>
              <a:gdLst>
                <a:gd name="txL" fmla="*/ 0 w 6"/>
                <a:gd name="txT" fmla="*/ 0 h 1"/>
                <a:gd name="txR" fmla="*/ 6 w 6"/>
                <a:gd name="txB" fmla="*/ 1 h 1"/>
              </a:gdLst>
              <a:ahLst/>
              <a:cxnLst>
                <a:cxn ang="0">
                  <a:pos x="6" y="0"/>
                </a:cxn>
                <a:cxn ang="0">
                  <a:pos x="0" y="0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6" y="0"/>
                </a:cxn>
              </a:cxnLst>
              <a:rect l="txL" t="txT" r="txR" b="txB"/>
              <a:pathLst>
                <a:path w="6" h="1">
                  <a:moveTo>
                    <a:pt x="6" y="0"/>
                  </a:moveTo>
                  <a:lnTo>
                    <a:pt x="0" y="0"/>
                  </a:lnTo>
                  <a:lnTo>
                    <a:pt x="6" y="0"/>
                  </a:lnTo>
                  <a:close/>
                  <a:moveTo>
                    <a:pt x="6" y="0"/>
                  </a:moveTo>
                  <a:lnTo>
                    <a:pt x="6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26" name="Freeform 87"/>
            <p:cNvSpPr>
              <a:spLocks noEditPoints="1"/>
            </p:cNvSpPr>
            <p:nvPr/>
          </p:nvSpPr>
          <p:spPr>
            <a:xfrm>
              <a:off x="1187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27" name="Freeform 88"/>
            <p:cNvSpPr>
              <a:spLocks noEditPoints="1"/>
            </p:cNvSpPr>
            <p:nvPr/>
          </p:nvSpPr>
          <p:spPr>
            <a:xfrm>
              <a:off x="1175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28" name="Freeform 89"/>
            <p:cNvSpPr>
              <a:spLocks noEditPoints="1"/>
            </p:cNvSpPr>
            <p:nvPr/>
          </p:nvSpPr>
          <p:spPr>
            <a:xfrm>
              <a:off x="1163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41"/>
                </a:cxn>
                <a:cxn ang="0">
                  <a:pos x="0" y="0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</a:cxnLst>
              <a:rect l="txL" t="txT" r="txR" b="txB"/>
              <a:pathLst>
                <a:path w="12" h="41">
                  <a:moveTo>
                    <a:pt x="12" y="41"/>
                  </a:moveTo>
                  <a:lnTo>
                    <a:pt x="0" y="0"/>
                  </a:lnTo>
                  <a:lnTo>
                    <a:pt x="12" y="41"/>
                  </a:lnTo>
                  <a:close/>
                  <a:moveTo>
                    <a:pt x="12" y="41"/>
                  </a:moveTo>
                  <a:lnTo>
                    <a:pt x="12" y="4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29" name="Freeform 90"/>
            <p:cNvSpPr>
              <a:spLocks noEditPoints="1"/>
            </p:cNvSpPr>
            <p:nvPr/>
          </p:nvSpPr>
          <p:spPr>
            <a:xfrm>
              <a:off x="1151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0"/>
                </a:cxn>
                <a:cxn ang="0">
                  <a:pos x="0" y="41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1">
                  <a:moveTo>
                    <a:pt x="12" y="0"/>
                  </a:moveTo>
                  <a:lnTo>
                    <a:pt x="0" y="41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30" name="Freeform 91"/>
            <p:cNvSpPr>
              <a:spLocks noEditPoints="1"/>
            </p:cNvSpPr>
            <p:nvPr/>
          </p:nvSpPr>
          <p:spPr>
            <a:xfrm>
              <a:off x="1133" y="1783"/>
              <a:ext cx="18" cy="42"/>
            </a:xfrm>
            <a:custGeom>
              <a:avLst/>
              <a:gdLst>
                <a:gd name="txL" fmla="*/ 0 w 18"/>
                <a:gd name="txT" fmla="*/ 0 h 42"/>
                <a:gd name="txR" fmla="*/ 18 w 18"/>
                <a:gd name="txB" fmla="*/ 42 h 42"/>
              </a:gdLst>
              <a:ahLst/>
              <a:cxnLst>
                <a:cxn ang="0">
                  <a:pos x="18" y="0"/>
                </a:cxn>
                <a:cxn ang="0">
                  <a:pos x="0" y="42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</a:cxnLst>
              <a:rect l="txL" t="txT" r="txR" b="txB"/>
              <a:pathLst>
                <a:path w="18" h="42">
                  <a:moveTo>
                    <a:pt x="18" y="0"/>
                  </a:moveTo>
                  <a:lnTo>
                    <a:pt x="0" y="42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31" name="Freeform 92"/>
            <p:cNvSpPr>
              <a:spLocks noEditPoints="1"/>
            </p:cNvSpPr>
            <p:nvPr/>
          </p:nvSpPr>
          <p:spPr>
            <a:xfrm>
              <a:off x="1121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32" name="Freeform 93"/>
            <p:cNvSpPr>
              <a:spLocks noEditPoints="1"/>
            </p:cNvSpPr>
            <p:nvPr/>
          </p:nvSpPr>
          <p:spPr>
            <a:xfrm>
              <a:off x="1109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41"/>
                </a:cxn>
                <a:cxn ang="0">
                  <a:pos x="0" y="0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</a:cxnLst>
              <a:rect l="txL" t="txT" r="txR" b="txB"/>
              <a:pathLst>
                <a:path w="12" h="41">
                  <a:moveTo>
                    <a:pt x="12" y="41"/>
                  </a:moveTo>
                  <a:lnTo>
                    <a:pt x="0" y="0"/>
                  </a:lnTo>
                  <a:lnTo>
                    <a:pt x="12" y="41"/>
                  </a:lnTo>
                  <a:close/>
                  <a:moveTo>
                    <a:pt x="12" y="41"/>
                  </a:moveTo>
                  <a:lnTo>
                    <a:pt x="12" y="4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33" name="Freeform 94"/>
            <p:cNvSpPr>
              <a:spLocks noEditPoints="1"/>
            </p:cNvSpPr>
            <p:nvPr/>
          </p:nvSpPr>
          <p:spPr>
            <a:xfrm>
              <a:off x="1097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0"/>
                </a:cxn>
                <a:cxn ang="0">
                  <a:pos x="0" y="41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1">
                  <a:moveTo>
                    <a:pt x="12" y="0"/>
                  </a:moveTo>
                  <a:lnTo>
                    <a:pt x="0" y="41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34" name="Freeform 95"/>
            <p:cNvSpPr>
              <a:spLocks noEditPoints="1"/>
            </p:cNvSpPr>
            <p:nvPr/>
          </p:nvSpPr>
          <p:spPr>
            <a:xfrm>
              <a:off x="1085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35" name="Freeform 96"/>
            <p:cNvSpPr>
              <a:spLocks noEditPoints="1"/>
            </p:cNvSpPr>
            <p:nvPr/>
          </p:nvSpPr>
          <p:spPr>
            <a:xfrm>
              <a:off x="1067" y="1783"/>
              <a:ext cx="18" cy="42"/>
            </a:xfrm>
            <a:custGeom>
              <a:avLst/>
              <a:gdLst>
                <a:gd name="txL" fmla="*/ 0 w 18"/>
                <a:gd name="txT" fmla="*/ 0 h 42"/>
                <a:gd name="txR" fmla="*/ 18 w 18"/>
                <a:gd name="txB" fmla="*/ 42 h 42"/>
              </a:gdLst>
              <a:ahLst/>
              <a:cxnLst>
                <a:cxn ang="0">
                  <a:pos x="18" y="42"/>
                </a:cxn>
                <a:cxn ang="0">
                  <a:pos x="0" y="0"/>
                </a:cxn>
                <a:cxn ang="0">
                  <a:pos x="18" y="42"/>
                </a:cxn>
                <a:cxn ang="0">
                  <a:pos x="18" y="42"/>
                </a:cxn>
                <a:cxn ang="0">
                  <a:pos x="18" y="42"/>
                </a:cxn>
                <a:cxn ang="0">
                  <a:pos x="18" y="42"/>
                </a:cxn>
                <a:cxn ang="0">
                  <a:pos x="18" y="42"/>
                </a:cxn>
              </a:cxnLst>
              <a:rect l="txL" t="txT" r="txR" b="txB"/>
              <a:pathLst>
                <a:path w="18" h="42">
                  <a:moveTo>
                    <a:pt x="18" y="42"/>
                  </a:moveTo>
                  <a:lnTo>
                    <a:pt x="0" y="0"/>
                  </a:lnTo>
                  <a:lnTo>
                    <a:pt x="18" y="42"/>
                  </a:lnTo>
                  <a:close/>
                  <a:moveTo>
                    <a:pt x="18" y="42"/>
                  </a:moveTo>
                  <a:lnTo>
                    <a:pt x="18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36" name="Freeform 97"/>
            <p:cNvSpPr>
              <a:spLocks noEditPoints="1"/>
            </p:cNvSpPr>
            <p:nvPr/>
          </p:nvSpPr>
          <p:spPr>
            <a:xfrm>
              <a:off x="1055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41"/>
                </a:cxn>
                <a:cxn ang="0">
                  <a:pos x="0" y="0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</a:cxnLst>
              <a:rect l="txL" t="txT" r="txR" b="txB"/>
              <a:pathLst>
                <a:path w="12" h="41">
                  <a:moveTo>
                    <a:pt x="12" y="41"/>
                  </a:moveTo>
                  <a:lnTo>
                    <a:pt x="0" y="0"/>
                  </a:lnTo>
                  <a:lnTo>
                    <a:pt x="12" y="41"/>
                  </a:lnTo>
                  <a:close/>
                  <a:moveTo>
                    <a:pt x="12" y="41"/>
                  </a:moveTo>
                  <a:lnTo>
                    <a:pt x="12" y="4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37" name="Freeform 98"/>
            <p:cNvSpPr>
              <a:spLocks noEditPoints="1"/>
            </p:cNvSpPr>
            <p:nvPr/>
          </p:nvSpPr>
          <p:spPr>
            <a:xfrm>
              <a:off x="1043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0"/>
                </a:cxn>
                <a:cxn ang="0">
                  <a:pos x="0" y="41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1">
                  <a:moveTo>
                    <a:pt x="12" y="0"/>
                  </a:moveTo>
                  <a:lnTo>
                    <a:pt x="0" y="41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38" name="Freeform 99"/>
            <p:cNvSpPr/>
            <p:nvPr/>
          </p:nvSpPr>
          <p:spPr>
            <a:xfrm>
              <a:off x="1922" y="1765"/>
              <a:ext cx="210" cy="36"/>
            </a:xfrm>
            <a:custGeom>
              <a:avLst/>
              <a:gdLst>
                <a:gd name="txL" fmla="*/ 0 w 210"/>
                <a:gd name="txT" fmla="*/ 0 h 36"/>
                <a:gd name="txR" fmla="*/ 210 w 210"/>
                <a:gd name="txB" fmla="*/ 36 h 36"/>
              </a:gdLst>
              <a:ahLst/>
              <a:cxnLst>
                <a:cxn ang="0">
                  <a:pos x="0" y="36"/>
                </a:cxn>
                <a:cxn ang="0">
                  <a:pos x="0" y="0"/>
                </a:cxn>
                <a:cxn ang="0">
                  <a:pos x="210" y="0"/>
                </a:cxn>
                <a:cxn ang="0">
                  <a:pos x="210" y="36"/>
                </a:cxn>
                <a:cxn ang="0">
                  <a:pos x="0" y="36"/>
                </a:cxn>
                <a:cxn ang="0">
                  <a:pos x="0" y="36"/>
                </a:cxn>
              </a:cxnLst>
              <a:rect l="txL" t="txT" r="txR" b="txB"/>
              <a:pathLst>
                <a:path w="210" h="36">
                  <a:moveTo>
                    <a:pt x="0" y="36"/>
                  </a:moveTo>
                  <a:lnTo>
                    <a:pt x="0" y="0"/>
                  </a:lnTo>
                  <a:lnTo>
                    <a:pt x="210" y="0"/>
                  </a:lnTo>
                  <a:lnTo>
                    <a:pt x="210" y="36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39" name="Freeform 100"/>
            <p:cNvSpPr/>
            <p:nvPr/>
          </p:nvSpPr>
          <p:spPr>
            <a:xfrm>
              <a:off x="2120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40" name="Freeform 101"/>
            <p:cNvSpPr>
              <a:spLocks noEditPoints="1"/>
            </p:cNvSpPr>
            <p:nvPr/>
          </p:nvSpPr>
          <p:spPr>
            <a:xfrm>
              <a:off x="2108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41" name="Freeform 102"/>
            <p:cNvSpPr>
              <a:spLocks noEditPoints="1"/>
            </p:cNvSpPr>
            <p:nvPr/>
          </p:nvSpPr>
          <p:spPr>
            <a:xfrm>
              <a:off x="2090" y="1742"/>
              <a:ext cx="18" cy="41"/>
            </a:xfrm>
            <a:custGeom>
              <a:avLst/>
              <a:gdLst>
                <a:gd name="txL" fmla="*/ 0 w 18"/>
                <a:gd name="txT" fmla="*/ 0 h 41"/>
                <a:gd name="txR" fmla="*/ 18 w 18"/>
                <a:gd name="txB" fmla="*/ 41 h 41"/>
              </a:gdLst>
              <a:ahLst/>
              <a:cxnLst>
                <a:cxn ang="0">
                  <a:pos x="18" y="41"/>
                </a:cxn>
                <a:cxn ang="0">
                  <a:pos x="0" y="0"/>
                </a:cxn>
                <a:cxn ang="0">
                  <a:pos x="18" y="41"/>
                </a:cxn>
                <a:cxn ang="0">
                  <a:pos x="18" y="41"/>
                </a:cxn>
                <a:cxn ang="0">
                  <a:pos x="18" y="41"/>
                </a:cxn>
                <a:cxn ang="0">
                  <a:pos x="18" y="41"/>
                </a:cxn>
                <a:cxn ang="0">
                  <a:pos x="18" y="41"/>
                </a:cxn>
              </a:cxnLst>
              <a:rect l="txL" t="txT" r="txR" b="txB"/>
              <a:pathLst>
                <a:path w="18" h="41">
                  <a:moveTo>
                    <a:pt x="18" y="41"/>
                  </a:moveTo>
                  <a:lnTo>
                    <a:pt x="0" y="0"/>
                  </a:lnTo>
                  <a:lnTo>
                    <a:pt x="18" y="41"/>
                  </a:lnTo>
                  <a:close/>
                  <a:moveTo>
                    <a:pt x="18" y="41"/>
                  </a:moveTo>
                  <a:lnTo>
                    <a:pt x="18" y="4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42" name="Freeform 103"/>
            <p:cNvSpPr>
              <a:spLocks noEditPoints="1"/>
            </p:cNvSpPr>
            <p:nvPr/>
          </p:nvSpPr>
          <p:spPr>
            <a:xfrm>
              <a:off x="2078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0"/>
                </a:cxn>
                <a:cxn ang="0">
                  <a:pos x="0" y="41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1">
                  <a:moveTo>
                    <a:pt x="12" y="0"/>
                  </a:moveTo>
                  <a:lnTo>
                    <a:pt x="0" y="41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43" name="Freeform 104"/>
            <p:cNvSpPr>
              <a:spLocks noEditPoints="1"/>
            </p:cNvSpPr>
            <p:nvPr/>
          </p:nvSpPr>
          <p:spPr>
            <a:xfrm>
              <a:off x="2078" y="1783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44" name="Freeform 105"/>
            <p:cNvSpPr>
              <a:spLocks noEditPoints="1"/>
            </p:cNvSpPr>
            <p:nvPr/>
          </p:nvSpPr>
          <p:spPr>
            <a:xfrm>
              <a:off x="2066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45" name="Freeform 106"/>
            <p:cNvSpPr>
              <a:spLocks noEditPoints="1"/>
            </p:cNvSpPr>
            <p:nvPr/>
          </p:nvSpPr>
          <p:spPr>
            <a:xfrm>
              <a:off x="2054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46" name="Freeform 107"/>
            <p:cNvSpPr>
              <a:spLocks noEditPoints="1"/>
            </p:cNvSpPr>
            <p:nvPr/>
          </p:nvSpPr>
          <p:spPr>
            <a:xfrm>
              <a:off x="2042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41"/>
                </a:cxn>
                <a:cxn ang="0">
                  <a:pos x="0" y="0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</a:cxnLst>
              <a:rect l="txL" t="txT" r="txR" b="txB"/>
              <a:pathLst>
                <a:path w="12" h="41">
                  <a:moveTo>
                    <a:pt x="12" y="41"/>
                  </a:moveTo>
                  <a:lnTo>
                    <a:pt x="0" y="0"/>
                  </a:lnTo>
                  <a:lnTo>
                    <a:pt x="12" y="41"/>
                  </a:lnTo>
                  <a:close/>
                  <a:moveTo>
                    <a:pt x="12" y="41"/>
                  </a:moveTo>
                  <a:lnTo>
                    <a:pt x="12" y="4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47" name="Freeform 108"/>
            <p:cNvSpPr>
              <a:spLocks noEditPoints="1"/>
            </p:cNvSpPr>
            <p:nvPr/>
          </p:nvSpPr>
          <p:spPr>
            <a:xfrm>
              <a:off x="2024" y="1742"/>
              <a:ext cx="18" cy="41"/>
            </a:xfrm>
            <a:custGeom>
              <a:avLst/>
              <a:gdLst>
                <a:gd name="txL" fmla="*/ 0 w 18"/>
                <a:gd name="txT" fmla="*/ 0 h 41"/>
                <a:gd name="txR" fmla="*/ 18 w 18"/>
                <a:gd name="txB" fmla="*/ 41 h 41"/>
              </a:gdLst>
              <a:ahLst/>
              <a:cxnLst>
                <a:cxn ang="0">
                  <a:pos x="18" y="0"/>
                </a:cxn>
                <a:cxn ang="0">
                  <a:pos x="0" y="41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</a:cxnLst>
              <a:rect l="txL" t="txT" r="txR" b="txB"/>
              <a:pathLst>
                <a:path w="18" h="41">
                  <a:moveTo>
                    <a:pt x="18" y="0"/>
                  </a:moveTo>
                  <a:lnTo>
                    <a:pt x="0" y="41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48" name="Freeform 109"/>
            <p:cNvSpPr>
              <a:spLocks noEditPoints="1"/>
            </p:cNvSpPr>
            <p:nvPr/>
          </p:nvSpPr>
          <p:spPr>
            <a:xfrm>
              <a:off x="2012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49" name="Freeform 110"/>
            <p:cNvSpPr>
              <a:spLocks noEditPoints="1"/>
            </p:cNvSpPr>
            <p:nvPr/>
          </p:nvSpPr>
          <p:spPr>
            <a:xfrm>
              <a:off x="2000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50" name="Freeform 111"/>
            <p:cNvSpPr>
              <a:spLocks noEditPoints="1"/>
            </p:cNvSpPr>
            <p:nvPr/>
          </p:nvSpPr>
          <p:spPr>
            <a:xfrm>
              <a:off x="1988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41"/>
                </a:cxn>
                <a:cxn ang="0">
                  <a:pos x="0" y="0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</a:cxnLst>
              <a:rect l="txL" t="txT" r="txR" b="txB"/>
              <a:pathLst>
                <a:path w="12" h="41">
                  <a:moveTo>
                    <a:pt x="12" y="41"/>
                  </a:moveTo>
                  <a:lnTo>
                    <a:pt x="0" y="0"/>
                  </a:lnTo>
                  <a:lnTo>
                    <a:pt x="12" y="41"/>
                  </a:lnTo>
                  <a:close/>
                  <a:moveTo>
                    <a:pt x="12" y="41"/>
                  </a:moveTo>
                  <a:lnTo>
                    <a:pt x="12" y="4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51" name="Freeform 112"/>
            <p:cNvSpPr>
              <a:spLocks noEditPoints="1"/>
            </p:cNvSpPr>
            <p:nvPr/>
          </p:nvSpPr>
          <p:spPr>
            <a:xfrm>
              <a:off x="1976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0"/>
                </a:cxn>
                <a:cxn ang="0">
                  <a:pos x="0" y="41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1">
                  <a:moveTo>
                    <a:pt x="12" y="0"/>
                  </a:moveTo>
                  <a:lnTo>
                    <a:pt x="0" y="41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52" name="Freeform 113"/>
            <p:cNvSpPr>
              <a:spLocks noEditPoints="1"/>
            </p:cNvSpPr>
            <p:nvPr/>
          </p:nvSpPr>
          <p:spPr>
            <a:xfrm>
              <a:off x="1958" y="1783"/>
              <a:ext cx="18" cy="42"/>
            </a:xfrm>
            <a:custGeom>
              <a:avLst/>
              <a:gdLst>
                <a:gd name="txL" fmla="*/ 0 w 18"/>
                <a:gd name="txT" fmla="*/ 0 h 42"/>
                <a:gd name="txR" fmla="*/ 18 w 18"/>
                <a:gd name="txB" fmla="*/ 42 h 42"/>
              </a:gdLst>
              <a:ahLst/>
              <a:cxnLst>
                <a:cxn ang="0">
                  <a:pos x="18" y="0"/>
                </a:cxn>
                <a:cxn ang="0">
                  <a:pos x="0" y="42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</a:cxnLst>
              <a:rect l="txL" t="txT" r="txR" b="txB"/>
              <a:pathLst>
                <a:path w="18" h="42">
                  <a:moveTo>
                    <a:pt x="18" y="0"/>
                  </a:moveTo>
                  <a:lnTo>
                    <a:pt x="0" y="42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53" name="Freeform 114"/>
            <p:cNvSpPr>
              <a:spLocks noEditPoints="1"/>
            </p:cNvSpPr>
            <p:nvPr/>
          </p:nvSpPr>
          <p:spPr>
            <a:xfrm>
              <a:off x="1946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54" name="Freeform 115"/>
            <p:cNvSpPr>
              <a:spLocks noEditPoints="1"/>
            </p:cNvSpPr>
            <p:nvPr/>
          </p:nvSpPr>
          <p:spPr>
            <a:xfrm>
              <a:off x="1934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41"/>
                </a:cxn>
                <a:cxn ang="0">
                  <a:pos x="0" y="0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</a:cxnLst>
              <a:rect l="txL" t="txT" r="txR" b="txB"/>
              <a:pathLst>
                <a:path w="12" h="41">
                  <a:moveTo>
                    <a:pt x="12" y="41"/>
                  </a:moveTo>
                  <a:lnTo>
                    <a:pt x="0" y="0"/>
                  </a:lnTo>
                  <a:lnTo>
                    <a:pt x="12" y="41"/>
                  </a:lnTo>
                  <a:close/>
                  <a:moveTo>
                    <a:pt x="12" y="41"/>
                  </a:moveTo>
                  <a:lnTo>
                    <a:pt x="12" y="4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55" name="Freeform 116"/>
            <p:cNvSpPr>
              <a:spLocks noEditPoints="1"/>
            </p:cNvSpPr>
            <p:nvPr/>
          </p:nvSpPr>
          <p:spPr>
            <a:xfrm>
              <a:off x="1916" y="1742"/>
              <a:ext cx="18" cy="41"/>
            </a:xfrm>
            <a:custGeom>
              <a:avLst/>
              <a:gdLst>
                <a:gd name="txL" fmla="*/ 0 w 18"/>
                <a:gd name="txT" fmla="*/ 0 h 41"/>
                <a:gd name="txR" fmla="*/ 18 w 18"/>
                <a:gd name="txB" fmla="*/ 41 h 41"/>
              </a:gdLst>
              <a:ahLst/>
              <a:cxnLst>
                <a:cxn ang="0">
                  <a:pos x="18" y="0"/>
                </a:cxn>
                <a:cxn ang="0">
                  <a:pos x="0" y="41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</a:cxnLst>
              <a:rect l="txL" t="txT" r="txR" b="txB"/>
              <a:pathLst>
                <a:path w="18" h="41">
                  <a:moveTo>
                    <a:pt x="18" y="0"/>
                  </a:moveTo>
                  <a:lnTo>
                    <a:pt x="0" y="41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56" name="Freeform 117"/>
            <p:cNvSpPr/>
            <p:nvPr/>
          </p:nvSpPr>
          <p:spPr>
            <a:xfrm>
              <a:off x="1486" y="1276"/>
              <a:ext cx="209" cy="36"/>
            </a:xfrm>
            <a:custGeom>
              <a:avLst/>
              <a:gdLst>
                <a:gd name="txL" fmla="*/ 0 w 209"/>
                <a:gd name="txT" fmla="*/ 0 h 36"/>
                <a:gd name="txR" fmla="*/ 209 w 209"/>
                <a:gd name="txB" fmla="*/ 36 h 36"/>
              </a:gdLst>
              <a:ahLst/>
              <a:cxnLst>
                <a:cxn ang="0">
                  <a:pos x="0" y="36"/>
                </a:cxn>
                <a:cxn ang="0">
                  <a:pos x="0" y="0"/>
                </a:cxn>
                <a:cxn ang="0">
                  <a:pos x="209" y="0"/>
                </a:cxn>
                <a:cxn ang="0">
                  <a:pos x="209" y="36"/>
                </a:cxn>
                <a:cxn ang="0">
                  <a:pos x="0" y="36"/>
                </a:cxn>
                <a:cxn ang="0">
                  <a:pos x="0" y="36"/>
                </a:cxn>
              </a:cxnLst>
              <a:rect l="txL" t="txT" r="txR" b="txB"/>
              <a:pathLst>
                <a:path w="209" h="36">
                  <a:moveTo>
                    <a:pt x="0" y="36"/>
                  </a:moveTo>
                  <a:lnTo>
                    <a:pt x="0" y="0"/>
                  </a:lnTo>
                  <a:lnTo>
                    <a:pt x="209" y="0"/>
                  </a:lnTo>
                  <a:lnTo>
                    <a:pt x="209" y="36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57" name="Freeform 118"/>
            <p:cNvSpPr/>
            <p:nvPr/>
          </p:nvSpPr>
          <p:spPr>
            <a:xfrm>
              <a:off x="1683" y="1294"/>
              <a:ext cx="12" cy="36"/>
            </a:xfrm>
            <a:custGeom>
              <a:avLst/>
              <a:gdLst>
                <a:gd name="txL" fmla="*/ 0 w 12"/>
                <a:gd name="txT" fmla="*/ 0 h 36"/>
                <a:gd name="txR" fmla="*/ 12 w 12"/>
                <a:gd name="txB" fmla="*/ 36 h 36"/>
              </a:gdLst>
              <a:ahLst/>
              <a:cxnLst>
                <a:cxn ang="0">
                  <a:pos x="12" y="0"/>
                </a:cxn>
                <a:cxn ang="0">
                  <a:pos x="0" y="36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36">
                  <a:moveTo>
                    <a:pt x="12" y="0"/>
                  </a:moveTo>
                  <a:lnTo>
                    <a:pt x="0" y="36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58" name="Freeform 119"/>
            <p:cNvSpPr>
              <a:spLocks noEditPoints="1"/>
            </p:cNvSpPr>
            <p:nvPr/>
          </p:nvSpPr>
          <p:spPr>
            <a:xfrm>
              <a:off x="1671" y="1294"/>
              <a:ext cx="12" cy="36"/>
            </a:xfrm>
            <a:custGeom>
              <a:avLst/>
              <a:gdLst>
                <a:gd name="txL" fmla="*/ 0 w 12"/>
                <a:gd name="txT" fmla="*/ 0 h 36"/>
                <a:gd name="txR" fmla="*/ 12 w 12"/>
                <a:gd name="txB" fmla="*/ 36 h 36"/>
              </a:gdLst>
              <a:ahLst/>
              <a:cxnLst>
                <a:cxn ang="0">
                  <a:pos x="12" y="36"/>
                </a:cxn>
                <a:cxn ang="0">
                  <a:pos x="0" y="0"/>
                </a:cxn>
                <a:cxn ang="0">
                  <a:pos x="12" y="36"/>
                </a:cxn>
                <a:cxn ang="0">
                  <a:pos x="12" y="36"/>
                </a:cxn>
                <a:cxn ang="0">
                  <a:pos x="12" y="36"/>
                </a:cxn>
                <a:cxn ang="0">
                  <a:pos x="12" y="36"/>
                </a:cxn>
                <a:cxn ang="0">
                  <a:pos x="12" y="36"/>
                </a:cxn>
              </a:cxnLst>
              <a:rect l="txL" t="txT" r="txR" b="txB"/>
              <a:pathLst>
                <a:path w="12" h="36">
                  <a:moveTo>
                    <a:pt x="12" y="36"/>
                  </a:moveTo>
                  <a:lnTo>
                    <a:pt x="0" y="0"/>
                  </a:lnTo>
                  <a:lnTo>
                    <a:pt x="12" y="36"/>
                  </a:lnTo>
                  <a:close/>
                  <a:moveTo>
                    <a:pt x="12" y="36"/>
                  </a:moveTo>
                  <a:lnTo>
                    <a:pt x="12" y="36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59" name="Freeform 120"/>
            <p:cNvSpPr>
              <a:spLocks noEditPoints="1"/>
            </p:cNvSpPr>
            <p:nvPr/>
          </p:nvSpPr>
          <p:spPr>
            <a:xfrm>
              <a:off x="1659" y="1252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60" name="Freeform 121"/>
            <p:cNvSpPr>
              <a:spLocks noEditPoints="1"/>
            </p:cNvSpPr>
            <p:nvPr/>
          </p:nvSpPr>
          <p:spPr>
            <a:xfrm>
              <a:off x="1647" y="1252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61" name="Freeform 122"/>
            <p:cNvSpPr>
              <a:spLocks noEditPoints="1"/>
            </p:cNvSpPr>
            <p:nvPr/>
          </p:nvSpPr>
          <p:spPr>
            <a:xfrm>
              <a:off x="1647" y="1294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62" name="Freeform 123"/>
            <p:cNvSpPr>
              <a:spLocks noEditPoints="1"/>
            </p:cNvSpPr>
            <p:nvPr/>
          </p:nvSpPr>
          <p:spPr>
            <a:xfrm>
              <a:off x="1629" y="1294"/>
              <a:ext cx="18" cy="36"/>
            </a:xfrm>
            <a:custGeom>
              <a:avLst/>
              <a:gdLst>
                <a:gd name="txL" fmla="*/ 0 w 18"/>
                <a:gd name="txT" fmla="*/ 0 h 36"/>
                <a:gd name="txR" fmla="*/ 18 w 18"/>
                <a:gd name="txB" fmla="*/ 36 h 36"/>
              </a:gdLst>
              <a:ahLst/>
              <a:cxnLst>
                <a:cxn ang="0">
                  <a:pos x="18" y="0"/>
                </a:cxn>
                <a:cxn ang="0">
                  <a:pos x="0" y="36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</a:cxnLst>
              <a:rect l="txL" t="txT" r="txR" b="txB"/>
              <a:pathLst>
                <a:path w="18" h="36">
                  <a:moveTo>
                    <a:pt x="18" y="0"/>
                  </a:moveTo>
                  <a:lnTo>
                    <a:pt x="0" y="36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63" name="Freeform 124"/>
            <p:cNvSpPr>
              <a:spLocks noEditPoints="1"/>
            </p:cNvSpPr>
            <p:nvPr/>
          </p:nvSpPr>
          <p:spPr>
            <a:xfrm>
              <a:off x="1617" y="1294"/>
              <a:ext cx="12" cy="36"/>
            </a:xfrm>
            <a:custGeom>
              <a:avLst/>
              <a:gdLst>
                <a:gd name="txL" fmla="*/ 0 w 12"/>
                <a:gd name="txT" fmla="*/ 0 h 36"/>
                <a:gd name="txR" fmla="*/ 12 w 12"/>
                <a:gd name="txB" fmla="*/ 36 h 36"/>
              </a:gdLst>
              <a:ahLst/>
              <a:cxnLst>
                <a:cxn ang="0">
                  <a:pos x="12" y="36"/>
                </a:cxn>
                <a:cxn ang="0">
                  <a:pos x="0" y="0"/>
                </a:cxn>
                <a:cxn ang="0">
                  <a:pos x="12" y="36"/>
                </a:cxn>
                <a:cxn ang="0">
                  <a:pos x="12" y="36"/>
                </a:cxn>
                <a:cxn ang="0">
                  <a:pos x="12" y="36"/>
                </a:cxn>
                <a:cxn ang="0">
                  <a:pos x="12" y="36"/>
                </a:cxn>
                <a:cxn ang="0">
                  <a:pos x="12" y="36"/>
                </a:cxn>
              </a:cxnLst>
              <a:rect l="txL" t="txT" r="txR" b="txB"/>
              <a:pathLst>
                <a:path w="12" h="36">
                  <a:moveTo>
                    <a:pt x="12" y="36"/>
                  </a:moveTo>
                  <a:lnTo>
                    <a:pt x="0" y="0"/>
                  </a:lnTo>
                  <a:lnTo>
                    <a:pt x="12" y="36"/>
                  </a:lnTo>
                  <a:close/>
                  <a:moveTo>
                    <a:pt x="12" y="36"/>
                  </a:moveTo>
                  <a:lnTo>
                    <a:pt x="12" y="36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64" name="Freeform 125"/>
            <p:cNvSpPr>
              <a:spLocks noEditPoints="1"/>
            </p:cNvSpPr>
            <p:nvPr/>
          </p:nvSpPr>
          <p:spPr>
            <a:xfrm>
              <a:off x="1605" y="1252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65" name="Freeform 126"/>
            <p:cNvSpPr>
              <a:spLocks noEditPoints="1"/>
            </p:cNvSpPr>
            <p:nvPr/>
          </p:nvSpPr>
          <p:spPr>
            <a:xfrm>
              <a:off x="1593" y="1252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66" name="Freeform 127"/>
            <p:cNvSpPr>
              <a:spLocks noEditPoints="1"/>
            </p:cNvSpPr>
            <p:nvPr/>
          </p:nvSpPr>
          <p:spPr>
            <a:xfrm>
              <a:off x="1582" y="1294"/>
              <a:ext cx="11" cy="36"/>
            </a:xfrm>
            <a:custGeom>
              <a:avLst/>
              <a:gdLst>
                <a:gd name="txL" fmla="*/ 0 w 11"/>
                <a:gd name="txT" fmla="*/ 0 h 36"/>
                <a:gd name="txR" fmla="*/ 11 w 11"/>
                <a:gd name="txB" fmla="*/ 36 h 36"/>
              </a:gdLst>
              <a:ahLst/>
              <a:cxnLst>
                <a:cxn ang="0">
                  <a:pos x="11" y="0"/>
                </a:cxn>
                <a:cxn ang="0">
                  <a:pos x="0" y="36"/>
                </a:cxn>
                <a:cxn ang="0">
                  <a:pos x="11" y="0"/>
                </a:cxn>
                <a:cxn ang="0">
                  <a:pos x="11" y="0"/>
                </a:cxn>
                <a:cxn ang="0">
                  <a:pos x="11" y="0"/>
                </a:cxn>
                <a:cxn ang="0">
                  <a:pos x="11" y="0"/>
                </a:cxn>
                <a:cxn ang="0">
                  <a:pos x="11" y="0"/>
                </a:cxn>
              </a:cxnLst>
              <a:rect l="txL" t="txT" r="txR" b="txB"/>
              <a:pathLst>
                <a:path w="11" h="36">
                  <a:moveTo>
                    <a:pt x="11" y="0"/>
                  </a:moveTo>
                  <a:lnTo>
                    <a:pt x="0" y="36"/>
                  </a:lnTo>
                  <a:lnTo>
                    <a:pt x="11" y="0"/>
                  </a:lnTo>
                  <a:close/>
                  <a:moveTo>
                    <a:pt x="11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67" name="Freeform 128"/>
            <p:cNvSpPr>
              <a:spLocks noEditPoints="1"/>
            </p:cNvSpPr>
            <p:nvPr/>
          </p:nvSpPr>
          <p:spPr>
            <a:xfrm>
              <a:off x="1564" y="1294"/>
              <a:ext cx="18" cy="36"/>
            </a:xfrm>
            <a:custGeom>
              <a:avLst/>
              <a:gdLst>
                <a:gd name="txL" fmla="*/ 0 w 18"/>
                <a:gd name="txT" fmla="*/ 0 h 36"/>
                <a:gd name="txR" fmla="*/ 18 w 18"/>
                <a:gd name="txB" fmla="*/ 36 h 36"/>
              </a:gdLst>
              <a:ahLst/>
              <a:cxnLst>
                <a:cxn ang="0">
                  <a:pos x="18" y="36"/>
                </a:cxn>
                <a:cxn ang="0">
                  <a:pos x="0" y="0"/>
                </a:cxn>
                <a:cxn ang="0">
                  <a:pos x="18" y="36"/>
                </a:cxn>
                <a:cxn ang="0">
                  <a:pos x="18" y="36"/>
                </a:cxn>
                <a:cxn ang="0">
                  <a:pos x="18" y="36"/>
                </a:cxn>
                <a:cxn ang="0">
                  <a:pos x="18" y="36"/>
                </a:cxn>
                <a:cxn ang="0">
                  <a:pos x="18" y="36"/>
                </a:cxn>
              </a:cxnLst>
              <a:rect l="txL" t="txT" r="txR" b="txB"/>
              <a:pathLst>
                <a:path w="18" h="36">
                  <a:moveTo>
                    <a:pt x="18" y="36"/>
                  </a:moveTo>
                  <a:lnTo>
                    <a:pt x="0" y="0"/>
                  </a:lnTo>
                  <a:lnTo>
                    <a:pt x="18" y="36"/>
                  </a:lnTo>
                  <a:close/>
                  <a:moveTo>
                    <a:pt x="18" y="36"/>
                  </a:moveTo>
                  <a:lnTo>
                    <a:pt x="18" y="36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68" name="Freeform 129"/>
            <p:cNvSpPr>
              <a:spLocks noEditPoints="1"/>
            </p:cNvSpPr>
            <p:nvPr/>
          </p:nvSpPr>
          <p:spPr>
            <a:xfrm>
              <a:off x="1552" y="1252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69" name="Freeform 130"/>
            <p:cNvSpPr>
              <a:spLocks noEditPoints="1"/>
            </p:cNvSpPr>
            <p:nvPr/>
          </p:nvSpPr>
          <p:spPr>
            <a:xfrm>
              <a:off x="1540" y="1252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70" name="Freeform 131"/>
            <p:cNvSpPr>
              <a:spLocks noEditPoints="1"/>
            </p:cNvSpPr>
            <p:nvPr/>
          </p:nvSpPr>
          <p:spPr>
            <a:xfrm>
              <a:off x="1528" y="1294"/>
              <a:ext cx="12" cy="36"/>
            </a:xfrm>
            <a:custGeom>
              <a:avLst/>
              <a:gdLst>
                <a:gd name="txL" fmla="*/ 0 w 12"/>
                <a:gd name="txT" fmla="*/ 0 h 36"/>
                <a:gd name="txR" fmla="*/ 12 w 12"/>
                <a:gd name="txB" fmla="*/ 36 h 36"/>
              </a:gdLst>
              <a:ahLst/>
              <a:cxnLst>
                <a:cxn ang="0">
                  <a:pos x="12" y="0"/>
                </a:cxn>
                <a:cxn ang="0">
                  <a:pos x="0" y="36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36">
                  <a:moveTo>
                    <a:pt x="12" y="0"/>
                  </a:moveTo>
                  <a:lnTo>
                    <a:pt x="0" y="36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71" name="Freeform 132"/>
            <p:cNvSpPr>
              <a:spLocks noEditPoints="1"/>
            </p:cNvSpPr>
            <p:nvPr/>
          </p:nvSpPr>
          <p:spPr>
            <a:xfrm>
              <a:off x="1510" y="1294"/>
              <a:ext cx="18" cy="36"/>
            </a:xfrm>
            <a:custGeom>
              <a:avLst/>
              <a:gdLst>
                <a:gd name="txL" fmla="*/ 0 w 18"/>
                <a:gd name="txT" fmla="*/ 0 h 36"/>
                <a:gd name="txR" fmla="*/ 18 w 18"/>
                <a:gd name="txB" fmla="*/ 36 h 36"/>
              </a:gdLst>
              <a:ahLst/>
              <a:cxnLst>
                <a:cxn ang="0">
                  <a:pos x="18" y="36"/>
                </a:cxn>
                <a:cxn ang="0">
                  <a:pos x="0" y="0"/>
                </a:cxn>
                <a:cxn ang="0">
                  <a:pos x="18" y="36"/>
                </a:cxn>
                <a:cxn ang="0">
                  <a:pos x="18" y="36"/>
                </a:cxn>
                <a:cxn ang="0">
                  <a:pos x="18" y="36"/>
                </a:cxn>
                <a:cxn ang="0">
                  <a:pos x="18" y="36"/>
                </a:cxn>
                <a:cxn ang="0">
                  <a:pos x="18" y="36"/>
                </a:cxn>
              </a:cxnLst>
              <a:rect l="txL" t="txT" r="txR" b="txB"/>
              <a:pathLst>
                <a:path w="18" h="36">
                  <a:moveTo>
                    <a:pt x="18" y="36"/>
                  </a:moveTo>
                  <a:lnTo>
                    <a:pt x="0" y="0"/>
                  </a:lnTo>
                  <a:lnTo>
                    <a:pt x="18" y="36"/>
                  </a:lnTo>
                  <a:close/>
                  <a:moveTo>
                    <a:pt x="18" y="36"/>
                  </a:moveTo>
                  <a:lnTo>
                    <a:pt x="18" y="36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72" name="Freeform 133"/>
            <p:cNvSpPr>
              <a:spLocks noEditPoints="1"/>
            </p:cNvSpPr>
            <p:nvPr/>
          </p:nvSpPr>
          <p:spPr>
            <a:xfrm>
              <a:off x="1498" y="1252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73" name="Freeform 134"/>
            <p:cNvSpPr>
              <a:spLocks noEditPoints="1"/>
            </p:cNvSpPr>
            <p:nvPr/>
          </p:nvSpPr>
          <p:spPr>
            <a:xfrm>
              <a:off x="1486" y="1252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74" name="Freeform 135"/>
            <p:cNvSpPr>
              <a:spLocks noEditPoints="1"/>
            </p:cNvSpPr>
            <p:nvPr/>
          </p:nvSpPr>
          <p:spPr>
            <a:xfrm>
              <a:off x="3412" y="1957"/>
              <a:ext cx="18" cy="89"/>
            </a:xfrm>
            <a:custGeom>
              <a:avLst/>
              <a:gdLst>
                <a:gd name="txL" fmla="*/ 0 w 18"/>
                <a:gd name="txT" fmla="*/ 0 h 89"/>
                <a:gd name="txR" fmla="*/ 18 w 18"/>
                <a:gd name="txB" fmla="*/ 89 h 89"/>
              </a:gdLst>
              <a:ahLst/>
              <a:cxnLst>
                <a:cxn ang="0">
                  <a:pos x="18" y="77"/>
                </a:cxn>
                <a:cxn ang="0">
                  <a:pos x="12" y="83"/>
                </a:cxn>
                <a:cxn ang="0">
                  <a:pos x="6" y="83"/>
                </a:cxn>
                <a:cxn ang="0">
                  <a:pos x="6" y="83"/>
                </a:cxn>
                <a:cxn ang="0">
                  <a:pos x="6" y="77"/>
                </a:cxn>
                <a:cxn ang="0">
                  <a:pos x="6" y="71"/>
                </a:cxn>
                <a:cxn ang="0">
                  <a:pos x="18" y="29"/>
                </a:cxn>
                <a:cxn ang="0">
                  <a:pos x="18" y="29"/>
                </a:cxn>
                <a:cxn ang="0">
                  <a:pos x="12" y="35"/>
                </a:cxn>
                <a:cxn ang="0">
                  <a:pos x="0" y="35"/>
                </a:cxn>
                <a:cxn ang="0">
                  <a:pos x="0" y="35"/>
                </a:cxn>
                <a:cxn ang="0">
                  <a:pos x="6" y="35"/>
                </a:cxn>
                <a:cxn ang="0">
                  <a:pos x="6" y="41"/>
                </a:cxn>
                <a:cxn ang="0">
                  <a:pos x="6" y="47"/>
                </a:cxn>
                <a:cxn ang="0">
                  <a:pos x="6" y="59"/>
                </a:cxn>
                <a:cxn ang="0">
                  <a:pos x="0" y="77"/>
                </a:cxn>
                <a:cxn ang="0">
                  <a:pos x="0" y="83"/>
                </a:cxn>
                <a:cxn ang="0">
                  <a:pos x="0" y="89"/>
                </a:cxn>
                <a:cxn ang="0">
                  <a:pos x="6" y="89"/>
                </a:cxn>
                <a:cxn ang="0">
                  <a:pos x="12" y="83"/>
                </a:cxn>
                <a:cxn ang="0">
                  <a:pos x="18" y="77"/>
                </a:cxn>
                <a:cxn ang="0">
                  <a:pos x="18" y="77"/>
                </a:cxn>
                <a:cxn ang="0">
                  <a:pos x="18" y="11"/>
                </a:cxn>
                <a:cxn ang="0">
                  <a:pos x="18" y="5"/>
                </a:cxn>
                <a:cxn ang="0">
                  <a:pos x="18" y="0"/>
                </a:cxn>
                <a:cxn ang="0">
                  <a:pos x="12" y="5"/>
                </a:cxn>
                <a:cxn ang="0">
                  <a:pos x="12" y="11"/>
                </a:cxn>
                <a:cxn ang="0">
                  <a:pos x="12" y="17"/>
                </a:cxn>
                <a:cxn ang="0">
                  <a:pos x="18" y="17"/>
                </a:cxn>
                <a:cxn ang="0">
                  <a:pos x="18" y="17"/>
                </a:cxn>
                <a:cxn ang="0">
                  <a:pos x="18" y="11"/>
                </a:cxn>
                <a:cxn ang="0">
                  <a:pos x="18" y="11"/>
                </a:cxn>
              </a:cxnLst>
              <a:rect l="txL" t="txT" r="txR" b="txB"/>
              <a:pathLst>
                <a:path w="18" h="89">
                  <a:moveTo>
                    <a:pt x="18" y="77"/>
                  </a:moveTo>
                  <a:lnTo>
                    <a:pt x="12" y="83"/>
                  </a:lnTo>
                  <a:lnTo>
                    <a:pt x="6" y="83"/>
                  </a:lnTo>
                  <a:lnTo>
                    <a:pt x="6" y="77"/>
                  </a:lnTo>
                  <a:lnTo>
                    <a:pt x="6" y="71"/>
                  </a:lnTo>
                  <a:lnTo>
                    <a:pt x="18" y="29"/>
                  </a:lnTo>
                  <a:lnTo>
                    <a:pt x="12" y="35"/>
                  </a:lnTo>
                  <a:lnTo>
                    <a:pt x="0" y="35"/>
                  </a:lnTo>
                  <a:lnTo>
                    <a:pt x="6" y="35"/>
                  </a:lnTo>
                  <a:lnTo>
                    <a:pt x="6" y="41"/>
                  </a:lnTo>
                  <a:lnTo>
                    <a:pt x="6" y="47"/>
                  </a:lnTo>
                  <a:lnTo>
                    <a:pt x="6" y="59"/>
                  </a:lnTo>
                  <a:lnTo>
                    <a:pt x="0" y="77"/>
                  </a:lnTo>
                  <a:lnTo>
                    <a:pt x="0" y="83"/>
                  </a:lnTo>
                  <a:lnTo>
                    <a:pt x="0" y="89"/>
                  </a:lnTo>
                  <a:lnTo>
                    <a:pt x="6" y="89"/>
                  </a:lnTo>
                  <a:lnTo>
                    <a:pt x="12" y="83"/>
                  </a:lnTo>
                  <a:lnTo>
                    <a:pt x="18" y="77"/>
                  </a:lnTo>
                  <a:close/>
                  <a:moveTo>
                    <a:pt x="18" y="11"/>
                  </a:moveTo>
                  <a:lnTo>
                    <a:pt x="18" y="5"/>
                  </a:lnTo>
                  <a:lnTo>
                    <a:pt x="18" y="0"/>
                  </a:lnTo>
                  <a:lnTo>
                    <a:pt x="12" y="5"/>
                  </a:lnTo>
                  <a:lnTo>
                    <a:pt x="12" y="11"/>
                  </a:lnTo>
                  <a:lnTo>
                    <a:pt x="12" y="17"/>
                  </a:lnTo>
                  <a:lnTo>
                    <a:pt x="18" y="17"/>
                  </a:lnTo>
                  <a:lnTo>
                    <a:pt x="18" y="1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75" name="Freeform 136"/>
            <p:cNvSpPr/>
            <p:nvPr/>
          </p:nvSpPr>
          <p:spPr>
            <a:xfrm>
              <a:off x="3430" y="2034"/>
              <a:ext cx="36" cy="48"/>
            </a:xfrm>
            <a:custGeom>
              <a:avLst/>
              <a:gdLst>
                <a:gd name="txL" fmla="*/ 0 w 36"/>
                <a:gd name="txT" fmla="*/ 0 h 48"/>
                <a:gd name="txR" fmla="*/ 36 w 36"/>
                <a:gd name="txB" fmla="*/ 48 h 48"/>
              </a:gdLst>
              <a:ahLst/>
              <a:cxnLst>
                <a:cxn ang="0">
                  <a:pos x="36" y="36"/>
                </a:cxn>
                <a:cxn ang="0">
                  <a:pos x="36" y="42"/>
                </a:cxn>
                <a:cxn ang="0">
                  <a:pos x="30" y="42"/>
                </a:cxn>
                <a:cxn ang="0">
                  <a:pos x="30" y="42"/>
                </a:cxn>
                <a:cxn ang="0">
                  <a:pos x="30" y="36"/>
                </a:cxn>
                <a:cxn ang="0">
                  <a:pos x="30" y="30"/>
                </a:cxn>
                <a:cxn ang="0">
                  <a:pos x="24" y="18"/>
                </a:cxn>
                <a:cxn ang="0">
                  <a:pos x="30" y="12"/>
                </a:cxn>
                <a:cxn ang="0">
                  <a:pos x="30" y="6"/>
                </a:cxn>
                <a:cxn ang="0">
                  <a:pos x="36" y="12"/>
                </a:cxn>
                <a:cxn ang="0">
                  <a:pos x="36" y="12"/>
                </a:cxn>
                <a:cxn ang="0">
                  <a:pos x="36" y="12"/>
                </a:cxn>
                <a:cxn ang="0">
                  <a:pos x="36" y="6"/>
                </a:cxn>
                <a:cxn ang="0">
                  <a:pos x="36" y="6"/>
                </a:cxn>
                <a:cxn ang="0">
                  <a:pos x="36" y="0"/>
                </a:cxn>
                <a:cxn ang="0">
                  <a:pos x="30" y="6"/>
                </a:cxn>
                <a:cxn ang="0">
                  <a:pos x="24" y="18"/>
                </a:cxn>
                <a:cxn ang="0">
                  <a:pos x="24" y="12"/>
                </a:cxn>
                <a:cxn ang="0">
                  <a:pos x="24" y="0"/>
                </a:cxn>
                <a:cxn ang="0">
                  <a:pos x="18" y="0"/>
                </a:cxn>
                <a:cxn ang="0">
                  <a:pos x="18" y="6"/>
                </a:cxn>
                <a:cxn ang="0">
                  <a:pos x="12" y="6"/>
                </a:cxn>
                <a:cxn ang="0">
                  <a:pos x="12" y="6"/>
                </a:cxn>
                <a:cxn ang="0">
                  <a:pos x="12" y="6"/>
                </a:cxn>
                <a:cxn ang="0">
                  <a:pos x="18" y="6"/>
                </a:cxn>
                <a:cxn ang="0">
                  <a:pos x="18" y="12"/>
                </a:cxn>
                <a:cxn ang="0">
                  <a:pos x="18" y="18"/>
                </a:cxn>
                <a:cxn ang="0">
                  <a:pos x="18" y="24"/>
                </a:cxn>
                <a:cxn ang="0">
                  <a:pos x="12" y="36"/>
                </a:cxn>
                <a:cxn ang="0">
                  <a:pos x="12" y="42"/>
                </a:cxn>
                <a:cxn ang="0">
                  <a:pos x="6" y="42"/>
                </a:cxn>
                <a:cxn ang="0">
                  <a:pos x="6" y="42"/>
                </a:cxn>
                <a:cxn ang="0">
                  <a:pos x="6" y="42"/>
                </a:cxn>
                <a:cxn ang="0">
                  <a:pos x="0" y="42"/>
                </a:cxn>
                <a:cxn ang="0">
                  <a:pos x="6" y="48"/>
                </a:cxn>
                <a:cxn ang="0">
                  <a:pos x="6" y="48"/>
                </a:cxn>
                <a:cxn ang="0">
                  <a:pos x="12" y="48"/>
                </a:cxn>
                <a:cxn ang="0">
                  <a:pos x="12" y="42"/>
                </a:cxn>
                <a:cxn ang="0">
                  <a:pos x="18" y="36"/>
                </a:cxn>
                <a:cxn ang="0">
                  <a:pos x="18" y="30"/>
                </a:cxn>
                <a:cxn ang="0">
                  <a:pos x="24" y="42"/>
                </a:cxn>
                <a:cxn ang="0">
                  <a:pos x="24" y="48"/>
                </a:cxn>
                <a:cxn ang="0">
                  <a:pos x="24" y="48"/>
                </a:cxn>
                <a:cxn ang="0">
                  <a:pos x="30" y="48"/>
                </a:cxn>
                <a:cxn ang="0">
                  <a:pos x="36" y="36"/>
                </a:cxn>
                <a:cxn ang="0">
                  <a:pos x="36" y="36"/>
                </a:cxn>
              </a:cxnLst>
              <a:rect l="txL" t="txT" r="txR" b="txB"/>
              <a:pathLst>
                <a:path w="36" h="48">
                  <a:moveTo>
                    <a:pt x="36" y="36"/>
                  </a:moveTo>
                  <a:lnTo>
                    <a:pt x="36" y="42"/>
                  </a:lnTo>
                  <a:lnTo>
                    <a:pt x="30" y="42"/>
                  </a:lnTo>
                  <a:lnTo>
                    <a:pt x="30" y="36"/>
                  </a:lnTo>
                  <a:lnTo>
                    <a:pt x="30" y="30"/>
                  </a:lnTo>
                  <a:lnTo>
                    <a:pt x="24" y="18"/>
                  </a:lnTo>
                  <a:lnTo>
                    <a:pt x="30" y="12"/>
                  </a:lnTo>
                  <a:lnTo>
                    <a:pt x="30" y="6"/>
                  </a:lnTo>
                  <a:lnTo>
                    <a:pt x="36" y="12"/>
                  </a:lnTo>
                  <a:lnTo>
                    <a:pt x="36" y="6"/>
                  </a:lnTo>
                  <a:lnTo>
                    <a:pt x="36" y="0"/>
                  </a:lnTo>
                  <a:lnTo>
                    <a:pt x="30" y="6"/>
                  </a:lnTo>
                  <a:lnTo>
                    <a:pt x="24" y="18"/>
                  </a:lnTo>
                  <a:lnTo>
                    <a:pt x="24" y="12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8" y="6"/>
                  </a:lnTo>
                  <a:lnTo>
                    <a:pt x="12" y="6"/>
                  </a:lnTo>
                  <a:lnTo>
                    <a:pt x="18" y="6"/>
                  </a:lnTo>
                  <a:lnTo>
                    <a:pt x="18" y="12"/>
                  </a:lnTo>
                  <a:lnTo>
                    <a:pt x="18" y="18"/>
                  </a:lnTo>
                  <a:lnTo>
                    <a:pt x="18" y="24"/>
                  </a:lnTo>
                  <a:lnTo>
                    <a:pt x="12" y="36"/>
                  </a:lnTo>
                  <a:lnTo>
                    <a:pt x="12" y="42"/>
                  </a:lnTo>
                  <a:lnTo>
                    <a:pt x="6" y="42"/>
                  </a:lnTo>
                  <a:lnTo>
                    <a:pt x="0" y="42"/>
                  </a:lnTo>
                  <a:lnTo>
                    <a:pt x="6" y="48"/>
                  </a:lnTo>
                  <a:lnTo>
                    <a:pt x="12" y="48"/>
                  </a:lnTo>
                  <a:lnTo>
                    <a:pt x="12" y="42"/>
                  </a:lnTo>
                  <a:lnTo>
                    <a:pt x="18" y="36"/>
                  </a:lnTo>
                  <a:lnTo>
                    <a:pt x="18" y="30"/>
                  </a:lnTo>
                  <a:lnTo>
                    <a:pt x="24" y="42"/>
                  </a:lnTo>
                  <a:lnTo>
                    <a:pt x="24" y="48"/>
                  </a:lnTo>
                  <a:lnTo>
                    <a:pt x="30" y="48"/>
                  </a:lnTo>
                  <a:lnTo>
                    <a:pt x="36" y="3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76" name="Freeform 137"/>
            <p:cNvSpPr>
              <a:spLocks noEditPoints="1"/>
            </p:cNvSpPr>
            <p:nvPr/>
          </p:nvSpPr>
          <p:spPr>
            <a:xfrm>
              <a:off x="3956" y="1957"/>
              <a:ext cx="24" cy="89"/>
            </a:xfrm>
            <a:custGeom>
              <a:avLst/>
              <a:gdLst>
                <a:gd name="txL" fmla="*/ 0 w 24"/>
                <a:gd name="txT" fmla="*/ 0 h 89"/>
                <a:gd name="txR" fmla="*/ 24 w 24"/>
                <a:gd name="txB" fmla="*/ 89 h 89"/>
              </a:gdLst>
              <a:ahLst/>
              <a:cxnLst>
                <a:cxn ang="0">
                  <a:pos x="18" y="71"/>
                </a:cxn>
                <a:cxn ang="0">
                  <a:pos x="12" y="83"/>
                </a:cxn>
                <a:cxn ang="0">
                  <a:pos x="12" y="83"/>
                </a:cxn>
                <a:cxn ang="0">
                  <a:pos x="12" y="83"/>
                </a:cxn>
                <a:cxn ang="0">
                  <a:pos x="6" y="83"/>
                </a:cxn>
                <a:cxn ang="0">
                  <a:pos x="12" y="77"/>
                </a:cxn>
                <a:cxn ang="0">
                  <a:pos x="12" y="71"/>
                </a:cxn>
                <a:cxn ang="0">
                  <a:pos x="18" y="29"/>
                </a:cxn>
                <a:cxn ang="0">
                  <a:pos x="18" y="29"/>
                </a:cxn>
                <a:cxn ang="0">
                  <a:pos x="12" y="35"/>
                </a:cxn>
                <a:cxn ang="0">
                  <a:pos x="0" y="35"/>
                </a:cxn>
                <a:cxn ang="0">
                  <a:pos x="0" y="35"/>
                </a:cxn>
                <a:cxn ang="0">
                  <a:pos x="6" y="35"/>
                </a:cxn>
                <a:cxn ang="0">
                  <a:pos x="6" y="41"/>
                </a:cxn>
                <a:cxn ang="0">
                  <a:pos x="6" y="47"/>
                </a:cxn>
                <a:cxn ang="0">
                  <a:pos x="6" y="59"/>
                </a:cxn>
                <a:cxn ang="0">
                  <a:pos x="0" y="77"/>
                </a:cxn>
                <a:cxn ang="0">
                  <a:pos x="0" y="83"/>
                </a:cxn>
                <a:cxn ang="0">
                  <a:pos x="0" y="89"/>
                </a:cxn>
                <a:cxn ang="0">
                  <a:pos x="6" y="89"/>
                </a:cxn>
                <a:cxn ang="0">
                  <a:pos x="12" y="83"/>
                </a:cxn>
                <a:cxn ang="0">
                  <a:pos x="18" y="77"/>
                </a:cxn>
                <a:cxn ang="0">
                  <a:pos x="18" y="71"/>
                </a:cxn>
                <a:cxn ang="0">
                  <a:pos x="24" y="5"/>
                </a:cxn>
                <a:cxn ang="0">
                  <a:pos x="24" y="5"/>
                </a:cxn>
                <a:cxn ang="0">
                  <a:pos x="18" y="0"/>
                </a:cxn>
                <a:cxn ang="0">
                  <a:pos x="18" y="5"/>
                </a:cxn>
                <a:cxn ang="0">
                  <a:pos x="12" y="5"/>
                </a:cxn>
                <a:cxn ang="0">
                  <a:pos x="18" y="11"/>
                </a:cxn>
                <a:cxn ang="0">
                  <a:pos x="18" y="17"/>
                </a:cxn>
                <a:cxn ang="0">
                  <a:pos x="24" y="11"/>
                </a:cxn>
                <a:cxn ang="0">
                  <a:pos x="24" y="5"/>
                </a:cxn>
                <a:cxn ang="0">
                  <a:pos x="24" y="5"/>
                </a:cxn>
              </a:cxnLst>
              <a:rect l="txL" t="txT" r="txR" b="txB"/>
              <a:pathLst>
                <a:path w="24" h="89">
                  <a:moveTo>
                    <a:pt x="18" y="71"/>
                  </a:moveTo>
                  <a:lnTo>
                    <a:pt x="12" y="83"/>
                  </a:lnTo>
                  <a:lnTo>
                    <a:pt x="6" y="83"/>
                  </a:lnTo>
                  <a:lnTo>
                    <a:pt x="12" y="77"/>
                  </a:lnTo>
                  <a:lnTo>
                    <a:pt x="12" y="71"/>
                  </a:lnTo>
                  <a:lnTo>
                    <a:pt x="18" y="29"/>
                  </a:lnTo>
                  <a:lnTo>
                    <a:pt x="12" y="35"/>
                  </a:lnTo>
                  <a:lnTo>
                    <a:pt x="0" y="35"/>
                  </a:lnTo>
                  <a:lnTo>
                    <a:pt x="6" y="35"/>
                  </a:lnTo>
                  <a:lnTo>
                    <a:pt x="6" y="41"/>
                  </a:lnTo>
                  <a:lnTo>
                    <a:pt x="6" y="47"/>
                  </a:lnTo>
                  <a:lnTo>
                    <a:pt x="6" y="59"/>
                  </a:lnTo>
                  <a:lnTo>
                    <a:pt x="0" y="77"/>
                  </a:lnTo>
                  <a:lnTo>
                    <a:pt x="0" y="83"/>
                  </a:lnTo>
                  <a:lnTo>
                    <a:pt x="0" y="89"/>
                  </a:lnTo>
                  <a:lnTo>
                    <a:pt x="6" y="89"/>
                  </a:lnTo>
                  <a:lnTo>
                    <a:pt x="12" y="83"/>
                  </a:lnTo>
                  <a:lnTo>
                    <a:pt x="18" y="77"/>
                  </a:lnTo>
                  <a:lnTo>
                    <a:pt x="18" y="71"/>
                  </a:lnTo>
                  <a:close/>
                  <a:moveTo>
                    <a:pt x="24" y="5"/>
                  </a:moveTo>
                  <a:lnTo>
                    <a:pt x="24" y="5"/>
                  </a:lnTo>
                  <a:lnTo>
                    <a:pt x="18" y="0"/>
                  </a:lnTo>
                  <a:lnTo>
                    <a:pt x="18" y="5"/>
                  </a:lnTo>
                  <a:lnTo>
                    <a:pt x="12" y="5"/>
                  </a:lnTo>
                  <a:lnTo>
                    <a:pt x="18" y="11"/>
                  </a:lnTo>
                  <a:lnTo>
                    <a:pt x="18" y="17"/>
                  </a:lnTo>
                  <a:lnTo>
                    <a:pt x="24" y="11"/>
                  </a:lnTo>
                  <a:lnTo>
                    <a:pt x="24" y="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77" name="Freeform 138"/>
            <p:cNvSpPr/>
            <p:nvPr/>
          </p:nvSpPr>
          <p:spPr>
            <a:xfrm>
              <a:off x="3980" y="2034"/>
              <a:ext cx="36" cy="48"/>
            </a:xfrm>
            <a:custGeom>
              <a:avLst/>
              <a:gdLst>
                <a:gd name="txL" fmla="*/ 0 w 36"/>
                <a:gd name="txT" fmla="*/ 0 h 48"/>
                <a:gd name="txR" fmla="*/ 36 w 36"/>
                <a:gd name="txB" fmla="*/ 48 h 48"/>
              </a:gdLst>
              <a:ahLst/>
              <a:cxnLst>
                <a:cxn ang="0">
                  <a:pos x="30" y="36"/>
                </a:cxn>
                <a:cxn ang="0">
                  <a:pos x="30" y="42"/>
                </a:cxn>
                <a:cxn ang="0">
                  <a:pos x="24" y="42"/>
                </a:cxn>
                <a:cxn ang="0">
                  <a:pos x="24" y="42"/>
                </a:cxn>
                <a:cxn ang="0">
                  <a:pos x="24" y="36"/>
                </a:cxn>
                <a:cxn ang="0">
                  <a:pos x="24" y="36"/>
                </a:cxn>
                <a:cxn ang="0">
                  <a:pos x="24" y="30"/>
                </a:cxn>
                <a:cxn ang="0">
                  <a:pos x="18" y="24"/>
                </a:cxn>
                <a:cxn ang="0">
                  <a:pos x="18" y="18"/>
                </a:cxn>
                <a:cxn ang="0">
                  <a:pos x="24" y="12"/>
                </a:cxn>
                <a:cxn ang="0">
                  <a:pos x="30" y="6"/>
                </a:cxn>
                <a:cxn ang="0">
                  <a:pos x="30" y="6"/>
                </a:cxn>
                <a:cxn ang="0">
                  <a:pos x="36" y="6"/>
                </a:cxn>
                <a:cxn ang="0">
                  <a:pos x="36" y="6"/>
                </a:cxn>
                <a:cxn ang="0">
                  <a:pos x="36" y="0"/>
                </a:cxn>
                <a:cxn ang="0">
                  <a:pos x="30" y="0"/>
                </a:cxn>
                <a:cxn ang="0">
                  <a:pos x="24" y="6"/>
                </a:cxn>
                <a:cxn ang="0">
                  <a:pos x="18" y="18"/>
                </a:cxn>
                <a:cxn ang="0">
                  <a:pos x="18" y="12"/>
                </a:cxn>
                <a:cxn ang="0">
                  <a:pos x="18" y="0"/>
                </a:cxn>
                <a:cxn ang="0">
                  <a:pos x="12" y="0"/>
                </a:cxn>
                <a:cxn ang="0">
                  <a:pos x="12" y="6"/>
                </a:cxn>
                <a:cxn ang="0">
                  <a:pos x="6" y="6"/>
                </a:cxn>
                <a:cxn ang="0">
                  <a:pos x="6" y="6"/>
                </a:cxn>
                <a:cxn ang="0">
                  <a:pos x="6" y="6"/>
                </a:cxn>
                <a:cxn ang="0">
                  <a:pos x="12" y="6"/>
                </a:cxn>
                <a:cxn ang="0">
                  <a:pos x="12" y="6"/>
                </a:cxn>
                <a:cxn ang="0">
                  <a:pos x="12" y="12"/>
                </a:cxn>
                <a:cxn ang="0">
                  <a:pos x="18" y="18"/>
                </a:cxn>
                <a:cxn ang="0">
                  <a:pos x="18" y="24"/>
                </a:cxn>
                <a:cxn ang="0">
                  <a:pos x="6" y="36"/>
                </a:cxn>
                <a:cxn ang="0">
                  <a:pos x="6" y="42"/>
                </a:cxn>
                <a:cxn ang="0">
                  <a:pos x="6" y="42"/>
                </a:cxn>
                <a:cxn ang="0">
                  <a:pos x="0" y="36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0" y="48"/>
                </a:cxn>
                <a:cxn ang="0">
                  <a:pos x="0" y="48"/>
                </a:cxn>
                <a:cxn ang="0">
                  <a:pos x="6" y="48"/>
                </a:cxn>
                <a:cxn ang="0">
                  <a:pos x="6" y="42"/>
                </a:cxn>
                <a:cxn ang="0">
                  <a:pos x="12" y="36"/>
                </a:cxn>
                <a:cxn ang="0">
                  <a:pos x="18" y="30"/>
                </a:cxn>
                <a:cxn ang="0">
                  <a:pos x="18" y="42"/>
                </a:cxn>
                <a:cxn ang="0">
                  <a:pos x="18" y="48"/>
                </a:cxn>
                <a:cxn ang="0">
                  <a:pos x="24" y="48"/>
                </a:cxn>
                <a:cxn ang="0">
                  <a:pos x="24" y="48"/>
                </a:cxn>
                <a:cxn ang="0">
                  <a:pos x="30" y="36"/>
                </a:cxn>
                <a:cxn ang="0">
                  <a:pos x="30" y="36"/>
                </a:cxn>
              </a:cxnLst>
              <a:rect l="txL" t="txT" r="txR" b="txB"/>
              <a:pathLst>
                <a:path w="36" h="48">
                  <a:moveTo>
                    <a:pt x="30" y="36"/>
                  </a:moveTo>
                  <a:lnTo>
                    <a:pt x="30" y="42"/>
                  </a:lnTo>
                  <a:lnTo>
                    <a:pt x="24" y="42"/>
                  </a:lnTo>
                  <a:lnTo>
                    <a:pt x="24" y="36"/>
                  </a:lnTo>
                  <a:lnTo>
                    <a:pt x="24" y="30"/>
                  </a:lnTo>
                  <a:lnTo>
                    <a:pt x="18" y="24"/>
                  </a:lnTo>
                  <a:lnTo>
                    <a:pt x="18" y="18"/>
                  </a:lnTo>
                  <a:lnTo>
                    <a:pt x="24" y="12"/>
                  </a:lnTo>
                  <a:lnTo>
                    <a:pt x="30" y="6"/>
                  </a:lnTo>
                  <a:lnTo>
                    <a:pt x="36" y="6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24" y="6"/>
                  </a:lnTo>
                  <a:lnTo>
                    <a:pt x="18" y="18"/>
                  </a:lnTo>
                  <a:lnTo>
                    <a:pt x="18" y="1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12" y="6"/>
                  </a:lnTo>
                  <a:lnTo>
                    <a:pt x="6" y="6"/>
                  </a:lnTo>
                  <a:lnTo>
                    <a:pt x="12" y="6"/>
                  </a:lnTo>
                  <a:lnTo>
                    <a:pt x="12" y="12"/>
                  </a:lnTo>
                  <a:lnTo>
                    <a:pt x="18" y="18"/>
                  </a:lnTo>
                  <a:lnTo>
                    <a:pt x="18" y="24"/>
                  </a:lnTo>
                  <a:lnTo>
                    <a:pt x="6" y="36"/>
                  </a:lnTo>
                  <a:lnTo>
                    <a:pt x="6" y="42"/>
                  </a:lnTo>
                  <a:lnTo>
                    <a:pt x="0" y="36"/>
                  </a:lnTo>
                  <a:lnTo>
                    <a:pt x="0" y="42"/>
                  </a:lnTo>
                  <a:lnTo>
                    <a:pt x="0" y="48"/>
                  </a:lnTo>
                  <a:lnTo>
                    <a:pt x="6" y="48"/>
                  </a:lnTo>
                  <a:lnTo>
                    <a:pt x="6" y="42"/>
                  </a:lnTo>
                  <a:lnTo>
                    <a:pt x="12" y="36"/>
                  </a:lnTo>
                  <a:lnTo>
                    <a:pt x="18" y="30"/>
                  </a:lnTo>
                  <a:lnTo>
                    <a:pt x="18" y="42"/>
                  </a:lnTo>
                  <a:lnTo>
                    <a:pt x="18" y="48"/>
                  </a:lnTo>
                  <a:lnTo>
                    <a:pt x="24" y="48"/>
                  </a:lnTo>
                  <a:lnTo>
                    <a:pt x="30" y="3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78" name="Freeform 139"/>
            <p:cNvSpPr>
              <a:spLocks noEditPoints="1"/>
            </p:cNvSpPr>
            <p:nvPr/>
          </p:nvSpPr>
          <p:spPr>
            <a:xfrm>
              <a:off x="4291" y="1927"/>
              <a:ext cx="18" cy="89"/>
            </a:xfrm>
            <a:custGeom>
              <a:avLst/>
              <a:gdLst>
                <a:gd name="txL" fmla="*/ 0 w 18"/>
                <a:gd name="txT" fmla="*/ 0 h 89"/>
                <a:gd name="txR" fmla="*/ 18 w 18"/>
                <a:gd name="txB" fmla="*/ 89 h 89"/>
              </a:gdLst>
              <a:ahLst/>
              <a:cxnLst>
                <a:cxn ang="0">
                  <a:pos x="18" y="77"/>
                </a:cxn>
                <a:cxn ang="0">
                  <a:pos x="12" y="83"/>
                </a:cxn>
                <a:cxn ang="0">
                  <a:pos x="6" y="83"/>
                </a:cxn>
                <a:cxn ang="0">
                  <a:pos x="6" y="83"/>
                </a:cxn>
                <a:cxn ang="0">
                  <a:pos x="6" y="83"/>
                </a:cxn>
                <a:cxn ang="0">
                  <a:pos x="6" y="77"/>
                </a:cxn>
                <a:cxn ang="0">
                  <a:pos x="18" y="30"/>
                </a:cxn>
                <a:cxn ang="0">
                  <a:pos x="18" y="30"/>
                </a:cxn>
                <a:cxn ang="0">
                  <a:pos x="12" y="35"/>
                </a:cxn>
                <a:cxn ang="0">
                  <a:pos x="0" y="35"/>
                </a:cxn>
                <a:cxn ang="0">
                  <a:pos x="0" y="35"/>
                </a:cxn>
                <a:cxn ang="0">
                  <a:pos x="6" y="35"/>
                </a:cxn>
                <a:cxn ang="0">
                  <a:pos x="6" y="41"/>
                </a:cxn>
                <a:cxn ang="0">
                  <a:pos x="6" y="47"/>
                </a:cxn>
                <a:cxn ang="0">
                  <a:pos x="6" y="59"/>
                </a:cxn>
                <a:cxn ang="0">
                  <a:pos x="0" y="77"/>
                </a:cxn>
                <a:cxn ang="0">
                  <a:pos x="0" y="83"/>
                </a:cxn>
                <a:cxn ang="0">
                  <a:pos x="0" y="89"/>
                </a:cxn>
                <a:cxn ang="0">
                  <a:pos x="6" y="89"/>
                </a:cxn>
                <a:cxn ang="0">
                  <a:pos x="12" y="83"/>
                </a:cxn>
                <a:cxn ang="0">
                  <a:pos x="18" y="77"/>
                </a:cxn>
                <a:cxn ang="0">
                  <a:pos x="18" y="77"/>
                </a:cxn>
                <a:cxn ang="0">
                  <a:pos x="18" y="12"/>
                </a:cxn>
                <a:cxn ang="0">
                  <a:pos x="18" y="6"/>
                </a:cxn>
                <a:cxn ang="0">
                  <a:pos x="18" y="0"/>
                </a:cxn>
                <a:cxn ang="0">
                  <a:pos x="12" y="6"/>
                </a:cxn>
                <a:cxn ang="0">
                  <a:pos x="12" y="12"/>
                </a:cxn>
                <a:cxn ang="0">
                  <a:pos x="12" y="18"/>
                </a:cxn>
                <a:cxn ang="0">
                  <a:pos x="18" y="18"/>
                </a:cxn>
                <a:cxn ang="0">
                  <a:pos x="18" y="18"/>
                </a:cxn>
                <a:cxn ang="0">
                  <a:pos x="18" y="12"/>
                </a:cxn>
                <a:cxn ang="0">
                  <a:pos x="18" y="12"/>
                </a:cxn>
              </a:cxnLst>
              <a:rect l="txL" t="txT" r="txR" b="txB"/>
              <a:pathLst>
                <a:path w="18" h="89">
                  <a:moveTo>
                    <a:pt x="18" y="77"/>
                  </a:moveTo>
                  <a:lnTo>
                    <a:pt x="12" y="83"/>
                  </a:lnTo>
                  <a:lnTo>
                    <a:pt x="6" y="83"/>
                  </a:lnTo>
                  <a:lnTo>
                    <a:pt x="6" y="77"/>
                  </a:lnTo>
                  <a:lnTo>
                    <a:pt x="18" y="30"/>
                  </a:lnTo>
                  <a:lnTo>
                    <a:pt x="12" y="35"/>
                  </a:lnTo>
                  <a:lnTo>
                    <a:pt x="0" y="35"/>
                  </a:lnTo>
                  <a:lnTo>
                    <a:pt x="6" y="35"/>
                  </a:lnTo>
                  <a:lnTo>
                    <a:pt x="6" y="41"/>
                  </a:lnTo>
                  <a:lnTo>
                    <a:pt x="6" y="47"/>
                  </a:lnTo>
                  <a:lnTo>
                    <a:pt x="6" y="59"/>
                  </a:lnTo>
                  <a:lnTo>
                    <a:pt x="0" y="77"/>
                  </a:lnTo>
                  <a:lnTo>
                    <a:pt x="0" y="83"/>
                  </a:lnTo>
                  <a:lnTo>
                    <a:pt x="0" y="89"/>
                  </a:lnTo>
                  <a:lnTo>
                    <a:pt x="6" y="89"/>
                  </a:lnTo>
                  <a:lnTo>
                    <a:pt x="12" y="83"/>
                  </a:lnTo>
                  <a:lnTo>
                    <a:pt x="18" y="77"/>
                  </a:lnTo>
                  <a:close/>
                  <a:moveTo>
                    <a:pt x="18" y="12"/>
                  </a:moveTo>
                  <a:lnTo>
                    <a:pt x="18" y="6"/>
                  </a:lnTo>
                  <a:lnTo>
                    <a:pt x="18" y="0"/>
                  </a:lnTo>
                  <a:lnTo>
                    <a:pt x="12" y="6"/>
                  </a:lnTo>
                  <a:lnTo>
                    <a:pt x="12" y="12"/>
                  </a:lnTo>
                  <a:lnTo>
                    <a:pt x="12" y="18"/>
                  </a:lnTo>
                  <a:lnTo>
                    <a:pt x="18" y="18"/>
                  </a:lnTo>
                  <a:lnTo>
                    <a:pt x="18" y="1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79" name="Freeform 140"/>
            <p:cNvSpPr/>
            <p:nvPr/>
          </p:nvSpPr>
          <p:spPr>
            <a:xfrm>
              <a:off x="4315" y="1980"/>
              <a:ext cx="30" cy="72"/>
            </a:xfrm>
            <a:custGeom>
              <a:avLst/>
              <a:gdLst>
                <a:gd name="txL" fmla="*/ 0 w 30"/>
                <a:gd name="txT" fmla="*/ 0 h 72"/>
                <a:gd name="txR" fmla="*/ 30 w 30"/>
                <a:gd name="txB" fmla="*/ 72 h 72"/>
              </a:gdLst>
              <a:ahLst/>
              <a:cxnLst>
                <a:cxn ang="0">
                  <a:pos x="12" y="36"/>
                </a:cxn>
                <a:cxn ang="0">
                  <a:pos x="18" y="36"/>
                </a:cxn>
                <a:cxn ang="0">
                  <a:pos x="18" y="42"/>
                </a:cxn>
                <a:cxn ang="0">
                  <a:pos x="24" y="48"/>
                </a:cxn>
                <a:cxn ang="0">
                  <a:pos x="24" y="54"/>
                </a:cxn>
                <a:cxn ang="0">
                  <a:pos x="24" y="60"/>
                </a:cxn>
                <a:cxn ang="0">
                  <a:pos x="18" y="66"/>
                </a:cxn>
                <a:cxn ang="0">
                  <a:pos x="12" y="66"/>
                </a:cxn>
                <a:cxn ang="0">
                  <a:pos x="6" y="66"/>
                </a:cxn>
                <a:cxn ang="0">
                  <a:pos x="6" y="66"/>
                </a:cxn>
                <a:cxn ang="0">
                  <a:pos x="0" y="66"/>
                </a:cxn>
                <a:cxn ang="0">
                  <a:pos x="6" y="72"/>
                </a:cxn>
                <a:cxn ang="0">
                  <a:pos x="12" y="72"/>
                </a:cxn>
                <a:cxn ang="0">
                  <a:pos x="24" y="66"/>
                </a:cxn>
                <a:cxn ang="0">
                  <a:pos x="30" y="48"/>
                </a:cxn>
                <a:cxn ang="0">
                  <a:pos x="30" y="36"/>
                </a:cxn>
                <a:cxn ang="0">
                  <a:pos x="24" y="30"/>
                </a:cxn>
                <a:cxn ang="0">
                  <a:pos x="30" y="24"/>
                </a:cxn>
                <a:cxn ang="0">
                  <a:pos x="30" y="18"/>
                </a:cxn>
                <a:cxn ang="0">
                  <a:pos x="24" y="6"/>
                </a:cxn>
                <a:cxn ang="0">
                  <a:pos x="18" y="0"/>
                </a:cxn>
                <a:cxn ang="0">
                  <a:pos x="12" y="6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6" y="12"/>
                </a:cxn>
                <a:cxn ang="0">
                  <a:pos x="12" y="6"/>
                </a:cxn>
                <a:cxn ang="0">
                  <a:pos x="18" y="12"/>
                </a:cxn>
                <a:cxn ang="0">
                  <a:pos x="24" y="18"/>
                </a:cxn>
                <a:cxn ang="0">
                  <a:pos x="18" y="30"/>
                </a:cxn>
                <a:cxn ang="0">
                  <a:pos x="12" y="36"/>
                </a:cxn>
                <a:cxn ang="0">
                  <a:pos x="12" y="36"/>
                </a:cxn>
              </a:cxnLst>
              <a:rect l="txL" t="txT" r="txR" b="txB"/>
              <a:pathLst>
                <a:path w="30" h="72">
                  <a:moveTo>
                    <a:pt x="12" y="36"/>
                  </a:moveTo>
                  <a:lnTo>
                    <a:pt x="18" y="36"/>
                  </a:lnTo>
                  <a:lnTo>
                    <a:pt x="18" y="42"/>
                  </a:lnTo>
                  <a:lnTo>
                    <a:pt x="24" y="48"/>
                  </a:lnTo>
                  <a:lnTo>
                    <a:pt x="24" y="54"/>
                  </a:lnTo>
                  <a:lnTo>
                    <a:pt x="24" y="60"/>
                  </a:lnTo>
                  <a:lnTo>
                    <a:pt x="18" y="66"/>
                  </a:lnTo>
                  <a:lnTo>
                    <a:pt x="12" y="66"/>
                  </a:lnTo>
                  <a:lnTo>
                    <a:pt x="6" y="66"/>
                  </a:lnTo>
                  <a:lnTo>
                    <a:pt x="0" y="66"/>
                  </a:lnTo>
                  <a:lnTo>
                    <a:pt x="6" y="72"/>
                  </a:lnTo>
                  <a:lnTo>
                    <a:pt x="12" y="72"/>
                  </a:lnTo>
                  <a:lnTo>
                    <a:pt x="24" y="66"/>
                  </a:lnTo>
                  <a:lnTo>
                    <a:pt x="30" y="48"/>
                  </a:lnTo>
                  <a:lnTo>
                    <a:pt x="30" y="36"/>
                  </a:lnTo>
                  <a:lnTo>
                    <a:pt x="24" y="30"/>
                  </a:lnTo>
                  <a:lnTo>
                    <a:pt x="30" y="24"/>
                  </a:lnTo>
                  <a:lnTo>
                    <a:pt x="30" y="18"/>
                  </a:lnTo>
                  <a:lnTo>
                    <a:pt x="24" y="6"/>
                  </a:lnTo>
                  <a:lnTo>
                    <a:pt x="18" y="0"/>
                  </a:lnTo>
                  <a:lnTo>
                    <a:pt x="12" y="6"/>
                  </a:lnTo>
                  <a:lnTo>
                    <a:pt x="0" y="18"/>
                  </a:lnTo>
                  <a:lnTo>
                    <a:pt x="6" y="12"/>
                  </a:lnTo>
                  <a:lnTo>
                    <a:pt x="12" y="6"/>
                  </a:lnTo>
                  <a:lnTo>
                    <a:pt x="18" y="12"/>
                  </a:lnTo>
                  <a:lnTo>
                    <a:pt x="24" y="18"/>
                  </a:lnTo>
                  <a:lnTo>
                    <a:pt x="18" y="30"/>
                  </a:lnTo>
                  <a:lnTo>
                    <a:pt x="12" y="3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80" name="Freeform 141"/>
            <p:cNvSpPr/>
            <p:nvPr/>
          </p:nvSpPr>
          <p:spPr>
            <a:xfrm>
              <a:off x="4160" y="1783"/>
              <a:ext cx="1" cy="962"/>
            </a:xfrm>
            <a:custGeom>
              <a:avLst/>
              <a:gdLst>
                <a:gd name="txL" fmla="*/ 0 w 1"/>
                <a:gd name="txT" fmla="*/ 0 h 962"/>
                <a:gd name="txR" fmla="*/ 1 w 1"/>
                <a:gd name="txB" fmla="*/ 962 h 962"/>
              </a:gdLst>
              <a:ahLst/>
              <a:cxnLst>
                <a:cxn ang="0">
                  <a:pos x="0" y="962"/>
                </a:cxn>
                <a:cxn ang="0">
                  <a:pos x="0" y="0"/>
                </a:cxn>
                <a:cxn ang="0">
                  <a:pos x="0" y="962"/>
                </a:cxn>
                <a:cxn ang="0">
                  <a:pos x="0" y="962"/>
                </a:cxn>
              </a:cxnLst>
              <a:rect l="txL" t="txT" r="txR" b="txB"/>
              <a:pathLst>
                <a:path w="1" h="962">
                  <a:moveTo>
                    <a:pt x="0" y="962"/>
                  </a:moveTo>
                  <a:lnTo>
                    <a:pt x="0" y="0"/>
                  </a:lnTo>
                  <a:lnTo>
                    <a:pt x="0" y="96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81" name="Freeform 142"/>
            <p:cNvSpPr>
              <a:spLocks noEditPoints="1"/>
            </p:cNvSpPr>
            <p:nvPr/>
          </p:nvSpPr>
          <p:spPr>
            <a:xfrm>
              <a:off x="3298" y="1783"/>
              <a:ext cx="862" cy="1"/>
            </a:xfrm>
            <a:custGeom>
              <a:avLst/>
              <a:gdLst>
                <a:gd name="txL" fmla="*/ 0 w 862"/>
                <a:gd name="txT" fmla="*/ 0 h 1"/>
                <a:gd name="txR" fmla="*/ 862 w 862"/>
                <a:gd name="txB" fmla="*/ 1 h 1"/>
              </a:gdLst>
              <a:ahLst/>
              <a:cxnLst>
                <a:cxn ang="0">
                  <a:pos x="862" y="0"/>
                </a:cxn>
                <a:cxn ang="0">
                  <a:pos x="0" y="0"/>
                </a:cxn>
                <a:cxn ang="0">
                  <a:pos x="862" y="0"/>
                </a:cxn>
                <a:cxn ang="0">
                  <a:pos x="862" y="0"/>
                </a:cxn>
                <a:cxn ang="0">
                  <a:pos x="862" y="0"/>
                </a:cxn>
                <a:cxn ang="0">
                  <a:pos x="862" y="0"/>
                </a:cxn>
                <a:cxn ang="0">
                  <a:pos x="862" y="0"/>
                </a:cxn>
              </a:cxnLst>
              <a:rect l="txL" t="txT" r="txR" b="txB"/>
              <a:pathLst>
                <a:path w="862" h="1">
                  <a:moveTo>
                    <a:pt x="862" y="0"/>
                  </a:moveTo>
                  <a:lnTo>
                    <a:pt x="0" y="0"/>
                  </a:lnTo>
                  <a:lnTo>
                    <a:pt x="862" y="0"/>
                  </a:lnTo>
                  <a:close/>
                  <a:moveTo>
                    <a:pt x="862" y="0"/>
                  </a:moveTo>
                  <a:lnTo>
                    <a:pt x="862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82" name="Freeform 143"/>
            <p:cNvSpPr>
              <a:spLocks noEditPoints="1"/>
            </p:cNvSpPr>
            <p:nvPr/>
          </p:nvSpPr>
          <p:spPr>
            <a:xfrm>
              <a:off x="3298" y="1783"/>
              <a:ext cx="1" cy="962"/>
            </a:xfrm>
            <a:custGeom>
              <a:avLst/>
              <a:gdLst>
                <a:gd name="txL" fmla="*/ 0 w 1"/>
                <a:gd name="txT" fmla="*/ 0 h 962"/>
                <a:gd name="txR" fmla="*/ 1 w 1"/>
                <a:gd name="txB" fmla="*/ 962 h 962"/>
              </a:gdLst>
              <a:ahLst/>
              <a:cxnLst>
                <a:cxn ang="0">
                  <a:pos x="0" y="0"/>
                </a:cxn>
                <a:cxn ang="0">
                  <a:pos x="0" y="96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962">
                  <a:moveTo>
                    <a:pt x="0" y="0"/>
                  </a:moveTo>
                  <a:lnTo>
                    <a:pt x="0" y="962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83" name="Freeform 144"/>
            <p:cNvSpPr>
              <a:spLocks noEditPoints="1"/>
            </p:cNvSpPr>
            <p:nvPr/>
          </p:nvSpPr>
          <p:spPr>
            <a:xfrm>
              <a:off x="3298" y="2745"/>
              <a:ext cx="862" cy="1"/>
            </a:xfrm>
            <a:custGeom>
              <a:avLst/>
              <a:gdLst>
                <a:gd name="txL" fmla="*/ 0 w 862"/>
                <a:gd name="txT" fmla="*/ 0 h 1"/>
                <a:gd name="txR" fmla="*/ 862 w 862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86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862" h="1">
                  <a:moveTo>
                    <a:pt x="0" y="0"/>
                  </a:moveTo>
                  <a:lnTo>
                    <a:pt x="862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84" name="Freeform 145"/>
            <p:cNvSpPr/>
            <p:nvPr/>
          </p:nvSpPr>
          <p:spPr>
            <a:xfrm>
              <a:off x="4160" y="2745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85" name="Freeform 146"/>
            <p:cNvSpPr/>
            <p:nvPr/>
          </p:nvSpPr>
          <p:spPr>
            <a:xfrm>
              <a:off x="4160" y="2745"/>
              <a:ext cx="861" cy="1"/>
            </a:xfrm>
            <a:custGeom>
              <a:avLst/>
              <a:gdLst>
                <a:gd name="txL" fmla="*/ 0 w 861"/>
                <a:gd name="txT" fmla="*/ 0 h 1"/>
                <a:gd name="txR" fmla="*/ 861 w 86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861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861" h="1">
                  <a:moveTo>
                    <a:pt x="0" y="0"/>
                  </a:moveTo>
                  <a:lnTo>
                    <a:pt x="8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86" name="Freeform 147"/>
            <p:cNvSpPr>
              <a:spLocks noEditPoints="1"/>
            </p:cNvSpPr>
            <p:nvPr/>
          </p:nvSpPr>
          <p:spPr>
            <a:xfrm>
              <a:off x="5021" y="1783"/>
              <a:ext cx="1" cy="962"/>
            </a:xfrm>
            <a:custGeom>
              <a:avLst/>
              <a:gdLst>
                <a:gd name="txL" fmla="*/ 0 w 1"/>
                <a:gd name="txT" fmla="*/ 0 h 962"/>
                <a:gd name="txR" fmla="*/ 1 w 1"/>
                <a:gd name="txB" fmla="*/ 962 h 962"/>
              </a:gdLst>
              <a:ahLst/>
              <a:cxnLst>
                <a:cxn ang="0">
                  <a:pos x="0" y="962"/>
                </a:cxn>
                <a:cxn ang="0">
                  <a:pos x="0" y="0"/>
                </a:cxn>
                <a:cxn ang="0">
                  <a:pos x="0" y="962"/>
                </a:cxn>
                <a:cxn ang="0">
                  <a:pos x="0" y="962"/>
                </a:cxn>
                <a:cxn ang="0">
                  <a:pos x="0" y="962"/>
                </a:cxn>
                <a:cxn ang="0">
                  <a:pos x="0" y="962"/>
                </a:cxn>
                <a:cxn ang="0">
                  <a:pos x="0" y="962"/>
                </a:cxn>
              </a:cxnLst>
              <a:rect l="txL" t="txT" r="txR" b="txB"/>
              <a:pathLst>
                <a:path w="1" h="962">
                  <a:moveTo>
                    <a:pt x="0" y="962"/>
                  </a:moveTo>
                  <a:lnTo>
                    <a:pt x="0" y="0"/>
                  </a:lnTo>
                  <a:lnTo>
                    <a:pt x="0" y="962"/>
                  </a:lnTo>
                  <a:close/>
                  <a:moveTo>
                    <a:pt x="0" y="962"/>
                  </a:moveTo>
                  <a:lnTo>
                    <a:pt x="0" y="96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87" name="Freeform 148"/>
            <p:cNvSpPr>
              <a:spLocks noEditPoints="1"/>
            </p:cNvSpPr>
            <p:nvPr/>
          </p:nvSpPr>
          <p:spPr>
            <a:xfrm>
              <a:off x="4160" y="1783"/>
              <a:ext cx="861" cy="1"/>
            </a:xfrm>
            <a:custGeom>
              <a:avLst/>
              <a:gdLst>
                <a:gd name="txL" fmla="*/ 0 w 861"/>
                <a:gd name="txT" fmla="*/ 0 h 1"/>
                <a:gd name="txR" fmla="*/ 861 w 861"/>
                <a:gd name="txB" fmla="*/ 1 h 1"/>
              </a:gdLst>
              <a:ahLst/>
              <a:cxnLst>
                <a:cxn ang="0">
                  <a:pos x="861" y="0"/>
                </a:cxn>
                <a:cxn ang="0">
                  <a:pos x="0" y="0"/>
                </a:cxn>
                <a:cxn ang="0">
                  <a:pos x="861" y="0"/>
                </a:cxn>
                <a:cxn ang="0">
                  <a:pos x="861" y="0"/>
                </a:cxn>
                <a:cxn ang="0">
                  <a:pos x="861" y="0"/>
                </a:cxn>
                <a:cxn ang="0">
                  <a:pos x="861" y="0"/>
                </a:cxn>
                <a:cxn ang="0">
                  <a:pos x="861" y="0"/>
                </a:cxn>
              </a:cxnLst>
              <a:rect l="txL" t="txT" r="txR" b="txB"/>
              <a:pathLst>
                <a:path w="861" h="1">
                  <a:moveTo>
                    <a:pt x="861" y="0"/>
                  </a:moveTo>
                  <a:lnTo>
                    <a:pt x="0" y="0"/>
                  </a:lnTo>
                  <a:lnTo>
                    <a:pt x="861" y="0"/>
                  </a:lnTo>
                  <a:close/>
                  <a:moveTo>
                    <a:pt x="861" y="0"/>
                  </a:moveTo>
                  <a:lnTo>
                    <a:pt x="861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88" name="Freeform 149"/>
            <p:cNvSpPr/>
            <p:nvPr/>
          </p:nvSpPr>
          <p:spPr>
            <a:xfrm>
              <a:off x="3298" y="1294"/>
              <a:ext cx="862" cy="1"/>
            </a:xfrm>
            <a:custGeom>
              <a:avLst/>
              <a:gdLst>
                <a:gd name="txL" fmla="*/ 0 w 862"/>
                <a:gd name="txT" fmla="*/ 0 h 1"/>
                <a:gd name="txR" fmla="*/ 862 w 862"/>
                <a:gd name="txB" fmla="*/ 1 h 1"/>
              </a:gdLst>
              <a:ahLst/>
              <a:cxnLst>
                <a:cxn ang="0">
                  <a:pos x="862" y="0"/>
                </a:cxn>
                <a:cxn ang="0">
                  <a:pos x="0" y="0"/>
                </a:cxn>
                <a:cxn ang="0">
                  <a:pos x="862" y="0"/>
                </a:cxn>
                <a:cxn ang="0">
                  <a:pos x="862" y="0"/>
                </a:cxn>
              </a:cxnLst>
              <a:rect l="txL" t="txT" r="txR" b="txB"/>
              <a:pathLst>
                <a:path w="862" h="1">
                  <a:moveTo>
                    <a:pt x="862" y="0"/>
                  </a:moveTo>
                  <a:lnTo>
                    <a:pt x="0" y="0"/>
                  </a:lnTo>
                  <a:lnTo>
                    <a:pt x="862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89" name="Freeform 150"/>
            <p:cNvSpPr>
              <a:spLocks noEditPoints="1"/>
            </p:cNvSpPr>
            <p:nvPr/>
          </p:nvSpPr>
          <p:spPr>
            <a:xfrm>
              <a:off x="3298" y="1294"/>
              <a:ext cx="1" cy="489"/>
            </a:xfrm>
            <a:custGeom>
              <a:avLst/>
              <a:gdLst>
                <a:gd name="txL" fmla="*/ 0 w 1"/>
                <a:gd name="txT" fmla="*/ 0 h 489"/>
                <a:gd name="txR" fmla="*/ 1 w 1"/>
                <a:gd name="txB" fmla="*/ 489 h 489"/>
              </a:gdLst>
              <a:ahLst/>
              <a:cxnLst>
                <a:cxn ang="0">
                  <a:pos x="0" y="0"/>
                </a:cxn>
                <a:cxn ang="0">
                  <a:pos x="0" y="489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489">
                  <a:moveTo>
                    <a:pt x="0" y="0"/>
                  </a:moveTo>
                  <a:lnTo>
                    <a:pt x="0" y="489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90" name="Freeform 151"/>
            <p:cNvSpPr/>
            <p:nvPr/>
          </p:nvSpPr>
          <p:spPr>
            <a:xfrm>
              <a:off x="5021" y="1294"/>
              <a:ext cx="1" cy="489"/>
            </a:xfrm>
            <a:custGeom>
              <a:avLst/>
              <a:gdLst>
                <a:gd name="txL" fmla="*/ 0 w 1"/>
                <a:gd name="txT" fmla="*/ 0 h 489"/>
                <a:gd name="txR" fmla="*/ 1 w 1"/>
                <a:gd name="txB" fmla="*/ 489 h 489"/>
              </a:gdLst>
              <a:ahLst/>
              <a:cxnLst>
                <a:cxn ang="0">
                  <a:pos x="0" y="489"/>
                </a:cxn>
                <a:cxn ang="0">
                  <a:pos x="0" y="0"/>
                </a:cxn>
                <a:cxn ang="0">
                  <a:pos x="0" y="489"/>
                </a:cxn>
                <a:cxn ang="0">
                  <a:pos x="0" y="489"/>
                </a:cxn>
              </a:cxnLst>
              <a:rect l="txL" t="txT" r="txR" b="txB"/>
              <a:pathLst>
                <a:path w="1" h="489">
                  <a:moveTo>
                    <a:pt x="0" y="489"/>
                  </a:moveTo>
                  <a:lnTo>
                    <a:pt x="0" y="0"/>
                  </a:lnTo>
                  <a:lnTo>
                    <a:pt x="0" y="48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91" name="Freeform 152"/>
            <p:cNvSpPr>
              <a:spLocks noEditPoints="1"/>
            </p:cNvSpPr>
            <p:nvPr/>
          </p:nvSpPr>
          <p:spPr>
            <a:xfrm>
              <a:off x="4160" y="1294"/>
              <a:ext cx="861" cy="1"/>
            </a:xfrm>
            <a:custGeom>
              <a:avLst/>
              <a:gdLst>
                <a:gd name="txL" fmla="*/ 0 w 861"/>
                <a:gd name="txT" fmla="*/ 0 h 1"/>
                <a:gd name="txR" fmla="*/ 861 w 861"/>
                <a:gd name="txB" fmla="*/ 1 h 1"/>
              </a:gdLst>
              <a:ahLst/>
              <a:cxnLst>
                <a:cxn ang="0">
                  <a:pos x="861" y="0"/>
                </a:cxn>
                <a:cxn ang="0">
                  <a:pos x="0" y="0"/>
                </a:cxn>
                <a:cxn ang="0">
                  <a:pos x="861" y="0"/>
                </a:cxn>
                <a:cxn ang="0">
                  <a:pos x="861" y="0"/>
                </a:cxn>
                <a:cxn ang="0">
                  <a:pos x="861" y="0"/>
                </a:cxn>
                <a:cxn ang="0">
                  <a:pos x="861" y="0"/>
                </a:cxn>
                <a:cxn ang="0">
                  <a:pos x="861" y="0"/>
                </a:cxn>
              </a:cxnLst>
              <a:rect l="txL" t="txT" r="txR" b="txB"/>
              <a:pathLst>
                <a:path w="861" h="1">
                  <a:moveTo>
                    <a:pt x="861" y="0"/>
                  </a:moveTo>
                  <a:lnTo>
                    <a:pt x="0" y="0"/>
                  </a:lnTo>
                  <a:lnTo>
                    <a:pt x="861" y="0"/>
                  </a:lnTo>
                  <a:close/>
                  <a:moveTo>
                    <a:pt x="861" y="0"/>
                  </a:moveTo>
                  <a:lnTo>
                    <a:pt x="861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92" name="Freeform 153"/>
            <p:cNvSpPr>
              <a:spLocks noEditPoints="1"/>
            </p:cNvSpPr>
            <p:nvPr/>
          </p:nvSpPr>
          <p:spPr>
            <a:xfrm>
              <a:off x="4082" y="1091"/>
              <a:ext cx="48" cy="89"/>
            </a:xfrm>
            <a:custGeom>
              <a:avLst/>
              <a:gdLst>
                <a:gd name="txL" fmla="*/ 0 w 48"/>
                <a:gd name="txT" fmla="*/ 0 h 89"/>
                <a:gd name="txR" fmla="*/ 48 w 48"/>
                <a:gd name="txB" fmla="*/ 89 h 89"/>
              </a:gdLst>
              <a:ahLst/>
              <a:cxnLst>
                <a:cxn ang="0">
                  <a:pos x="48" y="59"/>
                </a:cxn>
                <a:cxn ang="0">
                  <a:pos x="36" y="59"/>
                </a:cxn>
                <a:cxn ang="0">
                  <a:pos x="36" y="0"/>
                </a:cxn>
                <a:cxn ang="0">
                  <a:pos x="30" y="0"/>
                </a:cxn>
                <a:cxn ang="0">
                  <a:pos x="0" y="59"/>
                </a:cxn>
                <a:cxn ang="0">
                  <a:pos x="0" y="65"/>
                </a:cxn>
                <a:cxn ang="0">
                  <a:pos x="30" y="65"/>
                </a:cxn>
                <a:cxn ang="0">
                  <a:pos x="30" y="89"/>
                </a:cxn>
                <a:cxn ang="0">
                  <a:pos x="36" y="89"/>
                </a:cxn>
                <a:cxn ang="0">
                  <a:pos x="36" y="65"/>
                </a:cxn>
                <a:cxn ang="0">
                  <a:pos x="48" y="65"/>
                </a:cxn>
                <a:cxn ang="0">
                  <a:pos x="48" y="59"/>
                </a:cxn>
                <a:cxn ang="0">
                  <a:pos x="30" y="59"/>
                </a:cxn>
                <a:cxn ang="0">
                  <a:pos x="6" y="59"/>
                </a:cxn>
                <a:cxn ang="0">
                  <a:pos x="30" y="12"/>
                </a:cxn>
                <a:cxn ang="0">
                  <a:pos x="30" y="12"/>
                </a:cxn>
                <a:cxn ang="0">
                  <a:pos x="30" y="59"/>
                </a:cxn>
              </a:cxnLst>
              <a:rect l="txL" t="txT" r="txR" b="txB"/>
              <a:pathLst>
                <a:path w="48" h="89">
                  <a:moveTo>
                    <a:pt x="48" y="59"/>
                  </a:moveTo>
                  <a:lnTo>
                    <a:pt x="36" y="59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0" y="59"/>
                  </a:lnTo>
                  <a:lnTo>
                    <a:pt x="0" y="65"/>
                  </a:lnTo>
                  <a:lnTo>
                    <a:pt x="30" y="65"/>
                  </a:lnTo>
                  <a:lnTo>
                    <a:pt x="30" y="89"/>
                  </a:lnTo>
                  <a:lnTo>
                    <a:pt x="36" y="89"/>
                  </a:lnTo>
                  <a:lnTo>
                    <a:pt x="36" y="65"/>
                  </a:lnTo>
                  <a:lnTo>
                    <a:pt x="48" y="65"/>
                  </a:lnTo>
                  <a:lnTo>
                    <a:pt x="48" y="59"/>
                  </a:lnTo>
                  <a:close/>
                  <a:moveTo>
                    <a:pt x="30" y="59"/>
                  </a:moveTo>
                  <a:lnTo>
                    <a:pt x="6" y="59"/>
                  </a:lnTo>
                  <a:lnTo>
                    <a:pt x="30" y="12"/>
                  </a:lnTo>
                  <a:lnTo>
                    <a:pt x="30" y="5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93" name="Freeform 154"/>
            <p:cNvSpPr/>
            <p:nvPr/>
          </p:nvSpPr>
          <p:spPr>
            <a:xfrm>
              <a:off x="4160" y="1091"/>
              <a:ext cx="71" cy="89"/>
            </a:xfrm>
            <a:custGeom>
              <a:avLst/>
              <a:gdLst>
                <a:gd name="txL" fmla="*/ 0 w 71"/>
                <a:gd name="txT" fmla="*/ 0 h 89"/>
                <a:gd name="txR" fmla="*/ 71 w 71"/>
                <a:gd name="txB" fmla="*/ 89 h 89"/>
              </a:gdLst>
              <a:ahLst/>
              <a:cxnLst>
                <a:cxn ang="0">
                  <a:pos x="29" y="71"/>
                </a:cxn>
                <a:cxn ang="0">
                  <a:pos x="23" y="65"/>
                </a:cxn>
                <a:cxn ang="0">
                  <a:pos x="17" y="54"/>
                </a:cxn>
                <a:cxn ang="0">
                  <a:pos x="12" y="30"/>
                </a:cxn>
                <a:cxn ang="0">
                  <a:pos x="23" y="6"/>
                </a:cxn>
                <a:cxn ang="0">
                  <a:pos x="29" y="6"/>
                </a:cxn>
                <a:cxn ang="0">
                  <a:pos x="35" y="0"/>
                </a:cxn>
                <a:cxn ang="0">
                  <a:pos x="47" y="6"/>
                </a:cxn>
                <a:cxn ang="0">
                  <a:pos x="53" y="6"/>
                </a:cxn>
                <a:cxn ang="0">
                  <a:pos x="59" y="30"/>
                </a:cxn>
                <a:cxn ang="0">
                  <a:pos x="59" y="54"/>
                </a:cxn>
                <a:cxn ang="0">
                  <a:pos x="53" y="65"/>
                </a:cxn>
                <a:cxn ang="0">
                  <a:pos x="47" y="71"/>
                </a:cxn>
                <a:cxn ang="0">
                  <a:pos x="41" y="89"/>
                </a:cxn>
                <a:cxn ang="0">
                  <a:pos x="71" y="89"/>
                </a:cxn>
                <a:cxn ang="0">
                  <a:pos x="71" y="65"/>
                </a:cxn>
                <a:cxn ang="0">
                  <a:pos x="71" y="65"/>
                </a:cxn>
                <a:cxn ang="0">
                  <a:pos x="71" y="77"/>
                </a:cxn>
                <a:cxn ang="0">
                  <a:pos x="65" y="77"/>
                </a:cxn>
                <a:cxn ang="0">
                  <a:pos x="47" y="77"/>
                </a:cxn>
                <a:cxn ang="0">
                  <a:pos x="47" y="71"/>
                </a:cxn>
                <a:cxn ang="0">
                  <a:pos x="59" y="65"/>
                </a:cxn>
                <a:cxn ang="0">
                  <a:pos x="65" y="59"/>
                </a:cxn>
                <a:cxn ang="0">
                  <a:pos x="71" y="36"/>
                </a:cxn>
                <a:cxn ang="0">
                  <a:pos x="65" y="18"/>
                </a:cxn>
                <a:cxn ang="0">
                  <a:pos x="59" y="6"/>
                </a:cxn>
                <a:cxn ang="0">
                  <a:pos x="53" y="6"/>
                </a:cxn>
                <a:cxn ang="0">
                  <a:pos x="47" y="0"/>
                </a:cxn>
                <a:cxn ang="0">
                  <a:pos x="35" y="0"/>
                </a:cxn>
                <a:cxn ang="0">
                  <a:pos x="29" y="0"/>
                </a:cxn>
                <a:cxn ang="0">
                  <a:pos x="17" y="6"/>
                </a:cxn>
                <a:cxn ang="0">
                  <a:pos x="12" y="6"/>
                </a:cxn>
                <a:cxn ang="0">
                  <a:pos x="6" y="18"/>
                </a:cxn>
                <a:cxn ang="0">
                  <a:pos x="0" y="36"/>
                </a:cxn>
                <a:cxn ang="0">
                  <a:pos x="6" y="59"/>
                </a:cxn>
                <a:cxn ang="0">
                  <a:pos x="17" y="65"/>
                </a:cxn>
                <a:cxn ang="0">
                  <a:pos x="23" y="71"/>
                </a:cxn>
                <a:cxn ang="0">
                  <a:pos x="23" y="77"/>
                </a:cxn>
                <a:cxn ang="0">
                  <a:pos x="12" y="77"/>
                </a:cxn>
                <a:cxn ang="0">
                  <a:pos x="6" y="77"/>
                </a:cxn>
                <a:cxn ang="0">
                  <a:pos x="6" y="65"/>
                </a:cxn>
                <a:cxn ang="0">
                  <a:pos x="0" y="65"/>
                </a:cxn>
                <a:cxn ang="0">
                  <a:pos x="0" y="89"/>
                </a:cxn>
                <a:cxn ang="0">
                  <a:pos x="29" y="89"/>
                </a:cxn>
                <a:cxn ang="0">
                  <a:pos x="29" y="71"/>
                </a:cxn>
              </a:cxnLst>
              <a:rect l="txL" t="txT" r="txR" b="txB"/>
              <a:pathLst>
                <a:path w="71" h="89">
                  <a:moveTo>
                    <a:pt x="29" y="71"/>
                  </a:moveTo>
                  <a:lnTo>
                    <a:pt x="23" y="65"/>
                  </a:lnTo>
                  <a:lnTo>
                    <a:pt x="17" y="54"/>
                  </a:lnTo>
                  <a:lnTo>
                    <a:pt x="12" y="30"/>
                  </a:lnTo>
                  <a:lnTo>
                    <a:pt x="23" y="6"/>
                  </a:lnTo>
                  <a:lnTo>
                    <a:pt x="29" y="6"/>
                  </a:lnTo>
                  <a:lnTo>
                    <a:pt x="35" y="0"/>
                  </a:lnTo>
                  <a:lnTo>
                    <a:pt x="47" y="6"/>
                  </a:lnTo>
                  <a:lnTo>
                    <a:pt x="53" y="6"/>
                  </a:lnTo>
                  <a:lnTo>
                    <a:pt x="59" y="30"/>
                  </a:lnTo>
                  <a:lnTo>
                    <a:pt x="59" y="54"/>
                  </a:lnTo>
                  <a:lnTo>
                    <a:pt x="53" y="65"/>
                  </a:lnTo>
                  <a:lnTo>
                    <a:pt x="47" y="71"/>
                  </a:lnTo>
                  <a:lnTo>
                    <a:pt x="41" y="89"/>
                  </a:lnTo>
                  <a:lnTo>
                    <a:pt x="71" y="89"/>
                  </a:lnTo>
                  <a:lnTo>
                    <a:pt x="71" y="65"/>
                  </a:lnTo>
                  <a:lnTo>
                    <a:pt x="71" y="77"/>
                  </a:lnTo>
                  <a:lnTo>
                    <a:pt x="65" y="77"/>
                  </a:lnTo>
                  <a:lnTo>
                    <a:pt x="47" y="77"/>
                  </a:lnTo>
                  <a:lnTo>
                    <a:pt x="47" y="71"/>
                  </a:lnTo>
                  <a:lnTo>
                    <a:pt x="59" y="65"/>
                  </a:lnTo>
                  <a:lnTo>
                    <a:pt x="65" y="59"/>
                  </a:lnTo>
                  <a:lnTo>
                    <a:pt x="71" y="36"/>
                  </a:lnTo>
                  <a:lnTo>
                    <a:pt x="65" y="18"/>
                  </a:lnTo>
                  <a:lnTo>
                    <a:pt x="59" y="6"/>
                  </a:lnTo>
                  <a:lnTo>
                    <a:pt x="53" y="6"/>
                  </a:lnTo>
                  <a:lnTo>
                    <a:pt x="47" y="0"/>
                  </a:lnTo>
                  <a:lnTo>
                    <a:pt x="35" y="0"/>
                  </a:lnTo>
                  <a:lnTo>
                    <a:pt x="29" y="0"/>
                  </a:lnTo>
                  <a:lnTo>
                    <a:pt x="17" y="6"/>
                  </a:lnTo>
                  <a:lnTo>
                    <a:pt x="12" y="6"/>
                  </a:lnTo>
                  <a:lnTo>
                    <a:pt x="6" y="18"/>
                  </a:lnTo>
                  <a:lnTo>
                    <a:pt x="0" y="36"/>
                  </a:lnTo>
                  <a:lnTo>
                    <a:pt x="6" y="59"/>
                  </a:lnTo>
                  <a:lnTo>
                    <a:pt x="17" y="65"/>
                  </a:lnTo>
                  <a:lnTo>
                    <a:pt x="23" y="71"/>
                  </a:lnTo>
                  <a:lnTo>
                    <a:pt x="23" y="77"/>
                  </a:lnTo>
                  <a:lnTo>
                    <a:pt x="12" y="77"/>
                  </a:lnTo>
                  <a:lnTo>
                    <a:pt x="6" y="77"/>
                  </a:lnTo>
                  <a:lnTo>
                    <a:pt x="6" y="65"/>
                  </a:lnTo>
                  <a:lnTo>
                    <a:pt x="0" y="65"/>
                  </a:lnTo>
                  <a:lnTo>
                    <a:pt x="0" y="89"/>
                  </a:lnTo>
                  <a:lnTo>
                    <a:pt x="29" y="89"/>
                  </a:lnTo>
                  <a:lnTo>
                    <a:pt x="29" y="7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94" name="Freeform 155"/>
            <p:cNvSpPr>
              <a:spLocks noEditPoints="1"/>
            </p:cNvSpPr>
            <p:nvPr/>
          </p:nvSpPr>
          <p:spPr>
            <a:xfrm>
              <a:off x="4243" y="2213"/>
              <a:ext cx="48" cy="90"/>
            </a:xfrm>
            <a:custGeom>
              <a:avLst/>
              <a:gdLst>
                <a:gd name="txL" fmla="*/ 0 w 48"/>
                <a:gd name="txT" fmla="*/ 0 h 90"/>
                <a:gd name="txR" fmla="*/ 48 w 48"/>
                <a:gd name="txB" fmla="*/ 90 h 90"/>
              </a:gdLst>
              <a:ahLst/>
              <a:cxnLst>
                <a:cxn ang="0">
                  <a:pos x="48" y="60"/>
                </a:cxn>
                <a:cxn ang="0">
                  <a:pos x="36" y="60"/>
                </a:cxn>
                <a:cxn ang="0">
                  <a:pos x="36" y="0"/>
                </a:cxn>
                <a:cxn ang="0">
                  <a:pos x="36" y="0"/>
                </a:cxn>
                <a:cxn ang="0">
                  <a:pos x="0" y="60"/>
                </a:cxn>
                <a:cxn ang="0">
                  <a:pos x="0" y="66"/>
                </a:cxn>
                <a:cxn ang="0">
                  <a:pos x="30" y="66"/>
                </a:cxn>
                <a:cxn ang="0">
                  <a:pos x="30" y="90"/>
                </a:cxn>
                <a:cxn ang="0">
                  <a:pos x="36" y="90"/>
                </a:cxn>
                <a:cxn ang="0">
                  <a:pos x="36" y="66"/>
                </a:cxn>
                <a:cxn ang="0">
                  <a:pos x="48" y="66"/>
                </a:cxn>
                <a:cxn ang="0">
                  <a:pos x="48" y="60"/>
                </a:cxn>
                <a:cxn ang="0">
                  <a:pos x="30" y="60"/>
                </a:cxn>
                <a:cxn ang="0">
                  <a:pos x="6" y="60"/>
                </a:cxn>
                <a:cxn ang="0">
                  <a:pos x="30" y="12"/>
                </a:cxn>
                <a:cxn ang="0">
                  <a:pos x="30" y="12"/>
                </a:cxn>
                <a:cxn ang="0">
                  <a:pos x="30" y="60"/>
                </a:cxn>
              </a:cxnLst>
              <a:rect l="txL" t="txT" r="txR" b="txB"/>
              <a:pathLst>
                <a:path w="48" h="90">
                  <a:moveTo>
                    <a:pt x="48" y="60"/>
                  </a:moveTo>
                  <a:lnTo>
                    <a:pt x="36" y="60"/>
                  </a:lnTo>
                  <a:lnTo>
                    <a:pt x="36" y="0"/>
                  </a:lnTo>
                  <a:lnTo>
                    <a:pt x="0" y="60"/>
                  </a:lnTo>
                  <a:lnTo>
                    <a:pt x="0" y="66"/>
                  </a:lnTo>
                  <a:lnTo>
                    <a:pt x="30" y="66"/>
                  </a:lnTo>
                  <a:lnTo>
                    <a:pt x="30" y="90"/>
                  </a:lnTo>
                  <a:lnTo>
                    <a:pt x="36" y="90"/>
                  </a:lnTo>
                  <a:lnTo>
                    <a:pt x="36" y="66"/>
                  </a:lnTo>
                  <a:lnTo>
                    <a:pt x="48" y="66"/>
                  </a:lnTo>
                  <a:lnTo>
                    <a:pt x="48" y="60"/>
                  </a:lnTo>
                  <a:close/>
                  <a:moveTo>
                    <a:pt x="30" y="60"/>
                  </a:moveTo>
                  <a:lnTo>
                    <a:pt x="6" y="60"/>
                  </a:lnTo>
                  <a:lnTo>
                    <a:pt x="30" y="12"/>
                  </a:lnTo>
                  <a:lnTo>
                    <a:pt x="30" y="6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95" name="Freeform 156"/>
            <p:cNvSpPr/>
            <p:nvPr/>
          </p:nvSpPr>
          <p:spPr>
            <a:xfrm>
              <a:off x="4321" y="2207"/>
              <a:ext cx="72" cy="96"/>
            </a:xfrm>
            <a:custGeom>
              <a:avLst/>
              <a:gdLst>
                <a:gd name="txL" fmla="*/ 0 w 72"/>
                <a:gd name="txT" fmla="*/ 0 h 96"/>
                <a:gd name="txR" fmla="*/ 72 w 72"/>
                <a:gd name="txB" fmla="*/ 96 h 96"/>
              </a:gdLst>
              <a:ahLst/>
              <a:cxnLst>
                <a:cxn ang="0">
                  <a:pos x="30" y="72"/>
                </a:cxn>
                <a:cxn ang="0">
                  <a:pos x="24" y="72"/>
                </a:cxn>
                <a:cxn ang="0">
                  <a:pos x="18" y="60"/>
                </a:cxn>
                <a:cxn ang="0">
                  <a:pos x="18" y="36"/>
                </a:cxn>
                <a:cxn ang="0">
                  <a:pos x="18" y="24"/>
                </a:cxn>
                <a:cxn ang="0">
                  <a:pos x="24" y="12"/>
                </a:cxn>
                <a:cxn ang="0">
                  <a:pos x="30" y="6"/>
                </a:cxn>
                <a:cxn ang="0">
                  <a:pos x="36" y="6"/>
                </a:cxn>
                <a:cxn ang="0">
                  <a:pos x="48" y="6"/>
                </a:cxn>
                <a:cxn ang="0">
                  <a:pos x="54" y="12"/>
                </a:cxn>
                <a:cxn ang="0">
                  <a:pos x="60" y="36"/>
                </a:cxn>
                <a:cxn ang="0">
                  <a:pos x="60" y="60"/>
                </a:cxn>
                <a:cxn ang="0">
                  <a:pos x="54" y="72"/>
                </a:cxn>
                <a:cxn ang="0">
                  <a:pos x="48" y="72"/>
                </a:cxn>
                <a:cxn ang="0">
                  <a:pos x="42" y="96"/>
                </a:cxn>
                <a:cxn ang="0">
                  <a:pos x="72" y="96"/>
                </a:cxn>
                <a:cxn ang="0">
                  <a:pos x="72" y="72"/>
                </a:cxn>
                <a:cxn ang="0">
                  <a:pos x="72" y="72"/>
                </a:cxn>
                <a:cxn ang="0">
                  <a:pos x="72" y="78"/>
                </a:cxn>
                <a:cxn ang="0">
                  <a:pos x="66" y="78"/>
                </a:cxn>
                <a:cxn ang="0">
                  <a:pos x="48" y="78"/>
                </a:cxn>
                <a:cxn ang="0">
                  <a:pos x="48" y="78"/>
                </a:cxn>
                <a:cxn ang="0">
                  <a:pos x="60" y="72"/>
                </a:cxn>
                <a:cxn ang="0">
                  <a:pos x="66" y="60"/>
                </a:cxn>
                <a:cxn ang="0">
                  <a:pos x="72" y="42"/>
                </a:cxn>
                <a:cxn ang="0">
                  <a:pos x="66" y="24"/>
                </a:cxn>
                <a:cxn ang="0">
                  <a:pos x="66" y="12"/>
                </a:cxn>
                <a:cxn ang="0">
                  <a:pos x="60" y="6"/>
                </a:cxn>
                <a:cxn ang="0">
                  <a:pos x="48" y="6"/>
                </a:cxn>
                <a:cxn ang="0">
                  <a:pos x="36" y="0"/>
                </a:cxn>
                <a:cxn ang="0">
                  <a:pos x="30" y="6"/>
                </a:cxn>
                <a:cxn ang="0">
                  <a:pos x="18" y="6"/>
                </a:cxn>
                <a:cxn ang="0">
                  <a:pos x="12" y="12"/>
                </a:cxn>
                <a:cxn ang="0">
                  <a:pos x="6" y="24"/>
                </a:cxn>
                <a:cxn ang="0">
                  <a:pos x="6" y="42"/>
                </a:cxn>
                <a:cxn ang="0">
                  <a:pos x="6" y="48"/>
                </a:cxn>
                <a:cxn ang="0">
                  <a:pos x="12" y="60"/>
                </a:cxn>
                <a:cxn ang="0">
                  <a:pos x="18" y="72"/>
                </a:cxn>
                <a:cxn ang="0">
                  <a:pos x="24" y="78"/>
                </a:cxn>
                <a:cxn ang="0">
                  <a:pos x="24" y="78"/>
                </a:cxn>
                <a:cxn ang="0">
                  <a:pos x="12" y="78"/>
                </a:cxn>
                <a:cxn ang="0">
                  <a:pos x="6" y="78"/>
                </a:cxn>
                <a:cxn ang="0">
                  <a:pos x="6" y="72"/>
                </a:cxn>
                <a:cxn ang="0">
                  <a:pos x="0" y="72"/>
                </a:cxn>
                <a:cxn ang="0">
                  <a:pos x="0" y="96"/>
                </a:cxn>
                <a:cxn ang="0">
                  <a:pos x="30" y="96"/>
                </a:cxn>
                <a:cxn ang="0">
                  <a:pos x="30" y="72"/>
                </a:cxn>
              </a:cxnLst>
              <a:rect l="txL" t="txT" r="txR" b="txB"/>
              <a:pathLst>
                <a:path w="72" h="96">
                  <a:moveTo>
                    <a:pt x="30" y="72"/>
                  </a:moveTo>
                  <a:lnTo>
                    <a:pt x="24" y="72"/>
                  </a:lnTo>
                  <a:lnTo>
                    <a:pt x="18" y="60"/>
                  </a:lnTo>
                  <a:lnTo>
                    <a:pt x="18" y="36"/>
                  </a:lnTo>
                  <a:lnTo>
                    <a:pt x="18" y="24"/>
                  </a:lnTo>
                  <a:lnTo>
                    <a:pt x="24" y="12"/>
                  </a:lnTo>
                  <a:lnTo>
                    <a:pt x="30" y="6"/>
                  </a:lnTo>
                  <a:lnTo>
                    <a:pt x="36" y="6"/>
                  </a:lnTo>
                  <a:lnTo>
                    <a:pt x="48" y="6"/>
                  </a:lnTo>
                  <a:lnTo>
                    <a:pt x="54" y="12"/>
                  </a:lnTo>
                  <a:lnTo>
                    <a:pt x="60" y="36"/>
                  </a:lnTo>
                  <a:lnTo>
                    <a:pt x="60" y="60"/>
                  </a:lnTo>
                  <a:lnTo>
                    <a:pt x="54" y="72"/>
                  </a:lnTo>
                  <a:lnTo>
                    <a:pt x="48" y="72"/>
                  </a:lnTo>
                  <a:lnTo>
                    <a:pt x="42" y="96"/>
                  </a:lnTo>
                  <a:lnTo>
                    <a:pt x="72" y="96"/>
                  </a:lnTo>
                  <a:lnTo>
                    <a:pt x="72" y="72"/>
                  </a:lnTo>
                  <a:lnTo>
                    <a:pt x="72" y="78"/>
                  </a:lnTo>
                  <a:lnTo>
                    <a:pt x="66" y="78"/>
                  </a:lnTo>
                  <a:lnTo>
                    <a:pt x="48" y="78"/>
                  </a:lnTo>
                  <a:lnTo>
                    <a:pt x="60" y="72"/>
                  </a:lnTo>
                  <a:lnTo>
                    <a:pt x="66" y="60"/>
                  </a:lnTo>
                  <a:lnTo>
                    <a:pt x="72" y="42"/>
                  </a:lnTo>
                  <a:lnTo>
                    <a:pt x="66" y="24"/>
                  </a:lnTo>
                  <a:lnTo>
                    <a:pt x="66" y="12"/>
                  </a:lnTo>
                  <a:lnTo>
                    <a:pt x="60" y="6"/>
                  </a:lnTo>
                  <a:lnTo>
                    <a:pt x="48" y="6"/>
                  </a:lnTo>
                  <a:lnTo>
                    <a:pt x="36" y="0"/>
                  </a:lnTo>
                  <a:lnTo>
                    <a:pt x="30" y="6"/>
                  </a:lnTo>
                  <a:lnTo>
                    <a:pt x="18" y="6"/>
                  </a:lnTo>
                  <a:lnTo>
                    <a:pt x="12" y="12"/>
                  </a:lnTo>
                  <a:lnTo>
                    <a:pt x="6" y="24"/>
                  </a:lnTo>
                  <a:lnTo>
                    <a:pt x="6" y="42"/>
                  </a:lnTo>
                  <a:lnTo>
                    <a:pt x="6" y="48"/>
                  </a:lnTo>
                  <a:lnTo>
                    <a:pt x="12" y="60"/>
                  </a:lnTo>
                  <a:lnTo>
                    <a:pt x="18" y="72"/>
                  </a:lnTo>
                  <a:lnTo>
                    <a:pt x="24" y="78"/>
                  </a:lnTo>
                  <a:lnTo>
                    <a:pt x="12" y="78"/>
                  </a:lnTo>
                  <a:lnTo>
                    <a:pt x="6" y="78"/>
                  </a:lnTo>
                  <a:lnTo>
                    <a:pt x="6" y="72"/>
                  </a:lnTo>
                  <a:lnTo>
                    <a:pt x="0" y="72"/>
                  </a:lnTo>
                  <a:lnTo>
                    <a:pt x="0" y="96"/>
                  </a:lnTo>
                  <a:lnTo>
                    <a:pt x="30" y="96"/>
                  </a:lnTo>
                  <a:lnTo>
                    <a:pt x="30" y="7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96" name="Freeform 157"/>
            <p:cNvSpPr/>
            <p:nvPr/>
          </p:nvSpPr>
          <p:spPr>
            <a:xfrm>
              <a:off x="3663" y="1574"/>
              <a:ext cx="48" cy="96"/>
            </a:xfrm>
            <a:custGeom>
              <a:avLst/>
              <a:gdLst>
                <a:gd name="txL" fmla="*/ 0 w 48"/>
                <a:gd name="txT" fmla="*/ 0 h 96"/>
                <a:gd name="txR" fmla="*/ 48 w 48"/>
                <a:gd name="txB" fmla="*/ 96 h 96"/>
              </a:gdLst>
              <a:ahLst/>
              <a:cxnLst>
                <a:cxn ang="0">
                  <a:pos x="48" y="78"/>
                </a:cxn>
                <a:cxn ang="0">
                  <a:pos x="42" y="72"/>
                </a:cxn>
                <a:cxn ang="0">
                  <a:pos x="42" y="84"/>
                </a:cxn>
                <a:cxn ang="0">
                  <a:pos x="36" y="84"/>
                </a:cxn>
                <a:cxn ang="0">
                  <a:pos x="12" y="84"/>
                </a:cxn>
                <a:cxn ang="0">
                  <a:pos x="24" y="60"/>
                </a:cxn>
                <a:cxn ang="0">
                  <a:pos x="36" y="48"/>
                </a:cxn>
                <a:cxn ang="0">
                  <a:pos x="42" y="24"/>
                </a:cxn>
                <a:cxn ang="0">
                  <a:pos x="36" y="6"/>
                </a:cxn>
                <a:cxn ang="0">
                  <a:pos x="24" y="0"/>
                </a:cxn>
                <a:cxn ang="0">
                  <a:pos x="6" y="6"/>
                </a:cxn>
                <a:cxn ang="0">
                  <a:pos x="0" y="18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6" y="18"/>
                </a:cxn>
                <a:cxn ang="0">
                  <a:pos x="18" y="12"/>
                </a:cxn>
                <a:cxn ang="0">
                  <a:pos x="30" y="18"/>
                </a:cxn>
                <a:cxn ang="0">
                  <a:pos x="30" y="30"/>
                </a:cxn>
                <a:cxn ang="0">
                  <a:pos x="24" y="48"/>
                </a:cxn>
                <a:cxn ang="0">
                  <a:pos x="18" y="66"/>
                </a:cxn>
                <a:cxn ang="0">
                  <a:pos x="0" y="90"/>
                </a:cxn>
                <a:cxn ang="0">
                  <a:pos x="0" y="96"/>
                </a:cxn>
                <a:cxn ang="0">
                  <a:pos x="42" y="96"/>
                </a:cxn>
                <a:cxn ang="0">
                  <a:pos x="48" y="78"/>
                </a:cxn>
              </a:cxnLst>
              <a:rect l="txL" t="txT" r="txR" b="txB"/>
              <a:pathLst>
                <a:path w="48" h="96">
                  <a:moveTo>
                    <a:pt x="48" y="78"/>
                  </a:moveTo>
                  <a:lnTo>
                    <a:pt x="42" y="72"/>
                  </a:lnTo>
                  <a:lnTo>
                    <a:pt x="42" y="84"/>
                  </a:lnTo>
                  <a:lnTo>
                    <a:pt x="36" y="84"/>
                  </a:lnTo>
                  <a:lnTo>
                    <a:pt x="12" y="84"/>
                  </a:lnTo>
                  <a:lnTo>
                    <a:pt x="24" y="60"/>
                  </a:lnTo>
                  <a:lnTo>
                    <a:pt x="36" y="48"/>
                  </a:lnTo>
                  <a:lnTo>
                    <a:pt x="42" y="24"/>
                  </a:lnTo>
                  <a:lnTo>
                    <a:pt x="36" y="6"/>
                  </a:lnTo>
                  <a:lnTo>
                    <a:pt x="24" y="0"/>
                  </a:lnTo>
                  <a:lnTo>
                    <a:pt x="6" y="6"/>
                  </a:lnTo>
                  <a:lnTo>
                    <a:pt x="0" y="18"/>
                  </a:lnTo>
                  <a:lnTo>
                    <a:pt x="0" y="30"/>
                  </a:lnTo>
                  <a:lnTo>
                    <a:pt x="6" y="18"/>
                  </a:lnTo>
                  <a:lnTo>
                    <a:pt x="18" y="12"/>
                  </a:lnTo>
                  <a:lnTo>
                    <a:pt x="30" y="18"/>
                  </a:lnTo>
                  <a:lnTo>
                    <a:pt x="30" y="30"/>
                  </a:lnTo>
                  <a:lnTo>
                    <a:pt x="24" y="48"/>
                  </a:lnTo>
                  <a:lnTo>
                    <a:pt x="18" y="66"/>
                  </a:lnTo>
                  <a:lnTo>
                    <a:pt x="0" y="90"/>
                  </a:lnTo>
                  <a:lnTo>
                    <a:pt x="0" y="96"/>
                  </a:lnTo>
                  <a:lnTo>
                    <a:pt x="42" y="96"/>
                  </a:lnTo>
                  <a:lnTo>
                    <a:pt x="48" y="7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97" name="Freeform 158"/>
            <p:cNvSpPr/>
            <p:nvPr/>
          </p:nvSpPr>
          <p:spPr>
            <a:xfrm>
              <a:off x="3741" y="1574"/>
              <a:ext cx="72" cy="96"/>
            </a:xfrm>
            <a:custGeom>
              <a:avLst/>
              <a:gdLst>
                <a:gd name="txL" fmla="*/ 0 w 72"/>
                <a:gd name="txT" fmla="*/ 0 h 96"/>
                <a:gd name="txR" fmla="*/ 72 w 72"/>
                <a:gd name="txB" fmla="*/ 96 h 96"/>
              </a:gdLst>
              <a:ahLst/>
              <a:cxnLst>
                <a:cxn ang="0">
                  <a:pos x="30" y="72"/>
                </a:cxn>
                <a:cxn ang="0">
                  <a:pos x="24" y="72"/>
                </a:cxn>
                <a:cxn ang="0">
                  <a:pos x="18" y="60"/>
                </a:cxn>
                <a:cxn ang="0">
                  <a:pos x="12" y="36"/>
                </a:cxn>
                <a:cxn ang="0">
                  <a:pos x="18" y="12"/>
                </a:cxn>
                <a:cxn ang="0">
                  <a:pos x="30" y="6"/>
                </a:cxn>
                <a:cxn ang="0">
                  <a:pos x="36" y="6"/>
                </a:cxn>
                <a:cxn ang="0">
                  <a:pos x="42" y="6"/>
                </a:cxn>
                <a:cxn ang="0">
                  <a:pos x="48" y="12"/>
                </a:cxn>
                <a:cxn ang="0">
                  <a:pos x="60" y="36"/>
                </a:cxn>
                <a:cxn ang="0">
                  <a:pos x="54" y="60"/>
                </a:cxn>
                <a:cxn ang="0">
                  <a:pos x="48" y="72"/>
                </a:cxn>
                <a:cxn ang="0">
                  <a:pos x="42" y="72"/>
                </a:cxn>
                <a:cxn ang="0">
                  <a:pos x="42" y="96"/>
                </a:cxn>
                <a:cxn ang="0">
                  <a:pos x="72" y="96"/>
                </a:cxn>
                <a:cxn ang="0">
                  <a:pos x="72" y="72"/>
                </a:cxn>
                <a:cxn ang="0">
                  <a:pos x="72" y="72"/>
                </a:cxn>
                <a:cxn ang="0">
                  <a:pos x="66" y="78"/>
                </a:cxn>
                <a:cxn ang="0">
                  <a:pos x="60" y="78"/>
                </a:cxn>
                <a:cxn ang="0">
                  <a:pos x="48" y="78"/>
                </a:cxn>
                <a:cxn ang="0">
                  <a:pos x="48" y="78"/>
                </a:cxn>
                <a:cxn ang="0">
                  <a:pos x="60" y="72"/>
                </a:cxn>
                <a:cxn ang="0">
                  <a:pos x="66" y="60"/>
                </a:cxn>
                <a:cxn ang="0">
                  <a:pos x="72" y="42"/>
                </a:cxn>
                <a:cxn ang="0">
                  <a:pos x="66" y="24"/>
                </a:cxn>
                <a:cxn ang="0">
                  <a:pos x="60" y="12"/>
                </a:cxn>
                <a:cxn ang="0">
                  <a:pos x="54" y="6"/>
                </a:cxn>
                <a:cxn ang="0">
                  <a:pos x="48" y="0"/>
                </a:cxn>
                <a:cxn ang="0">
                  <a:pos x="36" y="0"/>
                </a:cxn>
                <a:cxn ang="0">
                  <a:pos x="24" y="0"/>
                </a:cxn>
                <a:cxn ang="0">
                  <a:pos x="18" y="6"/>
                </a:cxn>
                <a:cxn ang="0">
                  <a:pos x="12" y="12"/>
                </a:cxn>
                <a:cxn ang="0">
                  <a:pos x="6" y="24"/>
                </a:cxn>
                <a:cxn ang="0">
                  <a:pos x="0" y="42"/>
                </a:cxn>
                <a:cxn ang="0">
                  <a:pos x="6" y="60"/>
                </a:cxn>
                <a:cxn ang="0">
                  <a:pos x="18" y="72"/>
                </a:cxn>
                <a:cxn ang="0">
                  <a:pos x="24" y="78"/>
                </a:cxn>
                <a:cxn ang="0">
                  <a:pos x="24" y="78"/>
                </a:cxn>
                <a:cxn ang="0">
                  <a:pos x="6" y="78"/>
                </a:cxn>
                <a:cxn ang="0">
                  <a:pos x="0" y="78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0" y="96"/>
                </a:cxn>
                <a:cxn ang="0">
                  <a:pos x="30" y="96"/>
                </a:cxn>
                <a:cxn ang="0">
                  <a:pos x="30" y="72"/>
                </a:cxn>
              </a:cxnLst>
              <a:rect l="txL" t="txT" r="txR" b="txB"/>
              <a:pathLst>
                <a:path w="72" h="96">
                  <a:moveTo>
                    <a:pt x="30" y="72"/>
                  </a:moveTo>
                  <a:lnTo>
                    <a:pt x="24" y="72"/>
                  </a:lnTo>
                  <a:lnTo>
                    <a:pt x="18" y="60"/>
                  </a:lnTo>
                  <a:lnTo>
                    <a:pt x="12" y="36"/>
                  </a:lnTo>
                  <a:lnTo>
                    <a:pt x="18" y="12"/>
                  </a:lnTo>
                  <a:lnTo>
                    <a:pt x="30" y="6"/>
                  </a:lnTo>
                  <a:lnTo>
                    <a:pt x="36" y="6"/>
                  </a:lnTo>
                  <a:lnTo>
                    <a:pt x="42" y="6"/>
                  </a:lnTo>
                  <a:lnTo>
                    <a:pt x="48" y="12"/>
                  </a:lnTo>
                  <a:lnTo>
                    <a:pt x="60" y="36"/>
                  </a:lnTo>
                  <a:lnTo>
                    <a:pt x="54" y="60"/>
                  </a:lnTo>
                  <a:lnTo>
                    <a:pt x="48" y="72"/>
                  </a:lnTo>
                  <a:lnTo>
                    <a:pt x="42" y="72"/>
                  </a:lnTo>
                  <a:lnTo>
                    <a:pt x="42" y="96"/>
                  </a:lnTo>
                  <a:lnTo>
                    <a:pt x="72" y="96"/>
                  </a:lnTo>
                  <a:lnTo>
                    <a:pt x="72" y="72"/>
                  </a:lnTo>
                  <a:lnTo>
                    <a:pt x="66" y="78"/>
                  </a:lnTo>
                  <a:lnTo>
                    <a:pt x="60" y="78"/>
                  </a:lnTo>
                  <a:lnTo>
                    <a:pt x="48" y="78"/>
                  </a:lnTo>
                  <a:lnTo>
                    <a:pt x="60" y="72"/>
                  </a:lnTo>
                  <a:lnTo>
                    <a:pt x="66" y="60"/>
                  </a:lnTo>
                  <a:lnTo>
                    <a:pt x="72" y="42"/>
                  </a:lnTo>
                  <a:lnTo>
                    <a:pt x="66" y="24"/>
                  </a:lnTo>
                  <a:lnTo>
                    <a:pt x="60" y="12"/>
                  </a:lnTo>
                  <a:lnTo>
                    <a:pt x="54" y="6"/>
                  </a:lnTo>
                  <a:lnTo>
                    <a:pt x="48" y="0"/>
                  </a:lnTo>
                  <a:lnTo>
                    <a:pt x="36" y="0"/>
                  </a:lnTo>
                  <a:lnTo>
                    <a:pt x="24" y="0"/>
                  </a:lnTo>
                  <a:lnTo>
                    <a:pt x="18" y="6"/>
                  </a:lnTo>
                  <a:lnTo>
                    <a:pt x="12" y="12"/>
                  </a:lnTo>
                  <a:lnTo>
                    <a:pt x="6" y="24"/>
                  </a:lnTo>
                  <a:lnTo>
                    <a:pt x="0" y="42"/>
                  </a:lnTo>
                  <a:lnTo>
                    <a:pt x="6" y="60"/>
                  </a:lnTo>
                  <a:lnTo>
                    <a:pt x="18" y="72"/>
                  </a:lnTo>
                  <a:lnTo>
                    <a:pt x="24" y="78"/>
                  </a:lnTo>
                  <a:lnTo>
                    <a:pt x="6" y="78"/>
                  </a:lnTo>
                  <a:lnTo>
                    <a:pt x="0" y="78"/>
                  </a:lnTo>
                  <a:lnTo>
                    <a:pt x="0" y="72"/>
                  </a:lnTo>
                  <a:lnTo>
                    <a:pt x="0" y="96"/>
                  </a:lnTo>
                  <a:lnTo>
                    <a:pt x="30" y="96"/>
                  </a:lnTo>
                  <a:lnTo>
                    <a:pt x="30" y="7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98" name="Freeform 159"/>
            <p:cNvSpPr>
              <a:spLocks noEditPoints="1"/>
            </p:cNvSpPr>
            <p:nvPr/>
          </p:nvSpPr>
          <p:spPr>
            <a:xfrm>
              <a:off x="4518" y="1580"/>
              <a:ext cx="42" cy="90"/>
            </a:xfrm>
            <a:custGeom>
              <a:avLst/>
              <a:gdLst>
                <a:gd name="txL" fmla="*/ 0 w 42"/>
                <a:gd name="txT" fmla="*/ 0 h 90"/>
                <a:gd name="txR" fmla="*/ 42 w 42"/>
                <a:gd name="txB" fmla="*/ 90 h 90"/>
              </a:gdLst>
              <a:ahLst/>
              <a:cxnLst>
                <a:cxn ang="0">
                  <a:pos x="18" y="48"/>
                </a:cxn>
                <a:cxn ang="0">
                  <a:pos x="30" y="60"/>
                </a:cxn>
                <a:cxn ang="0">
                  <a:pos x="30" y="72"/>
                </a:cxn>
                <a:cxn ang="0">
                  <a:pos x="30" y="84"/>
                </a:cxn>
                <a:cxn ang="0">
                  <a:pos x="24" y="90"/>
                </a:cxn>
                <a:cxn ang="0">
                  <a:pos x="12" y="84"/>
                </a:cxn>
                <a:cxn ang="0">
                  <a:pos x="6" y="66"/>
                </a:cxn>
                <a:cxn ang="0">
                  <a:pos x="12" y="54"/>
                </a:cxn>
                <a:cxn ang="0">
                  <a:pos x="18" y="48"/>
                </a:cxn>
                <a:cxn ang="0">
                  <a:pos x="18" y="48"/>
                </a:cxn>
                <a:cxn ang="0">
                  <a:pos x="0" y="72"/>
                </a:cxn>
                <a:cxn ang="0">
                  <a:pos x="6" y="84"/>
                </a:cxn>
                <a:cxn ang="0">
                  <a:pos x="18" y="90"/>
                </a:cxn>
                <a:cxn ang="0">
                  <a:pos x="36" y="84"/>
                </a:cxn>
                <a:cxn ang="0">
                  <a:pos x="42" y="66"/>
                </a:cxn>
                <a:cxn ang="0">
                  <a:pos x="36" y="54"/>
                </a:cxn>
                <a:cxn ang="0">
                  <a:pos x="24" y="36"/>
                </a:cxn>
                <a:cxn ang="0">
                  <a:pos x="30" y="30"/>
                </a:cxn>
                <a:cxn ang="0">
                  <a:pos x="36" y="18"/>
                </a:cxn>
                <a:cxn ang="0">
                  <a:pos x="30" y="6"/>
                </a:cxn>
                <a:cxn ang="0">
                  <a:pos x="18" y="0"/>
                </a:cxn>
                <a:cxn ang="0">
                  <a:pos x="6" y="6"/>
                </a:cxn>
                <a:cxn ang="0">
                  <a:pos x="0" y="18"/>
                </a:cxn>
                <a:cxn ang="0">
                  <a:pos x="6" y="30"/>
                </a:cxn>
                <a:cxn ang="0">
                  <a:pos x="12" y="42"/>
                </a:cxn>
                <a:cxn ang="0">
                  <a:pos x="6" y="60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6" y="12"/>
                </a:cxn>
                <a:cxn ang="0">
                  <a:pos x="12" y="6"/>
                </a:cxn>
                <a:cxn ang="0">
                  <a:pos x="18" y="0"/>
                </a:cxn>
                <a:cxn ang="0">
                  <a:pos x="30" y="6"/>
                </a:cxn>
                <a:cxn ang="0">
                  <a:pos x="30" y="18"/>
                </a:cxn>
                <a:cxn ang="0">
                  <a:pos x="30" y="30"/>
                </a:cxn>
                <a:cxn ang="0">
                  <a:pos x="24" y="36"/>
                </a:cxn>
                <a:cxn ang="0">
                  <a:pos x="12" y="30"/>
                </a:cxn>
                <a:cxn ang="0">
                  <a:pos x="6" y="12"/>
                </a:cxn>
                <a:cxn ang="0">
                  <a:pos x="6" y="12"/>
                </a:cxn>
              </a:cxnLst>
              <a:rect l="txL" t="txT" r="txR" b="txB"/>
              <a:pathLst>
                <a:path w="42" h="90">
                  <a:moveTo>
                    <a:pt x="18" y="48"/>
                  </a:moveTo>
                  <a:lnTo>
                    <a:pt x="30" y="60"/>
                  </a:lnTo>
                  <a:lnTo>
                    <a:pt x="30" y="72"/>
                  </a:lnTo>
                  <a:lnTo>
                    <a:pt x="30" y="84"/>
                  </a:lnTo>
                  <a:lnTo>
                    <a:pt x="24" y="90"/>
                  </a:lnTo>
                  <a:lnTo>
                    <a:pt x="12" y="84"/>
                  </a:lnTo>
                  <a:lnTo>
                    <a:pt x="6" y="66"/>
                  </a:lnTo>
                  <a:lnTo>
                    <a:pt x="12" y="54"/>
                  </a:lnTo>
                  <a:lnTo>
                    <a:pt x="18" y="48"/>
                  </a:lnTo>
                  <a:close/>
                  <a:moveTo>
                    <a:pt x="0" y="72"/>
                  </a:moveTo>
                  <a:lnTo>
                    <a:pt x="6" y="84"/>
                  </a:lnTo>
                  <a:lnTo>
                    <a:pt x="18" y="90"/>
                  </a:lnTo>
                  <a:lnTo>
                    <a:pt x="36" y="84"/>
                  </a:lnTo>
                  <a:lnTo>
                    <a:pt x="42" y="66"/>
                  </a:lnTo>
                  <a:lnTo>
                    <a:pt x="36" y="54"/>
                  </a:lnTo>
                  <a:lnTo>
                    <a:pt x="24" y="36"/>
                  </a:lnTo>
                  <a:lnTo>
                    <a:pt x="30" y="30"/>
                  </a:lnTo>
                  <a:lnTo>
                    <a:pt x="36" y="18"/>
                  </a:lnTo>
                  <a:lnTo>
                    <a:pt x="30" y="6"/>
                  </a:lnTo>
                  <a:lnTo>
                    <a:pt x="18" y="0"/>
                  </a:lnTo>
                  <a:lnTo>
                    <a:pt x="6" y="6"/>
                  </a:lnTo>
                  <a:lnTo>
                    <a:pt x="0" y="18"/>
                  </a:lnTo>
                  <a:lnTo>
                    <a:pt x="6" y="30"/>
                  </a:lnTo>
                  <a:lnTo>
                    <a:pt x="12" y="42"/>
                  </a:lnTo>
                  <a:lnTo>
                    <a:pt x="6" y="60"/>
                  </a:lnTo>
                  <a:lnTo>
                    <a:pt x="0" y="72"/>
                  </a:lnTo>
                  <a:close/>
                  <a:moveTo>
                    <a:pt x="6" y="12"/>
                  </a:moveTo>
                  <a:lnTo>
                    <a:pt x="12" y="6"/>
                  </a:lnTo>
                  <a:lnTo>
                    <a:pt x="18" y="0"/>
                  </a:lnTo>
                  <a:lnTo>
                    <a:pt x="30" y="6"/>
                  </a:lnTo>
                  <a:lnTo>
                    <a:pt x="30" y="18"/>
                  </a:lnTo>
                  <a:lnTo>
                    <a:pt x="30" y="30"/>
                  </a:lnTo>
                  <a:lnTo>
                    <a:pt x="24" y="36"/>
                  </a:lnTo>
                  <a:lnTo>
                    <a:pt x="12" y="30"/>
                  </a:lnTo>
                  <a:lnTo>
                    <a:pt x="6" y="1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99" name="Freeform 160"/>
            <p:cNvSpPr/>
            <p:nvPr/>
          </p:nvSpPr>
          <p:spPr>
            <a:xfrm>
              <a:off x="4596" y="1574"/>
              <a:ext cx="72" cy="96"/>
            </a:xfrm>
            <a:custGeom>
              <a:avLst/>
              <a:gdLst>
                <a:gd name="txL" fmla="*/ 0 w 72"/>
                <a:gd name="txT" fmla="*/ 0 h 96"/>
                <a:gd name="txR" fmla="*/ 72 w 72"/>
                <a:gd name="txB" fmla="*/ 96 h 96"/>
              </a:gdLst>
              <a:ahLst/>
              <a:cxnLst>
                <a:cxn ang="0">
                  <a:pos x="24" y="72"/>
                </a:cxn>
                <a:cxn ang="0">
                  <a:pos x="18" y="72"/>
                </a:cxn>
                <a:cxn ang="0">
                  <a:pos x="12" y="60"/>
                </a:cxn>
                <a:cxn ang="0">
                  <a:pos x="12" y="36"/>
                </a:cxn>
                <a:cxn ang="0">
                  <a:pos x="18" y="12"/>
                </a:cxn>
                <a:cxn ang="0">
                  <a:pos x="30" y="6"/>
                </a:cxn>
                <a:cxn ang="0">
                  <a:pos x="36" y="6"/>
                </a:cxn>
                <a:cxn ang="0">
                  <a:pos x="42" y="6"/>
                </a:cxn>
                <a:cxn ang="0">
                  <a:pos x="48" y="12"/>
                </a:cxn>
                <a:cxn ang="0">
                  <a:pos x="54" y="24"/>
                </a:cxn>
                <a:cxn ang="0">
                  <a:pos x="54" y="36"/>
                </a:cxn>
                <a:cxn ang="0">
                  <a:pos x="54" y="60"/>
                </a:cxn>
                <a:cxn ang="0">
                  <a:pos x="48" y="72"/>
                </a:cxn>
                <a:cxn ang="0">
                  <a:pos x="42" y="72"/>
                </a:cxn>
                <a:cxn ang="0">
                  <a:pos x="36" y="96"/>
                </a:cxn>
                <a:cxn ang="0">
                  <a:pos x="72" y="96"/>
                </a:cxn>
                <a:cxn ang="0">
                  <a:pos x="72" y="72"/>
                </a:cxn>
                <a:cxn ang="0">
                  <a:pos x="66" y="72"/>
                </a:cxn>
                <a:cxn ang="0">
                  <a:pos x="66" y="78"/>
                </a:cxn>
                <a:cxn ang="0">
                  <a:pos x="60" y="84"/>
                </a:cxn>
                <a:cxn ang="0">
                  <a:pos x="42" y="84"/>
                </a:cxn>
                <a:cxn ang="0">
                  <a:pos x="42" y="78"/>
                </a:cxn>
                <a:cxn ang="0">
                  <a:pos x="54" y="72"/>
                </a:cxn>
                <a:cxn ang="0">
                  <a:pos x="60" y="60"/>
                </a:cxn>
                <a:cxn ang="0">
                  <a:pos x="66" y="48"/>
                </a:cxn>
                <a:cxn ang="0">
                  <a:pos x="66" y="42"/>
                </a:cxn>
                <a:cxn ang="0">
                  <a:pos x="66" y="24"/>
                </a:cxn>
                <a:cxn ang="0">
                  <a:pos x="60" y="12"/>
                </a:cxn>
                <a:cxn ang="0">
                  <a:pos x="54" y="6"/>
                </a:cxn>
                <a:cxn ang="0">
                  <a:pos x="48" y="6"/>
                </a:cxn>
                <a:cxn ang="0">
                  <a:pos x="36" y="0"/>
                </a:cxn>
                <a:cxn ang="0">
                  <a:pos x="24" y="6"/>
                </a:cxn>
                <a:cxn ang="0">
                  <a:pos x="12" y="6"/>
                </a:cxn>
                <a:cxn ang="0">
                  <a:pos x="6" y="12"/>
                </a:cxn>
                <a:cxn ang="0">
                  <a:pos x="0" y="24"/>
                </a:cxn>
                <a:cxn ang="0">
                  <a:pos x="0" y="42"/>
                </a:cxn>
                <a:cxn ang="0">
                  <a:pos x="6" y="60"/>
                </a:cxn>
                <a:cxn ang="0">
                  <a:pos x="12" y="72"/>
                </a:cxn>
                <a:cxn ang="0">
                  <a:pos x="24" y="78"/>
                </a:cxn>
                <a:cxn ang="0">
                  <a:pos x="24" y="84"/>
                </a:cxn>
                <a:cxn ang="0">
                  <a:pos x="6" y="84"/>
                </a:cxn>
                <a:cxn ang="0">
                  <a:pos x="0" y="78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0" y="96"/>
                </a:cxn>
                <a:cxn ang="0">
                  <a:pos x="30" y="96"/>
                </a:cxn>
                <a:cxn ang="0">
                  <a:pos x="24" y="72"/>
                </a:cxn>
              </a:cxnLst>
              <a:rect l="txL" t="txT" r="txR" b="txB"/>
              <a:pathLst>
                <a:path w="72" h="96">
                  <a:moveTo>
                    <a:pt x="24" y="72"/>
                  </a:moveTo>
                  <a:lnTo>
                    <a:pt x="18" y="72"/>
                  </a:lnTo>
                  <a:lnTo>
                    <a:pt x="12" y="60"/>
                  </a:lnTo>
                  <a:lnTo>
                    <a:pt x="12" y="36"/>
                  </a:lnTo>
                  <a:lnTo>
                    <a:pt x="18" y="12"/>
                  </a:lnTo>
                  <a:lnTo>
                    <a:pt x="30" y="6"/>
                  </a:lnTo>
                  <a:lnTo>
                    <a:pt x="36" y="6"/>
                  </a:lnTo>
                  <a:lnTo>
                    <a:pt x="42" y="6"/>
                  </a:lnTo>
                  <a:lnTo>
                    <a:pt x="48" y="12"/>
                  </a:lnTo>
                  <a:lnTo>
                    <a:pt x="54" y="24"/>
                  </a:lnTo>
                  <a:lnTo>
                    <a:pt x="54" y="36"/>
                  </a:lnTo>
                  <a:lnTo>
                    <a:pt x="54" y="60"/>
                  </a:lnTo>
                  <a:lnTo>
                    <a:pt x="48" y="72"/>
                  </a:lnTo>
                  <a:lnTo>
                    <a:pt x="42" y="72"/>
                  </a:lnTo>
                  <a:lnTo>
                    <a:pt x="36" y="96"/>
                  </a:lnTo>
                  <a:lnTo>
                    <a:pt x="72" y="96"/>
                  </a:lnTo>
                  <a:lnTo>
                    <a:pt x="72" y="72"/>
                  </a:lnTo>
                  <a:lnTo>
                    <a:pt x="66" y="72"/>
                  </a:lnTo>
                  <a:lnTo>
                    <a:pt x="66" y="78"/>
                  </a:lnTo>
                  <a:lnTo>
                    <a:pt x="60" y="84"/>
                  </a:lnTo>
                  <a:lnTo>
                    <a:pt x="42" y="84"/>
                  </a:lnTo>
                  <a:lnTo>
                    <a:pt x="42" y="78"/>
                  </a:lnTo>
                  <a:lnTo>
                    <a:pt x="54" y="72"/>
                  </a:lnTo>
                  <a:lnTo>
                    <a:pt x="60" y="60"/>
                  </a:lnTo>
                  <a:lnTo>
                    <a:pt x="66" y="48"/>
                  </a:lnTo>
                  <a:lnTo>
                    <a:pt x="66" y="42"/>
                  </a:lnTo>
                  <a:lnTo>
                    <a:pt x="66" y="24"/>
                  </a:lnTo>
                  <a:lnTo>
                    <a:pt x="60" y="12"/>
                  </a:lnTo>
                  <a:lnTo>
                    <a:pt x="54" y="6"/>
                  </a:lnTo>
                  <a:lnTo>
                    <a:pt x="48" y="6"/>
                  </a:lnTo>
                  <a:lnTo>
                    <a:pt x="36" y="0"/>
                  </a:lnTo>
                  <a:lnTo>
                    <a:pt x="24" y="6"/>
                  </a:lnTo>
                  <a:lnTo>
                    <a:pt x="12" y="6"/>
                  </a:lnTo>
                  <a:lnTo>
                    <a:pt x="6" y="12"/>
                  </a:lnTo>
                  <a:lnTo>
                    <a:pt x="0" y="24"/>
                  </a:lnTo>
                  <a:lnTo>
                    <a:pt x="0" y="42"/>
                  </a:lnTo>
                  <a:lnTo>
                    <a:pt x="6" y="60"/>
                  </a:lnTo>
                  <a:lnTo>
                    <a:pt x="12" y="72"/>
                  </a:lnTo>
                  <a:lnTo>
                    <a:pt x="24" y="78"/>
                  </a:lnTo>
                  <a:lnTo>
                    <a:pt x="24" y="84"/>
                  </a:lnTo>
                  <a:lnTo>
                    <a:pt x="6" y="84"/>
                  </a:lnTo>
                  <a:lnTo>
                    <a:pt x="0" y="78"/>
                  </a:lnTo>
                  <a:lnTo>
                    <a:pt x="0" y="72"/>
                  </a:lnTo>
                  <a:lnTo>
                    <a:pt x="0" y="96"/>
                  </a:lnTo>
                  <a:lnTo>
                    <a:pt x="30" y="96"/>
                  </a:lnTo>
                  <a:lnTo>
                    <a:pt x="24" y="7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00" name="Freeform 161"/>
            <p:cNvSpPr>
              <a:spLocks noEditPoints="1"/>
            </p:cNvSpPr>
            <p:nvPr/>
          </p:nvSpPr>
          <p:spPr>
            <a:xfrm>
              <a:off x="3436" y="1449"/>
              <a:ext cx="24" cy="90"/>
            </a:xfrm>
            <a:custGeom>
              <a:avLst/>
              <a:gdLst>
                <a:gd name="txL" fmla="*/ 0 w 24"/>
                <a:gd name="txT" fmla="*/ 0 h 90"/>
                <a:gd name="txR" fmla="*/ 24 w 24"/>
                <a:gd name="txB" fmla="*/ 90 h 90"/>
              </a:gdLst>
              <a:ahLst/>
              <a:cxnLst>
                <a:cxn ang="0">
                  <a:pos x="18" y="78"/>
                </a:cxn>
                <a:cxn ang="0">
                  <a:pos x="12" y="84"/>
                </a:cxn>
                <a:cxn ang="0">
                  <a:pos x="6" y="84"/>
                </a:cxn>
                <a:cxn ang="0">
                  <a:pos x="6" y="84"/>
                </a:cxn>
                <a:cxn ang="0">
                  <a:pos x="6" y="84"/>
                </a:cxn>
                <a:cxn ang="0">
                  <a:pos x="6" y="78"/>
                </a:cxn>
                <a:cxn ang="0">
                  <a:pos x="18" y="30"/>
                </a:cxn>
                <a:cxn ang="0">
                  <a:pos x="18" y="30"/>
                </a:cxn>
                <a:cxn ang="0">
                  <a:pos x="12" y="36"/>
                </a:cxn>
                <a:cxn ang="0">
                  <a:pos x="0" y="36"/>
                </a:cxn>
                <a:cxn ang="0">
                  <a:pos x="0" y="36"/>
                </a:cxn>
                <a:cxn ang="0">
                  <a:pos x="6" y="36"/>
                </a:cxn>
                <a:cxn ang="0">
                  <a:pos x="6" y="42"/>
                </a:cxn>
                <a:cxn ang="0">
                  <a:pos x="6" y="48"/>
                </a:cxn>
                <a:cxn ang="0">
                  <a:pos x="6" y="60"/>
                </a:cxn>
                <a:cxn ang="0">
                  <a:pos x="0" y="78"/>
                </a:cxn>
                <a:cxn ang="0">
                  <a:pos x="0" y="84"/>
                </a:cxn>
                <a:cxn ang="0">
                  <a:pos x="0" y="90"/>
                </a:cxn>
                <a:cxn ang="0">
                  <a:pos x="6" y="90"/>
                </a:cxn>
                <a:cxn ang="0">
                  <a:pos x="12" y="84"/>
                </a:cxn>
                <a:cxn ang="0">
                  <a:pos x="18" y="78"/>
                </a:cxn>
                <a:cxn ang="0">
                  <a:pos x="18" y="78"/>
                </a:cxn>
                <a:cxn ang="0">
                  <a:pos x="24" y="12"/>
                </a:cxn>
                <a:cxn ang="0">
                  <a:pos x="24" y="6"/>
                </a:cxn>
                <a:cxn ang="0">
                  <a:pos x="18" y="0"/>
                </a:cxn>
                <a:cxn ang="0">
                  <a:pos x="12" y="6"/>
                </a:cxn>
                <a:cxn ang="0">
                  <a:pos x="12" y="12"/>
                </a:cxn>
                <a:cxn ang="0">
                  <a:pos x="12" y="18"/>
                </a:cxn>
                <a:cxn ang="0">
                  <a:pos x="18" y="18"/>
                </a:cxn>
                <a:cxn ang="0">
                  <a:pos x="24" y="18"/>
                </a:cxn>
                <a:cxn ang="0">
                  <a:pos x="24" y="12"/>
                </a:cxn>
                <a:cxn ang="0">
                  <a:pos x="24" y="12"/>
                </a:cxn>
              </a:cxnLst>
              <a:rect l="txL" t="txT" r="txR" b="txB"/>
              <a:pathLst>
                <a:path w="24" h="90">
                  <a:moveTo>
                    <a:pt x="18" y="78"/>
                  </a:moveTo>
                  <a:lnTo>
                    <a:pt x="12" y="84"/>
                  </a:lnTo>
                  <a:lnTo>
                    <a:pt x="6" y="84"/>
                  </a:lnTo>
                  <a:lnTo>
                    <a:pt x="6" y="78"/>
                  </a:lnTo>
                  <a:lnTo>
                    <a:pt x="18" y="30"/>
                  </a:lnTo>
                  <a:lnTo>
                    <a:pt x="12" y="36"/>
                  </a:lnTo>
                  <a:lnTo>
                    <a:pt x="0" y="36"/>
                  </a:lnTo>
                  <a:lnTo>
                    <a:pt x="6" y="36"/>
                  </a:lnTo>
                  <a:lnTo>
                    <a:pt x="6" y="42"/>
                  </a:lnTo>
                  <a:lnTo>
                    <a:pt x="6" y="48"/>
                  </a:lnTo>
                  <a:lnTo>
                    <a:pt x="6" y="60"/>
                  </a:lnTo>
                  <a:lnTo>
                    <a:pt x="0" y="78"/>
                  </a:lnTo>
                  <a:lnTo>
                    <a:pt x="0" y="84"/>
                  </a:lnTo>
                  <a:lnTo>
                    <a:pt x="0" y="90"/>
                  </a:lnTo>
                  <a:lnTo>
                    <a:pt x="6" y="90"/>
                  </a:lnTo>
                  <a:lnTo>
                    <a:pt x="12" y="84"/>
                  </a:lnTo>
                  <a:lnTo>
                    <a:pt x="18" y="78"/>
                  </a:lnTo>
                  <a:close/>
                  <a:moveTo>
                    <a:pt x="24" y="12"/>
                  </a:moveTo>
                  <a:lnTo>
                    <a:pt x="24" y="6"/>
                  </a:lnTo>
                  <a:lnTo>
                    <a:pt x="18" y="0"/>
                  </a:lnTo>
                  <a:lnTo>
                    <a:pt x="12" y="6"/>
                  </a:lnTo>
                  <a:lnTo>
                    <a:pt x="12" y="12"/>
                  </a:lnTo>
                  <a:lnTo>
                    <a:pt x="12" y="18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01" name="Freeform 162"/>
            <p:cNvSpPr/>
            <p:nvPr/>
          </p:nvSpPr>
          <p:spPr>
            <a:xfrm>
              <a:off x="3460" y="1503"/>
              <a:ext cx="24" cy="71"/>
            </a:xfrm>
            <a:custGeom>
              <a:avLst/>
              <a:gdLst>
                <a:gd name="txL" fmla="*/ 0 w 24"/>
                <a:gd name="txT" fmla="*/ 0 h 71"/>
                <a:gd name="txR" fmla="*/ 24 w 24"/>
                <a:gd name="txB" fmla="*/ 71 h 71"/>
              </a:gdLst>
              <a:ahLst/>
              <a:cxnLst>
                <a:cxn ang="0">
                  <a:pos x="0" y="71"/>
                </a:cxn>
                <a:cxn ang="0">
                  <a:pos x="24" y="71"/>
                </a:cxn>
                <a:cxn ang="0">
                  <a:pos x="24" y="71"/>
                </a:cxn>
                <a:cxn ang="0">
                  <a:pos x="18" y="71"/>
                </a:cxn>
                <a:cxn ang="0">
                  <a:pos x="18" y="65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0" y="12"/>
                </a:cxn>
                <a:cxn ang="0">
                  <a:pos x="0" y="12"/>
                </a:cxn>
                <a:cxn ang="0">
                  <a:pos x="6" y="12"/>
                </a:cxn>
                <a:cxn ang="0">
                  <a:pos x="6" y="12"/>
                </a:cxn>
                <a:cxn ang="0">
                  <a:pos x="12" y="12"/>
                </a:cxn>
                <a:cxn ang="0">
                  <a:pos x="12" y="18"/>
                </a:cxn>
                <a:cxn ang="0">
                  <a:pos x="12" y="59"/>
                </a:cxn>
                <a:cxn ang="0">
                  <a:pos x="6" y="71"/>
                </a:cxn>
                <a:cxn ang="0">
                  <a:pos x="0" y="71"/>
                </a:cxn>
                <a:cxn ang="0">
                  <a:pos x="0" y="71"/>
                </a:cxn>
              </a:cxnLst>
              <a:rect l="txL" t="txT" r="txR" b="txB"/>
              <a:pathLst>
                <a:path w="24" h="71">
                  <a:moveTo>
                    <a:pt x="0" y="71"/>
                  </a:moveTo>
                  <a:lnTo>
                    <a:pt x="24" y="71"/>
                  </a:lnTo>
                  <a:lnTo>
                    <a:pt x="18" y="71"/>
                  </a:lnTo>
                  <a:lnTo>
                    <a:pt x="18" y="65"/>
                  </a:lnTo>
                  <a:lnTo>
                    <a:pt x="18" y="0"/>
                  </a:lnTo>
                  <a:lnTo>
                    <a:pt x="0" y="12"/>
                  </a:lnTo>
                  <a:lnTo>
                    <a:pt x="6" y="12"/>
                  </a:lnTo>
                  <a:lnTo>
                    <a:pt x="12" y="12"/>
                  </a:lnTo>
                  <a:lnTo>
                    <a:pt x="12" y="18"/>
                  </a:lnTo>
                  <a:lnTo>
                    <a:pt x="12" y="59"/>
                  </a:lnTo>
                  <a:lnTo>
                    <a:pt x="6" y="71"/>
                  </a:lnTo>
                  <a:lnTo>
                    <a:pt x="0" y="7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02" name="Freeform 163"/>
            <p:cNvSpPr/>
            <p:nvPr/>
          </p:nvSpPr>
          <p:spPr>
            <a:xfrm>
              <a:off x="3173" y="1736"/>
              <a:ext cx="41" cy="53"/>
            </a:xfrm>
            <a:custGeom>
              <a:avLst/>
              <a:gdLst>
                <a:gd name="txL" fmla="*/ 0 w 41"/>
                <a:gd name="txT" fmla="*/ 0 h 53"/>
                <a:gd name="txR" fmla="*/ 41 w 41"/>
                <a:gd name="txB" fmla="*/ 53 h 53"/>
              </a:gdLst>
              <a:ahLst/>
              <a:cxnLst>
                <a:cxn ang="0">
                  <a:pos x="0" y="0"/>
                </a:cxn>
                <a:cxn ang="0">
                  <a:pos x="12" y="6"/>
                </a:cxn>
                <a:cxn ang="0">
                  <a:pos x="12" y="18"/>
                </a:cxn>
                <a:cxn ang="0">
                  <a:pos x="12" y="35"/>
                </a:cxn>
                <a:cxn ang="0">
                  <a:pos x="12" y="53"/>
                </a:cxn>
                <a:cxn ang="0">
                  <a:pos x="12" y="53"/>
                </a:cxn>
                <a:cxn ang="0">
                  <a:pos x="18" y="53"/>
                </a:cxn>
                <a:cxn ang="0">
                  <a:pos x="18" y="53"/>
                </a:cxn>
                <a:cxn ang="0">
                  <a:pos x="24" y="41"/>
                </a:cxn>
                <a:cxn ang="0">
                  <a:pos x="30" y="35"/>
                </a:cxn>
                <a:cxn ang="0">
                  <a:pos x="35" y="29"/>
                </a:cxn>
                <a:cxn ang="0">
                  <a:pos x="41" y="6"/>
                </a:cxn>
                <a:cxn ang="0">
                  <a:pos x="41" y="0"/>
                </a:cxn>
                <a:cxn ang="0">
                  <a:pos x="35" y="0"/>
                </a:cxn>
                <a:cxn ang="0">
                  <a:pos x="35" y="0"/>
                </a:cxn>
                <a:cxn ang="0">
                  <a:pos x="35" y="6"/>
                </a:cxn>
                <a:cxn ang="0">
                  <a:pos x="35" y="12"/>
                </a:cxn>
                <a:cxn ang="0">
                  <a:pos x="30" y="29"/>
                </a:cxn>
                <a:cxn ang="0">
                  <a:pos x="24" y="41"/>
                </a:cxn>
                <a:cxn ang="0">
                  <a:pos x="24" y="41"/>
                </a:cxn>
                <a:cxn ang="0">
                  <a:pos x="18" y="23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41" h="53">
                  <a:moveTo>
                    <a:pt x="0" y="0"/>
                  </a:moveTo>
                  <a:lnTo>
                    <a:pt x="12" y="6"/>
                  </a:lnTo>
                  <a:lnTo>
                    <a:pt x="12" y="18"/>
                  </a:lnTo>
                  <a:lnTo>
                    <a:pt x="12" y="35"/>
                  </a:lnTo>
                  <a:lnTo>
                    <a:pt x="12" y="53"/>
                  </a:lnTo>
                  <a:lnTo>
                    <a:pt x="18" y="53"/>
                  </a:lnTo>
                  <a:lnTo>
                    <a:pt x="24" y="41"/>
                  </a:lnTo>
                  <a:lnTo>
                    <a:pt x="30" y="35"/>
                  </a:lnTo>
                  <a:lnTo>
                    <a:pt x="35" y="29"/>
                  </a:lnTo>
                  <a:lnTo>
                    <a:pt x="41" y="6"/>
                  </a:lnTo>
                  <a:lnTo>
                    <a:pt x="41" y="0"/>
                  </a:lnTo>
                  <a:lnTo>
                    <a:pt x="35" y="0"/>
                  </a:lnTo>
                  <a:lnTo>
                    <a:pt x="35" y="6"/>
                  </a:lnTo>
                  <a:lnTo>
                    <a:pt x="35" y="12"/>
                  </a:lnTo>
                  <a:lnTo>
                    <a:pt x="30" y="29"/>
                  </a:lnTo>
                  <a:lnTo>
                    <a:pt x="24" y="41"/>
                  </a:lnTo>
                  <a:lnTo>
                    <a:pt x="18" y="23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03" name="Freeform 164"/>
            <p:cNvSpPr/>
            <p:nvPr/>
          </p:nvSpPr>
          <p:spPr>
            <a:xfrm>
              <a:off x="3226" y="1754"/>
              <a:ext cx="18" cy="71"/>
            </a:xfrm>
            <a:custGeom>
              <a:avLst/>
              <a:gdLst>
                <a:gd name="txL" fmla="*/ 0 w 18"/>
                <a:gd name="txT" fmla="*/ 0 h 71"/>
                <a:gd name="txR" fmla="*/ 18 w 18"/>
                <a:gd name="txB" fmla="*/ 71 h 71"/>
              </a:gdLst>
              <a:ahLst/>
              <a:cxnLst>
                <a:cxn ang="0">
                  <a:pos x="0" y="71"/>
                </a:cxn>
                <a:cxn ang="0">
                  <a:pos x="18" y="71"/>
                </a:cxn>
                <a:cxn ang="0">
                  <a:pos x="18" y="65"/>
                </a:cxn>
                <a:cxn ang="0">
                  <a:pos x="12" y="65"/>
                </a:cxn>
                <a:cxn ang="0">
                  <a:pos x="12" y="59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0" y="11"/>
                </a:cxn>
                <a:cxn ang="0">
                  <a:pos x="0" y="11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6" y="11"/>
                </a:cxn>
                <a:cxn ang="0">
                  <a:pos x="6" y="11"/>
                </a:cxn>
                <a:cxn ang="0">
                  <a:pos x="6" y="59"/>
                </a:cxn>
                <a:cxn ang="0">
                  <a:pos x="6" y="65"/>
                </a:cxn>
                <a:cxn ang="0">
                  <a:pos x="0" y="65"/>
                </a:cxn>
                <a:cxn ang="0">
                  <a:pos x="0" y="71"/>
                </a:cxn>
              </a:cxnLst>
              <a:rect l="txL" t="txT" r="txR" b="txB"/>
              <a:pathLst>
                <a:path w="18" h="71">
                  <a:moveTo>
                    <a:pt x="0" y="71"/>
                  </a:moveTo>
                  <a:lnTo>
                    <a:pt x="18" y="71"/>
                  </a:lnTo>
                  <a:lnTo>
                    <a:pt x="18" y="65"/>
                  </a:lnTo>
                  <a:lnTo>
                    <a:pt x="12" y="65"/>
                  </a:lnTo>
                  <a:lnTo>
                    <a:pt x="12" y="59"/>
                  </a:lnTo>
                  <a:lnTo>
                    <a:pt x="12" y="0"/>
                  </a:lnTo>
                  <a:lnTo>
                    <a:pt x="0" y="11"/>
                  </a:lnTo>
                  <a:lnTo>
                    <a:pt x="0" y="5"/>
                  </a:lnTo>
                  <a:lnTo>
                    <a:pt x="6" y="11"/>
                  </a:lnTo>
                  <a:lnTo>
                    <a:pt x="6" y="59"/>
                  </a:lnTo>
                  <a:lnTo>
                    <a:pt x="6" y="65"/>
                  </a:lnTo>
                  <a:lnTo>
                    <a:pt x="0" y="65"/>
                  </a:lnTo>
                  <a:lnTo>
                    <a:pt x="0" y="7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04" name="Freeform 165"/>
            <p:cNvSpPr/>
            <p:nvPr/>
          </p:nvSpPr>
          <p:spPr>
            <a:xfrm>
              <a:off x="4118" y="1628"/>
              <a:ext cx="42" cy="60"/>
            </a:xfrm>
            <a:custGeom>
              <a:avLst/>
              <a:gdLst>
                <a:gd name="txL" fmla="*/ 0 w 42"/>
                <a:gd name="txT" fmla="*/ 0 h 60"/>
                <a:gd name="txR" fmla="*/ 42 w 42"/>
                <a:gd name="txB" fmla="*/ 60 h 60"/>
              </a:gdLst>
              <a:ahLst/>
              <a:cxnLst>
                <a:cxn ang="0">
                  <a:pos x="0" y="6"/>
                </a:cxn>
                <a:cxn ang="0">
                  <a:pos x="12" y="6"/>
                </a:cxn>
                <a:cxn ang="0">
                  <a:pos x="12" y="18"/>
                </a:cxn>
                <a:cxn ang="0">
                  <a:pos x="12" y="24"/>
                </a:cxn>
                <a:cxn ang="0">
                  <a:pos x="12" y="36"/>
                </a:cxn>
                <a:cxn ang="0">
                  <a:pos x="12" y="48"/>
                </a:cxn>
                <a:cxn ang="0">
                  <a:pos x="12" y="54"/>
                </a:cxn>
                <a:cxn ang="0">
                  <a:pos x="12" y="60"/>
                </a:cxn>
                <a:cxn ang="0">
                  <a:pos x="18" y="60"/>
                </a:cxn>
                <a:cxn ang="0">
                  <a:pos x="18" y="54"/>
                </a:cxn>
                <a:cxn ang="0">
                  <a:pos x="24" y="48"/>
                </a:cxn>
                <a:cxn ang="0">
                  <a:pos x="30" y="42"/>
                </a:cxn>
                <a:cxn ang="0">
                  <a:pos x="36" y="30"/>
                </a:cxn>
                <a:cxn ang="0">
                  <a:pos x="42" y="6"/>
                </a:cxn>
                <a:cxn ang="0">
                  <a:pos x="42" y="6"/>
                </a:cxn>
                <a:cxn ang="0">
                  <a:pos x="36" y="0"/>
                </a:cxn>
                <a:cxn ang="0">
                  <a:pos x="36" y="0"/>
                </a:cxn>
                <a:cxn ang="0">
                  <a:pos x="30" y="6"/>
                </a:cxn>
                <a:cxn ang="0">
                  <a:pos x="36" y="12"/>
                </a:cxn>
                <a:cxn ang="0">
                  <a:pos x="36" y="12"/>
                </a:cxn>
                <a:cxn ang="0">
                  <a:pos x="30" y="30"/>
                </a:cxn>
                <a:cxn ang="0">
                  <a:pos x="24" y="42"/>
                </a:cxn>
                <a:cxn ang="0">
                  <a:pos x="24" y="48"/>
                </a:cxn>
                <a:cxn ang="0">
                  <a:pos x="18" y="24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0" y="6"/>
                </a:cxn>
                <a:cxn ang="0">
                  <a:pos x="0" y="6"/>
                </a:cxn>
              </a:cxnLst>
              <a:rect l="txL" t="txT" r="txR" b="txB"/>
              <a:pathLst>
                <a:path w="42" h="60">
                  <a:moveTo>
                    <a:pt x="0" y="6"/>
                  </a:moveTo>
                  <a:lnTo>
                    <a:pt x="12" y="6"/>
                  </a:lnTo>
                  <a:lnTo>
                    <a:pt x="12" y="18"/>
                  </a:lnTo>
                  <a:lnTo>
                    <a:pt x="12" y="24"/>
                  </a:lnTo>
                  <a:lnTo>
                    <a:pt x="12" y="36"/>
                  </a:lnTo>
                  <a:lnTo>
                    <a:pt x="12" y="48"/>
                  </a:lnTo>
                  <a:lnTo>
                    <a:pt x="12" y="54"/>
                  </a:lnTo>
                  <a:lnTo>
                    <a:pt x="12" y="60"/>
                  </a:lnTo>
                  <a:lnTo>
                    <a:pt x="18" y="60"/>
                  </a:lnTo>
                  <a:lnTo>
                    <a:pt x="18" y="54"/>
                  </a:lnTo>
                  <a:lnTo>
                    <a:pt x="24" y="48"/>
                  </a:lnTo>
                  <a:lnTo>
                    <a:pt x="30" y="42"/>
                  </a:lnTo>
                  <a:lnTo>
                    <a:pt x="36" y="30"/>
                  </a:lnTo>
                  <a:lnTo>
                    <a:pt x="42" y="6"/>
                  </a:lnTo>
                  <a:lnTo>
                    <a:pt x="36" y="0"/>
                  </a:lnTo>
                  <a:lnTo>
                    <a:pt x="30" y="6"/>
                  </a:lnTo>
                  <a:lnTo>
                    <a:pt x="36" y="12"/>
                  </a:lnTo>
                  <a:lnTo>
                    <a:pt x="30" y="30"/>
                  </a:lnTo>
                  <a:lnTo>
                    <a:pt x="24" y="42"/>
                  </a:lnTo>
                  <a:lnTo>
                    <a:pt x="24" y="48"/>
                  </a:lnTo>
                  <a:lnTo>
                    <a:pt x="18" y="24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05" name="Freeform 166"/>
            <p:cNvSpPr/>
            <p:nvPr/>
          </p:nvSpPr>
          <p:spPr>
            <a:xfrm>
              <a:off x="4166" y="1646"/>
              <a:ext cx="35" cy="72"/>
            </a:xfrm>
            <a:custGeom>
              <a:avLst/>
              <a:gdLst>
                <a:gd name="txL" fmla="*/ 0 w 35"/>
                <a:gd name="txT" fmla="*/ 0 h 72"/>
                <a:gd name="txR" fmla="*/ 35 w 35"/>
                <a:gd name="txB" fmla="*/ 72 h 72"/>
              </a:gdLst>
              <a:ahLst/>
              <a:cxnLst>
                <a:cxn ang="0">
                  <a:pos x="35" y="60"/>
                </a:cxn>
                <a:cxn ang="0">
                  <a:pos x="29" y="60"/>
                </a:cxn>
                <a:cxn ang="0">
                  <a:pos x="29" y="66"/>
                </a:cxn>
                <a:cxn ang="0">
                  <a:pos x="23" y="66"/>
                </a:cxn>
                <a:cxn ang="0">
                  <a:pos x="6" y="66"/>
                </a:cxn>
                <a:cxn ang="0">
                  <a:pos x="17" y="48"/>
                </a:cxn>
                <a:cxn ang="0">
                  <a:pos x="23" y="36"/>
                </a:cxn>
                <a:cxn ang="0">
                  <a:pos x="29" y="24"/>
                </a:cxn>
                <a:cxn ang="0">
                  <a:pos x="23" y="6"/>
                </a:cxn>
                <a:cxn ang="0">
                  <a:pos x="17" y="0"/>
                </a:cxn>
                <a:cxn ang="0">
                  <a:pos x="6" y="6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6" y="18"/>
                </a:cxn>
                <a:cxn ang="0">
                  <a:pos x="11" y="12"/>
                </a:cxn>
                <a:cxn ang="0">
                  <a:pos x="17" y="18"/>
                </a:cxn>
                <a:cxn ang="0">
                  <a:pos x="23" y="24"/>
                </a:cxn>
                <a:cxn ang="0">
                  <a:pos x="17" y="36"/>
                </a:cxn>
                <a:cxn ang="0">
                  <a:pos x="11" y="54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29" y="72"/>
                </a:cxn>
                <a:cxn ang="0">
                  <a:pos x="35" y="60"/>
                </a:cxn>
              </a:cxnLst>
              <a:rect l="txL" t="txT" r="txR" b="txB"/>
              <a:pathLst>
                <a:path w="35" h="72">
                  <a:moveTo>
                    <a:pt x="35" y="60"/>
                  </a:moveTo>
                  <a:lnTo>
                    <a:pt x="29" y="60"/>
                  </a:lnTo>
                  <a:lnTo>
                    <a:pt x="29" y="66"/>
                  </a:lnTo>
                  <a:lnTo>
                    <a:pt x="23" y="66"/>
                  </a:lnTo>
                  <a:lnTo>
                    <a:pt x="6" y="66"/>
                  </a:lnTo>
                  <a:lnTo>
                    <a:pt x="17" y="48"/>
                  </a:lnTo>
                  <a:lnTo>
                    <a:pt x="23" y="36"/>
                  </a:lnTo>
                  <a:lnTo>
                    <a:pt x="29" y="24"/>
                  </a:lnTo>
                  <a:lnTo>
                    <a:pt x="23" y="6"/>
                  </a:lnTo>
                  <a:lnTo>
                    <a:pt x="17" y="0"/>
                  </a:lnTo>
                  <a:lnTo>
                    <a:pt x="6" y="6"/>
                  </a:lnTo>
                  <a:lnTo>
                    <a:pt x="0" y="24"/>
                  </a:lnTo>
                  <a:lnTo>
                    <a:pt x="6" y="18"/>
                  </a:lnTo>
                  <a:lnTo>
                    <a:pt x="11" y="12"/>
                  </a:lnTo>
                  <a:lnTo>
                    <a:pt x="17" y="18"/>
                  </a:lnTo>
                  <a:lnTo>
                    <a:pt x="23" y="24"/>
                  </a:lnTo>
                  <a:lnTo>
                    <a:pt x="17" y="36"/>
                  </a:lnTo>
                  <a:lnTo>
                    <a:pt x="11" y="54"/>
                  </a:lnTo>
                  <a:lnTo>
                    <a:pt x="0" y="72"/>
                  </a:lnTo>
                  <a:lnTo>
                    <a:pt x="29" y="72"/>
                  </a:lnTo>
                  <a:lnTo>
                    <a:pt x="35" y="6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06" name="Freeform 167"/>
            <p:cNvSpPr>
              <a:spLocks noEditPoints="1"/>
            </p:cNvSpPr>
            <p:nvPr/>
          </p:nvSpPr>
          <p:spPr>
            <a:xfrm>
              <a:off x="4333" y="1509"/>
              <a:ext cx="24" cy="89"/>
            </a:xfrm>
            <a:custGeom>
              <a:avLst/>
              <a:gdLst>
                <a:gd name="txL" fmla="*/ 0 w 24"/>
                <a:gd name="txT" fmla="*/ 0 h 89"/>
                <a:gd name="txR" fmla="*/ 24 w 24"/>
                <a:gd name="txB" fmla="*/ 89 h 89"/>
              </a:gdLst>
              <a:ahLst/>
              <a:cxnLst>
                <a:cxn ang="0">
                  <a:pos x="18" y="71"/>
                </a:cxn>
                <a:cxn ang="0">
                  <a:pos x="18" y="83"/>
                </a:cxn>
                <a:cxn ang="0">
                  <a:pos x="12" y="83"/>
                </a:cxn>
                <a:cxn ang="0">
                  <a:pos x="12" y="83"/>
                </a:cxn>
                <a:cxn ang="0">
                  <a:pos x="12" y="77"/>
                </a:cxn>
                <a:cxn ang="0">
                  <a:pos x="12" y="71"/>
                </a:cxn>
                <a:cxn ang="0">
                  <a:pos x="24" y="30"/>
                </a:cxn>
                <a:cxn ang="0">
                  <a:pos x="24" y="30"/>
                </a:cxn>
                <a:cxn ang="0">
                  <a:pos x="12" y="36"/>
                </a:cxn>
                <a:cxn ang="0">
                  <a:pos x="6" y="36"/>
                </a:cxn>
                <a:cxn ang="0">
                  <a:pos x="6" y="36"/>
                </a:cxn>
                <a:cxn ang="0">
                  <a:pos x="12" y="36"/>
                </a:cxn>
                <a:cxn ang="0">
                  <a:pos x="12" y="42"/>
                </a:cxn>
                <a:cxn ang="0">
                  <a:pos x="12" y="47"/>
                </a:cxn>
                <a:cxn ang="0">
                  <a:pos x="6" y="59"/>
                </a:cxn>
                <a:cxn ang="0">
                  <a:pos x="0" y="77"/>
                </a:cxn>
                <a:cxn ang="0">
                  <a:pos x="0" y="83"/>
                </a:cxn>
                <a:cxn ang="0">
                  <a:pos x="0" y="89"/>
                </a:cxn>
                <a:cxn ang="0">
                  <a:pos x="6" y="89"/>
                </a:cxn>
                <a:cxn ang="0">
                  <a:pos x="18" y="83"/>
                </a:cxn>
                <a:cxn ang="0">
                  <a:pos x="24" y="77"/>
                </a:cxn>
                <a:cxn ang="0">
                  <a:pos x="18" y="71"/>
                </a:cxn>
                <a:cxn ang="0">
                  <a:pos x="24" y="12"/>
                </a:cxn>
                <a:cxn ang="0">
                  <a:pos x="24" y="6"/>
                </a:cxn>
                <a:cxn ang="0">
                  <a:pos x="18" y="0"/>
                </a:cxn>
                <a:cxn ang="0">
                  <a:pos x="18" y="6"/>
                </a:cxn>
                <a:cxn ang="0">
                  <a:pos x="18" y="6"/>
                </a:cxn>
                <a:cxn ang="0">
                  <a:pos x="18" y="12"/>
                </a:cxn>
                <a:cxn ang="0">
                  <a:pos x="18" y="18"/>
                </a:cxn>
                <a:cxn ang="0">
                  <a:pos x="24" y="18"/>
                </a:cxn>
                <a:cxn ang="0">
                  <a:pos x="24" y="12"/>
                </a:cxn>
                <a:cxn ang="0">
                  <a:pos x="24" y="12"/>
                </a:cxn>
              </a:cxnLst>
              <a:rect l="txL" t="txT" r="txR" b="txB"/>
              <a:pathLst>
                <a:path w="24" h="89">
                  <a:moveTo>
                    <a:pt x="18" y="71"/>
                  </a:moveTo>
                  <a:lnTo>
                    <a:pt x="18" y="83"/>
                  </a:lnTo>
                  <a:lnTo>
                    <a:pt x="12" y="83"/>
                  </a:lnTo>
                  <a:lnTo>
                    <a:pt x="12" y="77"/>
                  </a:lnTo>
                  <a:lnTo>
                    <a:pt x="12" y="71"/>
                  </a:lnTo>
                  <a:lnTo>
                    <a:pt x="24" y="30"/>
                  </a:lnTo>
                  <a:lnTo>
                    <a:pt x="12" y="36"/>
                  </a:lnTo>
                  <a:lnTo>
                    <a:pt x="6" y="36"/>
                  </a:lnTo>
                  <a:lnTo>
                    <a:pt x="12" y="36"/>
                  </a:lnTo>
                  <a:lnTo>
                    <a:pt x="12" y="42"/>
                  </a:lnTo>
                  <a:lnTo>
                    <a:pt x="12" y="47"/>
                  </a:lnTo>
                  <a:lnTo>
                    <a:pt x="6" y="59"/>
                  </a:lnTo>
                  <a:lnTo>
                    <a:pt x="0" y="77"/>
                  </a:lnTo>
                  <a:lnTo>
                    <a:pt x="0" y="83"/>
                  </a:lnTo>
                  <a:lnTo>
                    <a:pt x="0" y="89"/>
                  </a:lnTo>
                  <a:lnTo>
                    <a:pt x="6" y="89"/>
                  </a:lnTo>
                  <a:lnTo>
                    <a:pt x="18" y="83"/>
                  </a:lnTo>
                  <a:lnTo>
                    <a:pt x="24" y="77"/>
                  </a:lnTo>
                  <a:lnTo>
                    <a:pt x="18" y="71"/>
                  </a:lnTo>
                  <a:close/>
                  <a:moveTo>
                    <a:pt x="24" y="12"/>
                  </a:moveTo>
                  <a:lnTo>
                    <a:pt x="24" y="6"/>
                  </a:lnTo>
                  <a:lnTo>
                    <a:pt x="18" y="0"/>
                  </a:lnTo>
                  <a:lnTo>
                    <a:pt x="18" y="6"/>
                  </a:lnTo>
                  <a:lnTo>
                    <a:pt x="18" y="12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07" name="Freeform 168"/>
            <p:cNvSpPr/>
            <p:nvPr/>
          </p:nvSpPr>
          <p:spPr>
            <a:xfrm>
              <a:off x="4363" y="1562"/>
              <a:ext cx="30" cy="72"/>
            </a:xfrm>
            <a:custGeom>
              <a:avLst/>
              <a:gdLst>
                <a:gd name="txL" fmla="*/ 0 w 30"/>
                <a:gd name="txT" fmla="*/ 0 h 72"/>
                <a:gd name="txR" fmla="*/ 30 w 30"/>
                <a:gd name="txB" fmla="*/ 72 h 72"/>
              </a:gdLst>
              <a:ahLst/>
              <a:cxnLst>
                <a:cxn ang="0">
                  <a:pos x="30" y="54"/>
                </a:cxn>
                <a:cxn ang="0">
                  <a:pos x="30" y="54"/>
                </a:cxn>
                <a:cxn ang="0">
                  <a:pos x="30" y="60"/>
                </a:cxn>
                <a:cxn ang="0">
                  <a:pos x="24" y="60"/>
                </a:cxn>
                <a:cxn ang="0">
                  <a:pos x="6" y="60"/>
                </a:cxn>
                <a:cxn ang="0">
                  <a:pos x="18" y="42"/>
                </a:cxn>
                <a:cxn ang="0">
                  <a:pos x="24" y="36"/>
                </a:cxn>
                <a:cxn ang="0">
                  <a:pos x="30" y="18"/>
                </a:cxn>
                <a:cxn ang="0">
                  <a:pos x="24" y="6"/>
                </a:cxn>
                <a:cxn ang="0">
                  <a:pos x="18" y="0"/>
                </a:cxn>
                <a:cxn ang="0">
                  <a:pos x="6" y="6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6" y="18"/>
                </a:cxn>
                <a:cxn ang="0">
                  <a:pos x="12" y="12"/>
                </a:cxn>
                <a:cxn ang="0">
                  <a:pos x="18" y="18"/>
                </a:cxn>
                <a:cxn ang="0">
                  <a:pos x="24" y="24"/>
                </a:cxn>
                <a:cxn ang="0">
                  <a:pos x="18" y="36"/>
                </a:cxn>
                <a:cxn ang="0">
                  <a:pos x="12" y="48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30" y="72"/>
                </a:cxn>
                <a:cxn ang="0">
                  <a:pos x="30" y="54"/>
                </a:cxn>
              </a:cxnLst>
              <a:rect l="txL" t="txT" r="txR" b="txB"/>
              <a:pathLst>
                <a:path w="30" h="72">
                  <a:moveTo>
                    <a:pt x="30" y="54"/>
                  </a:moveTo>
                  <a:lnTo>
                    <a:pt x="30" y="54"/>
                  </a:lnTo>
                  <a:lnTo>
                    <a:pt x="30" y="60"/>
                  </a:lnTo>
                  <a:lnTo>
                    <a:pt x="24" y="60"/>
                  </a:lnTo>
                  <a:lnTo>
                    <a:pt x="6" y="60"/>
                  </a:lnTo>
                  <a:lnTo>
                    <a:pt x="18" y="42"/>
                  </a:lnTo>
                  <a:lnTo>
                    <a:pt x="24" y="36"/>
                  </a:lnTo>
                  <a:lnTo>
                    <a:pt x="30" y="18"/>
                  </a:lnTo>
                  <a:lnTo>
                    <a:pt x="24" y="6"/>
                  </a:lnTo>
                  <a:lnTo>
                    <a:pt x="18" y="0"/>
                  </a:lnTo>
                  <a:lnTo>
                    <a:pt x="6" y="6"/>
                  </a:lnTo>
                  <a:lnTo>
                    <a:pt x="0" y="24"/>
                  </a:lnTo>
                  <a:lnTo>
                    <a:pt x="6" y="18"/>
                  </a:lnTo>
                  <a:lnTo>
                    <a:pt x="12" y="12"/>
                  </a:lnTo>
                  <a:lnTo>
                    <a:pt x="18" y="18"/>
                  </a:lnTo>
                  <a:lnTo>
                    <a:pt x="24" y="24"/>
                  </a:lnTo>
                  <a:lnTo>
                    <a:pt x="18" y="36"/>
                  </a:lnTo>
                  <a:lnTo>
                    <a:pt x="12" y="48"/>
                  </a:lnTo>
                  <a:lnTo>
                    <a:pt x="0" y="72"/>
                  </a:lnTo>
                  <a:lnTo>
                    <a:pt x="30" y="72"/>
                  </a:lnTo>
                  <a:lnTo>
                    <a:pt x="30" y="5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08" name="Freeform 169"/>
            <p:cNvSpPr>
              <a:spLocks noEditPoints="1"/>
            </p:cNvSpPr>
            <p:nvPr/>
          </p:nvSpPr>
          <p:spPr>
            <a:xfrm>
              <a:off x="4829" y="1509"/>
              <a:ext cx="18" cy="89"/>
            </a:xfrm>
            <a:custGeom>
              <a:avLst/>
              <a:gdLst>
                <a:gd name="txL" fmla="*/ 0 w 18"/>
                <a:gd name="txT" fmla="*/ 0 h 89"/>
                <a:gd name="txR" fmla="*/ 18 w 18"/>
                <a:gd name="txB" fmla="*/ 89 h 89"/>
              </a:gdLst>
              <a:ahLst/>
              <a:cxnLst>
                <a:cxn ang="0">
                  <a:pos x="18" y="77"/>
                </a:cxn>
                <a:cxn ang="0">
                  <a:pos x="12" y="83"/>
                </a:cxn>
                <a:cxn ang="0">
                  <a:pos x="6" y="83"/>
                </a:cxn>
                <a:cxn ang="0">
                  <a:pos x="6" y="83"/>
                </a:cxn>
                <a:cxn ang="0">
                  <a:pos x="6" y="77"/>
                </a:cxn>
                <a:cxn ang="0">
                  <a:pos x="6" y="71"/>
                </a:cxn>
                <a:cxn ang="0">
                  <a:pos x="18" y="30"/>
                </a:cxn>
                <a:cxn ang="0">
                  <a:pos x="18" y="30"/>
                </a:cxn>
                <a:cxn ang="0">
                  <a:pos x="6" y="36"/>
                </a:cxn>
                <a:cxn ang="0">
                  <a:pos x="0" y="36"/>
                </a:cxn>
                <a:cxn ang="0">
                  <a:pos x="0" y="36"/>
                </a:cxn>
                <a:cxn ang="0">
                  <a:pos x="6" y="36"/>
                </a:cxn>
                <a:cxn ang="0">
                  <a:pos x="6" y="42"/>
                </a:cxn>
                <a:cxn ang="0">
                  <a:pos x="6" y="47"/>
                </a:cxn>
                <a:cxn ang="0">
                  <a:pos x="6" y="59"/>
                </a:cxn>
                <a:cxn ang="0">
                  <a:pos x="0" y="77"/>
                </a:cxn>
                <a:cxn ang="0">
                  <a:pos x="0" y="83"/>
                </a:cxn>
                <a:cxn ang="0">
                  <a:pos x="0" y="89"/>
                </a:cxn>
                <a:cxn ang="0">
                  <a:pos x="0" y="89"/>
                </a:cxn>
                <a:cxn ang="0">
                  <a:pos x="12" y="83"/>
                </a:cxn>
                <a:cxn ang="0">
                  <a:pos x="18" y="77"/>
                </a:cxn>
                <a:cxn ang="0">
                  <a:pos x="18" y="77"/>
                </a:cxn>
                <a:cxn ang="0">
                  <a:pos x="18" y="12"/>
                </a:cxn>
                <a:cxn ang="0">
                  <a:pos x="18" y="6"/>
                </a:cxn>
                <a:cxn ang="0">
                  <a:pos x="12" y="0"/>
                </a:cxn>
                <a:cxn ang="0">
                  <a:pos x="12" y="6"/>
                </a:cxn>
                <a:cxn ang="0">
                  <a:pos x="12" y="12"/>
                </a:cxn>
                <a:cxn ang="0">
                  <a:pos x="12" y="18"/>
                </a:cxn>
                <a:cxn ang="0">
                  <a:pos x="12" y="18"/>
                </a:cxn>
                <a:cxn ang="0">
                  <a:pos x="18" y="18"/>
                </a:cxn>
                <a:cxn ang="0">
                  <a:pos x="18" y="12"/>
                </a:cxn>
                <a:cxn ang="0">
                  <a:pos x="18" y="12"/>
                </a:cxn>
              </a:cxnLst>
              <a:rect l="txL" t="txT" r="txR" b="txB"/>
              <a:pathLst>
                <a:path w="18" h="89">
                  <a:moveTo>
                    <a:pt x="18" y="77"/>
                  </a:moveTo>
                  <a:lnTo>
                    <a:pt x="12" y="83"/>
                  </a:lnTo>
                  <a:lnTo>
                    <a:pt x="6" y="83"/>
                  </a:lnTo>
                  <a:lnTo>
                    <a:pt x="6" y="77"/>
                  </a:lnTo>
                  <a:lnTo>
                    <a:pt x="6" y="71"/>
                  </a:lnTo>
                  <a:lnTo>
                    <a:pt x="18" y="30"/>
                  </a:lnTo>
                  <a:lnTo>
                    <a:pt x="6" y="36"/>
                  </a:lnTo>
                  <a:lnTo>
                    <a:pt x="0" y="36"/>
                  </a:lnTo>
                  <a:lnTo>
                    <a:pt x="6" y="36"/>
                  </a:lnTo>
                  <a:lnTo>
                    <a:pt x="6" y="42"/>
                  </a:lnTo>
                  <a:lnTo>
                    <a:pt x="6" y="47"/>
                  </a:lnTo>
                  <a:lnTo>
                    <a:pt x="6" y="59"/>
                  </a:lnTo>
                  <a:lnTo>
                    <a:pt x="0" y="77"/>
                  </a:lnTo>
                  <a:lnTo>
                    <a:pt x="0" y="83"/>
                  </a:lnTo>
                  <a:lnTo>
                    <a:pt x="0" y="89"/>
                  </a:lnTo>
                  <a:lnTo>
                    <a:pt x="12" y="83"/>
                  </a:lnTo>
                  <a:lnTo>
                    <a:pt x="18" y="77"/>
                  </a:lnTo>
                  <a:close/>
                  <a:moveTo>
                    <a:pt x="18" y="12"/>
                  </a:moveTo>
                  <a:lnTo>
                    <a:pt x="18" y="6"/>
                  </a:lnTo>
                  <a:lnTo>
                    <a:pt x="12" y="0"/>
                  </a:lnTo>
                  <a:lnTo>
                    <a:pt x="12" y="6"/>
                  </a:lnTo>
                  <a:lnTo>
                    <a:pt x="12" y="12"/>
                  </a:lnTo>
                  <a:lnTo>
                    <a:pt x="12" y="18"/>
                  </a:lnTo>
                  <a:lnTo>
                    <a:pt x="18" y="18"/>
                  </a:lnTo>
                  <a:lnTo>
                    <a:pt x="18" y="1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09" name="Freeform 170"/>
            <p:cNvSpPr/>
            <p:nvPr/>
          </p:nvSpPr>
          <p:spPr>
            <a:xfrm>
              <a:off x="4853" y="1562"/>
              <a:ext cx="36" cy="72"/>
            </a:xfrm>
            <a:custGeom>
              <a:avLst/>
              <a:gdLst>
                <a:gd name="txL" fmla="*/ 0 w 36"/>
                <a:gd name="txT" fmla="*/ 0 h 72"/>
                <a:gd name="txR" fmla="*/ 36 w 36"/>
                <a:gd name="txB" fmla="*/ 72 h 72"/>
              </a:gdLst>
              <a:ahLst/>
              <a:cxnLst>
                <a:cxn ang="0">
                  <a:pos x="36" y="54"/>
                </a:cxn>
                <a:cxn ang="0">
                  <a:pos x="30" y="54"/>
                </a:cxn>
                <a:cxn ang="0">
                  <a:pos x="30" y="60"/>
                </a:cxn>
                <a:cxn ang="0">
                  <a:pos x="24" y="60"/>
                </a:cxn>
                <a:cxn ang="0">
                  <a:pos x="6" y="60"/>
                </a:cxn>
                <a:cxn ang="0">
                  <a:pos x="18" y="42"/>
                </a:cxn>
                <a:cxn ang="0">
                  <a:pos x="24" y="36"/>
                </a:cxn>
                <a:cxn ang="0">
                  <a:pos x="30" y="18"/>
                </a:cxn>
                <a:cxn ang="0">
                  <a:pos x="24" y="6"/>
                </a:cxn>
                <a:cxn ang="0">
                  <a:pos x="18" y="0"/>
                </a:cxn>
                <a:cxn ang="0">
                  <a:pos x="6" y="6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6" y="18"/>
                </a:cxn>
                <a:cxn ang="0">
                  <a:pos x="12" y="12"/>
                </a:cxn>
                <a:cxn ang="0">
                  <a:pos x="18" y="18"/>
                </a:cxn>
                <a:cxn ang="0">
                  <a:pos x="24" y="24"/>
                </a:cxn>
                <a:cxn ang="0">
                  <a:pos x="18" y="36"/>
                </a:cxn>
                <a:cxn ang="0">
                  <a:pos x="12" y="48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30" y="72"/>
                </a:cxn>
                <a:cxn ang="0">
                  <a:pos x="36" y="54"/>
                </a:cxn>
              </a:cxnLst>
              <a:rect l="txL" t="txT" r="txR" b="txB"/>
              <a:pathLst>
                <a:path w="36" h="72">
                  <a:moveTo>
                    <a:pt x="36" y="54"/>
                  </a:moveTo>
                  <a:lnTo>
                    <a:pt x="30" y="54"/>
                  </a:lnTo>
                  <a:lnTo>
                    <a:pt x="30" y="60"/>
                  </a:lnTo>
                  <a:lnTo>
                    <a:pt x="24" y="60"/>
                  </a:lnTo>
                  <a:lnTo>
                    <a:pt x="6" y="60"/>
                  </a:lnTo>
                  <a:lnTo>
                    <a:pt x="18" y="42"/>
                  </a:lnTo>
                  <a:lnTo>
                    <a:pt x="24" y="36"/>
                  </a:lnTo>
                  <a:lnTo>
                    <a:pt x="30" y="18"/>
                  </a:lnTo>
                  <a:lnTo>
                    <a:pt x="24" y="6"/>
                  </a:lnTo>
                  <a:lnTo>
                    <a:pt x="18" y="0"/>
                  </a:lnTo>
                  <a:lnTo>
                    <a:pt x="6" y="6"/>
                  </a:lnTo>
                  <a:lnTo>
                    <a:pt x="0" y="24"/>
                  </a:lnTo>
                  <a:lnTo>
                    <a:pt x="6" y="18"/>
                  </a:lnTo>
                  <a:lnTo>
                    <a:pt x="12" y="12"/>
                  </a:lnTo>
                  <a:lnTo>
                    <a:pt x="18" y="18"/>
                  </a:lnTo>
                  <a:lnTo>
                    <a:pt x="24" y="24"/>
                  </a:lnTo>
                  <a:lnTo>
                    <a:pt x="18" y="36"/>
                  </a:lnTo>
                  <a:lnTo>
                    <a:pt x="12" y="48"/>
                  </a:lnTo>
                  <a:lnTo>
                    <a:pt x="0" y="72"/>
                  </a:lnTo>
                  <a:lnTo>
                    <a:pt x="30" y="72"/>
                  </a:lnTo>
                  <a:lnTo>
                    <a:pt x="36" y="5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10" name="Freeform 171"/>
            <p:cNvSpPr>
              <a:spLocks noEditPoints="1"/>
            </p:cNvSpPr>
            <p:nvPr/>
          </p:nvSpPr>
          <p:spPr>
            <a:xfrm>
              <a:off x="5146" y="1443"/>
              <a:ext cx="24" cy="90"/>
            </a:xfrm>
            <a:custGeom>
              <a:avLst/>
              <a:gdLst>
                <a:gd name="txL" fmla="*/ 0 w 24"/>
                <a:gd name="txT" fmla="*/ 0 h 90"/>
                <a:gd name="txR" fmla="*/ 24 w 24"/>
                <a:gd name="txB" fmla="*/ 90 h 90"/>
              </a:gdLst>
              <a:ahLst/>
              <a:cxnLst>
                <a:cxn ang="0">
                  <a:pos x="18" y="72"/>
                </a:cxn>
                <a:cxn ang="0">
                  <a:pos x="12" y="78"/>
                </a:cxn>
                <a:cxn ang="0">
                  <a:pos x="12" y="84"/>
                </a:cxn>
                <a:cxn ang="0">
                  <a:pos x="12" y="84"/>
                </a:cxn>
                <a:cxn ang="0">
                  <a:pos x="6" y="78"/>
                </a:cxn>
                <a:cxn ang="0">
                  <a:pos x="12" y="78"/>
                </a:cxn>
                <a:cxn ang="0">
                  <a:pos x="12" y="72"/>
                </a:cxn>
                <a:cxn ang="0">
                  <a:pos x="18" y="30"/>
                </a:cxn>
                <a:cxn ang="0">
                  <a:pos x="18" y="30"/>
                </a:cxn>
                <a:cxn ang="0">
                  <a:pos x="0" y="30"/>
                </a:cxn>
                <a:cxn ang="0">
                  <a:pos x="0" y="36"/>
                </a:cxn>
                <a:cxn ang="0">
                  <a:pos x="6" y="36"/>
                </a:cxn>
                <a:cxn ang="0">
                  <a:pos x="6" y="36"/>
                </a:cxn>
                <a:cxn ang="0">
                  <a:pos x="6" y="42"/>
                </a:cxn>
                <a:cxn ang="0">
                  <a:pos x="6" y="60"/>
                </a:cxn>
                <a:cxn ang="0">
                  <a:pos x="0" y="72"/>
                </a:cxn>
                <a:cxn ang="0">
                  <a:pos x="0" y="78"/>
                </a:cxn>
                <a:cxn ang="0">
                  <a:pos x="0" y="84"/>
                </a:cxn>
                <a:cxn ang="0">
                  <a:pos x="6" y="90"/>
                </a:cxn>
                <a:cxn ang="0">
                  <a:pos x="12" y="84"/>
                </a:cxn>
                <a:cxn ang="0">
                  <a:pos x="18" y="72"/>
                </a:cxn>
                <a:cxn ang="0">
                  <a:pos x="18" y="72"/>
                </a:cxn>
                <a:cxn ang="0">
                  <a:pos x="24" y="6"/>
                </a:cxn>
                <a:cxn ang="0">
                  <a:pos x="24" y="6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2" y="6"/>
                </a:cxn>
                <a:cxn ang="0">
                  <a:pos x="18" y="12"/>
                </a:cxn>
                <a:cxn ang="0">
                  <a:pos x="18" y="12"/>
                </a:cxn>
                <a:cxn ang="0">
                  <a:pos x="24" y="12"/>
                </a:cxn>
                <a:cxn ang="0">
                  <a:pos x="24" y="6"/>
                </a:cxn>
                <a:cxn ang="0">
                  <a:pos x="24" y="6"/>
                </a:cxn>
              </a:cxnLst>
              <a:rect l="txL" t="txT" r="txR" b="txB"/>
              <a:pathLst>
                <a:path w="24" h="90">
                  <a:moveTo>
                    <a:pt x="18" y="72"/>
                  </a:moveTo>
                  <a:lnTo>
                    <a:pt x="12" y="78"/>
                  </a:lnTo>
                  <a:lnTo>
                    <a:pt x="12" y="84"/>
                  </a:lnTo>
                  <a:lnTo>
                    <a:pt x="6" y="78"/>
                  </a:lnTo>
                  <a:lnTo>
                    <a:pt x="12" y="78"/>
                  </a:lnTo>
                  <a:lnTo>
                    <a:pt x="12" y="72"/>
                  </a:lnTo>
                  <a:lnTo>
                    <a:pt x="18" y="30"/>
                  </a:lnTo>
                  <a:lnTo>
                    <a:pt x="0" y="30"/>
                  </a:lnTo>
                  <a:lnTo>
                    <a:pt x="0" y="36"/>
                  </a:lnTo>
                  <a:lnTo>
                    <a:pt x="6" y="36"/>
                  </a:lnTo>
                  <a:lnTo>
                    <a:pt x="6" y="42"/>
                  </a:lnTo>
                  <a:lnTo>
                    <a:pt x="6" y="60"/>
                  </a:lnTo>
                  <a:lnTo>
                    <a:pt x="0" y="72"/>
                  </a:lnTo>
                  <a:lnTo>
                    <a:pt x="0" y="78"/>
                  </a:lnTo>
                  <a:lnTo>
                    <a:pt x="0" y="84"/>
                  </a:lnTo>
                  <a:lnTo>
                    <a:pt x="6" y="90"/>
                  </a:lnTo>
                  <a:lnTo>
                    <a:pt x="12" y="84"/>
                  </a:lnTo>
                  <a:lnTo>
                    <a:pt x="18" y="72"/>
                  </a:lnTo>
                  <a:close/>
                  <a:moveTo>
                    <a:pt x="24" y="6"/>
                  </a:moveTo>
                  <a:lnTo>
                    <a:pt x="24" y="6"/>
                  </a:lnTo>
                  <a:lnTo>
                    <a:pt x="18" y="0"/>
                  </a:lnTo>
                  <a:lnTo>
                    <a:pt x="12" y="6"/>
                  </a:lnTo>
                  <a:lnTo>
                    <a:pt x="18" y="12"/>
                  </a:lnTo>
                  <a:lnTo>
                    <a:pt x="24" y="12"/>
                  </a:lnTo>
                  <a:lnTo>
                    <a:pt x="24" y="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11" name="Freeform 172"/>
            <p:cNvSpPr/>
            <p:nvPr/>
          </p:nvSpPr>
          <p:spPr>
            <a:xfrm>
              <a:off x="5170" y="1497"/>
              <a:ext cx="24" cy="65"/>
            </a:xfrm>
            <a:custGeom>
              <a:avLst/>
              <a:gdLst>
                <a:gd name="txL" fmla="*/ 0 w 24"/>
                <a:gd name="txT" fmla="*/ 0 h 65"/>
                <a:gd name="txR" fmla="*/ 24 w 24"/>
                <a:gd name="txB" fmla="*/ 65 h 65"/>
              </a:gdLst>
              <a:ahLst/>
              <a:cxnLst>
                <a:cxn ang="0">
                  <a:pos x="0" y="65"/>
                </a:cxn>
                <a:cxn ang="0">
                  <a:pos x="24" y="65"/>
                </a:cxn>
                <a:cxn ang="0">
                  <a:pos x="24" y="65"/>
                </a:cxn>
                <a:cxn ang="0">
                  <a:pos x="18" y="65"/>
                </a:cxn>
                <a:cxn ang="0">
                  <a:pos x="18" y="59"/>
                </a:cxn>
                <a:cxn ang="0">
                  <a:pos x="18" y="0"/>
                </a:cxn>
                <a:cxn ang="0">
                  <a:pos x="12" y="0"/>
                </a:cxn>
                <a:cxn ang="0">
                  <a:pos x="0" y="6"/>
                </a:cxn>
                <a:cxn ang="0">
                  <a:pos x="0" y="12"/>
                </a:cxn>
                <a:cxn ang="0">
                  <a:pos x="6" y="6"/>
                </a:cxn>
                <a:cxn ang="0">
                  <a:pos x="6" y="6"/>
                </a:cxn>
                <a:cxn ang="0">
                  <a:pos x="6" y="12"/>
                </a:cxn>
                <a:cxn ang="0">
                  <a:pos x="6" y="12"/>
                </a:cxn>
                <a:cxn ang="0">
                  <a:pos x="6" y="59"/>
                </a:cxn>
                <a:cxn ang="0">
                  <a:pos x="6" y="65"/>
                </a:cxn>
                <a:cxn ang="0">
                  <a:pos x="0" y="65"/>
                </a:cxn>
                <a:cxn ang="0">
                  <a:pos x="0" y="65"/>
                </a:cxn>
              </a:cxnLst>
              <a:rect l="txL" t="txT" r="txR" b="txB"/>
              <a:pathLst>
                <a:path w="24" h="65">
                  <a:moveTo>
                    <a:pt x="0" y="65"/>
                  </a:moveTo>
                  <a:lnTo>
                    <a:pt x="24" y="65"/>
                  </a:lnTo>
                  <a:lnTo>
                    <a:pt x="18" y="65"/>
                  </a:lnTo>
                  <a:lnTo>
                    <a:pt x="18" y="59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6"/>
                  </a:lnTo>
                  <a:lnTo>
                    <a:pt x="6" y="12"/>
                  </a:lnTo>
                  <a:lnTo>
                    <a:pt x="6" y="59"/>
                  </a:lnTo>
                  <a:lnTo>
                    <a:pt x="6" y="65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12" name="Freeform 173"/>
            <p:cNvSpPr/>
            <p:nvPr/>
          </p:nvSpPr>
          <p:spPr>
            <a:xfrm>
              <a:off x="5069" y="1742"/>
              <a:ext cx="42" cy="53"/>
            </a:xfrm>
            <a:custGeom>
              <a:avLst/>
              <a:gdLst>
                <a:gd name="txL" fmla="*/ 0 w 42"/>
                <a:gd name="txT" fmla="*/ 0 h 53"/>
                <a:gd name="txR" fmla="*/ 42 w 42"/>
                <a:gd name="txB" fmla="*/ 53 h 53"/>
              </a:gdLst>
              <a:ahLst/>
              <a:cxnLst>
                <a:cxn ang="0">
                  <a:pos x="0" y="0"/>
                </a:cxn>
                <a:cxn ang="0">
                  <a:pos x="6" y="6"/>
                </a:cxn>
                <a:cxn ang="0">
                  <a:pos x="12" y="17"/>
                </a:cxn>
                <a:cxn ang="0">
                  <a:pos x="12" y="35"/>
                </a:cxn>
                <a:cxn ang="0">
                  <a:pos x="12" y="53"/>
                </a:cxn>
                <a:cxn ang="0">
                  <a:pos x="12" y="53"/>
                </a:cxn>
                <a:cxn ang="0">
                  <a:pos x="18" y="53"/>
                </a:cxn>
                <a:cxn ang="0">
                  <a:pos x="24" y="41"/>
                </a:cxn>
                <a:cxn ang="0">
                  <a:pos x="30" y="35"/>
                </a:cxn>
                <a:cxn ang="0">
                  <a:pos x="36" y="29"/>
                </a:cxn>
                <a:cxn ang="0">
                  <a:pos x="42" y="17"/>
                </a:cxn>
                <a:cxn ang="0">
                  <a:pos x="42" y="6"/>
                </a:cxn>
                <a:cxn ang="0">
                  <a:pos x="42" y="0"/>
                </a:cxn>
                <a:cxn ang="0">
                  <a:pos x="36" y="0"/>
                </a:cxn>
                <a:cxn ang="0">
                  <a:pos x="30" y="0"/>
                </a:cxn>
                <a:cxn ang="0">
                  <a:pos x="30" y="0"/>
                </a:cxn>
                <a:cxn ang="0">
                  <a:pos x="36" y="6"/>
                </a:cxn>
                <a:cxn ang="0">
                  <a:pos x="36" y="12"/>
                </a:cxn>
                <a:cxn ang="0">
                  <a:pos x="30" y="29"/>
                </a:cxn>
                <a:cxn ang="0">
                  <a:pos x="24" y="41"/>
                </a:cxn>
                <a:cxn ang="0">
                  <a:pos x="18" y="41"/>
                </a:cxn>
                <a:cxn ang="0">
                  <a:pos x="18" y="23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6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42" h="53">
                  <a:moveTo>
                    <a:pt x="0" y="0"/>
                  </a:moveTo>
                  <a:lnTo>
                    <a:pt x="6" y="6"/>
                  </a:lnTo>
                  <a:lnTo>
                    <a:pt x="12" y="17"/>
                  </a:lnTo>
                  <a:lnTo>
                    <a:pt x="12" y="35"/>
                  </a:lnTo>
                  <a:lnTo>
                    <a:pt x="12" y="53"/>
                  </a:lnTo>
                  <a:lnTo>
                    <a:pt x="18" y="53"/>
                  </a:lnTo>
                  <a:lnTo>
                    <a:pt x="24" y="41"/>
                  </a:lnTo>
                  <a:lnTo>
                    <a:pt x="30" y="35"/>
                  </a:lnTo>
                  <a:lnTo>
                    <a:pt x="36" y="29"/>
                  </a:lnTo>
                  <a:lnTo>
                    <a:pt x="42" y="17"/>
                  </a:lnTo>
                  <a:lnTo>
                    <a:pt x="42" y="6"/>
                  </a:lnTo>
                  <a:lnTo>
                    <a:pt x="42" y="0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36" y="6"/>
                  </a:lnTo>
                  <a:lnTo>
                    <a:pt x="36" y="12"/>
                  </a:lnTo>
                  <a:lnTo>
                    <a:pt x="30" y="29"/>
                  </a:lnTo>
                  <a:lnTo>
                    <a:pt x="24" y="41"/>
                  </a:lnTo>
                  <a:lnTo>
                    <a:pt x="18" y="41"/>
                  </a:lnTo>
                  <a:lnTo>
                    <a:pt x="18" y="23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13" name="Freeform 174"/>
            <p:cNvSpPr/>
            <p:nvPr/>
          </p:nvSpPr>
          <p:spPr>
            <a:xfrm>
              <a:off x="5117" y="1759"/>
              <a:ext cx="29" cy="72"/>
            </a:xfrm>
            <a:custGeom>
              <a:avLst/>
              <a:gdLst>
                <a:gd name="txL" fmla="*/ 0 w 29"/>
                <a:gd name="txT" fmla="*/ 0 h 72"/>
                <a:gd name="txR" fmla="*/ 29 w 29"/>
                <a:gd name="txB" fmla="*/ 72 h 72"/>
              </a:gdLst>
              <a:ahLst/>
              <a:cxnLst>
                <a:cxn ang="0">
                  <a:pos x="6" y="36"/>
                </a:cxn>
                <a:cxn ang="0">
                  <a:pos x="12" y="36"/>
                </a:cxn>
                <a:cxn ang="0">
                  <a:pos x="18" y="36"/>
                </a:cxn>
                <a:cxn ang="0">
                  <a:pos x="24" y="48"/>
                </a:cxn>
                <a:cxn ang="0">
                  <a:pos x="24" y="54"/>
                </a:cxn>
                <a:cxn ang="0">
                  <a:pos x="18" y="60"/>
                </a:cxn>
                <a:cxn ang="0">
                  <a:pos x="12" y="66"/>
                </a:cxn>
                <a:cxn ang="0">
                  <a:pos x="6" y="66"/>
                </a:cxn>
                <a:cxn ang="0">
                  <a:pos x="0" y="60"/>
                </a:cxn>
                <a:cxn ang="0">
                  <a:pos x="0" y="60"/>
                </a:cxn>
                <a:cxn ang="0">
                  <a:pos x="0" y="66"/>
                </a:cxn>
                <a:cxn ang="0">
                  <a:pos x="6" y="72"/>
                </a:cxn>
                <a:cxn ang="0">
                  <a:pos x="6" y="72"/>
                </a:cxn>
                <a:cxn ang="0">
                  <a:pos x="24" y="66"/>
                </a:cxn>
                <a:cxn ang="0">
                  <a:pos x="29" y="48"/>
                </a:cxn>
                <a:cxn ang="0">
                  <a:pos x="24" y="36"/>
                </a:cxn>
                <a:cxn ang="0">
                  <a:pos x="18" y="30"/>
                </a:cxn>
                <a:cxn ang="0">
                  <a:pos x="24" y="24"/>
                </a:cxn>
                <a:cxn ang="0">
                  <a:pos x="24" y="12"/>
                </a:cxn>
                <a:cxn ang="0">
                  <a:pos x="24" y="6"/>
                </a:cxn>
                <a:cxn ang="0">
                  <a:pos x="12" y="0"/>
                </a:cxn>
                <a:cxn ang="0">
                  <a:pos x="6" y="6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6" y="12"/>
                </a:cxn>
                <a:cxn ang="0">
                  <a:pos x="12" y="6"/>
                </a:cxn>
                <a:cxn ang="0">
                  <a:pos x="18" y="12"/>
                </a:cxn>
                <a:cxn ang="0">
                  <a:pos x="18" y="18"/>
                </a:cxn>
                <a:cxn ang="0">
                  <a:pos x="12" y="30"/>
                </a:cxn>
                <a:cxn ang="0">
                  <a:pos x="6" y="36"/>
                </a:cxn>
                <a:cxn ang="0">
                  <a:pos x="6" y="36"/>
                </a:cxn>
              </a:cxnLst>
              <a:rect l="txL" t="txT" r="txR" b="txB"/>
              <a:pathLst>
                <a:path w="29" h="72">
                  <a:moveTo>
                    <a:pt x="6" y="36"/>
                  </a:moveTo>
                  <a:lnTo>
                    <a:pt x="12" y="36"/>
                  </a:lnTo>
                  <a:lnTo>
                    <a:pt x="18" y="36"/>
                  </a:lnTo>
                  <a:lnTo>
                    <a:pt x="24" y="48"/>
                  </a:lnTo>
                  <a:lnTo>
                    <a:pt x="24" y="54"/>
                  </a:lnTo>
                  <a:lnTo>
                    <a:pt x="18" y="60"/>
                  </a:lnTo>
                  <a:lnTo>
                    <a:pt x="12" y="66"/>
                  </a:lnTo>
                  <a:lnTo>
                    <a:pt x="6" y="66"/>
                  </a:lnTo>
                  <a:lnTo>
                    <a:pt x="0" y="60"/>
                  </a:lnTo>
                  <a:lnTo>
                    <a:pt x="0" y="66"/>
                  </a:lnTo>
                  <a:lnTo>
                    <a:pt x="6" y="72"/>
                  </a:lnTo>
                  <a:lnTo>
                    <a:pt x="24" y="66"/>
                  </a:lnTo>
                  <a:lnTo>
                    <a:pt x="29" y="48"/>
                  </a:lnTo>
                  <a:lnTo>
                    <a:pt x="24" y="36"/>
                  </a:lnTo>
                  <a:lnTo>
                    <a:pt x="18" y="30"/>
                  </a:lnTo>
                  <a:lnTo>
                    <a:pt x="24" y="24"/>
                  </a:lnTo>
                  <a:lnTo>
                    <a:pt x="24" y="12"/>
                  </a:lnTo>
                  <a:lnTo>
                    <a:pt x="24" y="6"/>
                  </a:lnTo>
                  <a:lnTo>
                    <a:pt x="12" y="0"/>
                  </a:lnTo>
                  <a:lnTo>
                    <a:pt x="6" y="6"/>
                  </a:lnTo>
                  <a:lnTo>
                    <a:pt x="0" y="18"/>
                  </a:lnTo>
                  <a:lnTo>
                    <a:pt x="6" y="12"/>
                  </a:lnTo>
                  <a:lnTo>
                    <a:pt x="12" y="6"/>
                  </a:lnTo>
                  <a:lnTo>
                    <a:pt x="18" y="12"/>
                  </a:lnTo>
                  <a:lnTo>
                    <a:pt x="18" y="18"/>
                  </a:lnTo>
                  <a:lnTo>
                    <a:pt x="12" y="30"/>
                  </a:lnTo>
                  <a:lnTo>
                    <a:pt x="6" y="3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14" name="Freeform 175"/>
            <p:cNvSpPr/>
            <p:nvPr/>
          </p:nvSpPr>
          <p:spPr>
            <a:xfrm>
              <a:off x="3029" y="2207"/>
              <a:ext cx="36" cy="96"/>
            </a:xfrm>
            <a:custGeom>
              <a:avLst/>
              <a:gdLst>
                <a:gd name="txL" fmla="*/ 0 w 36"/>
                <a:gd name="txT" fmla="*/ 0 h 96"/>
                <a:gd name="txR" fmla="*/ 36 w 36"/>
                <a:gd name="txB" fmla="*/ 96 h 96"/>
              </a:gdLst>
              <a:ahLst/>
              <a:cxnLst>
                <a:cxn ang="0">
                  <a:pos x="12" y="48"/>
                </a:cxn>
                <a:cxn ang="0">
                  <a:pos x="18" y="48"/>
                </a:cxn>
                <a:cxn ang="0">
                  <a:pos x="24" y="48"/>
                </a:cxn>
                <a:cxn ang="0">
                  <a:pos x="30" y="60"/>
                </a:cxn>
                <a:cxn ang="0">
                  <a:pos x="30" y="66"/>
                </a:cxn>
                <a:cxn ang="0">
                  <a:pos x="24" y="84"/>
                </a:cxn>
                <a:cxn ang="0">
                  <a:pos x="18" y="90"/>
                </a:cxn>
                <a:cxn ang="0">
                  <a:pos x="12" y="84"/>
                </a:cxn>
                <a:cxn ang="0">
                  <a:pos x="0" y="78"/>
                </a:cxn>
                <a:cxn ang="0">
                  <a:pos x="0" y="84"/>
                </a:cxn>
                <a:cxn ang="0">
                  <a:pos x="0" y="84"/>
                </a:cxn>
                <a:cxn ang="0">
                  <a:pos x="6" y="90"/>
                </a:cxn>
                <a:cxn ang="0">
                  <a:pos x="12" y="96"/>
                </a:cxn>
                <a:cxn ang="0">
                  <a:pos x="30" y="90"/>
                </a:cxn>
                <a:cxn ang="0">
                  <a:pos x="36" y="60"/>
                </a:cxn>
                <a:cxn ang="0">
                  <a:pos x="36" y="48"/>
                </a:cxn>
                <a:cxn ang="0">
                  <a:pos x="30" y="42"/>
                </a:cxn>
                <a:cxn ang="0">
                  <a:pos x="24" y="36"/>
                </a:cxn>
                <a:cxn ang="0">
                  <a:pos x="30" y="30"/>
                </a:cxn>
                <a:cxn ang="0">
                  <a:pos x="36" y="18"/>
                </a:cxn>
                <a:cxn ang="0">
                  <a:pos x="30" y="6"/>
                </a:cxn>
                <a:cxn ang="0">
                  <a:pos x="18" y="0"/>
                </a:cxn>
                <a:cxn ang="0">
                  <a:pos x="6" y="6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6" y="12"/>
                </a:cxn>
                <a:cxn ang="0">
                  <a:pos x="18" y="6"/>
                </a:cxn>
                <a:cxn ang="0">
                  <a:pos x="24" y="12"/>
                </a:cxn>
                <a:cxn ang="0">
                  <a:pos x="24" y="24"/>
                </a:cxn>
                <a:cxn ang="0">
                  <a:pos x="18" y="36"/>
                </a:cxn>
                <a:cxn ang="0">
                  <a:pos x="12" y="42"/>
                </a:cxn>
                <a:cxn ang="0">
                  <a:pos x="12" y="48"/>
                </a:cxn>
              </a:cxnLst>
              <a:rect l="txL" t="txT" r="txR" b="txB"/>
              <a:pathLst>
                <a:path w="36" h="96">
                  <a:moveTo>
                    <a:pt x="12" y="48"/>
                  </a:moveTo>
                  <a:lnTo>
                    <a:pt x="18" y="48"/>
                  </a:lnTo>
                  <a:lnTo>
                    <a:pt x="24" y="48"/>
                  </a:lnTo>
                  <a:lnTo>
                    <a:pt x="30" y="60"/>
                  </a:lnTo>
                  <a:lnTo>
                    <a:pt x="30" y="66"/>
                  </a:lnTo>
                  <a:lnTo>
                    <a:pt x="24" y="84"/>
                  </a:lnTo>
                  <a:lnTo>
                    <a:pt x="18" y="90"/>
                  </a:lnTo>
                  <a:lnTo>
                    <a:pt x="12" y="84"/>
                  </a:lnTo>
                  <a:lnTo>
                    <a:pt x="0" y="78"/>
                  </a:lnTo>
                  <a:lnTo>
                    <a:pt x="0" y="84"/>
                  </a:lnTo>
                  <a:lnTo>
                    <a:pt x="6" y="90"/>
                  </a:lnTo>
                  <a:lnTo>
                    <a:pt x="12" y="96"/>
                  </a:lnTo>
                  <a:lnTo>
                    <a:pt x="30" y="90"/>
                  </a:lnTo>
                  <a:lnTo>
                    <a:pt x="36" y="60"/>
                  </a:lnTo>
                  <a:lnTo>
                    <a:pt x="36" y="48"/>
                  </a:lnTo>
                  <a:lnTo>
                    <a:pt x="30" y="42"/>
                  </a:lnTo>
                  <a:lnTo>
                    <a:pt x="24" y="36"/>
                  </a:lnTo>
                  <a:lnTo>
                    <a:pt x="30" y="30"/>
                  </a:lnTo>
                  <a:lnTo>
                    <a:pt x="36" y="18"/>
                  </a:lnTo>
                  <a:lnTo>
                    <a:pt x="30" y="6"/>
                  </a:lnTo>
                  <a:lnTo>
                    <a:pt x="18" y="0"/>
                  </a:lnTo>
                  <a:lnTo>
                    <a:pt x="6" y="6"/>
                  </a:lnTo>
                  <a:lnTo>
                    <a:pt x="0" y="24"/>
                  </a:lnTo>
                  <a:lnTo>
                    <a:pt x="6" y="12"/>
                  </a:lnTo>
                  <a:lnTo>
                    <a:pt x="18" y="6"/>
                  </a:lnTo>
                  <a:lnTo>
                    <a:pt x="24" y="12"/>
                  </a:lnTo>
                  <a:lnTo>
                    <a:pt x="24" y="24"/>
                  </a:lnTo>
                  <a:lnTo>
                    <a:pt x="18" y="36"/>
                  </a:lnTo>
                  <a:lnTo>
                    <a:pt x="12" y="42"/>
                  </a:lnTo>
                  <a:lnTo>
                    <a:pt x="12" y="4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15" name="Freeform 176"/>
            <p:cNvSpPr>
              <a:spLocks noEditPoints="1"/>
            </p:cNvSpPr>
            <p:nvPr/>
          </p:nvSpPr>
          <p:spPr>
            <a:xfrm>
              <a:off x="3095" y="2207"/>
              <a:ext cx="72" cy="90"/>
            </a:xfrm>
            <a:custGeom>
              <a:avLst/>
              <a:gdLst>
                <a:gd name="txL" fmla="*/ 0 w 72"/>
                <a:gd name="txT" fmla="*/ 0 h 90"/>
                <a:gd name="txR" fmla="*/ 72 w 72"/>
                <a:gd name="txB" fmla="*/ 90 h 90"/>
              </a:gdLst>
              <a:ahLst/>
              <a:cxnLst>
                <a:cxn ang="0">
                  <a:pos x="72" y="90"/>
                </a:cxn>
                <a:cxn ang="0">
                  <a:pos x="66" y="84"/>
                </a:cxn>
                <a:cxn ang="0">
                  <a:pos x="60" y="78"/>
                </a:cxn>
                <a:cxn ang="0">
                  <a:pos x="36" y="0"/>
                </a:cxn>
                <a:cxn ang="0">
                  <a:pos x="36" y="0"/>
                </a:cxn>
                <a:cxn ang="0">
                  <a:pos x="12" y="66"/>
                </a:cxn>
                <a:cxn ang="0">
                  <a:pos x="12" y="78"/>
                </a:cxn>
                <a:cxn ang="0">
                  <a:pos x="6" y="84"/>
                </a:cxn>
                <a:cxn ang="0">
                  <a:pos x="6" y="90"/>
                </a:cxn>
                <a:cxn ang="0">
                  <a:pos x="0" y="90"/>
                </a:cxn>
                <a:cxn ang="0">
                  <a:pos x="0" y="90"/>
                </a:cxn>
                <a:cxn ang="0">
                  <a:pos x="18" y="90"/>
                </a:cxn>
                <a:cxn ang="0">
                  <a:pos x="18" y="90"/>
                </a:cxn>
                <a:cxn ang="0">
                  <a:pos x="18" y="90"/>
                </a:cxn>
                <a:cxn ang="0">
                  <a:pos x="12" y="84"/>
                </a:cxn>
                <a:cxn ang="0">
                  <a:pos x="12" y="84"/>
                </a:cxn>
                <a:cxn ang="0">
                  <a:pos x="12" y="78"/>
                </a:cxn>
                <a:cxn ang="0">
                  <a:pos x="18" y="60"/>
                </a:cxn>
                <a:cxn ang="0">
                  <a:pos x="48" y="60"/>
                </a:cxn>
                <a:cxn ang="0">
                  <a:pos x="48" y="78"/>
                </a:cxn>
                <a:cxn ang="0">
                  <a:pos x="54" y="84"/>
                </a:cxn>
                <a:cxn ang="0">
                  <a:pos x="54" y="84"/>
                </a:cxn>
                <a:cxn ang="0">
                  <a:pos x="54" y="90"/>
                </a:cxn>
                <a:cxn ang="0">
                  <a:pos x="48" y="90"/>
                </a:cxn>
                <a:cxn ang="0">
                  <a:pos x="48" y="90"/>
                </a:cxn>
                <a:cxn ang="0">
                  <a:pos x="72" y="90"/>
                </a:cxn>
                <a:cxn ang="0">
                  <a:pos x="72" y="90"/>
                </a:cxn>
                <a:cxn ang="0">
                  <a:pos x="24" y="54"/>
                </a:cxn>
                <a:cxn ang="0">
                  <a:pos x="30" y="18"/>
                </a:cxn>
                <a:cxn ang="0">
                  <a:pos x="42" y="54"/>
                </a:cxn>
                <a:cxn ang="0">
                  <a:pos x="24" y="54"/>
                </a:cxn>
              </a:cxnLst>
              <a:rect l="txL" t="txT" r="txR" b="txB"/>
              <a:pathLst>
                <a:path w="72" h="90">
                  <a:moveTo>
                    <a:pt x="72" y="90"/>
                  </a:moveTo>
                  <a:lnTo>
                    <a:pt x="66" y="84"/>
                  </a:lnTo>
                  <a:lnTo>
                    <a:pt x="60" y="78"/>
                  </a:lnTo>
                  <a:lnTo>
                    <a:pt x="36" y="0"/>
                  </a:lnTo>
                  <a:lnTo>
                    <a:pt x="12" y="66"/>
                  </a:lnTo>
                  <a:lnTo>
                    <a:pt x="12" y="78"/>
                  </a:lnTo>
                  <a:lnTo>
                    <a:pt x="6" y="84"/>
                  </a:lnTo>
                  <a:lnTo>
                    <a:pt x="6" y="90"/>
                  </a:lnTo>
                  <a:lnTo>
                    <a:pt x="0" y="90"/>
                  </a:lnTo>
                  <a:lnTo>
                    <a:pt x="18" y="90"/>
                  </a:lnTo>
                  <a:lnTo>
                    <a:pt x="12" y="84"/>
                  </a:lnTo>
                  <a:lnTo>
                    <a:pt x="12" y="78"/>
                  </a:lnTo>
                  <a:lnTo>
                    <a:pt x="18" y="60"/>
                  </a:lnTo>
                  <a:lnTo>
                    <a:pt x="48" y="60"/>
                  </a:lnTo>
                  <a:lnTo>
                    <a:pt x="48" y="78"/>
                  </a:lnTo>
                  <a:lnTo>
                    <a:pt x="54" y="84"/>
                  </a:lnTo>
                  <a:lnTo>
                    <a:pt x="54" y="90"/>
                  </a:lnTo>
                  <a:lnTo>
                    <a:pt x="48" y="90"/>
                  </a:lnTo>
                  <a:lnTo>
                    <a:pt x="72" y="90"/>
                  </a:lnTo>
                  <a:close/>
                  <a:moveTo>
                    <a:pt x="24" y="54"/>
                  </a:moveTo>
                  <a:lnTo>
                    <a:pt x="30" y="18"/>
                  </a:lnTo>
                  <a:lnTo>
                    <a:pt x="42" y="54"/>
                  </a:lnTo>
                  <a:lnTo>
                    <a:pt x="24" y="5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16" name="Freeform 177"/>
            <p:cNvSpPr/>
            <p:nvPr/>
          </p:nvSpPr>
          <p:spPr>
            <a:xfrm>
              <a:off x="3029" y="1951"/>
              <a:ext cx="42" cy="89"/>
            </a:xfrm>
            <a:custGeom>
              <a:avLst/>
              <a:gdLst>
                <a:gd name="txL" fmla="*/ 0 w 42"/>
                <a:gd name="txT" fmla="*/ 0 h 89"/>
                <a:gd name="txR" fmla="*/ 42 w 42"/>
                <a:gd name="txB" fmla="*/ 89 h 89"/>
              </a:gdLst>
              <a:ahLst/>
              <a:cxnLst>
                <a:cxn ang="0">
                  <a:pos x="12" y="47"/>
                </a:cxn>
                <a:cxn ang="0">
                  <a:pos x="18" y="47"/>
                </a:cxn>
                <a:cxn ang="0">
                  <a:pos x="24" y="47"/>
                </a:cxn>
                <a:cxn ang="0">
                  <a:pos x="30" y="59"/>
                </a:cxn>
                <a:cxn ang="0">
                  <a:pos x="30" y="65"/>
                </a:cxn>
                <a:cxn ang="0">
                  <a:pos x="30" y="83"/>
                </a:cxn>
                <a:cxn ang="0">
                  <a:pos x="18" y="89"/>
                </a:cxn>
                <a:cxn ang="0">
                  <a:pos x="12" y="83"/>
                </a:cxn>
                <a:cxn ang="0">
                  <a:pos x="6" y="77"/>
                </a:cxn>
                <a:cxn ang="0">
                  <a:pos x="0" y="77"/>
                </a:cxn>
                <a:cxn ang="0">
                  <a:pos x="0" y="83"/>
                </a:cxn>
                <a:cxn ang="0">
                  <a:pos x="6" y="89"/>
                </a:cxn>
                <a:cxn ang="0">
                  <a:pos x="12" y="89"/>
                </a:cxn>
                <a:cxn ang="0">
                  <a:pos x="36" y="83"/>
                </a:cxn>
                <a:cxn ang="0">
                  <a:pos x="42" y="59"/>
                </a:cxn>
                <a:cxn ang="0">
                  <a:pos x="36" y="41"/>
                </a:cxn>
                <a:cxn ang="0">
                  <a:pos x="30" y="35"/>
                </a:cxn>
                <a:cxn ang="0">
                  <a:pos x="36" y="29"/>
                </a:cxn>
                <a:cxn ang="0">
                  <a:pos x="36" y="17"/>
                </a:cxn>
                <a:cxn ang="0">
                  <a:pos x="36" y="6"/>
                </a:cxn>
                <a:cxn ang="0">
                  <a:pos x="30" y="0"/>
                </a:cxn>
                <a:cxn ang="0">
                  <a:pos x="18" y="0"/>
                </a:cxn>
                <a:cxn ang="0">
                  <a:pos x="12" y="0"/>
                </a:cxn>
                <a:cxn ang="0">
                  <a:pos x="6" y="6"/>
                </a:cxn>
                <a:cxn ang="0">
                  <a:pos x="0" y="17"/>
                </a:cxn>
                <a:cxn ang="0">
                  <a:pos x="0" y="23"/>
                </a:cxn>
                <a:cxn ang="0">
                  <a:pos x="6" y="11"/>
                </a:cxn>
                <a:cxn ang="0">
                  <a:pos x="18" y="6"/>
                </a:cxn>
                <a:cxn ang="0">
                  <a:pos x="24" y="11"/>
                </a:cxn>
                <a:cxn ang="0">
                  <a:pos x="30" y="17"/>
                </a:cxn>
                <a:cxn ang="0">
                  <a:pos x="24" y="35"/>
                </a:cxn>
                <a:cxn ang="0">
                  <a:pos x="12" y="41"/>
                </a:cxn>
                <a:cxn ang="0">
                  <a:pos x="12" y="47"/>
                </a:cxn>
              </a:cxnLst>
              <a:rect l="txL" t="txT" r="txR" b="txB"/>
              <a:pathLst>
                <a:path w="42" h="89">
                  <a:moveTo>
                    <a:pt x="12" y="47"/>
                  </a:moveTo>
                  <a:lnTo>
                    <a:pt x="18" y="47"/>
                  </a:lnTo>
                  <a:lnTo>
                    <a:pt x="24" y="47"/>
                  </a:lnTo>
                  <a:lnTo>
                    <a:pt x="30" y="59"/>
                  </a:lnTo>
                  <a:lnTo>
                    <a:pt x="30" y="65"/>
                  </a:lnTo>
                  <a:lnTo>
                    <a:pt x="30" y="83"/>
                  </a:lnTo>
                  <a:lnTo>
                    <a:pt x="18" y="89"/>
                  </a:lnTo>
                  <a:lnTo>
                    <a:pt x="12" y="83"/>
                  </a:lnTo>
                  <a:lnTo>
                    <a:pt x="6" y="77"/>
                  </a:lnTo>
                  <a:lnTo>
                    <a:pt x="0" y="77"/>
                  </a:lnTo>
                  <a:lnTo>
                    <a:pt x="0" y="83"/>
                  </a:lnTo>
                  <a:lnTo>
                    <a:pt x="6" y="89"/>
                  </a:lnTo>
                  <a:lnTo>
                    <a:pt x="12" y="89"/>
                  </a:lnTo>
                  <a:lnTo>
                    <a:pt x="36" y="83"/>
                  </a:lnTo>
                  <a:lnTo>
                    <a:pt x="42" y="59"/>
                  </a:lnTo>
                  <a:lnTo>
                    <a:pt x="36" y="41"/>
                  </a:lnTo>
                  <a:lnTo>
                    <a:pt x="30" y="35"/>
                  </a:lnTo>
                  <a:lnTo>
                    <a:pt x="36" y="29"/>
                  </a:lnTo>
                  <a:lnTo>
                    <a:pt x="36" y="17"/>
                  </a:lnTo>
                  <a:lnTo>
                    <a:pt x="36" y="6"/>
                  </a:lnTo>
                  <a:lnTo>
                    <a:pt x="30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6"/>
                  </a:lnTo>
                  <a:lnTo>
                    <a:pt x="0" y="17"/>
                  </a:lnTo>
                  <a:lnTo>
                    <a:pt x="0" y="23"/>
                  </a:lnTo>
                  <a:lnTo>
                    <a:pt x="6" y="11"/>
                  </a:lnTo>
                  <a:lnTo>
                    <a:pt x="18" y="6"/>
                  </a:lnTo>
                  <a:lnTo>
                    <a:pt x="24" y="11"/>
                  </a:lnTo>
                  <a:lnTo>
                    <a:pt x="30" y="17"/>
                  </a:lnTo>
                  <a:lnTo>
                    <a:pt x="24" y="35"/>
                  </a:lnTo>
                  <a:lnTo>
                    <a:pt x="12" y="41"/>
                  </a:lnTo>
                  <a:lnTo>
                    <a:pt x="12" y="4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17" name="Freeform 178"/>
            <p:cNvSpPr>
              <a:spLocks noEditPoints="1"/>
            </p:cNvSpPr>
            <p:nvPr/>
          </p:nvSpPr>
          <p:spPr>
            <a:xfrm>
              <a:off x="3095" y="1951"/>
              <a:ext cx="72" cy="89"/>
            </a:xfrm>
            <a:custGeom>
              <a:avLst/>
              <a:gdLst>
                <a:gd name="txL" fmla="*/ 0 w 72"/>
                <a:gd name="txT" fmla="*/ 0 h 89"/>
                <a:gd name="txR" fmla="*/ 72 w 72"/>
                <a:gd name="txB" fmla="*/ 89 h 89"/>
              </a:gdLst>
              <a:ahLst/>
              <a:cxnLst>
                <a:cxn ang="0">
                  <a:pos x="72" y="89"/>
                </a:cxn>
                <a:cxn ang="0">
                  <a:pos x="72" y="83"/>
                </a:cxn>
                <a:cxn ang="0">
                  <a:pos x="66" y="77"/>
                </a:cxn>
                <a:cxn ang="0">
                  <a:pos x="36" y="0"/>
                </a:cxn>
                <a:cxn ang="0">
                  <a:pos x="36" y="0"/>
                </a:cxn>
                <a:cxn ang="0">
                  <a:pos x="18" y="65"/>
                </a:cxn>
                <a:cxn ang="0">
                  <a:pos x="12" y="77"/>
                </a:cxn>
                <a:cxn ang="0">
                  <a:pos x="6" y="83"/>
                </a:cxn>
                <a:cxn ang="0">
                  <a:pos x="6" y="89"/>
                </a:cxn>
                <a:cxn ang="0">
                  <a:pos x="0" y="89"/>
                </a:cxn>
                <a:cxn ang="0">
                  <a:pos x="0" y="89"/>
                </a:cxn>
                <a:cxn ang="0">
                  <a:pos x="24" y="89"/>
                </a:cxn>
                <a:cxn ang="0">
                  <a:pos x="24" y="89"/>
                </a:cxn>
                <a:cxn ang="0">
                  <a:pos x="18" y="89"/>
                </a:cxn>
                <a:cxn ang="0">
                  <a:pos x="18" y="83"/>
                </a:cxn>
                <a:cxn ang="0">
                  <a:pos x="18" y="77"/>
                </a:cxn>
                <a:cxn ang="0">
                  <a:pos x="18" y="77"/>
                </a:cxn>
                <a:cxn ang="0">
                  <a:pos x="24" y="59"/>
                </a:cxn>
                <a:cxn ang="0">
                  <a:pos x="48" y="59"/>
                </a:cxn>
                <a:cxn ang="0">
                  <a:pos x="54" y="71"/>
                </a:cxn>
                <a:cxn ang="0">
                  <a:pos x="54" y="77"/>
                </a:cxn>
                <a:cxn ang="0">
                  <a:pos x="54" y="83"/>
                </a:cxn>
                <a:cxn ang="0">
                  <a:pos x="54" y="89"/>
                </a:cxn>
                <a:cxn ang="0">
                  <a:pos x="48" y="89"/>
                </a:cxn>
                <a:cxn ang="0">
                  <a:pos x="48" y="89"/>
                </a:cxn>
                <a:cxn ang="0">
                  <a:pos x="72" y="89"/>
                </a:cxn>
                <a:cxn ang="0">
                  <a:pos x="72" y="89"/>
                </a:cxn>
                <a:cxn ang="0">
                  <a:pos x="24" y="53"/>
                </a:cxn>
                <a:cxn ang="0">
                  <a:pos x="36" y="17"/>
                </a:cxn>
                <a:cxn ang="0">
                  <a:pos x="48" y="53"/>
                </a:cxn>
                <a:cxn ang="0">
                  <a:pos x="24" y="53"/>
                </a:cxn>
              </a:cxnLst>
              <a:rect l="txL" t="txT" r="txR" b="txB"/>
              <a:pathLst>
                <a:path w="72" h="89">
                  <a:moveTo>
                    <a:pt x="72" y="89"/>
                  </a:moveTo>
                  <a:lnTo>
                    <a:pt x="72" y="83"/>
                  </a:lnTo>
                  <a:lnTo>
                    <a:pt x="66" y="77"/>
                  </a:lnTo>
                  <a:lnTo>
                    <a:pt x="36" y="0"/>
                  </a:lnTo>
                  <a:lnTo>
                    <a:pt x="18" y="65"/>
                  </a:lnTo>
                  <a:lnTo>
                    <a:pt x="12" y="77"/>
                  </a:lnTo>
                  <a:lnTo>
                    <a:pt x="6" y="83"/>
                  </a:lnTo>
                  <a:lnTo>
                    <a:pt x="6" y="89"/>
                  </a:lnTo>
                  <a:lnTo>
                    <a:pt x="0" y="89"/>
                  </a:lnTo>
                  <a:lnTo>
                    <a:pt x="24" y="89"/>
                  </a:lnTo>
                  <a:lnTo>
                    <a:pt x="18" y="89"/>
                  </a:lnTo>
                  <a:lnTo>
                    <a:pt x="18" y="83"/>
                  </a:lnTo>
                  <a:lnTo>
                    <a:pt x="18" y="77"/>
                  </a:lnTo>
                  <a:lnTo>
                    <a:pt x="24" y="59"/>
                  </a:lnTo>
                  <a:lnTo>
                    <a:pt x="48" y="59"/>
                  </a:lnTo>
                  <a:lnTo>
                    <a:pt x="54" y="71"/>
                  </a:lnTo>
                  <a:lnTo>
                    <a:pt x="54" y="77"/>
                  </a:lnTo>
                  <a:lnTo>
                    <a:pt x="54" y="83"/>
                  </a:lnTo>
                  <a:lnTo>
                    <a:pt x="54" y="89"/>
                  </a:lnTo>
                  <a:lnTo>
                    <a:pt x="48" y="89"/>
                  </a:lnTo>
                  <a:lnTo>
                    <a:pt x="72" y="89"/>
                  </a:lnTo>
                  <a:close/>
                  <a:moveTo>
                    <a:pt x="24" y="53"/>
                  </a:moveTo>
                  <a:lnTo>
                    <a:pt x="36" y="17"/>
                  </a:lnTo>
                  <a:lnTo>
                    <a:pt x="48" y="53"/>
                  </a:lnTo>
                  <a:lnTo>
                    <a:pt x="24" y="5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18" name="Freeform 179"/>
            <p:cNvSpPr/>
            <p:nvPr/>
          </p:nvSpPr>
          <p:spPr>
            <a:xfrm>
              <a:off x="5188" y="2177"/>
              <a:ext cx="42" cy="96"/>
            </a:xfrm>
            <a:custGeom>
              <a:avLst/>
              <a:gdLst>
                <a:gd name="txL" fmla="*/ 0 w 42"/>
                <a:gd name="txT" fmla="*/ 0 h 96"/>
                <a:gd name="txR" fmla="*/ 42 w 42"/>
                <a:gd name="txB" fmla="*/ 96 h 96"/>
              </a:gdLst>
              <a:ahLst/>
              <a:cxnLst>
                <a:cxn ang="0">
                  <a:pos x="42" y="72"/>
                </a:cxn>
                <a:cxn ang="0">
                  <a:pos x="42" y="72"/>
                </a:cxn>
                <a:cxn ang="0">
                  <a:pos x="36" y="84"/>
                </a:cxn>
                <a:cxn ang="0">
                  <a:pos x="30" y="84"/>
                </a:cxn>
                <a:cxn ang="0">
                  <a:pos x="6" y="84"/>
                </a:cxn>
                <a:cxn ang="0">
                  <a:pos x="24" y="60"/>
                </a:cxn>
                <a:cxn ang="0">
                  <a:pos x="30" y="48"/>
                </a:cxn>
                <a:cxn ang="0">
                  <a:pos x="36" y="24"/>
                </a:cxn>
                <a:cxn ang="0">
                  <a:pos x="30" y="6"/>
                </a:cxn>
                <a:cxn ang="0">
                  <a:pos x="18" y="0"/>
                </a:cxn>
                <a:cxn ang="0">
                  <a:pos x="6" y="6"/>
                </a:cxn>
                <a:cxn ang="0">
                  <a:pos x="0" y="18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6" y="18"/>
                </a:cxn>
                <a:cxn ang="0">
                  <a:pos x="18" y="12"/>
                </a:cxn>
                <a:cxn ang="0">
                  <a:pos x="30" y="18"/>
                </a:cxn>
                <a:cxn ang="0">
                  <a:pos x="30" y="30"/>
                </a:cxn>
                <a:cxn ang="0">
                  <a:pos x="24" y="48"/>
                </a:cxn>
                <a:cxn ang="0">
                  <a:pos x="18" y="66"/>
                </a:cxn>
                <a:cxn ang="0">
                  <a:pos x="0" y="90"/>
                </a:cxn>
                <a:cxn ang="0">
                  <a:pos x="0" y="96"/>
                </a:cxn>
                <a:cxn ang="0">
                  <a:pos x="36" y="96"/>
                </a:cxn>
                <a:cxn ang="0">
                  <a:pos x="42" y="72"/>
                </a:cxn>
              </a:cxnLst>
              <a:rect l="txL" t="txT" r="txR" b="txB"/>
              <a:pathLst>
                <a:path w="42" h="96">
                  <a:moveTo>
                    <a:pt x="42" y="72"/>
                  </a:moveTo>
                  <a:lnTo>
                    <a:pt x="42" y="72"/>
                  </a:lnTo>
                  <a:lnTo>
                    <a:pt x="36" y="84"/>
                  </a:lnTo>
                  <a:lnTo>
                    <a:pt x="30" y="84"/>
                  </a:lnTo>
                  <a:lnTo>
                    <a:pt x="6" y="84"/>
                  </a:lnTo>
                  <a:lnTo>
                    <a:pt x="24" y="60"/>
                  </a:lnTo>
                  <a:lnTo>
                    <a:pt x="30" y="48"/>
                  </a:lnTo>
                  <a:lnTo>
                    <a:pt x="36" y="24"/>
                  </a:lnTo>
                  <a:lnTo>
                    <a:pt x="30" y="6"/>
                  </a:lnTo>
                  <a:lnTo>
                    <a:pt x="18" y="0"/>
                  </a:lnTo>
                  <a:lnTo>
                    <a:pt x="6" y="6"/>
                  </a:lnTo>
                  <a:lnTo>
                    <a:pt x="0" y="18"/>
                  </a:lnTo>
                  <a:lnTo>
                    <a:pt x="0" y="30"/>
                  </a:lnTo>
                  <a:lnTo>
                    <a:pt x="6" y="18"/>
                  </a:lnTo>
                  <a:lnTo>
                    <a:pt x="18" y="12"/>
                  </a:lnTo>
                  <a:lnTo>
                    <a:pt x="30" y="18"/>
                  </a:lnTo>
                  <a:lnTo>
                    <a:pt x="30" y="30"/>
                  </a:lnTo>
                  <a:lnTo>
                    <a:pt x="24" y="48"/>
                  </a:lnTo>
                  <a:lnTo>
                    <a:pt x="18" y="66"/>
                  </a:lnTo>
                  <a:lnTo>
                    <a:pt x="0" y="90"/>
                  </a:lnTo>
                  <a:lnTo>
                    <a:pt x="0" y="96"/>
                  </a:lnTo>
                  <a:lnTo>
                    <a:pt x="36" y="96"/>
                  </a:lnTo>
                  <a:lnTo>
                    <a:pt x="42" y="7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19" name="Freeform 180"/>
            <p:cNvSpPr>
              <a:spLocks noEditPoints="1"/>
            </p:cNvSpPr>
            <p:nvPr/>
          </p:nvSpPr>
          <p:spPr>
            <a:xfrm>
              <a:off x="5242" y="2183"/>
              <a:ext cx="18" cy="90"/>
            </a:xfrm>
            <a:custGeom>
              <a:avLst/>
              <a:gdLst>
                <a:gd name="txL" fmla="*/ 0 w 18"/>
                <a:gd name="txT" fmla="*/ 0 h 90"/>
                <a:gd name="txR" fmla="*/ 18 w 18"/>
                <a:gd name="txB" fmla="*/ 90 h 90"/>
              </a:gdLst>
              <a:ahLst/>
              <a:cxnLst>
                <a:cxn ang="0">
                  <a:pos x="18" y="72"/>
                </a:cxn>
                <a:cxn ang="0">
                  <a:pos x="12" y="78"/>
                </a:cxn>
                <a:cxn ang="0">
                  <a:pos x="6" y="84"/>
                </a:cxn>
                <a:cxn ang="0">
                  <a:pos x="6" y="84"/>
                </a:cxn>
                <a:cxn ang="0">
                  <a:pos x="6" y="78"/>
                </a:cxn>
                <a:cxn ang="0">
                  <a:pos x="6" y="78"/>
                </a:cxn>
                <a:cxn ang="0">
                  <a:pos x="6" y="72"/>
                </a:cxn>
                <a:cxn ang="0">
                  <a:pos x="18" y="30"/>
                </a:cxn>
                <a:cxn ang="0">
                  <a:pos x="18" y="30"/>
                </a:cxn>
                <a:cxn ang="0">
                  <a:pos x="0" y="30"/>
                </a:cxn>
                <a:cxn ang="0">
                  <a:pos x="0" y="36"/>
                </a:cxn>
                <a:cxn ang="0">
                  <a:pos x="6" y="36"/>
                </a:cxn>
                <a:cxn ang="0">
                  <a:pos x="6" y="36"/>
                </a:cxn>
                <a:cxn ang="0">
                  <a:pos x="6" y="42"/>
                </a:cxn>
                <a:cxn ang="0">
                  <a:pos x="6" y="60"/>
                </a:cxn>
                <a:cxn ang="0">
                  <a:pos x="0" y="72"/>
                </a:cxn>
                <a:cxn ang="0">
                  <a:pos x="0" y="78"/>
                </a:cxn>
                <a:cxn ang="0">
                  <a:pos x="0" y="84"/>
                </a:cxn>
                <a:cxn ang="0">
                  <a:pos x="0" y="90"/>
                </a:cxn>
                <a:cxn ang="0">
                  <a:pos x="12" y="84"/>
                </a:cxn>
                <a:cxn ang="0">
                  <a:pos x="18" y="72"/>
                </a:cxn>
                <a:cxn ang="0">
                  <a:pos x="18" y="72"/>
                </a:cxn>
                <a:cxn ang="0">
                  <a:pos x="18" y="6"/>
                </a:cxn>
                <a:cxn ang="0">
                  <a:pos x="18" y="6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6"/>
                </a:cxn>
                <a:cxn ang="0">
                  <a:pos x="12" y="12"/>
                </a:cxn>
                <a:cxn ang="0">
                  <a:pos x="12" y="12"/>
                </a:cxn>
                <a:cxn ang="0">
                  <a:pos x="18" y="12"/>
                </a:cxn>
                <a:cxn ang="0">
                  <a:pos x="18" y="6"/>
                </a:cxn>
                <a:cxn ang="0">
                  <a:pos x="18" y="6"/>
                </a:cxn>
              </a:cxnLst>
              <a:rect l="txL" t="txT" r="txR" b="txB"/>
              <a:pathLst>
                <a:path w="18" h="90">
                  <a:moveTo>
                    <a:pt x="18" y="72"/>
                  </a:moveTo>
                  <a:lnTo>
                    <a:pt x="12" y="78"/>
                  </a:lnTo>
                  <a:lnTo>
                    <a:pt x="6" y="84"/>
                  </a:lnTo>
                  <a:lnTo>
                    <a:pt x="6" y="78"/>
                  </a:lnTo>
                  <a:lnTo>
                    <a:pt x="6" y="72"/>
                  </a:lnTo>
                  <a:lnTo>
                    <a:pt x="18" y="30"/>
                  </a:lnTo>
                  <a:lnTo>
                    <a:pt x="0" y="30"/>
                  </a:lnTo>
                  <a:lnTo>
                    <a:pt x="0" y="36"/>
                  </a:lnTo>
                  <a:lnTo>
                    <a:pt x="6" y="36"/>
                  </a:lnTo>
                  <a:lnTo>
                    <a:pt x="6" y="42"/>
                  </a:lnTo>
                  <a:lnTo>
                    <a:pt x="6" y="60"/>
                  </a:lnTo>
                  <a:lnTo>
                    <a:pt x="0" y="72"/>
                  </a:lnTo>
                  <a:lnTo>
                    <a:pt x="0" y="78"/>
                  </a:lnTo>
                  <a:lnTo>
                    <a:pt x="0" y="84"/>
                  </a:lnTo>
                  <a:lnTo>
                    <a:pt x="0" y="90"/>
                  </a:lnTo>
                  <a:lnTo>
                    <a:pt x="12" y="84"/>
                  </a:lnTo>
                  <a:lnTo>
                    <a:pt x="18" y="72"/>
                  </a:lnTo>
                  <a:close/>
                  <a:moveTo>
                    <a:pt x="18" y="6"/>
                  </a:moveTo>
                  <a:lnTo>
                    <a:pt x="18" y="6"/>
                  </a:lnTo>
                  <a:lnTo>
                    <a:pt x="12" y="0"/>
                  </a:lnTo>
                  <a:lnTo>
                    <a:pt x="12" y="6"/>
                  </a:lnTo>
                  <a:lnTo>
                    <a:pt x="12" y="12"/>
                  </a:lnTo>
                  <a:lnTo>
                    <a:pt x="18" y="12"/>
                  </a:lnTo>
                  <a:lnTo>
                    <a:pt x="18" y="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20" name="Freeform 181"/>
            <p:cNvSpPr/>
            <p:nvPr/>
          </p:nvSpPr>
          <p:spPr>
            <a:xfrm>
              <a:off x="5260" y="2261"/>
              <a:ext cx="36" cy="42"/>
            </a:xfrm>
            <a:custGeom>
              <a:avLst/>
              <a:gdLst>
                <a:gd name="txL" fmla="*/ 0 w 36"/>
                <a:gd name="txT" fmla="*/ 0 h 42"/>
                <a:gd name="txR" fmla="*/ 36 w 36"/>
                <a:gd name="txB" fmla="*/ 42 h 42"/>
              </a:gdLst>
              <a:ahLst/>
              <a:cxnLst>
                <a:cxn ang="0">
                  <a:pos x="36" y="30"/>
                </a:cxn>
                <a:cxn ang="0">
                  <a:pos x="30" y="36"/>
                </a:cxn>
                <a:cxn ang="0">
                  <a:pos x="30" y="36"/>
                </a:cxn>
                <a:cxn ang="0">
                  <a:pos x="30" y="36"/>
                </a:cxn>
                <a:cxn ang="0">
                  <a:pos x="24" y="36"/>
                </a:cxn>
                <a:cxn ang="0">
                  <a:pos x="24" y="24"/>
                </a:cxn>
                <a:cxn ang="0">
                  <a:pos x="24" y="18"/>
                </a:cxn>
                <a:cxn ang="0">
                  <a:pos x="30" y="12"/>
                </a:cxn>
                <a:cxn ang="0">
                  <a:pos x="30" y="6"/>
                </a:cxn>
                <a:cxn ang="0">
                  <a:pos x="36" y="6"/>
                </a:cxn>
                <a:cxn ang="0">
                  <a:pos x="36" y="6"/>
                </a:cxn>
                <a:cxn ang="0">
                  <a:pos x="36" y="6"/>
                </a:cxn>
                <a:cxn ang="0">
                  <a:pos x="36" y="0"/>
                </a:cxn>
                <a:cxn ang="0">
                  <a:pos x="36" y="0"/>
                </a:cxn>
                <a:cxn ang="0">
                  <a:pos x="30" y="6"/>
                </a:cxn>
                <a:cxn ang="0">
                  <a:pos x="24" y="12"/>
                </a:cxn>
                <a:cxn ang="0">
                  <a:pos x="24" y="6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2" y="0"/>
                </a:cxn>
                <a:cxn ang="0">
                  <a:pos x="6" y="0"/>
                </a:cxn>
                <a:cxn ang="0">
                  <a:pos x="6" y="6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6"/>
                </a:cxn>
                <a:cxn ang="0">
                  <a:pos x="18" y="6"/>
                </a:cxn>
                <a:cxn ang="0">
                  <a:pos x="18" y="12"/>
                </a:cxn>
                <a:cxn ang="0">
                  <a:pos x="18" y="24"/>
                </a:cxn>
                <a:cxn ang="0">
                  <a:pos x="12" y="36"/>
                </a:cxn>
                <a:cxn ang="0">
                  <a:pos x="6" y="36"/>
                </a:cxn>
                <a:cxn ang="0">
                  <a:pos x="6" y="36"/>
                </a:cxn>
                <a:cxn ang="0">
                  <a:pos x="0" y="36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6" y="42"/>
                </a:cxn>
                <a:cxn ang="0">
                  <a:pos x="6" y="42"/>
                </a:cxn>
                <a:cxn ang="0">
                  <a:pos x="12" y="42"/>
                </a:cxn>
                <a:cxn ang="0">
                  <a:pos x="18" y="36"/>
                </a:cxn>
                <a:cxn ang="0">
                  <a:pos x="18" y="24"/>
                </a:cxn>
                <a:cxn ang="0">
                  <a:pos x="24" y="36"/>
                </a:cxn>
                <a:cxn ang="0">
                  <a:pos x="24" y="42"/>
                </a:cxn>
                <a:cxn ang="0">
                  <a:pos x="24" y="42"/>
                </a:cxn>
                <a:cxn ang="0">
                  <a:pos x="30" y="42"/>
                </a:cxn>
                <a:cxn ang="0">
                  <a:pos x="36" y="30"/>
                </a:cxn>
                <a:cxn ang="0">
                  <a:pos x="36" y="30"/>
                </a:cxn>
              </a:cxnLst>
              <a:rect l="txL" t="txT" r="txR" b="txB"/>
              <a:pathLst>
                <a:path w="36" h="42">
                  <a:moveTo>
                    <a:pt x="36" y="30"/>
                  </a:moveTo>
                  <a:lnTo>
                    <a:pt x="30" y="36"/>
                  </a:lnTo>
                  <a:lnTo>
                    <a:pt x="24" y="36"/>
                  </a:lnTo>
                  <a:lnTo>
                    <a:pt x="24" y="24"/>
                  </a:lnTo>
                  <a:lnTo>
                    <a:pt x="24" y="18"/>
                  </a:lnTo>
                  <a:lnTo>
                    <a:pt x="30" y="12"/>
                  </a:lnTo>
                  <a:lnTo>
                    <a:pt x="30" y="6"/>
                  </a:lnTo>
                  <a:lnTo>
                    <a:pt x="36" y="6"/>
                  </a:lnTo>
                  <a:lnTo>
                    <a:pt x="36" y="0"/>
                  </a:lnTo>
                  <a:lnTo>
                    <a:pt x="30" y="6"/>
                  </a:lnTo>
                  <a:lnTo>
                    <a:pt x="24" y="12"/>
                  </a:lnTo>
                  <a:lnTo>
                    <a:pt x="24" y="6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6" y="6"/>
                  </a:lnTo>
                  <a:lnTo>
                    <a:pt x="12" y="0"/>
                  </a:lnTo>
                  <a:lnTo>
                    <a:pt x="12" y="6"/>
                  </a:lnTo>
                  <a:lnTo>
                    <a:pt x="18" y="6"/>
                  </a:lnTo>
                  <a:lnTo>
                    <a:pt x="18" y="12"/>
                  </a:lnTo>
                  <a:lnTo>
                    <a:pt x="18" y="24"/>
                  </a:lnTo>
                  <a:lnTo>
                    <a:pt x="12" y="36"/>
                  </a:lnTo>
                  <a:lnTo>
                    <a:pt x="6" y="36"/>
                  </a:lnTo>
                  <a:lnTo>
                    <a:pt x="0" y="36"/>
                  </a:lnTo>
                  <a:lnTo>
                    <a:pt x="0" y="42"/>
                  </a:lnTo>
                  <a:lnTo>
                    <a:pt x="6" y="42"/>
                  </a:lnTo>
                  <a:lnTo>
                    <a:pt x="12" y="42"/>
                  </a:lnTo>
                  <a:lnTo>
                    <a:pt x="18" y="36"/>
                  </a:lnTo>
                  <a:lnTo>
                    <a:pt x="18" y="24"/>
                  </a:lnTo>
                  <a:lnTo>
                    <a:pt x="24" y="36"/>
                  </a:lnTo>
                  <a:lnTo>
                    <a:pt x="24" y="42"/>
                  </a:lnTo>
                  <a:lnTo>
                    <a:pt x="30" y="42"/>
                  </a:lnTo>
                  <a:lnTo>
                    <a:pt x="36" y="3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21" name="Freeform 182"/>
            <p:cNvSpPr/>
            <p:nvPr/>
          </p:nvSpPr>
          <p:spPr>
            <a:xfrm>
              <a:off x="4106" y="3145"/>
              <a:ext cx="24" cy="113"/>
            </a:xfrm>
            <a:custGeom>
              <a:avLst/>
              <a:gdLst>
                <a:gd name="txL" fmla="*/ 0 w 24"/>
                <a:gd name="txT" fmla="*/ 0 h 113"/>
                <a:gd name="txR" fmla="*/ 24 w 24"/>
                <a:gd name="txB" fmla="*/ 113 h 113"/>
              </a:gdLst>
              <a:ahLst/>
              <a:cxnLst>
                <a:cxn ang="0">
                  <a:pos x="24" y="0"/>
                </a:cxn>
                <a:cxn ang="0">
                  <a:pos x="6" y="24"/>
                </a:cxn>
                <a:cxn ang="0">
                  <a:pos x="0" y="53"/>
                </a:cxn>
                <a:cxn ang="0">
                  <a:pos x="0" y="77"/>
                </a:cxn>
                <a:cxn ang="0">
                  <a:pos x="6" y="89"/>
                </a:cxn>
                <a:cxn ang="0">
                  <a:pos x="18" y="101"/>
                </a:cxn>
                <a:cxn ang="0">
                  <a:pos x="24" y="113"/>
                </a:cxn>
                <a:cxn ang="0">
                  <a:pos x="24" y="107"/>
                </a:cxn>
                <a:cxn ang="0">
                  <a:pos x="12" y="95"/>
                </a:cxn>
                <a:cxn ang="0">
                  <a:pos x="6" y="83"/>
                </a:cxn>
                <a:cxn ang="0">
                  <a:pos x="6" y="65"/>
                </a:cxn>
                <a:cxn ang="0">
                  <a:pos x="6" y="53"/>
                </a:cxn>
                <a:cxn ang="0">
                  <a:pos x="6" y="29"/>
                </a:cxn>
                <a:cxn ang="0">
                  <a:pos x="12" y="18"/>
                </a:cxn>
                <a:cxn ang="0">
                  <a:pos x="24" y="0"/>
                </a:cxn>
                <a:cxn ang="0">
                  <a:pos x="24" y="0"/>
                </a:cxn>
              </a:cxnLst>
              <a:rect l="txL" t="txT" r="txR" b="txB"/>
              <a:pathLst>
                <a:path w="24" h="113">
                  <a:moveTo>
                    <a:pt x="24" y="0"/>
                  </a:moveTo>
                  <a:lnTo>
                    <a:pt x="6" y="24"/>
                  </a:lnTo>
                  <a:lnTo>
                    <a:pt x="0" y="53"/>
                  </a:lnTo>
                  <a:lnTo>
                    <a:pt x="0" y="77"/>
                  </a:lnTo>
                  <a:lnTo>
                    <a:pt x="6" y="89"/>
                  </a:lnTo>
                  <a:lnTo>
                    <a:pt x="18" y="101"/>
                  </a:lnTo>
                  <a:lnTo>
                    <a:pt x="24" y="113"/>
                  </a:lnTo>
                  <a:lnTo>
                    <a:pt x="24" y="107"/>
                  </a:lnTo>
                  <a:lnTo>
                    <a:pt x="12" y="95"/>
                  </a:lnTo>
                  <a:lnTo>
                    <a:pt x="6" y="83"/>
                  </a:lnTo>
                  <a:lnTo>
                    <a:pt x="6" y="65"/>
                  </a:lnTo>
                  <a:lnTo>
                    <a:pt x="6" y="53"/>
                  </a:lnTo>
                  <a:lnTo>
                    <a:pt x="6" y="29"/>
                  </a:lnTo>
                  <a:lnTo>
                    <a:pt x="12" y="18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22" name="Freeform 183"/>
            <p:cNvSpPr>
              <a:spLocks noEditPoints="1"/>
            </p:cNvSpPr>
            <p:nvPr/>
          </p:nvSpPr>
          <p:spPr>
            <a:xfrm>
              <a:off x="4136" y="3139"/>
              <a:ext cx="47" cy="95"/>
            </a:xfrm>
            <a:custGeom>
              <a:avLst/>
              <a:gdLst>
                <a:gd name="txL" fmla="*/ 0 w 47"/>
                <a:gd name="txT" fmla="*/ 0 h 95"/>
                <a:gd name="txR" fmla="*/ 47 w 47"/>
                <a:gd name="txB" fmla="*/ 95 h 95"/>
              </a:gdLst>
              <a:ahLst/>
              <a:cxnLst>
                <a:cxn ang="0">
                  <a:pos x="12" y="53"/>
                </a:cxn>
                <a:cxn ang="0">
                  <a:pos x="18" y="41"/>
                </a:cxn>
                <a:cxn ang="0">
                  <a:pos x="24" y="41"/>
                </a:cxn>
                <a:cxn ang="0">
                  <a:pos x="36" y="47"/>
                </a:cxn>
                <a:cxn ang="0">
                  <a:pos x="36" y="65"/>
                </a:cxn>
                <a:cxn ang="0">
                  <a:pos x="36" y="83"/>
                </a:cxn>
                <a:cxn ang="0">
                  <a:pos x="24" y="89"/>
                </a:cxn>
                <a:cxn ang="0">
                  <a:pos x="18" y="89"/>
                </a:cxn>
                <a:cxn ang="0">
                  <a:pos x="12" y="83"/>
                </a:cxn>
                <a:cxn ang="0">
                  <a:pos x="12" y="53"/>
                </a:cxn>
                <a:cxn ang="0">
                  <a:pos x="6" y="89"/>
                </a:cxn>
                <a:cxn ang="0">
                  <a:pos x="12" y="95"/>
                </a:cxn>
                <a:cxn ang="0">
                  <a:pos x="24" y="95"/>
                </a:cxn>
                <a:cxn ang="0">
                  <a:pos x="36" y="89"/>
                </a:cxn>
                <a:cxn ang="0">
                  <a:pos x="41" y="83"/>
                </a:cxn>
                <a:cxn ang="0">
                  <a:pos x="47" y="59"/>
                </a:cxn>
                <a:cxn ang="0">
                  <a:pos x="41" y="41"/>
                </a:cxn>
                <a:cxn ang="0">
                  <a:pos x="36" y="35"/>
                </a:cxn>
                <a:cxn ang="0">
                  <a:pos x="30" y="30"/>
                </a:cxn>
                <a:cxn ang="0">
                  <a:pos x="18" y="35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6" y="6"/>
                </a:cxn>
                <a:cxn ang="0">
                  <a:pos x="0" y="6"/>
                </a:cxn>
                <a:cxn ang="0">
                  <a:pos x="0" y="12"/>
                </a:cxn>
                <a:cxn ang="0">
                  <a:pos x="0" y="12"/>
                </a:cxn>
                <a:cxn ang="0">
                  <a:pos x="6" y="12"/>
                </a:cxn>
                <a:cxn ang="0">
                  <a:pos x="6" y="18"/>
                </a:cxn>
                <a:cxn ang="0">
                  <a:pos x="6" y="89"/>
                </a:cxn>
              </a:cxnLst>
              <a:rect l="txL" t="txT" r="txR" b="txB"/>
              <a:pathLst>
                <a:path w="47" h="95">
                  <a:moveTo>
                    <a:pt x="12" y="53"/>
                  </a:moveTo>
                  <a:lnTo>
                    <a:pt x="18" y="41"/>
                  </a:lnTo>
                  <a:lnTo>
                    <a:pt x="24" y="41"/>
                  </a:lnTo>
                  <a:lnTo>
                    <a:pt x="36" y="47"/>
                  </a:lnTo>
                  <a:lnTo>
                    <a:pt x="36" y="65"/>
                  </a:lnTo>
                  <a:lnTo>
                    <a:pt x="36" y="83"/>
                  </a:lnTo>
                  <a:lnTo>
                    <a:pt x="24" y="89"/>
                  </a:lnTo>
                  <a:lnTo>
                    <a:pt x="18" y="89"/>
                  </a:lnTo>
                  <a:lnTo>
                    <a:pt x="12" y="83"/>
                  </a:lnTo>
                  <a:lnTo>
                    <a:pt x="12" y="53"/>
                  </a:lnTo>
                  <a:close/>
                  <a:moveTo>
                    <a:pt x="6" y="89"/>
                  </a:moveTo>
                  <a:lnTo>
                    <a:pt x="12" y="95"/>
                  </a:lnTo>
                  <a:lnTo>
                    <a:pt x="24" y="95"/>
                  </a:lnTo>
                  <a:lnTo>
                    <a:pt x="36" y="89"/>
                  </a:lnTo>
                  <a:lnTo>
                    <a:pt x="41" y="83"/>
                  </a:lnTo>
                  <a:lnTo>
                    <a:pt x="47" y="59"/>
                  </a:lnTo>
                  <a:lnTo>
                    <a:pt x="41" y="41"/>
                  </a:lnTo>
                  <a:lnTo>
                    <a:pt x="36" y="35"/>
                  </a:lnTo>
                  <a:lnTo>
                    <a:pt x="30" y="30"/>
                  </a:lnTo>
                  <a:lnTo>
                    <a:pt x="18" y="35"/>
                  </a:lnTo>
                  <a:lnTo>
                    <a:pt x="12" y="41"/>
                  </a:lnTo>
                  <a:lnTo>
                    <a:pt x="12" y="0"/>
                  </a:lnTo>
                  <a:lnTo>
                    <a:pt x="6" y="6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2"/>
                  </a:lnTo>
                  <a:lnTo>
                    <a:pt x="6" y="18"/>
                  </a:lnTo>
                  <a:lnTo>
                    <a:pt x="6" y="8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23" name="Freeform 184"/>
            <p:cNvSpPr/>
            <p:nvPr/>
          </p:nvSpPr>
          <p:spPr>
            <a:xfrm>
              <a:off x="4189" y="3145"/>
              <a:ext cx="24" cy="113"/>
            </a:xfrm>
            <a:custGeom>
              <a:avLst/>
              <a:gdLst>
                <a:gd name="txL" fmla="*/ 0 w 24"/>
                <a:gd name="txT" fmla="*/ 0 h 113"/>
                <a:gd name="txR" fmla="*/ 24 w 24"/>
                <a:gd name="txB" fmla="*/ 113 h 113"/>
              </a:gdLst>
              <a:ahLst/>
              <a:cxnLst>
                <a:cxn ang="0">
                  <a:pos x="0" y="113"/>
                </a:cxn>
                <a:cxn ang="0">
                  <a:pos x="18" y="89"/>
                </a:cxn>
                <a:cxn ang="0">
                  <a:pos x="24" y="53"/>
                </a:cxn>
                <a:cxn ang="0">
                  <a:pos x="24" y="35"/>
                </a:cxn>
                <a:cxn ang="0">
                  <a:pos x="18" y="18"/>
                </a:cxn>
                <a:cxn ang="0">
                  <a:pos x="12" y="6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2" y="12"/>
                </a:cxn>
                <a:cxn ang="0">
                  <a:pos x="18" y="29"/>
                </a:cxn>
                <a:cxn ang="0">
                  <a:pos x="18" y="59"/>
                </a:cxn>
                <a:cxn ang="0">
                  <a:pos x="18" y="77"/>
                </a:cxn>
                <a:cxn ang="0">
                  <a:pos x="12" y="95"/>
                </a:cxn>
                <a:cxn ang="0">
                  <a:pos x="0" y="107"/>
                </a:cxn>
                <a:cxn ang="0">
                  <a:pos x="0" y="113"/>
                </a:cxn>
              </a:cxnLst>
              <a:rect l="txL" t="txT" r="txR" b="txB"/>
              <a:pathLst>
                <a:path w="24" h="113">
                  <a:moveTo>
                    <a:pt x="0" y="113"/>
                  </a:moveTo>
                  <a:lnTo>
                    <a:pt x="18" y="89"/>
                  </a:lnTo>
                  <a:lnTo>
                    <a:pt x="24" y="53"/>
                  </a:lnTo>
                  <a:lnTo>
                    <a:pt x="24" y="35"/>
                  </a:lnTo>
                  <a:lnTo>
                    <a:pt x="18" y="18"/>
                  </a:lnTo>
                  <a:lnTo>
                    <a:pt x="12" y="6"/>
                  </a:lnTo>
                  <a:lnTo>
                    <a:pt x="0" y="0"/>
                  </a:lnTo>
                  <a:lnTo>
                    <a:pt x="12" y="12"/>
                  </a:lnTo>
                  <a:lnTo>
                    <a:pt x="18" y="29"/>
                  </a:lnTo>
                  <a:lnTo>
                    <a:pt x="18" y="59"/>
                  </a:lnTo>
                  <a:lnTo>
                    <a:pt x="18" y="77"/>
                  </a:lnTo>
                  <a:lnTo>
                    <a:pt x="12" y="95"/>
                  </a:lnTo>
                  <a:lnTo>
                    <a:pt x="0" y="107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24" name="Freeform 185"/>
            <p:cNvSpPr/>
            <p:nvPr/>
          </p:nvSpPr>
          <p:spPr>
            <a:xfrm>
              <a:off x="3214" y="2148"/>
              <a:ext cx="174" cy="226"/>
            </a:xfrm>
            <a:custGeom>
              <a:avLst/>
              <a:gdLst>
                <a:gd name="txL" fmla="*/ 0 w 174"/>
                <a:gd name="txT" fmla="*/ 0 h 226"/>
                <a:gd name="txR" fmla="*/ 174 w 174"/>
                <a:gd name="txB" fmla="*/ 226 h 226"/>
              </a:gdLst>
              <a:ahLst/>
              <a:cxnLst>
                <a:cxn ang="0">
                  <a:pos x="90" y="226"/>
                </a:cxn>
                <a:cxn ang="0">
                  <a:pos x="120" y="220"/>
                </a:cxn>
                <a:cxn ang="0">
                  <a:pos x="150" y="197"/>
                </a:cxn>
                <a:cxn ang="0">
                  <a:pos x="168" y="161"/>
                </a:cxn>
                <a:cxn ang="0">
                  <a:pos x="174" y="113"/>
                </a:cxn>
                <a:cxn ang="0">
                  <a:pos x="168" y="71"/>
                </a:cxn>
                <a:cxn ang="0">
                  <a:pos x="150" y="35"/>
                </a:cxn>
                <a:cxn ang="0">
                  <a:pos x="120" y="12"/>
                </a:cxn>
                <a:cxn ang="0">
                  <a:pos x="90" y="0"/>
                </a:cxn>
                <a:cxn ang="0">
                  <a:pos x="54" y="12"/>
                </a:cxn>
                <a:cxn ang="0">
                  <a:pos x="30" y="35"/>
                </a:cxn>
                <a:cxn ang="0">
                  <a:pos x="6" y="71"/>
                </a:cxn>
                <a:cxn ang="0">
                  <a:pos x="0" y="113"/>
                </a:cxn>
                <a:cxn ang="0">
                  <a:pos x="6" y="161"/>
                </a:cxn>
                <a:cxn ang="0">
                  <a:pos x="30" y="197"/>
                </a:cxn>
                <a:cxn ang="0">
                  <a:pos x="54" y="220"/>
                </a:cxn>
                <a:cxn ang="0">
                  <a:pos x="90" y="226"/>
                </a:cxn>
                <a:cxn ang="0">
                  <a:pos x="90" y="226"/>
                </a:cxn>
              </a:cxnLst>
              <a:rect l="txL" t="txT" r="txR" b="txB"/>
              <a:pathLst>
                <a:path w="174" h="226">
                  <a:moveTo>
                    <a:pt x="90" y="226"/>
                  </a:moveTo>
                  <a:lnTo>
                    <a:pt x="120" y="220"/>
                  </a:lnTo>
                  <a:lnTo>
                    <a:pt x="150" y="197"/>
                  </a:lnTo>
                  <a:lnTo>
                    <a:pt x="168" y="161"/>
                  </a:lnTo>
                  <a:lnTo>
                    <a:pt x="174" y="113"/>
                  </a:lnTo>
                  <a:lnTo>
                    <a:pt x="168" y="71"/>
                  </a:lnTo>
                  <a:lnTo>
                    <a:pt x="150" y="35"/>
                  </a:lnTo>
                  <a:lnTo>
                    <a:pt x="120" y="12"/>
                  </a:lnTo>
                  <a:lnTo>
                    <a:pt x="90" y="0"/>
                  </a:lnTo>
                  <a:lnTo>
                    <a:pt x="54" y="12"/>
                  </a:lnTo>
                  <a:lnTo>
                    <a:pt x="30" y="35"/>
                  </a:lnTo>
                  <a:lnTo>
                    <a:pt x="6" y="71"/>
                  </a:lnTo>
                  <a:lnTo>
                    <a:pt x="0" y="113"/>
                  </a:lnTo>
                  <a:lnTo>
                    <a:pt x="6" y="161"/>
                  </a:lnTo>
                  <a:lnTo>
                    <a:pt x="30" y="197"/>
                  </a:lnTo>
                  <a:lnTo>
                    <a:pt x="54" y="220"/>
                  </a:lnTo>
                  <a:lnTo>
                    <a:pt x="90" y="226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25" name="Freeform 186"/>
            <p:cNvSpPr/>
            <p:nvPr/>
          </p:nvSpPr>
          <p:spPr>
            <a:xfrm>
              <a:off x="3304" y="2261"/>
              <a:ext cx="84" cy="113"/>
            </a:xfrm>
            <a:custGeom>
              <a:avLst/>
              <a:gdLst>
                <a:gd name="txL" fmla="*/ 0 w 84"/>
                <a:gd name="txT" fmla="*/ 0 h 113"/>
                <a:gd name="txR" fmla="*/ 84 w 84"/>
                <a:gd name="txB" fmla="*/ 113 h 113"/>
              </a:gdLst>
              <a:ahLst/>
              <a:cxnLst>
                <a:cxn ang="0">
                  <a:pos x="0" y="113"/>
                </a:cxn>
                <a:cxn ang="0">
                  <a:pos x="30" y="107"/>
                </a:cxn>
                <a:cxn ang="0">
                  <a:pos x="60" y="84"/>
                </a:cxn>
                <a:cxn ang="0">
                  <a:pos x="78" y="48"/>
                </a:cxn>
                <a:cxn ang="0">
                  <a:pos x="84" y="0"/>
                </a:cxn>
                <a:cxn ang="0">
                  <a:pos x="84" y="0"/>
                </a:cxn>
                <a:cxn ang="0">
                  <a:pos x="78" y="48"/>
                </a:cxn>
                <a:cxn ang="0">
                  <a:pos x="60" y="84"/>
                </a:cxn>
                <a:cxn ang="0">
                  <a:pos x="30" y="107"/>
                </a:cxn>
                <a:cxn ang="0">
                  <a:pos x="0" y="113"/>
                </a:cxn>
                <a:cxn ang="0">
                  <a:pos x="0" y="113"/>
                </a:cxn>
              </a:cxnLst>
              <a:rect l="txL" t="txT" r="txR" b="txB"/>
              <a:pathLst>
                <a:path w="84" h="113">
                  <a:moveTo>
                    <a:pt x="0" y="113"/>
                  </a:moveTo>
                  <a:lnTo>
                    <a:pt x="30" y="107"/>
                  </a:lnTo>
                  <a:lnTo>
                    <a:pt x="60" y="84"/>
                  </a:lnTo>
                  <a:lnTo>
                    <a:pt x="78" y="48"/>
                  </a:lnTo>
                  <a:lnTo>
                    <a:pt x="84" y="0"/>
                  </a:lnTo>
                  <a:lnTo>
                    <a:pt x="78" y="48"/>
                  </a:lnTo>
                  <a:lnTo>
                    <a:pt x="60" y="84"/>
                  </a:lnTo>
                  <a:lnTo>
                    <a:pt x="30" y="107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26" name="Freeform 187"/>
            <p:cNvSpPr>
              <a:spLocks noEditPoints="1"/>
            </p:cNvSpPr>
            <p:nvPr/>
          </p:nvSpPr>
          <p:spPr>
            <a:xfrm>
              <a:off x="3304" y="2148"/>
              <a:ext cx="84" cy="113"/>
            </a:xfrm>
            <a:custGeom>
              <a:avLst/>
              <a:gdLst>
                <a:gd name="txL" fmla="*/ 0 w 84"/>
                <a:gd name="txT" fmla="*/ 0 h 113"/>
                <a:gd name="txR" fmla="*/ 84 w 84"/>
                <a:gd name="txB" fmla="*/ 113 h 113"/>
              </a:gdLst>
              <a:ahLst/>
              <a:cxnLst>
                <a:cxn ang="0">
                  <a:pos x="84" y="113"/>
                </a:cxn>
                <a:cxn ang="0">
                  <a:pos x="78" y="71"/>
                </a:cxn>
                <a:cxn ang="0">
                  <a:pos x="60" y="35"/>
                </a:cxn>
                <a:cxn ang="0">
                  <a:pos x="30" y="1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30" y="12"/>
                </a:cxn>
                <a:cxn ang="0">
                  <a:pos x="60" y="35"/>
                </a:cxn>
                <a:cxn ang="0">
                  <a:pos x="78" y="71"/>
                </a:cxn>
                <a:cxn ang="0">
                  <a:pos x="84" y="113"/>
                </a:cxn>
                <a:cxn ang="0">
                  <a:pos x="84" y="113"/>
                </a:cxn>
                <a:cxn ang="0">
                  <a:pos x="84" y="113"/>
                </a:cxn>
                <a:cxn ang="0">
                  <a:pos x="84" y="113"/>
                </a:cxn>
                <a:cxn ang="0">
                  <a:pos x="84" y="113"/>
                </a:cxn>
              </a:cxnLst>
              <a:rect l="txL" t="txT" r="txR" b="txB"/>
              <a:pathLst>
                <a:path w="84" h="113">
                  <a:moveTo>
                    <a:pt x="84" y="113"/>
                  </a:moveTo>
                  <a:lnTo>
                    <a:pt x="78" y="71"/>
                  </a:lnTo>
                  <a:lnTo>
                    <a:pt x="60" y="35"/>
                  </a:lnTo>
                  <a:lnTo>
                    <a:pt x="30" y="12"/>
                  </a:lnTo>
                  <a:lnTo>
                    <a:pt x="0" y="0"/>
                  </a:lnTo>
                  <a:lnTo>
                    <a:pt x="30" y="12"/>
                  </a:lnTo>
                  <a:lnTo>
                    <a:pt x="60" y="35"/>
                  </a:lnTo>
                  <a:lnTo>
                    <a:pt x="78" y="71"/>
                  </a:lnTo>
                  <a:lnTo>
                    <a:pt x="84" y="113"/>
                  </a:lnTo>
                  <a:close/>
                  <a:moveTo>
                    <a:pt x="84" y="113"/>
                  </a:moveTo>
                  <a:lnTo>
                    <a:pt x="84" y="11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27" name="Freeform 188"/>
            <p:cNvSpPr>
              <a:spLocks noEditPoints="1"/>
            </p:cNvSpPr>
            <p:nvPr/>
          </p:nvSpPr>
          <p:spPr>
            <a:xfrm>
              <a:off x="3214" y="2148"/>
              <a:ext cx="90" cy="113"/>
            </a:xfrm>
            <a:custGeom>
              <a:avLst/>
              <a:gdLst>
                <a:gd name="txL" fmla="*/ 0 w 90"/>
                <a:gd name="txT" fmla="*/ 0 h 113"/>
                <a:gd name="txR" fmla="*/ 90 w 90"/>
                <a:gd name="txB" fmla="*/ 113 h 113"/>
              </a:gdLst>
              <a:ahLst/>
              <a:cxnLst>
                <a:cxn ang="0">
                  <a:pos x="90" y="0"/>
                </a:cxn>
                <a:cxn ang="0">
                  <a:pos x="54" y="12"/>
                </a:cxn>
                <a:cxn ang="0">
                  <a:pos x="30" y="35"/>
                </a:cxn>
                <a:cxn ang="0">
                  <a:pos x="6" y="71"/>
                </a:cxn>
                <a:cxn ang="0">
                  <a:pos x="0" y="113"/>
                </a:cxn>
                <a:cxn ang="0">
                  <a:pos x="0" y="113"/>
                </a:cxn>
                <a:cxn ang="0">
                  <a:pos x="6" y="71"/>
                </a:cxn>
                <a:cxn ang="0">
                  <a:pos x="30" y="35"/>
                </a:cxn>
                <a:cxn ang="0">
                  <a:pos x="54" y="12"/>
                </a:cxn>
                <a:cxn ang="0">
                  <a:pos x="90" y="0"/>
                </a:cxn>
                <a:cxn ang="0">
                  <a:pos x="90" y="0"/>
                </a:cxn>
                <a:cxn ang="0">
                  <a:pos x="90" y="0"/>
                </a:cxn>
                <a:cxn ang="0">
                  <a:pos x="90" y="0"/>
                </a:cxn>
                <a:cxn ang="0">
                  <a:pos x="90" y="0"/>
                </a:cxn>
              </a:cxnLst>
              <a:rect l="txL" t="txT" r="txR" b="txB"/>
              <a:pathLst>
                <a:path w="90" h="113">
                  <a:moveTo>
                    <a:pt x="90" y="0"/>
                  </a:moveTo>
                  <a:lnTo>
                    <a:pt x="54" y="12"/>
                  </a:lnTo>
                  <a:lnTo>
                    <a:pt x="30" y="35"/>
                  </a:lnTo>
                  <a:lnTo>
                    <a:pt x="6" y="71"/>
                  </a:lnTo>
                  <a:lnTo>
                    <a:pt x="0" y="113"/>
                  </a:lnTo>
                  <a:lnTo>
                    <a:pt x="6" y="71"/>
                  </a:lnTo>
                  <a:lnTo>
                    <a:pt x="30" y="35"/>
                  </a:lnTo>
                  <a:lnTo>
                    <a:pt x="54" y="12"/>
                  </a:lnTo>
                  <a:lnTo>
                    <a:pt x="90" y="0"/>
                  </a:lnTo>
                  <a:close/>
                  <a:moveTo>
                    <a:pt x="90" y="0"/>
                  </a:moveTo>
                  <a:lnTo>
                    <a:pt x="9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28" name="Freeform 189"/>
            <p:cNvSpPr>
              <a:spLocks noEditPoints="1"/>
            </p:cNvSpPr>
            <p:nvPr/>
          </p:nvSpPr>
          <p:spPr>
            <a:xfrm>
              <a:off x="3214" y="2261"/>
              <a:ext cx="90" cy="113"/>
            </a:xfrm>
            <a:custGeom>
              <a:avLst/>
              <a:gdLst>
                <a:gd name="txL" fmla="*/ 0 w 90"/>
                <a:gd name="txT" fmla="*/ 0 h 113"/>
                <a:gd name="txR" fmla="*/ 90 w 90"/>
                <a:gd name="txB" fmla="*/ 113 h 113"/>
              </a:gdLst>
              <a:ahLst/>
              <a:cxnLst>
                <a:cxn ang="0">
                  <a:pos x="0" y="0"/>
                </a:cxn>
                <a:cxn ang="0">
                  <a:pos x="6" y="48"/>
                </a:cxn>
                <a:cxn ang="0">
                  <a:pos x="30" y="84"/>
                </a:cxn>
                <a:cxn ang="0">
                  <a:pos x="54" y="107"/>
                </a:cxn>
                <a:cxn ang="0">
                  <a:pos x="90" y="113"/>
                </a:cxn>
                <a:cxn ang="0">
                  <a:pos x="90" y="113"/>
                </a:cxn>
                <a:cxn ang="0">
                  <a:pos x="54" y="107"/>
                </a:cxn>
                <a:cxn ang="0">
                  <a:pos x="30" y="84"/>
                </a:cxn>
                <a:cxn ang="0">
                  <a:pos x="6" y="4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90" h="113">
                  <a:moveTo>
                    <a:pt x="0" y="0"/>
                  </a:moveTo>
                  <a:lnTo>
                    <a:pt x="6" y="48"/>
                  </a:lnTo>
                  <a:lnTo>
                    <a:pt x="30" y="84"/>
                  </a:lnTo>
                  <a:lnTo>
                    <a:pt x="54" y="107"/>
                  </a:lnTo>
                  <a:lnTo>
                    <a:pt x="90" y="113"/>
                  </a:lnTo>
                  <a:lnTo>
                    <a:pt x="54" y="107"/>
                  </a:lnTo>
                  <a:lnTo>
                    <a:pt x="30" y="84"/>
                  </a:lnTo>
                  <a:lnTo>
                    <a:pt x="6" y="48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29" name="Freeform 190"/>
            <p:cNvSpPr/>
            <p:nvPr/>
          </p:nvSpPr>
          <p:spPr>
            <a:xfrm>
              <a:off x="3304" y="2374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30" name="Freeform 191"/>
            <p:cNvSpPr/>
            <p:nvPr/>
          </p:nvSpPr>
          <p:spPr>
            <a:xfrm>
              <a:off x="3298" y="2261"/>
              <a:ext cx="1" cy="90"/>
            </a:xfrm>
            <a:custGeom>
              <a:avLst/>
              <a:gdLst>
                <a:gd name="txL" fmla="*/ 0 w 1"/>
                <a:gd name="txT" fmla="*/ 0 h 90"/>
                <a:gd name="txR" fmla="*/ 1 w 1"/>
                <a:gd name="txB" fmla="*/ 90 h 90"/>
              </a:gdLst>
              <a:ahLst/>
              <a:cxnLst>
                <a:cxn ang="0">
                  <a:pos x="0" y="90"/>
                </a:cxn>
                <a:cxn ang="0">
                  <a:pos x="0" y="0"/>
                </a:cxn>
                <a:cxn ang="0">
                  <a:pos x="0" y="90"/>
                </a:cxn>
                <a:cxn ang="0">
                  <a:pos x="0" y="90"/>
                </a:cxn>
              </a:cxnLst>
              <a:rect l="txL" t="txT" r="txR" b="txB"/>
              <a:pathLst>
                <a:path w="1" h="90">
                  <a:moveTo>
                    <a:pt x="0" y="90"/>
                  </a:moveTo>
                  <a:lnTo>
                    <a:pt x="0" y="0"/>
                  </a:lnTo>
                  <a:lnTo>
                    <a:pt x="0" y="9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31" name="Freeform 192"/>
            <p:cNvSpPr/>
            <p:nvPr/>
          </p:nvSpPr>
          <p:spPr>
            <a:xfrm>
              <a:off x="3280" y="2177"/>
              <a:ext cx="42" cy="102"/>
            </a:xfrm>
            <a:custGeom>
              <a:avLst/>
              <a:gdLst>
                <a:gd name="txL" fmla="*/ 0 w 42"/>
                <a:gd name="txT" fmla="*/ 0 h 102"/>
                <a:gd name="txR" fmla="*/ 42 w 42"/>
                <a:gd name="txB" fmla="*/ 102 h 102"/>
              </a:gdLst>
              <a:ahLst/>
              <a:cxnLst>
                <a:cxn ang="0">
                  <a:pos x="42" y="102"/>
                </a:cxn>
                <a:cxn ang="0">
                  <a:pos x="18" y="0"/>
                </a:cxn>
                <a:cxn ang="0">
                  <a:pos x="0" y="102"/>
                </a:cxn>
                <a:cxn ang="0">
                  <a:pos x="42" y="102"/>
                </a:cxn>
                <a:cxn ang="0">
                  <a:pos x="42" y="102"/>
                </a:cxn>
              </a:cxnLst>
              <a:rect l="txL" t="txT" r="txR" b="txB"/>
              <a:pathLst>
                <a:path w="42" h="102">
                  <a:moveTo>
                    <a:pt x="42" y="102"/>
                  </a:moveTo>
                  <a:lnTo>
                    <a:pt x="18" y="0"/>
                  </a:lnTo>
                  <a:lnTo>
                    <a:pt x="0" y="102"/>
                  </a:lnTo>
                  <a:lnTo>
                    <a:pt x="42" y="10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32" name="Freeform 193"/>
            <p:cNvSpPr/>
            <p:nvPr/>
          </p:nvSpPr>
          <p:spPr>
            <a:xfrm>
              <a:off x="4907" y="2106"/>
              <a:ext cx="228" cy="304"/>
            </a:xfrm>
            <a:custGeom>
              <a:avLst/>
              <a:gdLst>
                <a:gd name="txL" fmla="*/ 0 w 228"/>
                <a:gd name="txT" fmla="*/ 0 h 304"/>
                <a:gd name="txR" fmla="*/ 228 w 228"/>
                <a:gd name="txB" fmla="*/ 304 h 304"/>
              </a:gdLst>
              <a:ahLst/>
              <a:cxnLst>
                <a:cxn ang="0">
                  <a:pos x="0" y="149"/>
                </a:cxn>
                <a:cxn ang="0">
                  <a:pos x="114" y="304"/>
                </a:cxn>
                <a:cxn ang="0">
                  <a:pos x="228" y="149"/>
                </a:cxn>
                <a:cxn ang="0">
                  <a:pos x="114" y="0"/>
                </a:cxn>
                <a:cxn ang="0">
                  <a:pos x="0" y="149"/>
                </a:cxn>
                <a:cxn ang="0">
                  <a:pos x="0" y="149"/>
                </a:cxn>
              </a:cxnLst>
              <a:rect l="txL" t="txT" r="txR" b="txB"/>
              <a:pathLst>
                <a:path w="228" h="304">
                  <a:moveTo>
                    <a:pt x="0" y="149"/>
                  </a:moveTo>
                  <a:lnTo>
                    <a:pt x="114" y="304"/>
                  </a:lnTo>
                  <a:lnTo>
                    <a:pt x="228" y="149"/>
                  </a:lnTo>
                  <a:lnTo>
                    <a:pt x="114" y="0"/>
                  </a:lnTo>
                  <a:lnTo>
                    <a:pt x="0" y="14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33" name="Freeform 194"/>
            <p:cNvSpPr/>
            <p:nvPr/>
          </p:nvSpPr>
          <p:spPr>
            <a:xfrm>
              <a:off x="4907" y="2255"/>
              <a:ext cx="114" cy="155"/>
            </a:xfrm>
            <a:custGeom>
              <a:avLst/>
              <a:gdLst>
                <a:gd name="txL" fmla="*/ 0 w 114"/>
                <a:gd name="txT" fmla="*/ 0 h 155"/>
                <a:gd name="txR" fmla="*/ 114 w 114"/>
                <a:gd name="txB" fmla="*/ 155 h 155"/>
              </a:gdLst>
              <a:ahLst/>
              <a:cxnLst>
                <a:cxn ang="0">
                  <a:pos x="0" y="0"/>
                </a:cxn>
                <a:cxn ang="0">
                  <a:pos x="114" y="155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14" h="155">
                  <a:moveTo>
                    <a:pt x="0" y="0"/>
                  </a:moveTo>
                  <a:lnTo>
                    <a:pt x="114" y="1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34" name="Freeform 195"/>
            <p:cNvSpPr>
              <a:spLocks noEditPoints="1"/>
            </p:cNvSpPr>
            <p:nvPr/>
          </p:nvSpPr>
          <p:spPr>
            <a:xfrm>
              <a:off x="5021" y="2255"/>
              <a:ext cx="114" cy="155"/>
            </a:xfrm>
            <a:custGeom>
              <a:avLst/>
              <a:gdLst>
                <a:gd name="txL" fmla="*/ 0 w 114"/>
                <a:gd name="txT" fmla="*/ 0 h 155"/>
                <a:gd name="txR" fmla="*/ 114 w 114"/>
                <a:gd name="txB" fmla="*/ 155 h 155"/>
              </a:gdLst>
              <a:ahLst/>
              <a:cxnLst>
                <a:cxn ang="0">
                  <a:pos x="0" y="155"/>
                </a:cxn>
                <a:cxn ang="0">
                  <a:pos x="114" y="0"/>
                </a:cxn>
                <a:cxn ang="0">
                  <a:pos x="0" y="155"/>
                </a:cxn>
                <a:cxn ang="0">
                  <a:pos x="0" y="155"/>
                </a:cxn>
                <a:cxn ang="0">
                  <a:pos x="0" y="155"/>
                </a:cxn>
                <a:cxn ang="0">
                  <a:pos x="0" y="155"/>
                </a:cxn>
                <a:cxn ang="0">
                  <a:pos x="0" y="155"/>
                </a:cxn>
              </a:cxnLst>
              <a:rect l="txL" t="txT" r="txR" b="txB"/>
              <a:pathLst>
                <a:path w="114" h="155">
                  <a:moveTo>
                    <a:pt x="0" y="155"/>
                  </a:moveTo>
                  <a:lnTo>
                    <a:pt x="114" y="0"/>
                  </a:lnTo>
                  <a:lnTo>
                    <a:pt x="0" y="155"/>
                  </a:lnTo>
                  <a:close/>
                  <a:moveTo>
                    <a:pt x="0" y="155"/>
                  </a:moveTo>
                  <a:lnTo>
                    <a:pt x="0" y="15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35" name="Freeform 196"/>
            <p:cNvSpPr>
              <a:spLocks noEditPoints="1"/>
            </p:cNvSpPr>
            <p:nvPr/>
          </p:nvSpPr>
          <p:spPr>
            <a:xfrm>
              <a:off x="5021" y="2106"/>
              <a:ext cx="114" cy="149"/>
            </a:xfrm>
            <a:custGeom>
              <a:avLst/>
              <a:gdLst>
                <a:gd name="txL" fmla="*/ 0 w 114"/>
                <a:gd name="txT" fmla="*/ 0 h 149"/>
                <a:gd name="txR" fmla="*/ 114 w 114"/>
                <a:gd name="txB" fmla="*/ 149 h 149"/>
              </a:gdLst>
              <a:ahLst/>
              <a:cxnLst>
                <a:cxn ang="0">
                  <a:pos x="114" y="149"/>
                </a:cxn>
                <a:cxn ang="0">
                  <a:pos x="0" y="0"/>
                </a:cxn>
                <a:cxn ang="0">
                  <a:pos x="114" y="149"/>
                </a:cxn>
                <a:cxn ang="0">
                  <a:pos x="114" y="149"/>
                </a:cxn>
                <a:cxn ang="0">
                  <a:pos x="114" y="149"/>
                </a:cxn>
                <a:cxn ang="0">
                  <a:pos x="114" y="149"/>
                </a:cxn>
                <a:cxn ang="0">
                  <a:pos x="114" y="149"/>
                </a:cxn>
              </a:cxnLst>
              <a:rect l="txL" t="txT" r="txR" b="txB"/>
              <a:pathLst>
                <a:path w="114" h="149">
                  <a:moveTo>
                    <a:pt x="114" y="149"/>
                  </a:moveTo>
                  <a:lnTo>
                    <a:pt x="0" y="0"/>
                  </a:lnTo>
                  <a:lnTo>
                    <a:pt x="114" y="149"/>
                  </a:lnTo>
                  <a:close/>
                  <a:moveTo>
                    <a:pt x="114" y="149"/>
                  </a:moveTo>
                  <a:lnTo>
                    <a:pt x="114" y="14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36" name="Freeform 197"/>
            <p:cNvSpPr>
              <a:spLocks noEditPoints="1"/>
            </p:cNvSpPr>
            <p:nvPr/>
          </p:nvSpPr>
          <p:spPr>
            <a:xfrm>
              <a:off x="4907" y="2106"/>
              <a:ext cx="114" cy="149"/>
            </a:xfrm>
            <a:custGeom>
              <a:avLst/>
              <a:gdLst>
                <a:gd name="txL" fmla="*/ 0 w 114"/>
                <a:gd name="txT" fmla="*/ 0 h 149"/>
                <a:gd name="txR" fmla="*/ 114 w 114"/>
                <a:gd name="txB" fmla="*/ 149 h 149"/>
              </a:gdLst>
              <a:ahLst/>
              <a:cxnLst>
                <a:cxn ang="0">
                  <a:pos x="114" y="0"/>
                </a:cxn>
                <a:cxn ang="0">
                  <a:pos x="0" y="149"/>
                </a:cxn>
                <a:cxn ang="0">
                  <a:pos x="114" y="0"/>
                </a:cxn>
                <a:cxn ang="0">
                  <a:pos x="114" y="0"/>
                </a:cxn>
                <a:cxn ang="0">
                  <a:pos x="114" y="0"/>
                </a:cxn>
                <a:cxn ang="0">
                  <a:pos x="114" y="0"/>
                </a:cxn>
                <a:cxn ang="0">
                  <a:pos x="114" y="0"/>
                </a:cxn>
              </a:cxnLst>
              <a:rect l="txL" t="txT" r="txR" b="txB"/>
              <a:pathLst>
                <a:path w="114" h="149">
                  <a:moveTo>
                    <a:pt x="114" y="0"/>
                  </a:moveTo>
                  <a:lnTo>
                    <a:pt x="0" y="149"/>
                  </a:lnTo>
                  <a:lnTo>
                    <a:pt x="114" y="0"/>
                  </a:lnTo>
                  <a:close/>
                  <a:moveTo>
                    <a:pt x="114" y="0"/>
                  </a:moveTo>
                  <a:lnTo>
                    <a:pt x="114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37" name="Freeform 198"/>
            <p:cNvSpPr/>
            <p:nvPr/>
          </p:nvSpPr>
          <p:spPr>
            <a:xfrm>
              <a:off x="4907" y="2255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38" name="Freeform 199"/>
            <p:cNvSpPr/>
            <p:nvPr/>
          </p:nvSpPr>
          <p:spPr>
            <a:xfrm>
              <a:off x="5021" y="2171"/>
              <a:ext cx="1" cy="90"/>
            </a:xfrm>
            <a:custGeom>
              <a:avLst/>
              <a:gdLst>
                <a:gd name="txL" fmla="*/ 0 w 1"/>
                <a:gd name="txT" fmla="*/ 0 h 90"/>
                <a:gd name="txR" fmla="*/ 1 w 1"/>
                <a:gd name="txB" fmla="*/ 90 h 90"/>
              </a:gdLst>
              <a:ahLst/>
              <a:cxnLst>
                <a:cxn ang="0">
                  <a:pos x="0" y="0"/>
                </a:cxn>
                <a:cxn ang="0">
                  <a:pos x="0" y="9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90">
                  <a:moveTo>
                    <a:pt x="0" y="0"/>
                  </a:moveTo>
                  <a:lnTo>
                    <a:pt x="0" y="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39" name="Freeform 200"/>
            <p:cNvSpPr/>
            <p:nvPr/>
          </p:nvSpPr>
          <p:spPr>
            <a:xfrm>
              <a:off x="4997" y="2243"/>
              <a:ext cx="42" cy="102"/>
            </a:xfrm>
            <a:custGeom>
              <a:avLst/>
              <a:gdLst>
                <a:gd name="txL" fmla="*/ 0 w 42"/>
                <a:gd name="txT" fmla="*/ 0 h 102"/>
                <a:gd name="txR" fmla="*/ 42 w 42"/>
                <a:gd name="txB" fmla="*/ 102 h 102"/>
              </a:gdLst>
              <a:ahLst/>
              <a:cxnLst>
                <a:cxn ang="0">
                  <a:pos x="0" y="0"/>
                </a:cxn>
                <a:cxn ang="0">
                  <a:pos x="24" y="102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42" h="102">
                  <a:moveTo>
                    <a:pt x="0" y="0"/>
                  </a:moveTo>
                  <a:lnTo>
                    <a:pt x="24" y="102"/>
                  </a:lnTo>
                  <a:lnTo>
                    <a:pt x="4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40" name="Freeform 201"/>
            <p:cNvSpPr/>
            <p:nvPr/>
          </p:nvSpPr>
          <p:spPr>
            <a:xfrm>
              <a:off x="4148" y="2124"/>
              <a:ext cx="24" cy="268"/>
            </a:xfrm>
            <a:custGeom>
              <a:avLst/>
              <a:gdLst>
                <a:gd name="txL" fmla="*/ 0 w 24"/>
                <a:gd name="txT" fmla="*/ 0 h 268"/>
                <a:gd name="txR" fmla="*/ 24 w 24"/>
                <a:gd name="txB" fmla="*/ 268 h 268"/>
              </a:gdLst>
              <a:ahLst/>
              <a:cxnLst>
                <a:cxn ang="0">
                  <a:pos x="0" y="0"/>
                </a:cxn>
                <a:cxn ang="0">
                  <a:pos x="24" y="0"/>
                </a:cxn>
                <a:cxn ang="0">
                  <a:pos x="24" y="268"/>
                </a:cxn>
                <a:cxn ang="0">
                  <a:pos x="0" y="268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4" h="268">
                  <a:moveTo>
                    <a:pt x="0" y="0"/>
                  </a:moveTo>
                  <a:lnTo>
                    <a:pt x="24" y="0"/>
                  </a:lnTo>
                  <a:lnTo>
                    <a:pt x="24" y="268"/>
                  </a:lnTo>
                  <a:lnTo>
                    <a:pt x="0" y="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41" name="Freeform 202"/>
            <p:cNvSpPr/>
            <p:nvPr/>
          </p:nvSpPr>
          <p:spPr>
            <a:xfrm>
              <a:off x="4130" y="2380"/>
              <a:ext cx="30" cy="18"/>
            </a:xfrm>
            <a:custGeom>
              <a:avLst/>
              <a:gdLst>
                <a:gd name="txL" fmla="*/ 0 w 30"/>
                <a:gd name="txT" fmla="*/ 0 h 18"/>
                <a:gd name="txR" fmla="*/ 30 w 30"/>
                <a:gd name="txB" fmla="*/ 18 h 18"/>
              </a:gdLst>
              <a:ahLst/>
              <a:cxnLst>
                <a:cxn ang="0">
                  <a:pos x="30" y="18"/>
                </a:cxn>
                <a:cxn ang="0">
                  <a:pos x="0" y="0"/>
                </a:cxn>
                <a:cxn ang="0">
                  <a:pos x="30" y="18"/>
                </a:cxn>
                <a:cxn ang="0">
                  <a:pos x="30" y="18"/>
                </a:cxn>
              </a:cxnLst>
              <a:rect l="txL" t="txT" r="txR" b="txB"/>
              <a:pathLst>
                <a:path w="30" h="18">
                  <a:moveTo>
                    <a:pt x="30" y="18"/>
                  </a:moveTo>
                  <a:lnTo>
                    <a:pt x="0" y="0"/>
                  </a:lnTo>
                  <a:lnTo>
                    <a:pt x="3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42" name="Freeform 203"/>
            <p:cNvSpPr>
              <a:spLocks noEditPoints="1"/>
            </p:cNvSpPr>
            <p:nvPr/>
          </p:nvSpPr>
          <p:spPr>
            <a:xfrm>
              <a:off x="4130" y="2362"/>
              <a:ext cx="30" cy="18"/>
            </a:xfrm>
            <a:custGeom>
              <a:avLst/>
              <a:gdLst>
                <a:gd name="txL" fmla="*/ 0 w 30"/>
                <a:gd name="txT" fmla="*/ 0 h 18"/>
                <a:gd name="txR" fmla="*/ 30 w 30"/>
                <a:gd name="txB" fmla="*/ 18 h 18"/>
              </a:gdLst>
              <a:ahLst/>
              <a:cxnLst>
                <a:cxn ang="0">
                  <a:pos x="0" y="18"/>
                </a:cxn>
                <a:cxn ang="0">
                  <a:pos x="30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</a:cxnLst>
              <a:rect l="txL" t="txT" r="txR" b="txB"/>
              <a:pathLst>
                <a:path w="30" h="18">
                  <a:moveTo>
                    <a:pt x="0" y="18"/>
                  </a:moveTo>
                  <a:lnTo>
                    <a:pt x="30" y="0"/>
                  </a:lnTo>
                  <a:lnTo>
                    <a:pt x="0" y="18"/>
                  </a:lnTo>
                  <a:close/>
                  <a:moveTo>
                    <a:pt x="0" y="18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43" name="Freeform 204"/>
            <p:cNvSpPr>
              <a:spLocks noEditPoints="1"/>
            </p:cNvSpPr>
            <p:nvPr/>
          </p:nvSpPr>
          <p:spPr>
            <a:xfrm>
              <a:off x="4160" y="2345"/>
              <a:ext cx="29" cy="17"/>
            </a:xfrm>
            <a:custGeom>
              <a:avLst/>
              <a:gdLst>
                <a:gd name="txL" fmla="*/ 0 w 29"/>
                <a:gd name="txT" fmla="*/ 0 h 17"/>
                <a:gd name="txR" fmla="*/ 29 w 29"/>
                <a:gd name="txB" fmla="*/ 17 h 17"/>
              </a:gdLst>
              <a:ahLst/>
              <a:cxnLst>
                <a:cxn ang="0">
                  <a:pos x="0" y="17"/>
                </a:cxn>
                <a:cxn ang="0">
                  <a:pos x="29" y="0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0" y="17"/>
                </a:cxn>
              </a:cxnLst>
              <a:rect l="txL" t="txT" r="txR" b="txB"/>
              <a:pathLst>
                <a:path w="29" h="17">
                  <a:moveTo>
                    <a:pt x="0" y="17"/>
                  </a:moveTo>
                  <a:lnTo>
                    <a:pt x="29" y="0"/>
                  </a:lnTo>
                  <a:lnTo>
                    <a:pt x="0" y="17"/>
                  </a:lnTo>
                  <a:close/>
                  <a:moveTo>
                    <a:pt x="0" y="17"/>
                  </a:moveTo>
                  <a:lnTo>
                    <a:pt x="0" y="1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44" name="Freeform 205"/>
            <p:cNvSpPr>
              <a:spLocks noEditPoints="1"/>
            </p:cNvSpPr>
            <p:nvPr/>
          </p:nvSpPr>
          <p:spPr>
            <a:xfrm>
              <a:off x="4160" y="2327"/>
              <a:ext cx="29" cy="18"/>
            </a:xfrm>
            <a:custGeom>
              <a:avLst/>
              <a:gdLst>
                <a:gd name="txL" fmla="*/ 0 w 29"/>
                <a:gd name="txT" fmla="*/ 0 h 18"/>
                <a:gd name="txR" fmla="*/ 29 w 29"/>
                <a:gd name="txB" fmla="*/ 18 h 18"/>
              </a:gdLst>
              <a:ahLst/>
              <a:cxnLst>
                <a:cxn ang="0">
                  <a:pos x="29" y="18"/>
                </a:cxn>
                <a:cxn ang="0">
                  <a:pos x="0" y="0"/>
                </a:cxn>
                <a:cxn ang="0">
                  <a:pos x="29" y="18"/>
                </a:cxn>
                <a:cxn ang="0">
                  <a:pos x="29" y="18"/>
                </a:cxn>
                <a:cxn ang="0">
                  <a:pos x="29" y="18"/>
                </a:cxn>
                <a:cxn ang="0">
                  <a:pos x="29" y="18"/>
                </a:cxn>
                <a:cxn ang="0">
                  <a:pos x="29" y="18"/>
                </a:cxn>
              </a:cxnLst>
              <a:rect l="txL" t="txT" r="txR" b="txB"/>
              <a:pathLst>
                <a:path w="29" h="18">
                  <a:moveTo>
                    <a:pt x="29" y="18"/>
                  </a:moveTo>
                  <a:lnTo>
                    <a:pt x="0" y="0"/>
                  </a:lnTo>
                  <a:lnTo>
                    <a:pt x="29" y="18"/>
                  </a:lnTo>
                  <a:close/>
                  <a:moveTo>
                    <a:pt x="29" y="18"/>
                  </a:moveTo>
                  <a:lnTo>
                    <a:pt x="29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45" name="Freeform 206"/>
            <p:cNvSpPr>
              <a:spLocks noEditPoints="1"/>
            </p:cNvSpPr>
            <p:nvPr/>
          </p:nvSpPr>
          <p:spPr>
            <a:xfrm>
              <a:off x="4160" y="2327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46" name="Freeform 207"/>
            <p:cNvSpPr>
              <a:spLocks noEditPoints="1"/>
            </p:cNvSpPr>
            <p:nvPr/>
          </p:nvSpPr>
          <p:spPr>
            <a:xfrm>
              <a:off x="4130" y="2309"/>
              <a:ext cx="30" cy="18"/>
            </a:xfrm>
            <a:custGeom>
              <a:avLst/>
              <a:gdLst>
                <a:gd name="txL" fmla="*/ 0 w 30"/>
                <a:gd name="txT" fmla="*/ 0 h 18"/>
                <a:gd name="txR" fmla="*/ 30 w 30"/>
                <a:gd name="txB" fmla="*/ 18 h 18"/>
              </a:gdLst>
              <a:ahLst/>
              <a:cxnLst>
                <a:cxn ang="0">
                  <a:pos x="30" y="18"/>
                </a:cxn>
                <a:cxn ang="0">
                  <a:pos x="0" y="0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</a:cxnLst>
              <a:rect l="txL" t="txT" r="txR" b="txB"/>
              <a:pathLst>
                <a:path w="30" h="18">
                  <a:moveTo>
                    <a:pt x="30" y="18"/>
                  </a:moveTo>
                  <a:lnTo>
                    <a:pt x="0" y="0"/>
                  </a:lnTo>
                  <a:lnTo>
                    <a:pt x="30" y="18"/>
                  </a:lnTo>
                  <a:close/>
                  <a:moveTo>
                    <a:pt x="30" y="18"/>
                  </a:moveTo>
                  <a:lnTo>
                    <a:pt x="3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47" name="Freeform 208"/>
            <p:cNvSpPr>
              <a:spLocks noEditPoints="1"/>
            </p:cNvSpPr>
            <p:nvPr/>
          </p:nvSpPr>
          <p:spPr>
            <a:xfrm>
              <a:off x="4130" y="2291"/>
              <a:ext cx="30" cy="18"/>
            </a:xfrm>
            <a:custGeom>
              <a:avLst/>
              <a:gdLst>
                <a:gd name="txL" fmla="*/ 0 w 30"/>
                <a:gd name="txT" fmla="*/ 0 h 18"/>
                <a:gd name="txR" fmla="*/ 30 w 30"/>
                <a:gd name="txB" fmla="*/ 18 h 18"/>
              </a:gdLst>
              <a:ahLst/>
              <a:cxnLst>
                <a:cxn ang="0">
                  <a:pos x="0" y="18"/>
                </a:cxn>
                <a:cxn ang="0">
                  <a:pos x="30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</a:cxnLst>
              <a:rect l="txL" t="txT" r="txR" b="txB"/>
              <a:pathLst>
                <a:path w="30" h="18">
                  <a:moveTo>
                    <a:pt x="0" y="18"/>
                  </a:moveTo>
                  <a:lnTo>
                    <a:pt x="30" y="0"/>
                  </a:lnTo>
                  <a:lnTo>
                    <a:pt x="0" y="18"/>
                  </a:lnTo>
                  <a:close/>
                  <a:moveTo>
                    <a:pt x="0" y="18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48" name="Freeform 209"/>
            <p:cNvSpPr>
              <a:spLocks noEditPoints="1"/>
            </p:cNvSpPr>
            <p:nvPr/>
          </p:nvSpPr>
          <p:spPr>
            <a:xfrm>
              <a:off x="4160" y="2273"/>
              <a:ext cx="29" cy="18"/>
            </a:xfrm>
            <a:custGeom>
              <a:avLst/>
              <a:gdLst>
                <a:gd name="txL" fmla="*/ 0 w 29"/>
                <a:gd name="txT" fmla="*/ 0 h 18"/>
                <a:gd name="txR" fmla="*/ 29 w 29"/>
                <a:gd name="txB" fmla="*/ 18 h 18"/>
              </a:gdLst>
              <a:ahLst/>
              <a:cxnLst>
                <a:cxn ang="0">
                  <a:pos x="0" y="18"/>
                </a:cxn>
                <a:cxn ang="0">
                  <a:pos x="29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</a:cxnLst>
              <a:rect l="txL" t="txT" r="txR" b="txB"/>
              <a:pathLst>
                <a:path w="29" h="18">
                  <a:moveTo>
                    <a:pt x="0" y="18"/>
                  </a:moveTo>
                  <a:lnTo>
                    <a:pt x="29" y="0"/>
                  </a:lnTo>
                  <a:lnTo>
                    <a:pt x="0" y="18"/>
                  </a:lnTo>
                  <a:close/>
                  <a:moveTo>
                    <a:pt x="0" y="18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49" name="Freeform 210"/>
            <p:cNvSpPr>
              <a:spLocks noEditPoints="1"/>
            </p:cNvSpPr>
            <p:nvPr/>
          </p:nvSpPr>
          <p:spPr>
            <a:xfrm>
              <a:off x="4160" y="2255"/>
              <a:ext cx="29" cy="18"/>
            </a:xfrm>
            <a:custGeom>
              <a:avLst/>
              <a:gdLst>
                <a:gd name="txL" fmla="*/ 0 w 29"/>
                <a:gd name="txT" fmla="*/ 0 h 18"/>
                <a:gd name="txR" fmla="*/ 29 w 29"/>
                <a:gd name="txB" fmla="*/ 18 h 18"/>
              </a:gdLst>
              <a:ahLst/>
              <a:cxnLst>
                <a:cxn ang="0">
                  <a:pos x="29" y="18"/>
                </a:cxn>
                <a:cxn ang="0">
                  <a:pos x="0" y="0"/>
                </a:cxn>
                <a:cxn ang="0">
                  <a:pos x="29" y="18"/>
                </a:cxn>
                <a:cxn ang="0">
                  <a:pos x="29" y="18"/>
                </a:cxn>
                <a:cxn ang="0">
                  <a:pos x="29" y="18"/>
                </a:cxn>
                <a:cxn ang="0">
                  <a:pos x="29" y="18"/>
                </a:cxn>
                <a:cxn ang="0">
                  <a:pos x="29" y="18"/>
                </a:cxn>
              </a:cxnLst>
              <a:rect l="txL" t="txT" r="txR" b="txB"/>
              <a:pathLst>
                <a:path w="29" h="18">
                  <a:moveTo>
                    <a:pt x="29" y="18"/>
                  </a:moveTo>
                  <a:lnTo>
                    <a:pt x="0" y="0"/>
                  </a:lnTo>
                  <a:lnTo>
                    <a:pt x="29" y="18"/>
                  </a:lnTo>
                  <a:close/>
                  <a:moveTo>
                    <a:pt x="29" y="18"/>
                  </a:moveTo>
                  <a:lnTo>
                    <a:pt x="29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50" name="Freeform 211"/>
            <p:cNvSpPr>
              <a:spLocks noEditPoints="1"/>
            </p:cNvSpPr>
            <p:nvPr/>
          </p:nvSpPr>
          <p:spPr>
            <a:xfrm>
              <a:off x="4130" y="2237"/>
              <a:ext cx="30" cy="18"/>
            </a:xfrm>
            <a:custGeom>
              <a:avLst/>
              <a:gdLst>
                <a:gd name="txL" fmla="*/ 0 w 30"/>
                <a:gd name="txT" fmla="*/ 0 h 18"/>
                <a:gd name="txR" fmla="*/ 30 w 30"/>
                <a:gd name="txB" fmla="*/ 18 h 18"/>
              </a:gdLst>
              <a:ahLst/>
              <a:cxnLst>
                <a:cxn ang="0">
                  <a:pos x="30" y="18"/>
                </a:cxn>
                <a:cxn ang="0">
                  <a:pos x="0" y="0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</a:cxnLst>
              <a:rect l="txL" t="txT" r="txR" b="txB"/>
              <a:pathLst>
                <a:path w="30" h="18">
                  <a:moveTo>
                    <a:pt x="30" y="18"/>
                  </a:moveTo>
                  <a:lnTo>
                    <a:pt x="0" y="0"/>
                  </a:lnTo>
                  <a:lnTo>
                    <a:pt x="30" y="18"/>
                  </a:lnTo>
                  <a:close/>
                  <a:moveTo>
                    <a:pt x="30" y="18"/>
                  </a:moveTo>
                  <a:lnTo>
                    <a:pt x="3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51" name="Freeform 212"/>
            <p:cNvSpPr>
              <a:spLocks noEditPoints="1"/>
            </p:cNvSpPr>
            <p:nvPr/>
          </p:nvSpPr>
          <p:spPr>
            <a:xfrm>
              <a:off x="4130" y="2225"/>
              <a:ext cx="30" cy="12"/>
            </a:xfrm>
            <a:custGeom>
              <a:avLst/>
              <a:gdLst>
                <a:gd name="txL" fmla="*/ 0 w 30"/>
                <a:gd name="txT" fmla="*/ 0 h 12"/>
                <a:gd name="txR" fmla="*/ 30 w 30"/>
                <a:gd name="txB" fmla="*/ 12 h 12"/>
              </a:gdLst>
              <a:ahLst/>
              <a:cxnLst>
                <a:cxn ang="0">
                  <a:pos x="0" y="12"/>
                </a:cxn>
                <a:cxn ang="0">
                  <a:pos x="30" y="0"/>
                </a:cxn>
                <a:cxn ang="0">
                  <a:pos x="0" y="12"/>
                </a:cxn>
                <a:cxn ang="0">
                  <a:pos x="0" y="12"/>
                </a:cxn>
                <a:cxn ang="0">
                  <a:pos x="0" y="12"/>
                </a:cxn>
                <a:cxn ang="0">
                  <a:pos x="0" y="12"/>
                </a:cxn>
                <a:cxn ang="0">
                  <a:pos x="0" y="12"/>
                </a:cxn>
              </a:cxnLst>
              <a:rect l="txL" t="txT" r="txR" b="txB"/>
              <a:pathLst>
                <a:path w="30" h="12">
                  <a:moveTo>
                    <a:pt x="0" y="12"/>
                  </a:moveTo>
                  <a:lnTo>
                    <a:pt x="30" y="0"/>
                  </a:lnTo>
                  <a:lnTo>
                    <a:pt x="0" y="12"/>
                  </a:lnTo>
                  <a:close/>
                  <a:moveTo>
                    <a:pt x="0" y="12"/>
                  </a:moveTo>
                  <a:lnTo>
                    <a:pt x="0" y="1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52" name="Freeform 213"/>
            <p:cNvSpPr>
              <a:spLocks noEditPoints="1"/>
            </p:cNvSpPr>
            <p:nvPr/>
          </p:nvSpPr>
          <p:spPr>
            <a:xfrm>
              <a:off x="4160" y="2207"/>
              <a:ext cx="29" cy="18"/>
            </a:xfrm>
            <a:custGeom>
              <a:avLst/>
              <a:gdLst>
                <a:gd name="txL" fmla="*/ 0 w 29"/>
                <a:gd name="txT" fmla="*/ 0 h 18"/>
                <a:gd name="txR" fmla="*/ 29 w 29"/>
                <a:gd name="txB" fmla="*/ 18 h 18"/>
              </a:gdLst>
              <a:ahLst/>
              <a:cxnLst>
                <a:cxn ang="0">
                  <a:pos x="0" y="18"/>
                </a:cxn>
                <a:cxn ang="0">
                  <a:pos x="29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</a:cxnLst>
              <a:rect l="txL" t="txT" r="txR" b="txB"/>
              <a:pathLst>
                <a:path w="29" h="18">
                  <a:moveTo>
                    <a:pt x="0" y="18"/>
                  </a:moveTo>
                  <a:lnTo>
                    <a:pt x="29" y="0"/>
                  </a:lnTo>
                  <a:lnTo>
                    <a:pt x="0" y="18"/>
                  </a:lnTo>
                  <a:close/>
                  <a:moveTo>
                    <a:pt x="0" y="18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53" name="Freeform 214"/>
            <p:cNvSpPr>
              <a:spLocks noEditPoints="1"/>
            </p:cNvSpPr>
            <p:nvPr/>
          </p:nvSpPr>
          <p:spPr>
            <a:xfrm>
              <a:off x="4160" y="2189"/>
              <a:ext cx="29" cy="18"/>
            </a:xfrm>
            <a:custGeom>
              <a:avLst/>
              <a:gdLst>
                <a:gd name="txL" fmla="*/ 0 w 29"/>
                <a:gd name="txT" fmla="*/ 0 h 18"/>
                <a:gd name="txR" fmla="*/ 29 w 29"/>
                <a:gd name="txB" fmla="*/ 18 h 18"/>
              </a:gdLst>
              <a:ahLst/>
              <a:cxnLst>
                <a:cxn ang="0">
                  <a:pos x="29" y="18"/>
                </a:cxn>
                <a:cxn ang="0">
                  <a:pos x="0" y="0"/>
                </a:cxn>
                <a:cxn ang="0">
                  <a:pos x="29" y="18"/>
                </a:cxn>
                <a:cxn ang="0">
                  <a:pos x="29" y="18"/>
                </a:cxn>
                <a:cxn ang="0">
                  <a:pos x="29" y="18"/>
                </a:cxn>
                <a:cxn ang="0">
                  <a:pos x="29" y="18"/>
                </a:cxn>
                <a:cxn ang="0">
                  <a:pos x="29" y="18"/>
                </a:cxn>
              </a:cxnLst>
              <a:rect l="txL" t="txT" r="txR" b="txB"/>
              <a:pathLst>
                <a:path w="29" h="18">
                  <a:moveTo>
                    <a:pt x="29" y="18"/>
                  </a:moveTo>
                  <a:lnTo>
                    <a:pt x="0" y="0"/>
                  </a:lnTo>
                  <a:lnTo>
                    <a:pt x="29" y="18"/>
                  </a:lnTo>
                  <a:close/>
                  <a:moveTo>
                    <a:pt x="29" y="18"/>
                  </a:moveTo>
                  <a:lnTo>
                    <a:pt x="29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54" name="Freeform 215"/>
            <p:cNvSpPr>
              <a:spLocks noEditPoints="1"/>
            </p:cNvSpPr>
            <p:nvPr/>
          </p:nvSpPr>
          <p:spPr>
            <a:xfrm>
              <a:off x="4130" y="2171"/>
              <a:ext cx="30" cy="18"/>
            </a:xfrm>
            <a:custGeom>
              <a:avLst/>
              <a:gdLst>
                <a:gd name="txL" fmla="*/ 0 w 30"/>
                <a:gd name="txT" fmla="*/ 0 h 18"/>
                <a:gd name="txR" fmla="*/ 30 w 30"/>
                <a:gd name="txB" fmla="*/ 18 h 18"/>
              </a:gdLst>
              <a:ahLst/>
              <a:cxnLst>
                <a:cxn ang="0">
                  <a:pos x="30" y="18"/>
                </a:cxn>
                <a:cxn ang="0">
                  <a:pos x="0" y="0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</a:cxnLst>
              <a:rect l="txL" t="txT" r="txR" b="txB"/>
              <a:pathLst>
                <a:path w="30" h="18">
                  <a:moveTo>
                    <a:pt x="30" y="18"/>
                  </a:moveTo>
                  <a:lnTo>
                    <a:pt x="0" y="0"/>
                  </a:lnTo>
                  <a:lnTo>
                    <a:pt x="30" y="18"/>
                  </a:lnTo>
                  <a:close/>
                  <a:moveTo>
                    <a:pt x="30" y="18"/>
                  </a:moveTo>
                  <a:lnTo>
                    <a:pt x="3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55" name="Freeform 216"/>
            <p:cNvSpPr>
              <a:spLocks noEditPoints="1"/>
            </p:cNvSpPr>
            <p:nvPr/>
          </p:nvSpPr>
          <p:spPr>
            <a:xfrm>
              <a:off x="4130" y="2154"/>
              <a:ext cx="30" cy="17"/>
            </a:xfrm>
            <a:custGeom>
              <a:avLst/>
              <a:gdLst>
                <a:gd name="txL" fmla="*/ 0 w 30"/>
                <a:gd name="txT" fmla="*/ 0 h 17"/>
                <a:gd name="txR" fmla="*/ 30 w 30"/>
                <a:gd name="txB" fmla="*/ 17 h 17"/>
              </a:gdLst>
              <a:ahLst/>
              <a:cxnLst>
                <a:cxn ang="0">
                  <a:pos x="0" y="17"/>
                </a:cxn>
                <a:cxn ang="0">
                  <a:pos x="30" y="0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0" y="17"/>
                </a:cxn>
              </a:cxnLst>
              <a:rect l="txL" t="txT" r="txR" b="txB"/>
              <a:pathLst>
                <a:path w="30" h="17">
                  <a:moveTo>
                    <a:pt x="0" y="17"/>
                  </a:moveTo>
                  <a:lnTo>
                    <a:pt x="30" y="0"/>
                  </a:lnTo>
                  <a:lnTo>
                    <a:pt x="0" y="17"/>
                  </a:lnTo>
                  <a:close/>
                  <a:moveTo>
                    <a:pt x="0" y="17"/>
                  </a:moveTo>
                  <a:lnTo>
                    <a:pt x="0" y="1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56" name="Freeform 217"/>
            <p:cNvSpPr>
              <a:spLocks noEditPoints="1"/>
            </p:cNvSpPr>
            <p:nvPr/>
          </p:nvSpPr>
          <p:spPr>
            <a:xfrm>
              <a:off x="4160" y="2136"/>
              <a:ext cx="29" cy="18"/>
            </a:xfrm>
            <a:custGeom>
              <a:avLst/>
              <a:gdLst>
                <a:gd name="txL" fmla="*/ 0 w 29"/>
                <a:gd name="txT" fmla="*/ 0 h 18"/>
                <a:gd name="txR" fmla="*/ 29 w 29"/>
                <a:gd name="txB" fmla="*/ 18 h 18"/>
              </a:gdLst>
              <a:ahLst/>
              <a:cxnLst>
                <a:cxn ang="0">
                  <a:pos x="0" y="18"/>
                </a:cxn>
                <a:cxn ang="0">
                  <a:pos x="29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</a:cxnLst>
              <a:rect l="txL" t="txT" r="txR" b="txB"/>
              <a:pathLst>
                <a:path w="29" h="18">
                  <a:moveTo>
                    <a:pt x="0" y="18"/>
                  </a:moveTo>
                  <a:lnTo>
                    <a:pt x="29" y="0"/>
                  </a:lnTo>
                  <a:lnTo>
                    <a:pt x="0" y="18"/>
                  </a:lnTo>
                  <a:close/>
                  <a:moveTo>
                    <a:pt x="0" y="18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57" name="Freeform 218"/>
            <p:cNvSpPr>
              <a:spLocks noEditPoints="1"/>
            </p:cNvSpPr>
            <p:nvPr/>
          </p:nvSpPr>
          <p:spPr>
            <a:xfrm>
              <a:off x="4160" y="2118"/>
              <a:ext cx="29" cy="18"/>
            </a:xfrm>
            <a:custGeom>
              <a:avLst/>
              <a:gdLst>
                <a:gd name="txL" fmla="*/ 0 w 29"/>
                <a:gd name="txT" fmla="*/ 0 h 18"/>
                <a:gd name="txR" fmla="*/ 29 w 29"/>
                <a:gd name="txB" fmla="*/ 18 h 18"/>
              </a:gdLst>
              <a:ahLst/>
              <a:cxnLst>
                <a:cxn ang="0">
                  <a:pos x="29" y="18"/>
                </a:cxn>
                <a:cxn ang="0">
                  <a:pos x="0" y="0"/>
                </a:cxn>
                <a:cxn ang="0">
                  <a:pos x="29" y="18"/>
                </a:cxn>
                <a:cxn ang="0">
                  <a:pos x="29" y="18"/>
                </a:cxn>
                <a:cxn ang="0">
                  <a:pos x="29" y="18"/>
                </a:cxn>
                <a:cxn ang="0">
                  <a:pos x="29" y="18"/>
                </a:cxn>
                <a:cxn ang="0">
                  <a:pos x="29" y="18"/>
                </a:cxn>
              </a:cxnLst>
              <a:rect l="txL" t="txT" r="txR" b="txB"/>
              <a:pathLst>
                <a:path w="29" h="18">
                  <a:moveTo>
                    <a:pt x="29" y="18"/>
                  </a:moveTo>
                  <a:lnTo>
                    <a:pt x="0" y="0"/>
                  </a:lnTo>
                  <a:lnTo>
                    <a:pt x="29" y="18"/>
                  </a:lnTo>
                  <a:close/>
                  <a:moveTo>
                    <a:pt x="29" y="18"/>
                  </a:moveTo>
                  <a:lnTo>
                    <a:pt x="29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58" name="Freeform 219"/>
            <p:cNvSpPr/>
            <p:nvPr/>
          </p:nvSpPr>
          <p:spPr>
            <a:xfrm>
              <a:off x="3621" y="1765"/>
              <a:ext cx="204" cy="36"/>
            </a:xfrm>
            <a:custGeom>
              <a:avLst/>
              <a:gdLst>
                <a:gd name="txL" fmla="*/ 0 w 204"/>
                <a:gd name="txT" fmla="*/ 0 h 36"/>
                <a:gd name="txR" fmla="*/ 204 w 204"/>
                <a:gd name="txB" fmla="*/ 36 h 36"/>
              </a:gdLst>
              <a:ahLst/>
              <a:cxnLst>
                <a:cxn ang="0">
                  <a:pos x="0" y="36"/>
                </a:cxn>
                <a:cxn ang="0">
                  <a:pos x="0" y="0"/>
                </a:cxn>
                <a:cxn ang="0">
                  <a:pos x="204" y="0"/>
                </a:cxn>
                <a:cxn ang="0">
                  <a:pos x="204" y="36"/>
                </a:cxn>
                <a:cxn ang="0">
                  <a:pos x="0" y="36"/>
                </a:cxn>
                <a:cxn ang="0">
                  <a:pos x="0" y="36"/>
                </a:cxn>
              </a:cxnLst>
              <a:rect l="txL" t="txT" r="txR" b="txB"/>
              <a:pathLst>
                <a:path w="204" h="36">
                  <a:moveTo>
                    <a:pt x="0" y="36"/>
                  </a:moveTo>
                  <a:lnTo>
                    <a:pt x="0" y="0"/>
                  </a:lnTo>
                  <a:lnTo>
                    <a:pt x="204" y="0"/>
                  </a:lnTo>
                  <a:lnTo>
                    <a:pt x="204" y="36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59" name="Freeform 220"/>
            <p:cNvSpPr/>
            <p:nvPr/>
          </p:nvSpPr>
          <p:spPr>
            <a:xfrm>
              <a:off x="3819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60" name="Freeform 221"/>
            <p:cNvSpPr>
              <a:spLocks noEditPoints="1"/>
            </p:cNvSpPr>
            <p:nvPr/>
          </p:nvSpPr>
          <p:spPr>
            <a:xfrm>
              <a:off x="3807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61" name="Freeform 222"/>
            <p:cNvSpPr>
              <a:spLocks noEditPoints="1"/>
            </p:cNvSpPr>
            <p:nvPr/>
          </p:nvSpPr>
          <p:spPr>
            <a:xfrm>
              <a:off x="3789" y="1742"/>
              <a:ext cx="18" cy="41"/>
            </a:xfrm>
            <a:custGeom>
              <a:avLst/>
              <a:gdLst>
                <a:gd name="txL" fmla="*/ 0 w 18"/>
                <a:gd name="txT" fmla="*/ 0 h 41"/>
                <a:gd name="txR" fmla="*/ 18 w 18"/>
                <a:gd name="txB" fmla="*/ 41 h 41"/>
              </a:gdLst>
              <a:ahLst/>
              <a:cxnLst>
                <a:cxn ang="0">
                  <a:pos x="18" y="41"/>
                </a:cxn>
                <a:cxn ang="0">
                  <a:pos x="0" y="0"/>
                </a:cxn>
                <a:cxn ang="0">
                  <a:pos x="18" y="41"/>
                </a:cxn>
                <a:cxn ang="0">
                  <a:pos x="18" y="41"/>
                </a:cxn>
                <a:cxn ang="0">
                  <a:pos x="18" y="41"/>
                </a:cxn>
                <a:cxn ang="0">
                  <a:pos x="18" y="41"/>
                </a:cxn>
                <a:cxn ang="0">
                  <a:pos x="18" y="41"/>
                </a:cxn>
              </a:cxnLst>
              <a:rect l="txL" t="txT" r="txR" b="txB"/>
              <a:pathLst>
                <a:path w="18" h="41">
                  <a:moveTo>
                    <a:pt x="18" y="41"/>
                  </a:moveTo>
                  <a:lnTo>
                    <a:pt x="0" y="0"/>
                  </a:lnTo>
                  <a:lnTo>
                    <a:pt x="18" y="41"/>
                  </a:lnTo>
                  <a:close/>
                  <a:moveTo>
                    <a:pt x="18" y="41"/>
                  </a:moveTo>
                  <a:lnTo>
                    <a:pt x="18" y="41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62" name="Freeform 223"/>
            <p:cNvSpPr>
              <a:spLocks noEditPoints="1"/>
            </p:cNvSpPr>
            <p:nvPr/>
          </p:nvSpPr>
          <p:spPr>
            <a:xfrm>
              <a:off x="3777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0"/>
                </a:cxn>
                <a:cxn ang="0">
                  <a:pos x="0" y="41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1">
                  <a:moveTo>
                    <a:pt x="12" y="0"/>
                  </a:moveTo>
                  <a:lnTo>
                    <a:pt x="0" y="41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63" name="Freeform 224"/>
            <p:cNvSpPr>
              <a:spLocks noEditPoints="1"/>
            </p:cNvSpPr>
            <p:nvPr/>
          </p:nvSpPr>
          <p:spPr>
            <a:xfrm>
              <a:off x="3777" y="1783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64" name="Freeform 225"/>
            <p:cNvSpPr>
              <a:spLocks noEditPoints="1"/>
            </p:cNvSpPr>
            <p:nvPr/>
          </p:nvSpPr>
          <p:spPr>
            <a:xfrm>
              <a:off x="3765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65" name="Freeform 226"/>
            <p:cNvSpPr>
              <a:spLocks noEditPoints="1"/>
            </p:cNvSpPr>
            <p:nvPr/>
          </p:nvSpPr>
          <p:spPr>
            <a:xfrm>
              <a:off x="3753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66" name="Freeform 227"/>
            <p:cNvSpPr>
              <a:spLocks noEditPoints="1"/>
            </p:cNvSpPr>
            <p:nvPr/>
          </p:nvSpPr>
          <p:spPr>
            <a:xfrm>
              <a:off x="3735" y="1742"/>
              <a:ext cx="18" cy="41"/>
            </a:xfrm>
            <a:custGeom>
              <a:avLst/>
              <a:gdLst>
                <a:gd name="txL" fmla="*/ 0 w 18"/>
                <a:gd name="txT" fmla="*/ 0 h 41"/>
                <a:gd name="txR" fmla="*/ 18 w 18"/>
                <a:gd name="txB" fmla="*/ 41 h 41"/>
              </a:gdLst>
              <a:ahLst/>
              <a:cxnLst>
                <a:cxn ang="0">
                  <a:pos x="18" y="41"/>
                </a:cxn>
                <a:cxn ang="0">
                  <a:pos x="0" y="0"/>
                </a:cxn>
                <a:cxn ang="0">
                  <a:pos x="18" y="41"/>
                </a:cxn>
                <a:cxn ang="0">
                  <a:pos x="18" y="41"/>
                </a:cxn>
                <a:cxn ang="0">
                  <a:pos x="18" y="41"/>
                </a:cxn>
                <a:cxn ang="0">
                  <a:pos x="18" y="41"/>
                </a:cxn>
                <a:cxn ang="0">
                  <a:pos x="18" y="41"/>
                </a:cxn>
              </a:cxnLst>
              <a:rect l="txL" t="txT" r="txR" b="txB"/>
              <a:pathLst>
                <a:path w="18" h="41">
                  <a:moveTo>
                    <a:pt x="18" y="41"/>
                  </a:moveTo>
                  <a:lnTo>
                    <a:pt x="0" y="0"/>
                  </a:lnTo>
                  <a:lnTo>
                    <a:pt x="18" y="41"/>
                  </a:lnTo>
                  <a:close/>
                  <a:moveTo>
                    <a:pt x="18" y="41"/>
                  </a:moveTo>
                  <a:lnTo>
                    <a:pt x="18" y="41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67" name="Freeform 228"/>
            <p:cNvSpPr>
              <a:spLocks noEditPoints="1"/>
            </p:cNvSpPr>
            <p:nvPr/>
          </p:nvSpPr>
          <p:spPr>
            <a:xfrm>
              <a:off x="3723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0"/>
                </a:cxn>
                <a:cxn ang="0">
                  <a:pos x="0" y="41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1">
                  <a:moveTo>
                    <a:pt x="12" y="0"/>
                  </a:moveTo>
                  <a:lnTo>
                    <a:pt x="0" y="41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68" name="Freeform 229"/>
            <p:cNvSpPr>
              <a:spLocks noEditPoints="1"/>
            </p:cNvSpPr>
            <p:nvPr/>
          </p:nvSpPr>
          <p:spPr>
            <a:xfrm>
              <a:off x="3711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69" name="Freeform 230"/>
            <p:cNvSpPr>
              <a:spLocks noEditPoints="1"/>
            </p:cNvSpPr>
            <p:nvPr/>
          </p:nvSpPr>
          <p:spPr>
            <a:xfrm>
              <a:off x="3699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70" name="Freeform 231"/>
            <p:cNvSpPr>
              <a:spLocks noEditPoints="1"/>
            </p:cNvSpPr>
            <p:nvPr/>
          </p:nvSpPr>
          <p:spPr>
            <a:xfrm>
              <a:off x="3687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41"/>
                </a:cxn>
                <a:cxn ang="0">
                  <a:pos x="0" y="0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</a:cxnLst>
              <a:rect l="txL" t="txT" r="txR" b="txB"/>
              <a:pathLst>
                <a:path w="12" h="41">
                  <a:moveTo>
                    <a:pt x="12" y="41"/>
                  </a:moveTo>
                  <a:lnTo>
                    <a:pt x="0" y="0"/>
                  </a:lnTo>
                  <a:lnTo>
                    <a:pt x="12" y="41"/>
                  </a:lnTo>
                  <a:close/>
                  <a:moveTo>
                    <a:pt x="12" y="41"/>
                  </a:moveTo>
                  <a:lnTo>
                    <a:pt x="12" y="41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71" name="Freeform 232"/>
            <p:cNvSpPr>
              <a:spLocks noEditPoints="1"/>
            </p:cNvSpPr>
            <p:nvPr/>
          </p:nvSpPr>
          <p:spPr>
            <a:xfrm>
              <a:off x="3669" y="1742"/>
              <a:ext cx="18" cy="41"/>
            </a:xfrm>
            <a:custGeom>
              <a:avLst/>
              <a:gdLst>
                <a:gd name="txL" fmla="*/ 0 w 18"/>
                <a:gd name="txT" fmla="*/ 0 h 41"/>
                <a:gd name="txR" fmla="*/ 18 w 18"/>
                <a:gd name="txB" fmla="*/ 41 h 41"/>
              </a:gdLst>
              <a:ahLst/>
              <a:cxnLst>
                <a:cxn ang="0">
                  <a:pos x="18" y="0"/>
                </a:cxn>
                <a:cxn ang="0">
                  <a:pos x="0" y="41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</a:cxnLst>
              <a:rect l="txL" t="txT" r="txR" b="txB"/>
              <a:pathLst>
                <a:path w="18" h="41">
                  <a:moveTo>
                    <a:pt x="18" y="0"/>
                  </a:moveTo>
                  <a:lnTo>
                    <a:pt x="0" y="41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72" name="Freeform 233"/>
            <p:cNvSpPr>
              <a:spLocks noEditPoints="1"/>
            </p:cNvSpPr>
            <p:nvPr/>
          </p:nvSpPr>
          <p:spPr>
            <a:xfrm>
              <a:off x="3657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73" name="Freeform 234"/>
            <p:cNvSpPr>
              <a:spLocks noEditPoints="1"/>
            </p:cNvSpPr>
            <p:nvPr/>
          </p:nvSpPr>
          <p:spPr>
            <a:xfrm>
              <a:off x="3645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74" name="Freeform 235"/>
            <p:cNvSpPr>
              <a:spLocks noEditPoints="1"/>
            </p:cNvSpPr>
            <p:nvPr/>
          </p:nvSpPr>
          <p:spPr>
            <a:xfrm>
              <a:off x="3633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41"/>
                </a:cxn>
                <a:cxn ang="0">
                  <a:pos x="0" y="0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</a:cxnLst>
              <a:rect l="txL" t="txT" r="txR" b="txB"/>
              <a:pathLst>
                <a:path w="12" h="41">
                  <a:moveTo>
                    <a:pt x="12" y="41"/>
                  </a:moveTo>
                  <a:lnTo>
                    <a:pt x="0" y="0"/>
                  </a:lnTo>
                  <a:lnTo>
                    <a:pt x="12" y="41"/>
                  </a:lnTo>
                  <a:close/>
                  <a:moveTo>
                    <a:pt x="12" y="41"/>
                  </a:moveTo>
                  <a:lnTo>
                    <a:pt x="12" y="41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75" name="Freeform 236"/>
            <p:cNvSpPr>
              <a:spLocks noEditPoints="1"/>
            </p:cNvSpPr>
            <p:nvPr/>
          </p:nvSpPr>
          <p:spPr>
            <a:xfrm>
              <a:off x="3615" y="1742"/>
              <a:ext cx="18" cy="41"/>
            </a:xfrm>
            <a:custGeom>
              <a:avLst/>
              <a:gdLst>
                <a:gd name="txL" fmla="*/ 0 w 18"/>
                <a:gd name="txT" fmla="*/ 0 h 41"/>
                <a:gd name="txR" fmla="*/ 18 w 18"/>
                <a:gd name="txB" fmla="*/ 41 h 41"/>
              </a:gdLst>
              <a:ahLst/>
              <a:cxnLst>
                <a:cxn ang="0">
                  <a:pos x="18" y="0"/>
                </a:cxn>
                <a:cxn ang="0">
                  <a:pos x="0" y="41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</a:cxnLst>
              <a:rect l="txL" t="txT" r="txR" b="txB"/>
              <a:pathLst>
                <a:path w="18" h="41">
                  <a:moveTo>
                    <a:pt x="18" y="0"/>
                  </a:moveTo>
                  <a:lnTo>
                    <a:pt x="0" y="41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76" name="Freeform 237"/>
            <p:cNvSpPr/>
            <p:nvPr/>
          </p:nvSpPr>
          <p:spPr>
            <a:xfrm>
              <a:off x="4489" y="1765"/>
              <a:ext cx="203" cy="36"/>
            </a:xfrm>
            <a:custGeom>
              <a:avLst/>
              <a:gdLst>
                <a:gd name="txL" fmla="*/ 0 w 203"/>
                <a:gd name="txT" fmla="*/ 0 h 36"/>
                <a:gd name="txR" fmla="*/ 203 w 203"/>
                <a:gd name="txB" fmla="*/ 36 h 36"/>
              </a:gdLst>
              <a:ahLst/>
              <a:cxnLst>
                <a:cxn ang="0">
                  <a:pos x="0" y="36"/>
                </a:cxn>
                <a:cxn ang="0">
                  <a:pos x="0" y="0"/>
                </a:cxn>
                <a:cxn ang="0">
                  <a:pos x="203" y="0"/>
                </a:cxn>
                <a:cxn ang="0">
                  <a:pos x="203" y="36"/>
                </a:cxn>
                <a:cxn ang="0">
                  <a:pos x="0" y="36"/>
                </a:cxn>
                <a:cxn ang="0">
                  <a:pos x="0" y="36"/>
                </a:cxn>
              </a:cxnLst>
              <a:rect l="txL" t="txT" r="txR" b="txB"/>
              <a:pathLst>
                <a:path w="203" h="36">
                  <a:moveTo>
                    <a:pt x="0" y="36"/>
                  </a:moveTo>
                  <a:lnTo>
                    <a:pt x="0" y="0"/>
                  </a:lnTo>
                  <a:lnTo>
                    <a:pt x="203" y="0"/>
                  </a:lnTo>
                  <a:lnTo>
                    <a:pt x="203" y="36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77" name="Freeform 238"/>
            <p:cNvSpPr/>
            <p:nvPr/>
          </p:nvSpPr>
          <p:spPr>
            <a:xfrm>
              <a:off x="4680" y="1783"/>
              <a:ext cx="18" cy="42"/>
            </a:xfrm>
            <a:custGeom>
              <a:avLst/>
              <a:gdLst>
                <a:gd name="txL" fmla="*/ 0 w 18"/>
                <a:gd name="txT" fmla="*/ 0 h 42"/>
                <a:gd name="txR" fmla="*/ 18 w 18"/>
                <a:gd name="txB" fmla="*/ 42 h 42"/>
              </a:gdLst>
              <a:ahLst/>
              <a:cxnLst>
                <a:cxn ang="0">
                  <a:pos x="18" y="0"/>
                </a:cxn>
                <a:cxn ang="0">
                  <a:pos x="0" y="42"/>
                </a:cxn>
                <a:cxn ang="0">
                  <a:pos x="18" y="0"/>
                </a:cxn>
                <a:cxn ang="0">
                  <a:pos x="18" y="0"/>
                </a:cxn>
              </a:cxnLst>
              <a:rect l="txL" t="txT" r="txR" b="txB"/>
              <a:pathLst>
                <a:path w="18" h="42">
                  <a:moveTo>
                    <a:pt x="18" y="0"/>
                  </a:moveTo>
                  <a:lnTo>
                    <a:pt x="0" y="42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78" name="Freeform 239"/>
            <p:cNvSpPr>
              <a:spLocks noEditPoints="1"/>
            </p:cNvSpPr>
            <p:nvPr/>
          </p:nvSpPr>
          <p:spPr>
            <a:xfrm>
              <a:off x="4668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79" name="Freeform 240"/>
            <p:cNvSpPr>
              <a:spLocks noEditPoints="1"/>
            </p:cNvSpPr>
            <p:nvPr/>
          </p:nvSpPr>
          <p:spPr>
            <a:xfrm>
              <a:off x="4656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41"/>
                </a:cxn>
                <a:cxn ang="0">
                  <a:pos x="0" y="0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</a:cxnLst>
              <a:rect l="txL" t="txT" r="txR" b="txB"/>
              <a:pathLst>
                <a:path w="12" h="41">
                  <a:moveTo>
                    <a:pt x="12" y="41"/>
                  </a:moveTo>
                  <a:lnTo>
                    <a:pt x="0" y="0"/>
                  </a:lnTo>
                  <a:lnTo>
                    <a:pt x="12" y="41"/>
                  </a:lnTo>
                  <a:close/>
                  <a:moveTo>
                    <a:pt x="12" y="41"/>
                  </a:moveTo>
                  <a:lnTo>
                    <a:pt x="12" y="4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80" name="Freeform 241"/>
            <p:cNvSpPr>
              <a:spLocks noEditPoints="1"/>
            </p:cNvSpPr>
            <p:nvPr/>
          </p:nvSpPr>
          <p:spPr>
            <a:xfrm>
              <a:off x="4644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0"/>
                </a:cxn>
                <a:cxn ang="0">
                  <a:pos x="0" y="41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1">
                  <a:moveTo>
                    <a:pt x="12" y="0"/>
                  </a:moveTo>
                  <a:lnTo>
                    <a:pt x="0" y="41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81" name="Freeform 242"/>
            <p:cNvSpPr>
              <a:spLocks noEditPoints="1"/>
            </p:cNvSpPr>
            <p:nvPr/>
          </p:nvSpPr>
          <p:spPr>
            <a:xfrm>
              <a:off x="4644" y="1783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82" name="Freeform 243"/>
            <p:cNvSpPr>
              <a:spLocks noEditPoints="1"/>
            </p:cNvSpPr>
            <p:nvPr/>
          </p:nvSpPr>
          <p:spPr>
            <a:xfrm>
              <a:off x="4632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83" name="Freeform 244"/>
            <p:cNvSpPr>
              <a:spLocks noEditPoints="1"/>
            </p:cNvSpPr>
            <p:nvPr/>
          </p:nvSpPr>
          <p:spPr>
            <a:xfrm>
              <a:off x="4614" y="1783"/>
              <a:ext cx="18" cy="42"/>
            </a:xfrm>
            <a:custGeom>
              <a:avLst/>
              <a:gdLst>
                <a:gd name="txL" fmla="*/ 0 w 18"/>
                <a:gd name="txT" fmla="*/ 0 h 42"/>
                <a:gd name="txR" fmla="*/ 18 w 18"/>
                <a:gd name="txB" fmla="*/ 42 h 42"/>
              </a:gdLst>
              <a:ahLst/>
              <a:cxnLst>
                <a:cxn ang="0">
                  <a:pos x="18" y="42"/>
                </a:cxn>
                <a:cxn ang="0">
                  <a:pos x="0" y="0"/>
                </a:cxn>
                <a:cxn ang="0">
                  <a:pos x="18" y="42"/>
                </a:cxn>
                <a:cxn ang="0">
                  <a:pos x="18" y="42"/>
                </a:cxn>
                <a:cxn ang="0">
                  <a:pos x="18" y="42"/>
                </a:cxn>
                <a:cxn ang="0">
                  <a:pos x="18" y="42"/>
                </a:cxn>
                <a:cxn ang="0">
                  <a:pos x="18" y="42"/>
                </a:cxn>
              </a:cxnLst>
              <a:rect l="txL" t="txT" r="txR" b="txB"/>
              <a:pathLst>
                <a:path w="18" h="42">
                  <a:moveTo>
                    <a:pt x="18" y="42"/>
                  </a:moveTo>
                  <a:lnTo>
                    <a:pt x="0" y="0"/>
                  </a:lnTo>
                  <a:lnTo>
                    <a:pt x="18" y="42"/>
                  </a:lnTo>
                  <a:close/>
                  <a:moveTo>
                    <a:pt x="18" y="42"/>
                  </a:moveTo>
                  <a:lnTo>
                    <a:pt x="18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84" name="Freeform 245"/>
            <p:cNvSpPr>
              <a:spLocks noEditPoints="1"/>
            </p:cNvSpPr>
            <p:nvPr/>
          </p:nvSpPr>
          <p:spPr>
            <a:xfrm>
              <a:off x="4602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41"/>
                </a:cxn>
                <a:cxn ang="0">
                  <a:pos x="0" y="0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</a:cxnLst>
              <a:rect l="txL" t="txT" r="txR" b="txB"/>
              <a:pathLst>
                <a:path w="12" h="41">
                  <a:moveTo>
                    <a:pt x="12" y="41"/>
                  </a:moveTo>
                  <a:lnTo>
                    <a:pt x="0" y="0"/>
                  </a:lnTo>
                  <a:lnTo>
                    <a:pt x="12" y="41"/>
                  </a:lnTo>
                  <a:close/>
                  <a:moveTo>
                    <a:pt x="12" y="41"/>
                  </a:moveTo>
                  <a:lnTo>
                    <a:pt x="12" y="4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85" name="Freeform 246"/>
            <p:cNvSpPr>
              <a:spLocks noEditPoints="1"/>
            </p:cNvSpPr>
            <p:nvPr/>
          </p:nvSpPr>
          <p:spPr>
            <a:xfrm>
              <a:off x="4590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0"/>
                </a:cxn>
                <a:cxn ang="0">
                  <a:pos x="0" y="41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1">
                  <a:moveTo>
                    <a:pt x="12" y="0"/>
                  </a:moveTo>
                  <a:lnTo>
                    <a:pt x="0" y="41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86" name="Freeform 247"/>
            <p:cNvSpPr>
              <a:spLocks noEditPoints="1"/>
            </p:cNvSpPr>
            <p:nvPr/>
          </p:nvSpPr>
          <p:spPr>
            <a:xfrm>
              <a:off x="4578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87" name="Freeform 248"/>
            <p:cNvSpPr>
              <a:spLocks noEditPoints="1"/>
            </p:cNvSpPr>
            <p:nvPr/>
          </p:nvSpPr>
          <p:spPr>
            <a:xfrm>
              <a:off x="4560" y="1783"/>
              <a:ext cx="18" cy="42"/>
            </a:xfrm>
            <a:custGeom>
              <a:avLst/>
              <a:gdLst>
                <a:gd name="txL" fmla="*/ 0 w 18"/>
                <a:gd name="txT" fmla="*/ 0 h 42"/>
                <a:gd name="txR" fmla="*/ 18 w 18"/>
                <a:gd name="txB" fmla="*/ 42 h 42"/>
              </a:gdLst>
              <a:ahLst/>
              <a:cxnLst>
                <a:cxn ang="0">
                  <a:pos x="18" y="42"/>
                </a:cxn>
                <a:cxn ang="0">
                  <a:pos x="0" y="0"/>
                </a:cxn>
                <a:cxn ang="0">
                  <a:pos x="18" y="42"/>
                </a:cxn>
                <a:cxn ang="0">
                  <a:pos x="18" y="42"/>
                </a:cxn>
                <a:cxn ang="0">
                  <a:pos x="18" y="42"/>
                </a:cxn>
                <a:cxn ang="0">
                  <a:pos x="18" y="42"/>
                </a:cxn>
                <a:cxn ang="0">
                  <a:pos x="18" y="42"/>
                </a:cxn>
              </a:cxnLst>
              <a:rect l="txL" t="txT" r="txR" b="txB"/>
              <a:pathLst>
                <a:path w="18" h="42">
                  <a:moveTo>
                    <a:pt x="18" y="42"/>
                  </a:moveTo>
                  <a:lnTo>
                    <a:pt x="0" y="0"/>
                  </a:lnTo>
                  <a:lnTo>
                    <a:pt x="18" y="42"/>
                  </a:lnTo>
                  <a:close/>
                  <a:moveTo>
                    <a:pt x="18" y="42"/>
                  </a:moveTo>
                  <a:lnTo>
                    <a:pt x="18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88" name="Freeform 249"/>
            <p:cNvSpPr>
              <a:spLocks noEditPoints="1"/>
            </p:cNvSpPr>
            <p:nvPr/>
          </p:nvSpPr>
          <p:spPr>
            <a:xfrm>
              <a:off x="4548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41"/>
                </a:cxn>
                <a:cxn ang="0">
                  <a:pos x="0" y="0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</a:cxnLst>
              <a:rect l="txL" t="txT" r="txR" b="txB"/>
              <a:pathLst>
                <a:path w="12" h="41">
                  <a:moveTo>
                    <a:pt x="12" y="41"/>
                  </a:moveTo>
                  <a:lnTo>
                    <a:pt x="0" y="0"/>
                  </a:lnTo>
                  <a:lnTo>
                    <a:pt x="12" y="41"/>
                  </a:lnTo>
                  <a:close/>
                  <a:moveTo>
                    <a:pt x="12" y="41"/>
                  </a:moveTo>
                  <a:lnTo>
                    <a:pt x="12" y="4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89" name="Freeform 250"/>
            <p:cNvSpPr>
              <a:spLocks noEditPoints="1"/>
            </p:cNvSpPr>
            <p:nvPr/>
          </p:nvSpPr>
          <p:spPr>
            <a:xfrm>
              <a:off x="4536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0"/>
                </a:cxn>
                <a:cxn ang="0">
                  <a:pos x="0" y="41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1">
                  <a:moveTo>
                    <a:pt x="12" y="0"/>
                  </a:moveTo>
                  <a:lnTo>
                    <a:pt x="0" y="41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90" name="Freeform 251"/>
            <p:cNvSpPr>
              <a:spLocks noEditPoints="1"/>
            </p:cNvSpPr>
            <p:nvPr/>
          </p:nvSpPr>
          <p:spPr>
            <a:xfrm>
              <a:off x="4524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91" name="Freeform 252"/>
            <p:cNvSpPr>
              <a:spLocks noEditPoints="1"/>
            </p:cNvSpPr>
            <p:nvPr/>
          </p:nvSpPr>
          <p:spPr>
            <a:xfrm>
              <a:off x="4512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92" name="Freeform 253"/>
            <p:cNvSpPr>
              <a:spLocks noEditPoints="1"/>
            </p:cNvSpPr>
            <p:nvPr/>
          </p:nvSpPr>
          <p:spPr>
            <a:xfrm>
              <a:off x="4495" y="1742"/>
              <a:ext cx="17" cy="41"/>
            </a:xfrm>
            <a:custGeom>
              <a:avLst/>
              <a:gdLst>
                <a:gd name="txL" fmla="*/ 0 w 17"/>
                <a:gd name="txT" fmla="*/ 0 h 41"/>
                <a:gd name="txR" fmla="*/ 17 w 17"/>
                <a:gd name="txB" fmla="*/ 41 h 41"/>
              </a:gdLst>
              <a:ahLst/>
              <a:cxnLst>
                <a:cxn ang="0">
                  <a:pos x="17" y="41"/>
                </a:cxn>
                <a:cxn ang="0">
                  <a:pos x="0" y="0"/>
                </a:cxn>
                <a:cxn ang="0">
                  <a:pos x="17" y="41"/>
                </a:cxn>
                <a:cxn ang="0">
                  <a:pos x="17" y="41"/>
                </a:cxn>
                <a:cxn ang="0">
                  <a:pos x="17" y="41"/>
                </a:cxn>
                <a:cxn ang="0">
                  <a:pos x="17" y="41"/>
                </a:cxn>
                <a:cxn ang="0">
                  <a:pos x="17" y="41"/>
                </a:cxn>
              </a:cxnLst>
              <a:rect l="txL" t="txT" r="txR" b="txB"/>
              <a:pathLst>
                <a:path w="17" h="41">
                  <a:moveTo>
                    <a:pt x="17" y="41"/>
                  </a:moveTo>
                  <a:lnTo>
                    <a:pt x="0" y="0"/>
                  </a:lnTo>
                  <a:lnTo>
                    <a:pt x="17" y="41"/>
                  </a:lnTo>
                  <a:close/>
                  <a:moveTo>
                    <a:pt x="17" y="41"/>
                  </a:moveTo>
                  <a:lnTo>
                    <a:pt x="17" y="4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93" name="Freeform 254"/>
            <p:cNvSpPr>
              <a:spLocks noEditPoints="1"/>
            </p:cNvSpPr>
            <p:nvPr/>
          </p:nvSpPr>
          <p:spPr>
            <a:xfrm>
              <a:off x="4483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0"/>
                </a:cxn>
                <a:cxn ang="0">
                  <a:pos x="0" y="41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1">
                  <a:moveTo>
                    <a:pt x="12" y="0"/>
                  </a:moveTo>
                  <a:lnTo>
                    <a:pt x="0" y="41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94" name="Freeform 255"/>
            <p:cNvSpPr/>
            <p:nvPr/>
          </p:nvSpPr>
          <p:spPr>
            <a:xfrm>
              <a:off x="4052" y="1276"/>
              <a:ext cx="203" cy="30"/>
            </a:xfrm>
            <a:custGeom>
              <a:avLst/>
              <a:gdLst>
                <a:gd name="txL" fmla="*/ 0 w 203"/>
                <a:gd name="txT" fmla="*/ 0 h 30"/>
                <a:gd name="txR" fmla="*/ 203 w 203"/>
                <a:gd name="txB" fmla="*/ 30 h 30"/>
              </a:gdLst>
              <a:ahLst/>
              <a:cxnLst>
                <a:cxn ang="0">
                  <a:pos x="0" y="30"/>
                </a:cxn>
                <a:cxn ang="0">
                  <a:pos x="0" y="0"/>
                </a:cxn>
                <a:cxn ang="0">
                  <a:pos x="203" y="0"/>
                </a:cxn>
                <a:cxn ang="0">
                  <a:pos x="203" y="30"/>
                </a:cxn>
                <a:cxn ang="0">
                  <a:pos x="0" y="30"/>
                </a:cxn>
                <a:cxn ang="0">
                  <a:pos x="0" y="30"/>
                </a:cxn>
              </a:cxnLst>
              <a:rect l="txL" t="txT" r="txR" b="txB"/>
              <a:pathLst>
                <a:path w="203" h="30">
                  <a:moveTo>
                    <a:pt x="0" y="30"/>
                  </a:moveTo>
                  <a:lnTo>
                    <a:pt x="0" y="0"/>
                  </a:lnTo>
                  <a:lnTo>
                    <a:pt x="203" y="0"/>
                  </a:lnTo>
                  <a:lnTo>
                    <a:pt x="203" y="30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95" name="Freeform 256"/>
            <p:cNvSpPr/>
            <p:nvPr/>
          </p:nvSpPr>
          <p:spPr>
            <a:xfrm>
              <a:off x="4249" y="1288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96" name="Freeform 257"/>
            <p:cNvSpPr>
              <a:spLocks noEditPoints="1"/>
            </p:cNvSpPr>
            <p:nvPr/>
          </p:nvSpPr>
          <p:spPr>
            <a:xfrm>
              <a:off x="4237" y="1288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97" name="Freeform 258"/>
            <p:cNvSpPr>
              <a:spLocks noEditPoints="1"/>
            </p:cNvSpPr>
            <p:nvPr/>
          </p:nvSpPr>
          <p:spPr>
            <a:xfrm>
              <a:off x="4219" y="1252"/>
              <a:ext cx="18" cy="36"/>
            </a:xfrm>
            <a:custGeom>
              <a:avLst/>
              <a:gdLst>
                <a:gd name="txL" fmla="*/ 0 w 18"/>
                <a:gd name="txT" fmla="*/ 0 h 36"/>
                <a:gd name="txR" fmla="*/ 18 w 18"/>
                <a:gd name="txB" fmla="*/ 36 h 36"/>
              </a:gdLst>
              <a:ahLst/>
              <a:cxnLst>
                <a:cxn ang="0">
                  <a:pos x="18" y="36"/>
                </a:cxn>
                <a:cxn ang="0">
                  <a:pos x="0" y="0"/>
                </a:cxn>
                <a:cxn ang="0">
                  <a:pos x="18" y="36"/>
                </a:cxn>
                <a:cxn ang="0">
                  <a:pos x="18" y="36"/>
                </a:cxn>
                <a:cxn ang="0">
                  <a:pos x="18" y="36"/>
                </a:cxn>
                <a:cxn ang="0">
                  <a:pos x="18" y="36"/>
                </a:cxn>
                <a:cxn ang="0">
                  <a:pos x="18" y="36"/>
                </a:cxn>
              </a:cxnLst>
              <a:rect l="txL" t="txT" r="txR" b="txB"/>
              <a:pathLst>
                <a:path w="18" h="36">
                  <a:moveTo>
                    <a:pt x="18" y="36"/>
                  </a:moveTo>
                  <a:lnTo>
                    <a:pt x="0" y="0"/>
                  </a:lnTo>
                  <a:lnTo>
                    <a:pt x="18" y="36"/>
                  </a:lnTo>
                  <a:close/>
                  <a:moveTo>
                    <a:pt x="18" y="36"/>
                  </a:moveTo>
                  <a:lnTo>
                    <a:pt x="18" y="36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98" name="Freeform 259"/>
            <p:cNvSpPr>
              <a:spLocks noEditPoints="1"/>
            </p:cNvSpPr>
            <p:nvPr/>
          </p:nvSpPr>
          <p:spPr>
            <a:xfrm>
              <a:off x="4207" y="1252"/>
              <a:ext cx="12" cy="36"/>
            </a:xfrm>
            <a:custGeom>
              <a:avLst/>
              <a:gdLst>
                <a:gd name="txL" fmla="*/ 0 w 12"/>
                <a:gd name="txT" fmla="*/ 0 h 36"/>
                <a:gd name="txR" fmla="*/ 12 w 12"/>
                <a:gd name="txB" fmla="*/ 36 h 36"/>
              </a:gdLst>
              <a:ahLst/>
              <a:cxnLst>
                <a:cxn ang="0">
                  <a:pos x="12" y="0"/>
                </a:cxn>
                <a:cxn ang="0">
                  <a:pos x="0" y="36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36">
                  <a:moveTo>
                    <a:pt x="12" y="0"/>
                  </a:moveTo>
                  <a:lnTo>
                    <a:pt x="0" y="36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99" name="Freeform 260"/>
            <p:cNvSpPr>
              <a:spLocks noEditPoints="1"/>
            </p:cNvSpPr>
            <p:nvPr/>
          </p:nvSpPr>
          <p:spPr>
            <a:xfrm>
              <a:off x="4207" y="1288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00" name="Freeform 261"/>
            <p:cNvSpPr>
              <a:spLocks noEditPoints="1"/>
            </p:cNvSpPr>
            <p:nvPr/>
          </p:nvSpPr>
          <p:spPr>
            <a:xfrm>
              <a:off x="4195" y="1288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01" name="Freeform 262"/>
            <p:cNvSpPr>
              <a:spLocks noEditPoints="1"/>
            </p:cNvSpPr>
            <p:nvPr/>
          </p:nvSpPr>
          <p:spPr>
            <a:xfrm>
              <a:off x="4183" y="1288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02" name="Freeform 263"/>
            <p:cNvSpPr>
              <a:spLocks noEditPoints="1"/>
            </p:cNvSpPr>
            <p:nvPr/>
          </p:nvSpPr>
          <p:spPr>
            <a:xfrm>
              <a:off x="4166" y="1252"/>
              <a:ext cx="17" cy="36"/>
            </a:xfrm>
            <a:custGeom>
              <a:avLst/>
              <a:gdLst>
                <a:gd name="txL" fmla="*/ 0 w 17"/>
                <a:gd name="txT" fmla="*/ 0 h 36"/>
                <a:gd name="txR" fmla="*/ 17 w 17"/>
                <a:gd name="txB" fmla="*/ 36 h 36"/>
              </a:gdLst>
              <a:ahLst/>
              <a:cxnLst>
                <a:cxn ang="0">
                  <a:pos x="17" y="36"/>
                </a:cxn>
                <a:cxn ang="0">
                  <a:pos x="0" y="0"/>
                </a:cxn>
                <a:cxn ang="0">
                  <a:pos x="17" y="36"/>
                </a:cxn>
                <a:cxn ang="0">
                  <a:pos x="17" y="36"/>
                </a:cxn>
                <a:cxn ang="0">
                  <a:pos x="17" y="36"/>
                </a:cxn>
                <a:cxn ang="0">
                  <a:pos x="17" y="36"/>
                </a:cxn>
                <a:cxn ang="0">
                  <a:pos x="17" y="36"/>
                </a:cxn>
              </a:cxnLst>
              <a:rect l="txL" t="txT" r="txR" b="txB"/>
              <a:pathLst>
                <a:path w="17" h="36">
                  <a:moveTo>
                    <a:pt x="17" y="36"/>
                  </a:moveTo>
                  <a:lnTo>
                    <a:pt x="0" y="0"/>
                  </a:lnTo>
                  <a:lnTo>
                    <a:pt x="17" y="36"/>
                  </a:lnTo>
                  <a:close/>
                  <a:moveTo>
                    <a:pt x="17" y="36"/>
                  </a:moveTo>
                  <a:lnTo>
                    <a:pt x="17" y="36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03" name="Freeform 264"/>
            <p:cNvSpPr>
              <a:spLocks noEditPoints="1"/>
            </p:cNvSpPr>
            <p:nvPr/>
          </p:nvSpPr>
          <p:spPr>
            <a:xfrm>
              <a:off x="4154" y="1252"/>
              <a:ext cx="12" cy="36"/>
            </a:xfrm>
            <a:custGeom>
              <a:avLst/>
              <a:gdLst>
                <a:gd name="txL" fmla="*/ 0 w 12"/>
                <a:gd name="txT" fmla="*/ 0 h 36"/>
                <a:gd name="txR" fmla="*/ 12 w 12"/>
                <a:gd name="txB" fmla="*/ 36 h 36"/>
              </a:gdLst>
              <a:ahLst/>
              <a:cxnLst>
                <a:cxn ang="0">
                  <a:pos x="12" y="0"/>
                </a:cxn>
                <a:cxn ang="0">
                  <a:pos x="0" y="36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36">
                  <a:moveTo>
                    <a:pt x="12" y="0"/>
                  </a:moveTo>
                  <a:lnTo>
                    <a:pt x="0" y="36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04" name="Freeform 265"/>
            <p:cNvSpPr>
              <a:spLocks noEditPoints="1"/>
            </p:cNvSpPr>
            <p:nvPr/>
          </p:nvSpPr>
          <p:spPr>
            <a:xfrm>
              <a:off x="4142" y="1288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05" name="Freeform 266"/>
            <p:cNvSpPr>
              <a:spLocks noEditPoints="1"/>
            </p:cNvSpPr>
            <p:nvPr/>
          </p:nvSpPr>
          <p:spPr>
            <a:xfrm>
              <a:off x="4130" y="1288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06" name="Freeform 267"/>
            <p:cNvSpPr>
              <a:spLocks noEditPoints="1"/>
            </p:cNvSpPr>
            <p:nvPr/>
          </p:nvSpPr>
          <p:spPr>
            <a:xfrm>
              <a:off x="4118" y="1252"/>
              <a:ext cx="12" cy="36"/>
            </a:xfrm>
            <a:custGeom>
              <a:avLst/>
              <a:gdLst>
                <a:gd name="txL" fmla="*/ 0 w 12"/>
                <a:gd name="txT" fmla="*/ 0 h 36"/>
                <a:gd name="txR" fmla="*/ 12 w 12"/>
                <a:gd name="txB" fmla="*/ 36 h 36"/>
              </a:gdLst>
              <a:ahLst/>
              <a:cxnLst>
                <a:cxn ang="0">
                  <a:pos x="12" y="36"/>
                </a:cxn>
                <a:cxn ang="0">
                  <a:pos x="0" y="0"/>
                </a:cxn>
                <a:cxn ang="0">
                  <a:pos x="12" y="36"/>
                </a:cxn>
                <a:cxn ang="0">
                  <a:pos x="12" y="36"/>
                </a:cxn>
                <a:cxn ang="0">
                  <a:pos x="12" y="36"/>
                </a:cxn>
                <a:cxn ang="0">
                  <a:pos x="12" y="36"/>
                </a:cxn>
                <a:cxn ang="0">
                  <a:pos x="12" y="36"/>
                </a:cxn>
              </a:cxnLst>
              <a:rect l="txL" t="txT" r="txR" b="txB"/>
              <a:pathLst>
                <a:path w="12" h="36">
                  <a:moveTo>
                    <a:pt x="12" y="36"/>
                  </a:moveTo>
                  <a:lnTo>
                    <a:pt x="0" y="0"/>
                  </a:lnTo>
                  <a:lnTo>
                    <a:pt x="12" y="36"/>
                  </a:lnTo>
                  <a:close/>
                  <a:moveTo>
                    <a:pt x="12" y="36"/>
                  </a:moveTo>
                  <a:lnTo>
                    <a:pt x="12" y="36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07" name="Freeform 268"/>
            <p:cNvSpPr>
              <a:spLocks noEditPoints="1"/>
            </p:cNvSpPr>
            <p:nvPr/>
          </p:nvSpPr>
          <p:spPr>
            <a:xfrm>
              <a:off x="4100" y="1252"/>
              <a:ext cx="18" cy="36"/>
            </a:xfrm>
            <a:custGeom>
              <a:avLst/>
              <a:gdLst>
                <a:gd name="txL" fmla="*/ 0 w 18"/>
                <a:gd name="txT" fmla="*/ 0 h 36"/>
                <a:gd name="txR" fmla="*/ 18 w 18"/>
                <a:gd name="txB" fmla="*/ 36 h 36"/>
              </a:gdLst>
              <a:ahLst/>
              <a:cxnLst>
                <a:cxn ang="0">
                  <a:pos x="18" y="0"/>
                </a:cxn>
                <a:cxn ang="0">
                  <a:pos x="0" y="36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</a:cxnLst>
              <a:rect l="txL" t="txT" r="txR" b="txB"/>
              <a:pathLst>
                <a:path w="18" h="36">
                  <a:moveTo>
                    <a:pt x="18" y="0"/>
                  </a:moveTo>
                  <a:lnTo>
                    <a:pt x="0" y="36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08" name="Freeform 269"/>
            <p:cNvSpPr>
              <a:spLocks noEditPoints="1"/>
            </p:cNvSpPr>
            <p:nvPr/>
          </p:nvSpPr>
          <p:spPr>
            <a:xfrm>
              <a:off x="4088" y="1288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09" name="Freeform 270"/>
            <p:cNvSpPr>
              <a:spLocks noEditPoints="1"/>
            </p:cNvSpPr>
            <p:nvPr/>
          </p:nvSpPr>
          <p:spPr>
            <a:xfrm>
              <a:off x="4076" y="1288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10" name="Freeform 271"/>
            <p:cNvSpPr>
              <a:spLocks noEditPoints="1"/>
            </p:cNvSpPr>
            <p:nvPr/>
          </p:nvSpPr>
          <p:spPr>
            <a:xfrm>
              <a:off x="4064" y="1252"/>
              <a:ext cx="12" cy="36"/>
            </a:xfrm>
            <a:custGeom>
              <a:avLst/>
              <a:gdLst>
                <a:gd name="txL" fmla="*/ 0 w 12"/>
                <a:gd name="txT" fmla="*/ 0 h 36"/>
                <a:gd name="txR" fmla="*/ 12 w 12"/>
                <a:gd name="txB" fmla="*/ 36 h 36"/>
              </a:gdLst>
              <a:ahLst/>
              <a:cxnLst>
                <a:cxn ang="0">
                  <a:pos x="12" y="36"/>
                </a:cxn>
                <a:cxn ang="0">
                  <a:pos x="0" y="0"/>
                </a:cxn>
                <a:cxn ang="0">
                  <a:pos x="12" y="36"/>
                </a:cxn>
                <a:cxn ang="0">
                  <a:pos x="12" y="36"/>
                </a:cxn>
                <a:cxn ang="0">
                  <a:pos x="12" y="36"/>
                </a:cxn>
                <a:cxn ang="0">
                  <a:pos x="12" y="36"/>
                </a:cxn>
                <a:cxn ang="0">
                  <a:pos x="12" y="36"/>
                </a:cxn>
              </a:cxnLst>
              <a:rect l="txL" t="txT" r="txR" b="txB"/>
              <a:pathLst>
                <a:path w="12" h="36">
                  <a:moveTo>
                    <a:pt x="12" y="36"/>
                  </a:moveTo>
                  <a:lnTo>
                    <a:pt x="0" y="0"/>
                  </a:lnTo>
                  <a:lnTo>
                    <a:pt x="12" y="36"/>
                  </a:lnTo>
                  <a:close/>
                  <a:moveTo>
                    <a:pt x="12" y="36"/>
                  </a:moveTo>
                  <a:lnTo>
                    <a:pt x="12" y="36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11" name="Freeform 272"/>
            <p:cNvSpPr>
              <a:spLocks noEditPoints="1"/>
            </p:cNvSpPr>
            <p:nvPr/>
          </p:nvSpPr>
          <p:spPr>
            <a:xfrm>
              <a:off x="4046" y="1252"/>
              <a:ext cx="18" cy="42"/>
            </a:xfrm>
            <a:custGeom>
              <a:avLst/>
              <a:gdLst>
                <a:gd name="txL" fmla="*/ 0 w 18"/>
                <a:gd name="txT" fmla="*/ 0 h 42"/>
                <a:gd name="txR" fmla="*/ 18 w 18"/>
                <a:gd name="txB" fmla="*/ 42 h 42"/>
              </a:gdLst>
              <a:ahLst/>
              <a:cxnLst>
                <a:cxn ang="0">
                  <a:pos x="18" y="0"/>
                </a:cxn>
                <a:cxn ang="0">
                  <a:pos x="0" y="42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</a:cxnLst>
              <a:rect l="txL" t="txT" r="txR" b="txB"/>
              <a:pathLst>
                <a:path w="18" h="42">
                  <a:moveTo>
                    <a:pt x="18" y="0"/>
                  </a:moveTo>
                  <a:lnTo>
                    <a:pt x="0" y="42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12" name="Freeform 273"/>
            <p:cNvSpPr/>
            <p:nvPr/>
          </p:nvSpPr>
          <p:spPr>
            <a:xfrm>
              <a:off x="4160" y="2745"/>
              <a:ext cx="1" cy="143"/>
            </a:xfrm>
            <a:custGeom>
              <a:avLst/>
              <a:gdLst>
                <a:gd name="txL" fmla="*/ 0 w 1"/>
                <a:gd name="txT" fmla="*/ 0 h 143"/>
                <a:gd name="txR" fmla="*/ 1 w 1"/>
                <a:gd name="txB" fmla="*/ 143 h 143"/>
              </a:gdLst>
              <a:ahLst/>
              <a:cxnLst>
                <a:cxn ang="0">
                  <a:pos x="0" y="0"/>
                </a:cxn>
                <a:cxn ang="0">
                  <a:pos x="0" y="143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43">
                  <a:moveTo>
                    <a:pt x="0" y="0"/>
                  </a:moveTo>
                  <a:lnTo>
                    <a:pt x="0" y="1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13" name="Freeform 274"/>
            <p:cNvSpPr/>
            <p:nvPr/>
          </p:nvSpPr>
          <p:spPr>
            <a:xfrm>
              <a:off x="4118" y="2888"/>
              <a:ext cx="77" cy="83"/>
            </a:xfrm>
            <a:custGeom>
              <a:avLst/>
              <a:gdLst>
                <a:gd name="txL" fmla="*/ 0 w 77"/>
                <a:gd name="txT" fmla="*/ 0 h 83"/>
                <a:gd name="txR" fmla="*/ 77 w 77"/>
                <a:gd name="txB" fmla="*/ 83 h 83"/>
              </a:gdLst>
              <a:ahLst/>
              <a:cxnLst>
                <a:cxn ang="0">
                  <a:pos x="0" y="83"/>
                </a:cxn>
                <a:cxn ang="0">
                  <a:pos x="0" y="0"/>
                </a:cxn>
                <a:cxn ang="0">
                  <a:pos x="77" y="0"/>
                </a:cxn>
                <a:cxn ang="0">
                  <a:pos x="77" y="83"/>
                </a:cxn>
                <a:cxn ang="0">
                  <a:pos x="0" y="83"/>
                </a:cxn>
                <a:cxn ang="0">
                  <a:pos x="0" y="83"/>
                </a:cxn>
              </a:cxnLst>
              <a:rect l="txL" t="txT" r="txR" b="txB"/>
              <a:pathLst>
                <a:path w="77" h="83">
                  <a:moveTo>
                    <a:pt x="0" y="83"/>
                  </a:moveTo>
                  <a:lnTo>
                    <a:pt x="0" y="0"/>
                  </a:lnTo>
                  <a:lnTo>
                    <a:pt x="77" y="0"/>
                  </a:lnTo>
                  <a:lnTo>
                    <a:pt x="77" y="83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14" name="Freeform 275"/>
            <p:cNvSpPr/>
            <p:nvPr/>
          </p:nvSpPr>
          <p:spPr>
            <a:xfrm>
              <a:off x="4160" y="2888"/>
              <a:ext cx="71" cy="1"/>
            </a:xfrm>
            <a:custGeom>
              <a:avLst/>
              <a:gdLst>
                <a:gd name="txL" fmla="*/ 0 w 71"/>
                <a:gd name="txT" fmla="*/ 0 h 1"/>
                <a:gd name="txR" fmla="*/ 71 w 7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71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71" h="1">
                  <a:moveTo>
                    <a:pt x="0" y="0"/>
                  </a:moveTo>
                  <a:lnTo>
                    <a:pt x="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15" name="Freeform 276"/>
            <p:cNvSpPr/>
            <p:nvPr/>
          </p:nvSpPr>
          <p:spPr>
            <a:xfrm>
              <a:off x="4160" y="2930"/>
              <a:ext cx="41" cy="1"/>
            </a:xfrm>
            <a:custGeom>
              <a:avLst/>
              <a:gdLst>
                <a:gd name="txL" fmla="*/ 0 w 41"/>
                <a:gd name="txT" fmla="*/ 0 h 1"/>
                <a:gd name="txR" fmla="*/ 41 w 4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1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41" h="1">
                  <a:moveTo>
                    <a:pt x="0" y="0"/>
                  </a:moveTo>
                  <a:lnTo>
                    <a:pt x="4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16" name="Freeform 277"/>
            <p:cNvSpPr/>
            <p:nvPr/>
          </p:nvSpPr>
          <p:spPr>
            <a:xfrm>
              <a:off x="4160" y="2971"/>
              <a:ext cx="17" cy="1"/>
            </a:xfrm>
            <a:custGeom>
              <a:avLst/>
              <a:gdLst>
                <a:gd name="txL" fmla="*/ 0 w 17"/>
                <a:gd name="txT" fmla="*/ 0 h 1"/>
                <a:gd name="txR" fmla="*/ 17 w 17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7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7" h="1">
                  <a:moveTo>
                    <a:pt x="0" y="0"/>
                  </a:moveTo>
                  <a:lnTo>
                    <a:pt x="1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17" name="Freeform 278"/>
            <p:cNvSpPr/>
            <p:nvPr/>
          </p:nvSpPr>
          <p:spPr>
            <a:xfrm>
              <a:off x="4088" y="2888"/>
              <a:ext cx="72" cy="1"/>
            </a:xfrm>
            <a:custGeom>
              <a:avLst/>
              <a:gdLst>
                <a:gd name="txL" fmla="*/ 0 w 72"/>
                <a:gd name="txT" fmla="*/ 0 h 1"/>
                <a:gd name="txR" fmla="*/ 72 w 72"/>
                <a:gd name="txB" fmla="*/ 1 h 1"/>
              </a:gdLst>
              <a:ahLst/>
              <a:cxnLst>
                <a:cxn ang="0">
                  <a:pos x="72" y="0"/>
                </a:cxn>
                <a:cxn ang="0">
                  <a:pos x="0" y="0"/>
                </a:cxn>
                <a:cxn ang="0">
                  <a:pos x="72" y="0"/>
                </a:cxn>
                <a:cxn ang="0">
                  <a:pos x="72" y="0"/>
                </a:cxn>
              </a:cxnLst>
              <a:rect l="txL" t="txT" r="txR" b="txB"/>
              <a:pathLst>
                <a:path w="72" h="1">
                  <a:moveTo>
                    <a:pt x="72" y="0"/>
                  </a:moveTo>
                  <a:lnTo>
                    <a:pt x="0" y="0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18" name="Freeform 279"/>
            <p:cNvSpPr/>
            <p:nvPr/>
          </p:nvSpPr>
          <p:spPr>
            <a:xfrm>
              <a:off x="4118" y="2930"/>
              <a:ext cx="42" cy="1"/>
            </a:xfrm>
            <a:custGeom>
              <a:avLst/>
              <a:gdLst>
                <a:gd name="txL" fmla="*/ 0 w 42"/>
                <a:gd name="txT" fmla="*/ 0 h 1"/>
                <a:gd name="txR" fmla="*/ 42 w 42"/>
                <a:gd name="txB" fmla="*/ 1 h 1"/>
              </a:gdLst>
              <a:ahLst/>
              <a:cxnLst>
                <a:cxn ang="0">
                  <a:pos x="42" y="0"/>
                </a:cxn>
                <a:cxn ang="0">
                  <a:pos x="0" y="0"/>
                </a:cxn>
                <a:cxn ang="0">
                  <a:pos x="42" y="0"/>
                </a:cxn>
                <a:cxn ang="0">
                  <a:pos x="42" y="0"/>
                </a:cxn>
              </a:cxnLst>
              <a:rect l="txL" t="txT" r="txR" b="txB"/>
              <a:pathLst>
                <a:path w="42" h="1">
                  <a:moveTo>
                    <a:pt x="42" y="0"/>
                  </a:moveTo>
                  <a:lnTo>
                    <a:pt x="0" y="0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19" name="Freeform 280"/>
            <p:cNvSpPr/>
            <p:nvPr/>
          </p:nvSpPr>
          <p:spPr>
            <a:xfrm>
              <a:off x="4142" y="2971"/>
              <a:ext cx="18" cy="1"/>
            </a:xfrm>
            <a:custGeom>
              <a:avLst/>
              <a:gdLst>
                <a:gd name="txL" fmla="*/ 0 w 18"/>
                <a:gd name="txT" fmla="*/ 0 h 1"/>
                <a:gd name="txR" fmla="*/ 18 w 18"/>
                <a:gd name="txB" fmla="*/ 1 h 1"/>
              </a:gdLst>
              <a:ahLst/>
              <a:cxnLst>
                <a:cxn ang="0">
                  <a:pos x="18" y="0"/>
                </a:cxn>
                <a:cxn ang="0">
                  <a:pos x="0" y="0"/>
                </a:cxn>
                <a:cxn ang="0">
                  <a:pos x="18" y="0"/>
                </a:cxn>
                <a:cxn ang="0">
                  <a:pos x="18" y="0"/>
                </a:cxn>
              </a:cxnLst>
              <a:rect l="txL" t="txT" r="txR" b="txB"/>
              <a:pathLst>
                <a:path w="18" h="1">
                  <a:moveTo>
                    <a:pt x="18" y="0"/>
                  </a:move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20" name="Freeform 281"/>
            <p:cNvSpPr/>
            <p:nvPr/>
          </p:nvSpPr>
          <p:spPr>
            <a:xfrm>
              <a:off x="774" y="1682"/>
              <a:ext cx="114" cy="1"/>
            </a:xfrm>
            <a:custGeom>
              <a:avLst/>
              <a:gdLst>
                <a:gd name="txL" fmla="*/ 0 w 114"/>
                <a:gd name="txT" fmla="*/ 0 h 1"/>
                <a:gd name="txR" fmla="*/ 114 w 114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14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14" h="1">
                  <a:moveTo>
                    <a:pt x="0" y="0"/>
                  </a:moveTo>
                  <a:lnTo>
                    <a:pt x="1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21" name="Freeform 282"/>
            <p:cNvSpPr/>
            <p:nvPr/>
          </p:nvSpPr>
          <p:spPr>
            <a:xfrm>
              <a:off x="876" y="1658"/>
              <a:ext cx="77" cy="54"/>
            </a:xfrm>
            <a:custGeom>
              <a:avLst/>
              <a:gdLst>
                <a:gd name="txL" fmla="*/ 0 w 77"/>
                <a:gd name="txT" fmla="*/ 0 h 54"/>
                <a:gd name="txR" fmla="*/ 77 w 77"/>
                <a:gd name="txB" fmla="*/ 54 h 54"/>
              </a:gdLst>
              <a:ahLst/>
              <a:cxnLst>
                <a:cxn ang="0">
                  <a:pos x="0" y="54"/>
                </a:cxn>
                <a:cxn ang="0">
                  <a:pos x="77" y="24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txL" t="txT" r="txR" b="txB"/>
              <a:pathLst>
                <a:path w="77" h="54">
                  <a:moveTo>
                    <a:pt x="0" y="54"/>
                  </a:moveTo>
                  <a:lnTo>
                    <a:pt x="77" y="24"/>
                  </a:lnTo>
                  <a:lnTo>
                    <a:pt x="0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22" name="Freeform 283"/>
            <p:cNvSpPr/>
            <p:nvPr/>
          </p:nvSpPr>
          <p:spPr>
            <a:xfrm>
              <a:off x="3376" y="1467"/>
              <a:ext cx="1" cy="149"/>
            </a:xfrm>
            <a:custGeom>
              <a:avLst/>
              <a:gdLst>
                <a:gd name="txL" fmla="*/ 0 w 1"/>
                <a:gd name="txT" fmla="*/ 0 h 149"/>
                <a:gd name="txR" fmla="*/ 1 w 1"/>
                <a:gd name="txB" fmla="*/ 149 h 149"/>
              </a:gdLst>
              <a:ahLst/>
              <a:cxnLst>
                <a:cxn ang="0">
                  <a:pos x="0" y="149"/>
                </a:cxn>
                <a:cxn ang="0">
                  <a:pos x="0" y="0"/>
                </a:cxn>
                <a:cxn ang="0">
                  <a:pos x="0" y="149"/>
                </a:cxn>
                <a:cxn ang="0">
                  <a:pos x="0" y="149"/>
                </a:cxn>
              </a:cxnLst>
              <a:rect l="txL" t="txT" r="txR" b="txB"/>
              <a:pathLst>
                <a:path w="1" h="149">
                  <a:moveTo>
                    <a:pt x="0" y="149"/>
                  </a:moveTo>
                  <a:lnTo>
                    <a:pt x="0" y="0"/>
                  </a:lnTo>
                  <a:lnTo>
                    <a:pt x="0" y="14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23" name="Freeform 284"/>
            <p:cNvSpPr/>
            <p:nvPr/>
          </p:nvSpPr>
          <p:spPr>
            <a:xfrm>
              <a:off x="3358" y="1383"/>
              <a:ext cx="42" cy="102"/>
            </a:xfrm>
            <a:custGeom>
              <a:avLst/>
              <a:gdLst>
                <a:gd name="txL" fmla="*/ 0 w 42"/>
                <a:gd name="txT" fmla="*/ 0 h 102"/>
                <a:gd name="txR" fmla="*/ 42 w 42"/>
                <a:gd name="txB" fmla="*/ 102 h 102"/>
              </a:gdLst>
              <a:ahLst/>
              <a:cxnLst>
                <a:cxn ang="0">
                  <a:pos x="42" y="102"/>
                </a:cxn>
                <a:cxn ang="0">
                  <a:pos x="18" y="0"/>
                </a:cxn>
                <a:cxn ang="0">
                  <a:pos x="0" y="102"/>
                </a:cxn>
                <a:cxn ang="0">
                  <a:pos x="42" y="102"/>
                </a:cxn>
                <a:cxn ang="0">
                  <a:pos x="42" y="102"/>
                </a:cxn>
              </a:cxnLst>
              <a:rect l="txL" t="txT" r="txR" b="txB"/>
              <a:pathLst>
                <a:path w="42" h="102">
                  <a:moveTo>
                    <a:pt x="42" y="102"/>
                  </a:moveTo>
                  <a:lnTo>
                    <a:pt x="18" y="0"/>
                  </a:lnTo>
                  <a:lnTo>
                    <a:pt x="0" y="102"/>
                  </a:lnTo>
                  <a:lnTo>
                    <a:pt x="42" y="10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24" name="Freeform 285"/>
            <p:cNvSpPr/>
            <p:nvPr/>
          </p:nvSpPr>
          <p:spPr>
            <a:xfrm>
              <a:off x="3358" y="1885"/>
              <a:ext cx="114" cy="1"/>
            </a:xfrm>
            <a:custGeom>
              <a:avLst/>
              <a:gdLst>
                <a:gd name="txL" fmla="*/ 0 w 114"/>
                <a:gd name="txT" fmla="*/ 0 h 1"/>
                <a:gd name="txR" fmla="*/ 114 w 114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14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14" h="1">
                  <a:moveTo>
                    <a:pt x="0" y="0"/>
                  </a:moveTo>
                  <a:lnTo>
                    <a:pt x="1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25" name="Freeform 286"/>
            <p:cNvSpPr/>
            <p:nvPr/>
          </p:nvSpPr>
          <p:spPr>
            <a:xfrm>
              <a:off x="3460" y="1855"/>
              <a:ext cx="77" cy="54"/>
            </a:xfrm>
            <a:custGeom>
              <a:avLst/>
              <a:gdLst>
                <a:gd name="txL" fmla="*/ 0 w 77"/>
                <a:gd name="txT" fmla="*/ 0 h 54"/>
                <a:gd name="txR" fmla="*/ 77 w 77"/>
                <a:gd name="txB" fmla="*/ 54 h 54"/>
              </a:gdLst>
              <a:ahLst/>
              <a:cxnLst>
                <a:cxn ang="0">
                  <a:pos x="0" y="54"/>
                </a:cxn>
                <a:cxn ang="0">
                  <a:pos x="77" y="3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txL" t="txT" r="txR" b="txB"/>
              <a:pathLst>
                <a:path w="77" h="54">
                  <a:moveTo>
                    <a:pt x="0" y="54"/>
                  </a:moveTo>
                  <a:lnTo>
                    <a:pt x="77" y="30"/>
                  </a:lnTo>
                  <a:lnTo>
                    <a:pt x="0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26" name="Freeform 287"/>
            <p:cNvSpPr/>
            <p:nvPr/>
          </p:nvSpPr>
          <p:spPr>
            <a:xfrm>
              <a:off x="3226" y="1962"/>
              <a:ext cx="1" cy="150"/>
            </a:xfrm>
            <a:custGeom>
              <a:avLst/>
              <a:gdLst>
                <a:gd name="txL" fmla="*/ 0 w 1"/>
                <a:gd name="txT" fmla="*/ 0 h 150"/>
                <a:gd name="txR" fmla="*/ 1 w 1"/>
                <a:gd name="txB" fmla="*/ 150 h 150"/>
              </a:gdLst>
              <a:ahLst/>
              <a:cxnLst>
                <a:cxn ang="0">
                  <a:pos x="0" y="150"/>
                </a:cxn>
                <a:cxn ang="0">
                  <a:pos x="0" y="0"/>
                </a:cxn>
                <a:cxn ang="0">
                  <a:pos x="0" y="150"/>
                </a:cxn>
                <a:cxn ang="0">
                  <a:pos x="0" y="150"/>
                </a:cxn>
              </a:cxnLst>
              <a:rect l="txL" t="txT" r="txR" b="txB"/>
              <a:pathLst>
                <a:path w="1" h="150">
                  <a:moveTo>
                    <a:pt x="0" y="150"/>
                  </a:moveTo>
                  <a:lnTo>
                    <a:pt x="0" y="0"/>
                  </a:lnTo>
                  <a:lnTo>
                    <a:pt x="0" y="15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27" name="Freeform 288"/>
            <p:cNvSpPr/>
            <p:nvPr/>
          </p:nvSpPr>
          <p:spPr>
            <a:xfrm>
              <a:off x="3203" y="1873"/>
              <a:ext cx="41" cy="107"/>
            </a:xfrm>
            <a:custGeom>
              <a:avLst/>
              <a:gdLst>
                <a:gd name="txL" fmla="*/ 0 w 41"/>
                <a:gd name="txT" fmla="*/ 0 h 107"/>
                <a:gd name="txR" fmla="*/ 41 w 41"/>
                <a:gd name="txB" fmla="*/ 107 h 107"/>
              </a:gdLst>
              <a:ahLst/>
              <a:cxnLst>
                <a:cxn ang="0">
                  <a:pos x="41" y="107"/>
                </a:cxn>
                <a:cxn ang="0">
                  <a:pos x="23" y="0"/>
                </a:cxn>
                <a:cxn ang="0">
                  <a:pos x="0" y="107"/>
                </a:cxn>
                <a:cxn ang="0">
                  <a:pos x="41" y="107"/>
                </a:cxn>
                <a:cxn ang="0">
                  <a:pos x="41" y="107"/>
                </a:cxn>
              </a:cxnLst>
              <a:rect l="txL" t="txT" r="txR" b="txB"/>
              <a:pathLst>
                <a:path w="41" h="107">
                  <a:moveTo>
                    <a:pt x="41" y="107"/>
                  </a:moveTo>
                  <a:lnTo>
                    <a:pt x="23" y="0"/>
                  </a:lnTo>
                  <a:lnTo>
                    <a:pt x="0" y="107"/>
                  </a:lnTo>
                  <a:lnTo>
                    <a:pt x="41" y="10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28" name="Freeform 289"/>
            <p:cNvSpPr/>
            <p:nvPr/>
          </p:nvSpPr>
          <p:spPr>
            <a:xfrm>
              <a:off x="3908" y="1885"/>
              <a:ext cx="114" cy="1"/>
            </a:xfrm>
            <a:custGeom>
              <a:avLst/>
              <a:gdLst>
                <a:gd name="txL" fmla="*/ 0 w 114"/>
                <a:gd name="txT" fmla="*/ 0 h 1"/>
                <a:gd name="txR" fmla="*/ 114 w 114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14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14" h="1">
                  <a:moveTo>
                    <a:pt x="0" y="0"/>
                  </a:moveTo>
                  <a:lnTo>
                    <a:pt x="1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29" name="Freeform 290"/>
            <p:cNvSpPr/>
            <p:nvPr/>
          </p:nvSpPr>
          <p:spPr>
            <a:xfrm>
              <a:off x="4004" y="1855"/>
              <a:ext cx="78" cy="54"/>
            </a:xfrm>
            <a:custGeom>
              <a:avLst/>
              <a:gdLst>
                <a:gd name="txL" fmla="*/ 0 w 78"/>
                <a:gd name="txT" fmla="*/ 0 h 54"/>
                <a:gd name="txR" fmla="*/ 78 w 78"/>
                <a:gd name="txB" fmla="*/ 54 h 54"/>
              </a:gdLst>
              <a:ahLst/>
              <a:cxnLst>
                <a:cxn ang="0">
                  <a:pos x="0" y="54"/>
                </a:cxn>
                <a:cxn ang="0">
                  <a:pos x="78" y="3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txL" t="txT" r="txR" b="txB"/>
              <a:pathLst>
                <a:path w="78" h="54">
                  <a:moveTo>
                    <a:pt x="0" y="54"/>
                  </a:moveTo>
                  <a:lnTo>
                    <a:pt x="78" y="30"/>
                  </a:lnTo>
                  <a:lnTo>
                    <a:pt x="0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30" name="Freeform 291"/>
            <p:cNvSpPr/>
            <p:nvPr/>
          </p:nvSpPr>
          <p:spPr>
            <a:xfrm>
              <a:off x="4231" y="1879"/>
              <a:ext cx="1" cy="149"/>
            </a:xfrm>
            <a:custGeom>
              <a:avLst/>
              <a:gdLst>
                <a:gd name="txL" fmla="*/ 0 w 1"/>
                <a:gd name="txT" fmla="*/ 0 h 149"/>
                <a:gd name="txR" fmla="*/ 1 w 1"/>
                <a:gd name="txB" fmla="*/ 149 h 149"/>
              </a:gdLst>
              <a:ahLst/>
              <a:cxnLst>
                <a:cxn ang="0">
                  <a:pos x="0" y="0"/>
                </a:cxn>
                <a:cxn ang="0">
                  <a:pos x="0" y="149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49">
                  <a:moveTo>
                    <a:pt x="0" y="0"/>
                  </a:moveTo>
                  <a:lnTo>
                    <a:pt x="0" y="1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31" name="Freeform 292"/>
            <p:cNvSpPr/>
            <p:nvPr/>
          </p:nvSpPr>
          <p:spPr>
            <a:xfrm>
              <a:off x="4213" y="2010"/>
              <a:ext cx="42" cy="102"/>
            </a:xfrm>
            <a:custGeom>
              <a:avLst/>
              <a:gdLst>
                <a:gd name="txL" fmla="*/ 0 w 42"/>
                <a:gd name="txT" fmla="*/ 0 h 102"/>
                <a:gd name="txR" fmla="*/ 42 w 42"/>
                <a:gd name="txB" fmla="*/ 102 h 102"/>
              </a:gdLst>
              <a:ahLst/>
              <a:cxnLst>
                <a:cxn ang="0">
                  <a:pos x="0" y="0"/>
                </a:cxn>
                <a:cxn ang="0">
                  <a:pos x="18" y="102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42" h="102">
                  <a:moveTo>
                    <a:pt x="0" y="0"/>
                  </a:moveTo>
                  <a:lnTo>
                    <a:pt x="18" y="102"/>
                  </a:lnTo>
                  <a:lnTo>
                    <a:pt x="4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32" name="Freeform 293"/>
            <p:cNvSpPr/>
            <p:nvPr/>
          </p:nvSpPr>
          <p:spPr>
            <a:xfrm>
              <a:off x="4273" y="1688"/>
              <a:ext cx="114" cy="1"/>
            </a:xfrm>
            <a:custGeom>
              <a:avLst/>
              <a:gdLst>
                <a:gd name="txL" fmla="*/ 0 w 114"/>
                <a:gd name="txT" fmla="*/ 0 h 1"/>
                <a:gd name="txR" fmla="*/ 114 w 114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14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14" h="1">
                  <a:moveTo>
                    <a:pt x="0" y="0"/>
                  </a:moveTo>
                  <a:lnTo>
                    <a:pt x="1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33" name="Freeform 294"/>
            <p:cNvSpPr/>
            <p:nvPr/>
          </p:nvSpPr>
          <p:spPr>
            <a:xfrm>
              <a:off x="4375" y="1658"/>
              <a:ext cx="78" cy="54"/>
            </a:xfrm>
            <a:custGeom>
              <a:avLst/>
              <a:gdLst>
                <a:gd name="txL" fmla="*/ 0 w 78"/>
                <a:gd name="txT" fmla="*/ 0 h 54"/>
                <a:gd name="txR" fmla="*/ 78 w 78"/>
                <a:gd name="txB" fmla="*/ 54 h 54"/>
              </a:gdLst>
              <a:ahLst/>
              <a:cxnLst>
                <a:cxn ang="0">
                  <a:pos x="0" y="54"/>
                </a:cxn>
                <a:cxn ang="0">
                  <a:pos x="78" y="3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txL" t="txT" r="txR" b="txB"/>
              <a:pathLst>
                <a:path w="78" h="54">
                  <a:moveTo>
                    <a:pt x="0" y="54"/>
                  </a:moveTo>
                  <a:lnTo>
                    <a:pt x="78" y="30"/>
                  </a:lnTo>
                  <a:lnTo>
                    <a:pt x="0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34" name="Freeform 295"/>
            <p:cNvSpPr/>
            <p:nvPr/>
          </p:nvSpPr>
          <p:spPr>
            <a:xfrm>
              <a:off x="4764" y="1688"/>
              <a:ext cx="113" cy="1"/>
            </a:xfrm>
            <a:custGeom>
              <a:avLst/>
              <a:gdLst>
                <a:gd name="txL" fmla="*/ 0 w 113"/>
                <a:gd name="txT" fmla="*/ 0 h 1"/>
                <a:gd name="txR" fmla="*/ 113 w 113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13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13" h="1">
                  <a:moveTo>
                    <a:pt x="0" y="0"/>
                  </a:moveTo>
                  <a:lnTo>
                    <a:pt x="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35" name="Freeform 296"/>
            <p:cNvSpPr/>
            <p:nvPr/>
          </p:nvSpPr>
          <p:spPr>
            <a:xfrm>
              <a:off x="4865" y="1658"/>
              <a:ext cx="78" cy="54"/>
            </a:xfrm>
            <a:custGeom>
              <a:avLst/>
              <a:gdLst>
                <a:gd name="txL" fmla="*/ 0 w 78"/>
                <a:gd name="txT" fmla="*/ 0 h 54"/>
                <a:gd name="txR" fmla="*/ 78 w 78"/>
                <a:gd name="txB" fmla="*/ 54 h 54"/>
              </a:gdLst>
              <a:ahLst/>
              <a:cxnLst>
                <a:cxn ang="0">
                  <a:pos x="0" y="54"/>
                </a:cxn>
                <a:cxn ang="0">
                  <a:pos x="78" y="24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txL" t="txT" r="txR" b="txB"/>
              <a:pathLst>
                <a:path w="78" h="54">
                  <a:moveTo>
                    <a:pt x="0" y="54"/>
                  </a:moveTo>
                  <a:lnTo>
                    <a:pt x="78" y="24"/>
                  </a:lnTo>
                  <a:lnTo>
                    <a:pt x="0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36" name="Freeform 297"/>
            <p:cNvSpPr/>
            <p:nvPr/>
          </p:nvSpPr>
          <p:spPr>
            <a:xfrm>
              <a:off x="5093" y="1389"/>
              <a:ext cx="1" cy="150"/>
            </a:xfrm>
            <a:custGeom>
              <a:avLst/>
              <a:gdLst>
                <a:gd name="txL" fmla="*/ 0 w 1"/>
                <a:gd name="txT" fmla="*/ 0 h 150"/>
                <a:gd name="txR" fmla="*/ 1 w 1"/>
                <a:gd name="txB" fmla="*/ 150 h 150"/>
              </a:gdLst>
              <a:ahLst/>
              <a:cxnLst>
                <a:cxn ang="0">
                  <a:pos x="0" y="0"/>
                </a:cxn>
                <a:cxn ang="0">
                  <a:pos x="0" y="15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50">
                  <a:moveTo>
                    <a:pt x="0" y="0"/>
                  </a:moveTo>
                  <a:lnTo>
                    <a:pt x="0" y="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37" name="Freeform 298"/>
            <p:cNvSpPr/>
            <p:nvPr/>
          </p:nvSpPr>
          <p:spPr>
            <a:xfrm>
              <a:off x="5075" y="1521"/>
              <a:ext cx="42" cy="101"/>
            </a:xfrm>
            <a:custGeom>
              <a:avLst/>
              <a:gdLst>
                <a:gd name="txL" fmla="*/ 0 w 42"/>
                <a:gd name="txT" fmla="*/ 0 h 101"/>
                <a:gd name="txR" fmla="*/ 42 w 42"/>
                <a:gd name="txB" fmla="*/ 101 h 101"/>
              </a:gdLst>
              <a:ahLst/>
              <a:cxnLst>
                <a:cxn ang="0">
                  <a:pos x="0" y="0"/>
                </a:cxn>
                <a:cxn ang="0">
                  <a:pos x="18" y="101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42" h="101">
                  <a:moveTo>
                    <a:pt x="0" y="0"/>
                  </a:moveTo>
                  <a:lnTo>
                    <a:pt x="18" y="101"/>
                  </a:lnTo>
                  <a:lnTo>
                    <a:pt x="4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341" name="文本框 302"/>
          <p:cNvSpPr txBox="1"/>
          <p:nvPr/>
        </p:nvSpPr>
        <p:spPr>
          <a:xfrm>
            <a:off x="2794000" y="5891213"/>
            <a:ext cx="1089025" cy="3381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cs typeface="Arial" panose="020B0604020202020204" pitchFamily="34" charset="0"/>
              </a:rPr>
              <a:t>题图</a:t>
            </a:r>
            <a:endParaRPr lang="zh-CN" altLang="en-US" sz="1600" baseline="-25000" dirty="0"/>
          </a:p>
        </p:txBody>
      </p:sp>
      <p:sp>
        <p:nvSpPr>
          <p:cNvPr id="14342" name="文本框 304"/>
          <p:cNvSpPr txBox="1"/>
          <p:nvPr/>
        </p:nvSpPr>
        <p:spPr>
          <a:xfrm>
            <a:off x="6416675" y="5910263"/>
            <a:ext cx="1600200" cy="3381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cs typeface="Arial" panose="020B0604020202020204" pitchFamily="34" charset="0"/>
              </a:rPr>
              <a:t>第</a:t>
            </a:r>
            <a:r>
              <a:rPr lang="en-US" altLang="zh-CN" sz="1600" dirty="0">
                <a:cs typeface="Arial" panose="020B0604020202020204" pitchFamily="34" charset="0"/>
              </a:rPr>
              <a:t>1</a:t>
            </a:r>
            <a:r>
              <a:rPr lang="zh-CN" altLang="en-US" sz="1600" dirty="0">
                <a:cs typeface="Arial" panose="020B0604020202020204" pitchFamily="34" charset="0"/>
              </a:rPr>
              <a:t>步：打标签</a:t>
            </a:r>
            <a:endParaRPr lang="zh-CN" altLang="en-US" sz="1600" baseline="-25000" dirty="0"/>
          </a:p>
        </p:txBody>
      </p:sp>
      <p:sp>
        <p:nvSpPr>
          <p:cNvPr id="14343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baseline="0" dirty="0">
                <a:latin typeface="Arial Black" panose="020B0A04020102020204" pitchFamily="34" charset="0"/>
                <a:cs typeface="Arial" panose="020B0604020202020204" pitchFamily="34" charset="0"/>
              </a:rPr>
              <a:pPr lvl="0" algn="r" eaLnBrk="1" hangingPunct="1">
                <a:buNone/>
              </a:pPr>
              <a:t>9</a:t>
            </a:fld>
            <a:endParaRPr lang="en-US" altLang="zh-CN" sz="1200" baseline="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4"/>
          <p:cNvGrpSpPr/>
          <p:nvPr/>
        </p:nvGrpSpPr>
        <p:grpSpPr>
          <a:xfrm>
            <a:off x="684213" y="363538"/>
            <a:ext cx="7632700" cy="2841625"/>
            <a:chOff x="457" y="1091"/>
            <a:chExt cx="4839" cy="2167"/>
          </a:xfrm>
        </p:grpSpPr>
        <p:sp>
          <p:nvSpPr>
            <p:cNvPr id="15382" name="Freeform 5"/>
            <p:cNvSpPr/>
            <p:nvPr/>
          </p:nvSpPr>
          <p:spPr>
            <a:xfrm>
              <a:off x="1593" y="1783"/>
              <a:ext cx="1" cy="962"/>
            </a:xfrm>
            <a:custGeom>
              <a:avLst/>
              <a:gdLst>
                <a:gd name="txL" fmla="*/ 0 w 1"/>
                <a:gd name="txT" fmla="*/ 0 h 962"/>
                <a:gd name="txR" fmla="*/ 1 w 1"/>
                <a:gd name="txB" fmla="*/ 962 h 962"/>
              </a:gdLst>
              <a:ahLst/>
              <a:cxnLst>
                <a:cxn ang="0">
                  <a:pos x="0" y="962"/>
                </a:cxn>
                <a:cxn ang="0">
                  <a:pos x="0" y="0"/>
                </a:cxn>
                <a:cxn ang="0">
                  <a:pos x="0" y="962"/>
                </a:cxn>
                <a:cxn ang="0">
                  <a:pos x="0" y="962"/>
                </a:cxn>
              </a:cxnLst>
              <a:rect l="txL" t="txT" r="txR" b="txB"/>
              <a:pathLst>
                <a:path w="1" h="962">
                  <a:moveTo>
                    <a:pt x="0" y="962"/>
                  </a:moveTo>
                  <a:lnTo>
                    <a:pt x="0" y="0"/>
                  </a:lnTo>
                  <a:lnTo>
                    <a:pt x="0" y="96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3" name="Freeform 6"/>
            <p:cNvSpPr>
              <a:spLocks noEditPoints="1"/>
            </p:cNvSpPr>
            <p:nvPr/>
          </p:nvSpPr>
          <p:spPr>
            <a:xfrm>
              <a:off x="732" y="1783"/>
              <a:ext cx="861" cy="1"/>
            </a:xfrm>
            <a:custGeom>
              <a:avLst/>
              <a:gdLst>
                <a:gd name="txL" fmla="*/ 0 w 861"/>
                <a:gd name="txT" fmla="*/ 0 h 1"/>
                <a:gd name="txR" fmla="*/ 861 w 861"/>
                <a:gd name="txB" fmla="*/ 1 h 1"/>
              </a:gdLst>
              <a:ahLst/>
              <a:cxnLst>
                <a:cxn ang="0">
                  <a:pos x="861" y="0"/>
                </a:cxn>
                <a:cxn ang="0">
                  <a:pos x="0" y="0"/>
                </a:cxn>
                <a:cxn ang="0">
                  <a:pos x="861" y="0"/>
                </a:cxn>
                <a:cxn ang="0">
                  <a:pos x="861" y="0"/>
                </a:cxn>
                <a:cxn ang="0">
                  <a:pos x="861" y="0"/>
                </a:cxn>
                <a:cxn ang="0">
                  <a:pos x="861" y="0"/>
                </a:cxn>
                <a:cxn ang="0">
                  <a:pos x="861" y="0"/>
                </a:cxn>
              </a:cxnLst>
              <a:rect l="txL" t="txT" r="txR" b="txB"/>
              <a:pathLst>
                <a:path w="861" h="1">
                  <a:moveTo>
                    <a:pt x="861" y="0"/>
                  </a:moveTo>
                  <a:lnTo>
                    <a:pt x="0" y="0"/>
                  </a:lnTo>
                  <a:lnTo>
                    <a:pt x="861" y="0"/>
                  </a:lnTo>
                  <a:close/>
                  <a:moveTo>
                    <a:pt x="861" y="0"/>
                  </a:moveTo>
                  <a:lnTo>
                    <a:pt x="861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4" name="Freeform 7"/>
            <p:cNvSpPr>
              <a:spLocks noEditPoints="1"/>
            </p:cNvSpPr>
            <p:nvPr/>
          </p:nvSpPr>
          <p:spPr>
            <a:xfrm>
              <a:off x="732" y="1783"/>
              <a:ext cx="1" cy="962"/>
            </a:xfrm>
            <a:custGeom>
              <a:avLst/>
              <a:gdLst>
                <a:gd name="txL" fmla="*/ 0 w 1"/>
                <a:gd name="txT" fmla="*/ 0 h 962"/>
                <a:gd name="txR" fmla="*/ 1 w 1"/>
                <a:gd name="txB" fmla="*/ 962 h 962"/>
              </a:gdLst>
              <a:ahLst/>
              <a:cxnLst>
                <a:cxn ang="0">
                  <a:pos x="0" y="0"/>
                </a:cxn>
                <a:cxn ang="0">
                  <a:pos x="0" y="96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962">
                  <a:moveTo>
                    <a:pt x="0" y="0"/>
                  </a:moveTo>
                  <a:lnTo>
                    <a:pt x="0" y="962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5" name="Freeform 8"/>
            <p:cNvSpPr>
              <a:spLocks noEditPoints="1"/>
            </p:cNvSpPr>
            <p:nvPr/>
          </p:nvSpPr>
          <p:spPr>
            <a:xfrm>
              <a:off x="732" y="2745"/>
              <a:ext cx="861" cy="1"/>
            </a:xfrm>
            <a:custGeom>
              <a:avLst/>
              <a:gdLst>
                <a:gd name="txL" fmla="*/ 0 w 861"/>
                <a:gd name="txT" fmla="*/ 0 h 1"/>
                <a:gd name="txR" fmla="*/ 861 w 86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86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861" h="1">
                  <a:moveTo>
                    <a:pt x="0" y="0"/>
                  </a:moveTo>
                  <a:lnTo>
                    <a:pt x="861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6" name="Freeform 9"/>
            <p:cNvSpPr/>
            <p:nvPr/>
          </p:nvSpPr>
          <p:spPr>
            <a:xfrm>
              <a:off x="1593" y="2745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7" name="Freeform 10"/>
            <p:cNvSpPr/>
            <p:nvPr/>
          </p:nvSpPr>
          <p:spPr>
            <a:xfrm>
              <a:off x="1593" y="2745"/>
              <a:ext cx="856" cy="1"/>
            </a:xfrm>
            <a:custGeom>
              <a:avLst/>
              <a:gdLst>
                <a:gd name="txL" fmla="*/ 0 w 856"/>
                <a:gd name="txT" fmla="*/ 0 h 1"/>
                <a:gd name="txR" fmla="*/ 856 w 856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856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856" h="1">
                  <a:moveTo>
                    <a:pt x="0" y="0"/>
                  </a:moveTo>
                  <a:lnTo>
                    <a:pt x="8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8" name="Freeform 11"/>
            <p:cNvSpPr>
              <a:spLocks noEditPoints="1"/>
            </p:cNvSpPr>
            <p:nvPr/>
          </p:nvSpPr>
          <p:spPr>
            <a:xfrm>
              <a:off x="2449" y="1783"/>
              <a:ext cx="1" cy="962"/>
            </a:xfrm>
            <a:custGeom>
              <a:avLst/>
              <a:gdLst>
                <a:gd name="txL" fmla="*/ 0 w 1"/>
                <a:gd name="txT" fmla="*/ 0 h 962"/>
                <a:gd name="txR" fmla="*/ 1 w 1"/>
                <a:gd name="txB" fmla="*/ 962 h 962"/>
              </a:gdLst>
              <a:ahLst/>
              <a:cxnLst>
                <a:cxn ang="0">
                  <a:pos x="0" y="962"/>
                </a:cxn>
                <a:cxn ang="0">
                  <a:pos x="0" y="0"/>
                </a:cxn>
                <a:cxn ang="0">
                  <a:pos x="0" y="962"/>
                </a:cxn>
                <a:cxn ang="0">
                  <a:pos x="0" y="962"/>
                </a:cxn>
                <a:cxn ang="0">
                  <a:pos x="0" y="962"/>
                </a:cxn>
                <a:cxn ang="0">
                  <a:pos x="0" y="962"/>
                </a:cxn>
                <a:cxn ang="0">
                  <a:pos x="0" y="962"/>
                </a:cxn>
              </a:cxnLst>
              <a:rect l="txL" t="txT" r="txR" b="txB"/>
              <a:pathLst>
                <a:path w="1" h="962">
                  <a:moveTo>
                    <a:pt x="0" y="962"/>
                  </a:moveTo>
                  <a:lnTo>
                    <a:pt x="0" y="0"/>
                  </a:lnTo>
                  <a:lnTo>
                    <a:pt x="0" y="962"/>
                  </a:lnTo>
                  <a:close/>
                  <a:moveTo>
                    <a:pt x="0" y="962"/>
                  </a:moveTo>
                  <a:lnTo>
                    <a:pt x="0" y="96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9" name="Freeform 12"/>
            <p:cNvSpPr>
              <a:spLocks noEditPoints="1"/>
            </p:cNvSpPr>
            <p:nvPr/>
          </p:nvSpPr>
          <p:spPr>
            <a:xfrm>
              <a:off x="1593" y="1783"/>
              <a:ext cx="856" cy="1"/>
            </a:xfrm>
            <a:custGeom>
              <a:avLst/>
              <a:gdLst>
                <a:gd name="txL" fmla="*/ 0 w 856"/>
                <a:gd name="txT" fmla="*/ 0 h 1"/>
                <a:gd name="txR" fmla="*/ 856 w 856"/>
                <a:gd name="txB" fmla="*/ 1 h 1"/>
              </a:gdLst>
              <a:ahLst/>
              <a:cxnLst>
                <a:cxn ang="0">
                  <a:pos x="856" y="0"/>
                </a:cxn>
                <a:cxn ang="0">
                  <a:pos x="0" y="0"/>
                </a:cxn>
                <a:cxn ang="0">
                  <a:pos x="856" y="0"/>
                </a:cxn>
                <a:cxn ang="0">
                  <a:pos x="856" y="0"/>
                </a:cxn>
                <a:cxn ang="0">
                  <a:pos x="856" y="0"/>
                </a:cxn>
                <a:cxn ang="0">
                  <a:pos x="856" y="0"/>
                </a:cxn>
                <a:cxn ang="0">
                  <a:pos x="856" y="0"/>
                </a:cxn>
              </a:cxnLst>
              <a:rect l="txL" t="txT" r="txR" b="txB"/>
              <a:pathLst>
                <a:path w="856" h="1">
                  <a:moveTo>
                    <a:pt x="856" y="0"/>
                  </a:moveTo>
                  <a:lnTo>
                    <a:pt x="0" y="0"/>
                  </a:lnTo>
                  <a:lnTo>
                    <a:pt x="856" y="0"/>
                  </a:lnTo>
                  <a:close/>
                  <a:moveTo>
                    <a:pt x="856" y="0"/>
                  </a:moveTo>
                  <a:lnTo>
                    <a:pt x="856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0" name="Freeform 13"/>
            <p:cNvSpPr/>
            <p:nvPr/>
          </p:nvSpPr>
          <p:spPr>
            <a:xfrm>
              <a:off x="732" y="1294"/>
              <a:ext cx="861" cy="1"/>
            </a:xfrm>
            <a:custGeom>
              <a:avLst/>
              <a:gdLst>
                <a:gd name="txL" fmla="*/ 0 w 861"/>
                <a:gd name="txT" fmla="*/ 0 h 1"/>
                <a:gd name="txR" fmla="*/ 861 w 861"/>
                <a:gd name="txB" fmla="*/ 1 h 1"/>
              </a:gdLst>
              <a:ahLst/>
              <a:cxnLst>
                <a:cxn ang="0">
                  <a:pos x="861" y="0"/>
                </a:cxn>
                <a:cxn ang="0">
                  <a:pos x="0" y="0"/>
                </a:cxn>
                <a:cxn ang="0">
                  <a:pos x="861" y="0"/>
                </a:cxn>
                <a:cxn ang="0">
                  <a:pos x="861" y="0"/>
                </a:cxn>
              </a:cxnLst>
              <a:rect l="txL" t="txT" r="txR" b="txB"/>
              <a:pathLst>
                <a:path w="861" h="1">
                  <a:moveTo>
                    <a:pt x="861" y="0"/>
                  </a:moveTo>
                  <a:lnTo>
                    <a:pt x="0" y="0"/>
                  </a:lnTo>
                  <a:lnTo>
                    <a:pt x="861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1" name="Freeform 14"/>
            <p:cNvSpPr>
              <a:spLocks noEditPoints="1"/>
            </p:cNvSpPr>
            <p:nvPr/>
          </p:nvSpPr>
          <p:spPr>
            <a:xfrm>
              <a:off x="732" y="1294"/>
              <a:ext cx="1" cy="489"/>
            </a:xfrm>
            <a:custGeom>
              <a:avLst/>
              <a:gdLst>
                <a:gd name="txL" fmla="*/ 0 w 1"/>
                <a:gd name="txT" fmla="*/ 0 h 489"/>
                <a:gd name="txR" fmla="*/ 1 w 1"/>
                <a:gd name="txB" fmla="*/ 489 h 489"/>
              </a:gdLst>
              <a:ahLst/>
              <a:cxnLst>
                <a:cxn ang="0">
                  <a:pos x="0" y="0"/>
                </a:cxn>
                <a:cxn ang="0">
                  <a:pos x="0" y="489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489">
                  <a:moveTo>
                    <a:pt x="0" y="0"/>
                  </a:moveTo>
                  <a:lnTo>
                    <a:pt x="0" y="489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2" name="Freeform 15"/>
            <p:cNvSpPr/>
            <p:nvPr/>
          </p:nvSpPr>
          <p:spPr>
            <a:xfrm>
              <a:off x="2449" y="1294"/>
              <a:ext cx="1" cy="489"/>
            </a:xfrm>
            <a:custGeom>
              <a:avLst/>
              <a:gdLst>
                <a:gd name="txL" fmla="*/ 0 w 1"/>
                <a:gd name="txT" fmla="*/ 0 h 489"/>
                <a:gd name="txR" fmla="*/ 1 w 1"/>
                <a:gd name="txB" fmla="*/ 489 h 489"/>
              </a:gdLst>
              <a:ahLst/>
              <a:cxnLst>
                <a:cxn ang="0">
                  <a:pos x="0" y="489"/>
                </a:cxn>
                <a:cxn ang="0">
                  <a:pos x="0" y="0"/>
                </a:cxn>
                <a:cxn ang="0">
                  <a:pos x="0" y="489"/>
                </a:cxn>
                <a:cxn ang="0">
                  <a:pos x="0" y="489"/>
                </a:cxn>
              </a:cxnLst>
              <a:rect l="txL" t="txT" r="txR" b="txB"/>
              <a:pathLst>
                <a:path w="1" h="489">
                  <a:moveTo>
                    <a:pt x="0" y="489"/>
                  </a:moveTo>
                  <a:lnTo>
                    <a:pt x="0" y="0"/>
                  </a:lnTo>
                  <a:lnTo>
                    <a:pt x="0" y="48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3" name="Freeform 16"/>
            <p:cNvSpPr>
              <a:spLocks noEditPoints="1"/>
            </p:cNvSpPr>
            <p:nvPr/>
          </p:nvSpPr>
          <p:spPr>
            <a:xfrm>
              <a:off x="1593" y="1294"/>
              <a:ext cx="856" cy="1"/>
            </a:xfrm>
            <a:custGeom>
              <a:avLst/>
              <a:gdLst>
                <a:gd name="txL" fmla="*/ 0 w 856"/>
                <a:gd name="txT" fmla="*/ 0 h 1"/>
                <a:gd name="txR" fmla="*/ 856 w 856"/>
                <a:gd name="txB" fmla="*/ 1 h 1"/>
              </a:gdLst>
              <a:ahLst/>
              <a:cxnLst>
                <a:cxn ang="0">
                  <a:pos x="856" y="0"/>
                </a:cxn>
                <a:cxn ang="0">
                  <a:pos x="0" y="0"/>
                </a:cxn>
                <a:cxn ang="0">
                  <a:pos x="856" y="0"/>
                </a:cxn>
                <a:cxn ang="0">
                  <a:pos x="856" y="0"/>
                </a:cxn>
                <a:cxn ang="0">
                  <a:pos x="856" y="0"/>
                </a:cxn>
                <a:cxn ang="0">
                  <a:pos x="856" y="0"/>
                </a:cxn>
                <a:cxn ang="0">
                  <a:pos x="856" y="0"/>
                </a:cxn>
              </a:cxnLst>
              <a:rect l="txL" t="txT" r="txR" b="txB"/>
              <a:pathLst>
                <a:path w="856" h="1">
                  <a:moveTo>
                    <a:pt x="856" y="0"/>
                  </a:moveTo>
                  <a:lnTo>
                    <a:pt x="0" y="0"/>
                  </a:lnTo>
                  <a:lnTo>
                    <a:pt x="856" y="0"/>
                  </a:lnTo>
                  <a:close/>
                  <a:moveTo>
                    <a:pt x="856" y="0"/>
                  </a:moveTo>
                  <a:lnTo>
                    <a:pt x="856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4" name="Freeform 17"/>
            <p:cNvSpPr>
              <a:spLocks noEditPoints="1"/>
            </p:cNvSpPr>
            <p:nvPr/>
          </p:nvSpPr>
          <p:spPr>
            <a:xfrm>
              <a:off x="1522" y="1091"/>
              <a:ext cx="48" cy="89"/>
            </a:xfrm>
            <a:custGeom>
              <a:avLst/>
              <a:gdLst>
                <a:gd name="txL" fmla="*/ 0 w 48"/>
                <a:gd name="txT" fmla="*/ 0 h 89"/>
                <a:gd name="txR" fmla="*/ 48 w 48"/>
                <a:gd name="txB" fmla="*/ 89 h 89"/>
              </a:gdLst>
              <a:ahLst/>
              <a:cxnLst>
                <a:cxn ang="0">
                  <a:pos x="48" y="59"/>
                </a:cxn>
                <a:cxn ang="0">
                  <a:pos x="36" y="59"/>
                </a:cxn>
                <a:cxn ang="0">
                  <a:pos x="36" y="0"/>
                </a:cxn>
                <a:cxn ang="0">
                  <a:pos x="30" y="0"/>
                </a:cxn>
                <a:cxn ang="0">
                  <a:pos x="0" y="59"/>
                </a:cxn>
                <a:cxn ang="0">
                  <a:pos x="0" y="65"/>
                </a:cxn>
                <a:cxn ang="0">
                  <a:pos x="30" y="65"/>
                </a:cxn>
                <a:cxn ang="0">
                  <a:pos x="30" y="89"/>
                </a:cxn>
                <a:cxn ang="0">
                  <a:pos x="36" y="89"/>
                </a:cxn>
                <a:cxn ang="0">
                  <a:pos x="36" y="65"/>
                </a:cxn>
                <a:cxn ang="0">
                  <a:pos x="48" y="65"/>
                </a:cxn>
                <a:cxn ang="0">
                  <a:pos x="48" y="59"/>
                </a:cxn>
                <a:cxn ang="0">
                  <a:pos x="30" y="59"/>
                </a:cxn>
                <a:cxn ang="0">
                  <a:pos x="0" y="59"/>
                </a:cxn>
                <a:cxn ang="0">
                  <a:pos x="24" y="12"/>
                </a:cxn>
                <a:cxn ang="0">
                  <a:pos x="30" y="12"/>
                </a:cxn>
                <a:cxn ang="0">
                  <a:pos x="30" y="59"/>
                </a:cxn>
              </a:cxnLst>
              <a:rect l="txL" t="txT" r="txR" b="txB"/>
              <a:pathLst>
                <a:path w="48" h="89">
                  <a:moveTo>
                    <a:pt x="48" y="59"/>
                  </a:moveTo>
                  <a:lnTo>
                    <a:pt x="36" y="59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0" y="59"/>
                  </a:lnTo>
                  <a:lnTo>
                    <a:pt x="0" y="65"/>
                  </a:lnTo>
                  <a:lnTo>
                    <a:pt x="30" y="65"/>
                  </a:lnTo>
                  <a:lnTo>
                    <a:pt x="30" y="89"/>
                  </a:lnTo>
                  <a:lnTo>
                    <a:pt x="36" y="89"/>
                  </a:lnTo>
                  <a:lnTo>
                    <a:pt x="36" y="65"/>
                  </a:lnTo>
                  <a:lnTo>
                    <a:pt x="48" y="65"/>
                  </a:lnTo>
                  <a:lnTo>
                    <a:pt x="48" y="59"/>
                  </a:lnTo>
                  <a:close/>
                  <a:moveTo>
                    <a:pt x="30" y="59"/>
                  </a:moveTo>
                  <a:lnTo>
                    <a:pt x="0" y="59"/>
                  </a:lnTo>
                  <a:lnTo>
                    <a:pt x="24" y="12"/>
                  </a:lnTo>
                  <a:lnTo>
                    <a:pt x="30" y="12"/>
                  </a:lnTo>
                  <a:lnTo>
                    <a:pt x="30" y="5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5" name="Freeform 18"/>
            <p:cNvSpPr/>
            <p:nvPr/>
          </p:nvSpPr>
          <p:spPr>
            <a:xfrm>
              <a:off x="1599" y="1091"/>
              <a:ext cx="72" cy="89"/>
            </a:xfrm>
            <a:custGeom>
              <a:avLst/>
              <a:gdLst>
                <a:gd name="txL" fmla="*/ 0 w 72"/>
                <a:gd name="txT" fmla="*/ 0 h 89"/>
                <a:gd name="txR" fmla="*/ 72 w 72"/>
                <a:gd name="txB" fmla="*/ 89 h 89"/>
              </a:gdLst>
              <a:ahLst/>
              <a:cxnLst>
                <a:cxn ang="0">
                  <a:pos x="30" y="71"/>
                </a:cxn>
                <a:cxn ang="0">
                  <a:pos x="24" y="65"/>
                </a:cxn>
                <a:cxn ang="0">
                  <a:pos x="18" y="54"/>
                </a:cxn>
                <a:cxn ang="0">
                  <a:pos x="12" y="48"/>
                </a:cxn>
                <a:cxn ang="0">
                  <a:pos x="12" y="36"/>
                </a:cxn>
                <a:cxn ang="0">
                  <a:pos x="18" y="12"/>
                </a:cxn>
                <a:cxn ang="0">
                  <a:pos x="30" y="6"/>
                </a:cxn>
                <a:cxn ang="0">
                  <a:pos x="36" y="0"/>
                </a:cxn>
                <a:cxn ang="0">
                  <a:pos x="42" y="6"/>
                </a:cxn>
                <a:cxn ang="0">
                  <a:pos x="48" y="12"/>
                </a:cxn>
                <a:cxn ang="0">
                  <a:pos x="60" y="36"/>
                </a:cxn>
                <a:cxn ang="0">
                  <a:pos x="60" y="48"/>
                </a:cxn>
                <a:cxn ang="0">
                  <a:pos x="54" y="54"/>
                </a:cxn>
                <a:cxn ang="0">
                  <a:pos x="48" y="65"/>
                </a:cxn>
                <a:cxn ang="0">
                  <a:pos x="42" y="71"/>
                </a:cxn>
                <a:cxn ang="0">
                  <a:pos x="42" y="89"/>
                </a:cxn>
                <a:cxn ang="0">
                  <a:pos x="72" y="89"/>
                </a:cxn>
                <a:cxn ang="0">
                  <a:pos x="72" y="71"/>
                </a:cxn>
                <a:cxn ang="0">
                  <a:pos x="72" y="71"/>
                </a:cxn>
                <a:cxn ang="0">
                  <a:pos x="66" y="77"/>
                </a:cxn>
                <a:cxn ang="0">
                  <a:pos x="66" y="77"/>
                </a:cxn>
                <a:cxn ang="0">
                  <a:pos x="48" y="77"/>
                </a:cxn>
                <a:cxn ang="0">
                  <a:pos x="48" y="71"/>
                </a:cxn>
                <a:cxn ang="0">
                  <a:pos x="60" y="65"/>
                </a:cxn>
                <a:cxn ang="0">
                  <a:pos x="66" y="59"/>
                </a:cxn>
                <a:cxn ang="0">
                  <a:pos x="72" y="42"/>
                </a:cxn>
                <a:cxn ang="0">
                  <a:pos x="66" y="18"/>
                </a:cxn>
                <a:cxn ang="0">
                  <a:pos x="60" y="12"/>
                </a:cxn>
                <a:cxn ang="0">
                  <a:pos x="54" y="6"/>
                </a:cxn>
                <a:cxn ang="0">
                  <a:pos x="48" y="0"/>
                </a:cxn>
                <a:cxn ang="0">
                  <a:pos x="36" y="0"/>
                </a:cxn>
                <a:cxn ang="0">
                  <a:pos x="30" y="0"/>
                </a:cxn>
                <a:cxn ang="0">
                  <a:pos x="18" y="6"/>
                </a:cxn>
                <a:cxn ang="0">
                  <a:pos x="12" y="12"/>
                </a:cxn>
                <a:cxn ang="0">
                  <a:pos x="6" y="18"/>
                </a:cxn>
                <a:cxn ang="0">
                  <a:pos x="0" y="42"/>
                </a:cxn>
                <a:cxn ang="0">
                  <a:pos x="6" y="59"/>
                </a:cxn>
                <a:cxn ang="0">
                  <a:pos x="18" y="65"/>
                </a:cxn>
                <a:cxn ang="0">
                  <a:pos x="24" y="71"/>
                </a:cxn>
                <a:cxn ang="0">
                  <a:pos x="24" y="77"/>
                </a:cxn>
                <a:cxn ang="0">
                  <a:pos x="6" y="77"/>
                </a:cxn>
                <a:cxn ang="0">
                  <a:pos x="6" y="77"/>
                </a:cxn>
                <a:cxn ang="0">
                  <a:pos x="0" y="71"/>
                </a:cxn>
                <a:cxn ang="0">
                  <a:pos x="0" y="71"/>
                </a:cxn>
                <a:cxn ang="0">
                  <a:pos x="0" y="89"/>
                </a:cxn>
                <a:cxn ang="0">
                  <a:pos x="30" y="89"/>
                </a:cxn>
                <a:cxn ang="0">
                  <a:pos x="30" y="71"/>
                </a:cxn>
              </a:cxnLst>
              <a:rect l="txL" t="txT" r="txR" b="txB"/>
              <a:pathLst>
                <a:path w="72" h="89">
                  <a:moveTo>
                    <a:pt x="30" y="71"/>
                  </a:moveTo>
                  <a:lnTo>
                    <a:pt x="24" y="65"/>
                  </a:lnTo>
                  <a:lnTo>
                    <a:pt x="18" y="54"/>
                  </a:lnTo>
                  <a:lnTo>
                    <a:pt x="12" y="48"/>
                  </a:lnTo>
                  <a:lnTo>
                    <a:pt x="12" y="36"/>
                  </a:lnTo>
                  <a:lnTo>
                    <a:pt x="18" y="12"/>
                  </a:lnTo>
                  <a:lnTo>
                    <a:pt x="30" y="6"/>
                  </a:lnTo>
                  <a:lnTo>
                    <a:pt x="36" y="0"/>
                  </a:lnTo>
                  <a:lnTo>
                    <a:pt x="42" y="6"/>
                  </a:lnTo>
                  <a:lnTo>
                    <a:pt x="48" y="12"/>
                  </a:lnTo>
                  <a:lnTo>
                    <a:pt x="60" y="36"/>
                  </a:lnTo>
                  <a:lnTo>
                    <a:pt x="60" y="48"/>
                  </a:lnTo>
                  <a:lnTo>
                    <a:pt x="54" y="54"/>
                  </a:lnTo>
                  <a:lnTo>
                    <a:pt x="48" y="65"/>
                  </a:lnTo>
                  <a:lnTo>
                    <a:pt x="42" y="71"/>
                  </a:lnTo>
                  <a:lnTo>
                    <a:pt x="42" y="89"/>
                  </a:lnTo>
                  <a:lnTo>
                    <a:pt x="72" y="89"/>
                  </a:lnTo>
                  <a:lnTo>
                    <a:pt x="72" y="71"/>
                  </a:lnTo>
                  <a:lnTo>
                    <a:pt x="66" y="77"/>
                  </a:lnTo>
                  <a:lnTo>
                    <a:pt x="48" y="77"/>
                  </a:lnTo>
                  <a:lnTo>
                    <a:pt x="48" y="71"/>
                  </a:lnTo>
                  <a:lnTo>
                    <a:pt x="60" y="65"/>
                  </a:lnTo>
                  <a:lnTo>
                    <a:pt x="66" y="59"/>
                  </a:lnTo>
                  <a:lnTo>
                    <a:pt x="72" y="42"/>
                  </a:lnTo>
                  <a:lnTo>
                    <a:pt x="66" y="18"/>
                  </a:lnTo>
                  <a:lnTo>
                    <a:pt x="60" y="12"/>
                  </a:lnTo>
                  <a:lnTo>
                    <a:pt x="54" y="6"/>
                  </a:lnTo>
                  <a:lnTo>
                    <a:pt x="48" y="0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18" y="6"/>
                  </a:lnTo>
                  <a:lnTo>
                    <a:pt x="12" y="12"/>
                  </a:lnTo>
                  <a:lnTo>
                    <a:pt x="6" y="18"/>
                  </a:lnTo>
                  <a:lnTo>
                    <a:pt x="0" y="42"/>
                  </a:lnTo>
                  <a:lnTo>
                    <a:pt x="6" y="59"/>
                  </a:lnTo>
                  <a:lnTo>
                    <a:pt x="18" y="65"/>
                  </a:lnTo>
                  <a:lnTo>
                    <a:pt x="24" y="71"/>
                  </a:lnTo>
                  <a:lnTo>
                    <a:pt x="24" y="77"/>
                  </a:lnTo>
                  <a:lnTo>
                    <a:pt x="6" y="77"/>
                  </a:lnTo>
                  <a:lnTo>
                    <a:pt x="0" y="71"/>
                  </a:lnTo>
                  <a:lnTo>
                    <a:pt x="0" y="89"/>
                  </a:lnTo>
                  <a:lnTo>
                    <a:pt x="30" y="89"/>
                  </a:lnTo>
                  <a:lnTo>
                    <a:pt x="30" y="7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6" name="Freeform 19"/>
            <p:cNvSpPr>
              <a:spLocks noEditPoints="1"/>
            </p:cNvSpPr>
            <p:nvPr/>
          </p:nvSpPr>
          <p:spPr>
            <a:xfrm>
              <a:off x="1671" y="2207"/>
              <a:ext cx="48" cy="96"/>
            </a:xfrm>
            <a:custGeom>
              <a:avLst/>
              <a:gdLst>
                <a:gd name="txL" fmla="*/ 0 w 48"/>
                <a:gd name="txT" fmla="*/ 0 h 96"/>
                <a:gd name="txR" fmla="*/ 48 w 48"/>
                <a:gd name="txB" fmla="*/ 96 h 96"/>
              </a:gdLst>
              <a:ahLst/>
              <a:cxnLst>
                <a:cxn ang="0">
                  <a:pos x="48" y="60"/>
                </a:cxn>
                <a:cxn ang="0">
                  <a:pos x="42" y="60"/>
                </a:cxn>
                <a:cxn ang="0">
                  <a:pos x="42" y="0"/>
                </a:cxn>
                <a:cxn ang="0">
                  <a:pos x="36" y="0"/>
                </a:cxn>
                <a:cxn ang="0">
                  <a:pos x="0" y="60"/>
                </a:cxn>
                <a:cxn ang="0">
                  <a:pos x="0" y="72"/>
                </a:cxn>
                <a:cxn ang="0">
                  <a:pos x="30" y="72"/>
                </a:cxn>
                <a:cxn ang="0">
                  <a:pos x="30" y="96"/>
                </a:cxn>
                <a:cxn ang="0">
                  <a:pos x="42" y="96"/>
                </a:cxn>
                <a:cxn ang="0">
                  <a:pos x="42" y="72"/>
                </a:cxn>
                <a:cxn ang="0">
                  <a:pos x="48" y="72"/>
                </a:cxn>
                <a:cxn ang="0">
                  <a:pos x="48" y="60"/>
                </a:cxn>
                <a:cxn ang="0">
                  <a:pos x="30" y="60"/>
                </a:cxn>
                <a:cxn ang="0">
                  <a:pos x="6" y="60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60"/>
                </a:cxn>
              </a:cxnLst>
              <a:rect l="txL" t="txT" r="txR" b="txB"/>
              <a:pathLst>
                <a:path w="48" h="96">
                  <a:moveTo>
                    <a:pt x="48" y="60"/>
                  </a:moveTo>
                  <a:lnTo>
                    <a:pt x="42" y="60"/>
                  </a:lnTo>
                  <a:lnTo>
                    <a:pt x="42" y="0"/>
                  </a:lnTo>
                  <a:lnTo>
                    <a:pt x="36" y="0"/>
                  </a:lnTo>
                  <a:lnTo>
                    <a:pt x="0" y="60"/>
                  </a:lnTo>
                  <a:lnTo>
                    <a:pt x="0" y="72"/>
                  </a:lnTo>
                  <a:lnTo>
                    <a:pt x="30" y="72"/>
                  </a:lnTo>
                  <a:lnTo>
                    <a:pt x="30" y="96"/>
                  </a:lnTo>
                  <a:lnTo>
                    <a:pt x="42" y="96"/>
                  </a:lnTo>
                  <a:lnTo>
                    <a:pt x="42" y="72"/>
                  </a:lnTo>
                  <a:lnTo>
                    <a:pt x="48" y="72"/>
                  </a:lnTo>
                  <a:lnTo>
                    <a:pt x="48" y="60"/>
                  </a:lnTo>
                  <a:close/>
                  <a:moveTo>
                    <a:pt x="30" y="60"/>
                  </a:moveTo>
                  <a:lnTo>
                    <a:pt x="6" y="60"/>
                  </a:lnTo>
                  <a:lnTo>
                    <a:pt x="30" y="18"/>
                  </a:lnTo>
                  <a:lnTo>
                    <a:pt x="30" y="6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7" name="Freeform 20"/>
            <p:cNvSpPr/>
            <p:nvPr/>
          </p:nvSpPr>
          <p:spPr>
            <a:xfrm>
              <a:off x="1755" y="2207"/>
              <a:ext cx="72" cy="96"/>
            </a:xfrm>
            <a:custGeom>
              <a:avLst/>
              <a:gdLst>
                <a:gd name="txL" fmla="*/ 0 w 72"/>
                <a:gd name="txT" fmla="*/ 0 h 96"/>
                <a:gd name="txR" fmla="*/ 72 w 72"/>
                <a:gd name="txB" fmla="*/ 96 h 96"/>
              </a:gdLst>
              <a:ahLst/>
              <a:cxnLst>
                <a:cxn ang="0">
                  <a:pos x="24" y="72"/>
                </a:cxn>
                <a:cxn ang="0">
                  <a:pos x="18" y="72"/>
                </a:cxn>
                <a:cxn ang="0">
                  <a:pos x="12" y="60"/>
                </a:cxn>
                <a:cxn ang="0">
                  <a:pos x="12" y="36"/>
                </a:cxn>
                <a:cxn ang="0">
                  <a:pos x="18" y="12"/>
                </a:cxn>
                <a:cxn ang="0">
                  <a:pos x="30" y="6"/>
                </a:cxn>
                <a:cxn ang="0">
                  <a:pos x="36" y="6"/>
                </a:cxn>
                <a:cxn ang="0">
                  <a:pos x="42" y="6"/>
                </a:cxn>
                <a:cxn ang="0">
                  <a:pos x="48" y="12"/>
                </a:cxn>
                <a:cxn ang="0">
                  <a:pos x="54" y="24"/>
                </a:cxn>
                <a:cxn ang="0">
                  <a:pos x="54" y="36"/>
                </a:cxn>
                <a:cxn ang="0">
                  <a:pos x="54" y="60"/>
                </a:cxn>
                <a:cxn ang="0">
                  <a:pos x="48" y="72"/>
                </a:cxn>
                <a:cxn ang="0">
                  <a:pos x="42" y="72"/>
                </a:cxn>
                <a:cxn ang="0">
                  <a:pos x="42" y="96"/>
                </a:cxn>
                <a:cxn ang="0">
                  <a:pos x="72" y="96"/>
                </a:cxn>
                <a:cxn ang="0">
                  <a:pos x="72" y="72"/>
                </a:cxn>
                <a:cxn ang="0">
                  <a:pos x="66" y="72"/>
                </a:cxn>
                <a:cxn ang="0">
                  <a:pos x="66" y="78"/>
                </a:cxn>
                <a:cxn ang="0">
                  <a:pos x="60" y="78"/>
                </a:cxn>
                <a:cxn ang="0">
                  <a:pos x="48" y="78"/>
                </a:cxn>
                <a:cxn ang="0">
                  <a:pos x="48" y="78"/>
                </a:cxn>
                <a:cxn ang="0">
                  <a:pos x="54" y="72"/>
                </a:cxn>
                <a:cxn ang="0">
                  <a:pos x="60" y="60"/>
                </a:cxn>
                <a:cxn ang="0">
                  <a:pos x="66" y="48"/>
                </a:cxn>
                <a:cxn ang="0">
                  <a:pos x="66" y="42"/>
                </a:cxn>
                <a:cxn ang="0">
                  <a:pos x="66" y="18"/>
                </a:cxn>
                <a:cxn ang="0">
                  <a:pos x="60" y="12"/>
                </a:cxn>
                <a:cxn ang="0">
                  <a:pos x="54" y="6"/>
                </a:cxn>
                <a:cxn ang="0">
                  <a:pos x="48" y="0"/>
                </a:cxn>
                <a:cxn ang="0">
                  <a:pos x="36" y="0"/>
                </a:cxn>
                <a:cxn ang="0">
                  <a:pos x="24" y="0"/>
                </a:cxn>
                <a:cxn ang="0">
                  <a:pos x="12" y="6"/>
                </a:cxn>
                <a:cxn ang="0">
                  <a:pos x="12" y="12"/>
                </a:cxn>
                <a:cxn ang="0">
                  <a:pos x="6" y="18"/>
                </a:cxn>
                <a:cxn ang="0">
                  <a:pos x="0" y="42"/>
                </a:cxn>
                <a:cxn ang="0">
                  <a:pos x="6" y="60"/>
                </a:cxn>
                <a:cxn ang="0">
                  <a:pos x="12" y="72"/>
                </a:cxn>
                <a:cxn ang="0">
                  <a:pos x="24" y="78"/>
                </a:cxn>
                <a:cxn ang="0">
                  <a:pos x="24" y="78"/>
                </a:cxn>
                <a:cxn ang="0">
                  <a:pos x="6" y="78"/>
                </a:cxn>
                <a:cxn ang="0">
                  <a:pos x="0" y="78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0" y="96"/>
                </a:cxn>
                <a:cxn ang="0">
                  <a:pos x="30" y="96"/>
                </a:cxn>
                <a:cxn ang="0">
                  <a:pos x="24" y="72"/>
                </a:cxn>
              </a:cxnLst>
              <a:rect l="txL" t="txT" r="txR" b="txB"/>
              <a:pathLst>
                <a:path w="72" h="96">
                  <a:moveTo>
                    <a:pt x="24" y="72"/>
                  </a:moveTo>
                  <a:lnTo>
                    <a:pt x="18" y="72"/>
                  </a:lnTo>
                  <a:lnTo>
                    <a:pt x="12" y="60"/>
                  </a:lnTo>
                  <a:lnTo>
                    <a:pt x="12" y="36"/>
                  </a:lnTo>
                  <a:lnTo>
                    <a:pt x="18" y="12"/>
                  </a:lnTo>
                  <a:lnTo>
                    <a:pt x="30" y="6"/>
                  </a:lnTo>
                  <a:lnTo>
                    <a:pt x="36" y="6"/>
                  </a:lnTo>
                  <a:lnTo>
                    <a:pt x="42" y="6"/>
                  </a:lnTo>
                  <a:lnTo>
                    <a:pt x="48" y="12"/>
                  </a:lnTo>
                  <a:lnTo>
                    <a:pt x="54" y="24"/>
                  </a:lnTo>
                  <a:lnTo>
                    <a:pt x="54" y="36"/>
                  </a:lnTo>
                  <a:lnTo>
                    <a:pt x="54" y="60"/>
                  </a:lnTo>
                  <a:lnTo>
                    <a:pt x="48" y="72"/>
                  </a:lnTo>
                  <a:lnTo>
                    <a:pt x="42" y="72"/>
                  </a:lnTo>
                  <a:lnTo>
                    <a:pt x="42" y="96"/>
                  </a:lnTo>
                  <a:lnTo>
                    <a:pt x="72" y="96"/>
                  </a:lnTo>
                  <a:lnTo>
                    <a:pt x="72" y="72"/>
                  </a:lnTo>
                  <a:lnTo>
                    <a:pt x="66" y="72"/>
                  </a:lnTo>
                  <a:lnTo>
                    <a:pt x="66" y="78"/>
                  </a:lnTo>
                  <a:lnTo>
                    <a:pt x="60" y="78"/>
                  </a:lnTo>
                  <a:lnTo>
                    <a:pt x="48" y="78"/>
                  </a:lnTo>
                  <a:lnTo>
                    <a:pt x="54" y="72"/>
                  </a:lnTo>
                  <a:lnTo>
                    <a:pt x="60" y="60"/>
                  </a:lnTo>
                  <a:lnTo>
                    <a:pt x="66" y="48"/>
                  </a:lnTo>
                  <a:lnTo>
                    <a:pt x="66" y="42"/>
                  </a:lnTo>
                  <a:lnTo>
                    <a:pt x="66" y="18"/>
                  </a:lnTo>
                  <a:lnTo>
                    <a:pt x="60" y="12"/>
                  </a:lnTo>
                  <a:lnTo>
                    <a:pt x="54" y="6"/>
                  </a:lnTo>
                  <a:lnTo>
                    <a:pt x="48" y="0"/>
                  </a:lnTo>
                  <a:lnTo>
                    <a:pt x="36" y="0"/>
                  </a:lnTo>
                  <a:lnTo>
                    <a:pt x="24" y="0"/>
                  </a:lnTo>
                  <a:lnTo>
                    <a:pt x="12" y="6"/>
                  </a:lnTo>
                  <a:lnTo>
                    <a:pt x="12" y="12"/>
                  </a:lnTo>
                  <a:lnTo>
                    <a:pt x="6" y="18"/>
                  </a:lnTo>
                  <a:lnTo>
                    <a:pt x="0" y="42"/>
                  </a:lnTo>
                  <a:lnTo>
                    <a:pt x="6" y="60"/>
                  </a:lnTo>
                  <a:lnTo>
                    <a:pt x="12" y="72"/>
                  </a:lnTo>
                  <a:lnTo>
                    <a:pt x="24" y="78"/>
                  </a:lnTo>
                  <a:lnTo>
                    <a:pt x="6" y="78"/>
                  </a:lnTo>
                  <a:lnTo>
                    <a:pt x="0" y="78"/>
                  </a:lnTo>
                  <a:lnTo>
                    <a:pt x="0" y="72"/>
                  </a:lnTo>
                  <a:lnTo>
                    <a:pt x="0" y="96"/>
                  </a:lnTo>
                  <a:lnTo>
                    <a:pt x="30" y="96"/>
                  </a:lnTo>
                  <a:lnTo>
                    <a:pt x="24" y="7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8" name="Freeform 21"/>
            <p:cNvSpPr/>
            <p:nvPr/>
          </p:nvSpPr>
          <p:spPr>
            <a:xfrm>
              <a:off x="1085" y="1586"/>
              <a:ext cx="48" cy="90"/>
            </a:xfrm>
            <a:custGeom>
              <a:avLst/>
              <a:gdLst>
                <a:gd name="txL" fmla="*/ 0 w 48"/>
                <a:gd name="txT" fmla="*/ 0 h 90"/>
                <a:gd name="txR" fmla="*/ 48 w 48"/>
                <a:gd name="txB" fmla="*/ 90 h 90"/>
              </a:gdLst>
              <a:ahLst/>
              <a:cxnLst>
                <a:cxn ang="0">
                  <a:pos x="48" y="72"/>
                </a:cxn>
                <a:cxn ang="0">
                  <a:pos x="48" y="72"/>
                </a:cxn>
                <a:cxn ang="0">
                  <a:pos x="42" y="78"/>
                </a:cxn>
                <a:cxn ang="0">
                  <a:pos x="36" y="78"/>
                </a:cxn>
                <a:cxn ang="0">
                  <a:pos x="12" y="78"/>
                </a:cxn>
                <a:cxn ang="0">
                  <a:pos x="30" y="54"/>
                </a:cxn>
                <a:cxn ang="0">
                  <a:pos x="36" y="42"/>
                </a:cxn>
                <a:cxn ang="0">
                  <a:pos x="42" y="24"/>
                </a:cxn>
                <a:cxn ang="0">
                  <a:pos x="36" y="6"/>
                </a:cxn>
                <a:cxn ang="0">
                  <a:pos x="24" y="0"/>
                </a:cxn>
                <a:cxn ang="0">
                  <a:pos x="12" y="6"/>
                </a:cxn>
                <a:cxn ang="0">
                  <a:pos x="0" y="24"/>
                </a:cxn>
                <a:cxn ang="0">
                  <a:pos x="6" y="24"/>
                </a:cxn>
                <a:cxn ang="0">
                  <a:pos x="12" y="12"/>
                </a:cxn>
                <a:cxn ang="0">
                  <a:pos x="18" y="6"/>
                </a:cxn>
                <a:cxn ang="0">
                  <a:pos x="24" y="12"/>
                </a:cxn>
                <a:cxn ang="0">
                  <a:pos x="30" y="18"/>
                </a:cxn>
                <a:cxn ang="0">
                  <a:pos x="36" y="30"/>
                </a:cxn>
                <a:cxn ang="0">
                  <a:pos x="30" y="42"/>
                </a:cxn>
                <a:cxn ang="0">
                  <a:pos x="18" y="66"/>
                </a:cxn>
                <a:cxn ang="0">
                  <a:pos x="0" y="90"/>
                </a:cxn>
                <a:cxn ang="0">
                  <a:pos x="0" y="90"/>
                </a:cxn>
                <a:cxn ang="0">
                  <a:pos x="42" y="90"/>
                </a:cxn>
                <a:cxn ang="0">
                  <a:pos x="48" y="72"/>
                </a:cxn>
              </a:cxnLst>
              <a:rect l="txL" t="txT" r="txR" b="txB"/>
              <a:pathLst>
                <a:path w="48" h="90">
                  <a:moveTo>
                    <a:pt x="48" y="72"/>
                  </a:moveTo>
                  <a:lnTo>
                    <a:pt x="48" y="72"/>
                  </a:lnTo>
                  <a:lnTo>
                    <a:pt x="42" y="78"/>
                  </a:lnTo>
                  <a:lnTo>
                    <a:pt x="36" y="78"/>
                  </a:lnTo>
                  <a:lnTo>
                    <a:pt x="12" y="78"/>
                  </a:lnTo>
                  <a:lnTo>
                    <a:pt x="30" y="54"/>
                  </a:lnTo>
                  <a:lnTo>
                    <a:pt x="36" y="42"/>
                  </a:lnTo>
                  <a:lnTo>
                    <a:pt x="42" y="24"/>
                  </a:lnTo>
                  <a:lnTo>
                    <a:pt x="36" y="6"/>
                  </a:lnTo>
                  <a:lnTo>
                    <a:pt x="24" y="0"/>
                  </a:lnTo>
                  <a:lnTo>
                    <a:pt x="12" y="6"/>
                  </a:lnTo>
                  <a:lnTo>
                    <a:pt x="0" y="24"/>
                  </a:lnTo>
                  <a:lnTo>
                    <a:pt x="6" y="24"/>
                  </a:lnTo>
                  <a:lnTo>
                    <a:pt x="12" y="12"/>
                  </a:lnTo>
                  <a:lnTo>
                    <a:pt x="18" y="6"/>
                  </a:lnTo>
                  <a:lnTo>
                    <a:pt x="24" y="12"/>
                  </a:lnTo>
                  <a:lnTo>
                    <a:pt x="30" y="18"/>
                  </a:lnTo>
                  <a:lnTo>
                    <a:pt x="36" y="30"/>
                  </a:lnTo>
                  <a:lnTo>
                    <a:pt x="30" y="42"/>
                  </a:lnTo>
                  <a:lnTo>
                    <a:pt x="18" y="66"/>
                  </a:lnTo>
                  <a:lnTo>
                    <a:pt x="0" y="90"/>
                  </a:lnTo>
                  <a:lnTo>
                    <a:pt x="42" y="90"/>
                  </a:lnTo>
                  <a:lnTo>
                    <a:pt x="48" y="7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9" name="Freeform 22"/>
            <p:cNvSpPr/>
            <p:nvPr/>
          </p:nvSpPr>
          <p:spPr>
            <a:xfrm>
              <a:off x="1163" y="1586"/>
              <a:ext cx="72" cy="90"/>
            </a:xfrm>
            <a:custGeom>
              <a:avLst/>
              <a:gdLst>
                <a:gd name="txL" fmla="*/ 0 w 72"/>
                <a:gd name="txT" fmla="*/ 0 h 90"/>
                <a:gd name="txR" fmla="*/ 72 w 72"/>
                <a:gd name="txB" fmla="*/ 90 h 90"/>
              </a:gdLst>
              <a:ahLst/>
              <a:cxnLst>
                <a:cxn ang="0">
                  <a:pos x="30" y="72"/>
                </a:cxn>
                <a:cxn ang="0">
                  <a:pos x="24" y="66"/>
                </a:cxn>
                <a:cxn ang="0">
                  <a:pos x="18" y="54"/>
                </a:cxn>
                <a:cxn ang="0">
                  <a:pos x="12" y="30"/>
                </a:cxn>
                <a:cxn ang="0">
                  <a:pos x="24" y="6"/>
                </a:cxn>
                <a:cxn ang="0">
                  <a:pos x="30" y="6"/>
                </a:cxn>
                <a:cxn ang="0">
                  <a:pos x="36" y="0"/>
                </a:cxn>
                <a:cxn ang="0">
                  <a:pos x="48" y="6"/>
                </a:cxn>
                <a:cxn ang="0">
                  <a:pos x="54" y="6"/>
                </a:cxn>
                <a:cxn ang="0">
                  <a:pos x="60" y="30"/>
                </a:cxn>
                <a:cxn ang="0">
                  <a:pos x="54" y="54"/>
                </a:cxn>
                <a:cxn ang="0">
                  <a:pos x="48" y="66"/>
                </a:cxn>
                <a:cxn ang="0">
                  <a:pos x="42" y="72"/>
                </a:cxn>
                <a:cxn ang="0">
                  <a:pos x="42" y="90"/>
                </a:cxn>
                <a:cxn ang="0">
                  <a:pos x="72" y="90"/>
                </a:cxn>
                <a:cxn ang="0">
                  <a:pos x="72" y="66"/>
                </a:cxn>
                <a:cxn ang="0">
                  <a:pos x="72" y="66"/>
                </a:cxn>
                <a:cxn ang="0">
                  <a:pos x="72" y="78"/>
                </a:cxn>
                <a:cxn ang="0">
                  <a:pos x="66" y="78"/>
                </a:cxn>
                <a:cxn ang="0">
                  <a:pos x="48" y="78"/>
                </a:cxn>
                <a:cxn ang="0">
                  <a:pos x="48" y="72"/>
                </a:cxn>
                <a:cxn ang="0">
                  <a:pos x="60" y="66"/>
                </a:cxn>
                <a:cxn ang="0">
                  <a:pos x="66" y="60"/>
                </a:cxn>
                <a:cxn ang="0">
                  <a:pos x="72" y="36"/>
                </a:cxn>
                <a:cxn ang="0">
                  <a:pos x="66" y="18"/>
                </a:cxn>
                <a:cxn ang="0">
                  <a:pos x="60" y="6"/>
                </a:cxn>
                <a:cxn ang="0">
                  <a:pos x="54" y="6"/>
                </a:cxn>
                <a:cxn ang="0">
                  <a:pos x="48" y="0"/>
                </a:cxn>
                <a:cxn ang="0">
                  <a:pos x="36" y="0"/>
                </a:cxn>
                <a:cxn ang="0">
                  <a:pos x="30" y="0"/>
                </a:cxn>
                <a:cxn ang="0">
                  <a:pos x="18" y="6"/>
                </a:cxn>
                <a:cxn ang="0">
                  <a:pos x="12" y="6"/>
                </a:cxn>
                <a:cxn ang="0">
                  <a:pos x="6" y="18"/>
                </a:cxn>
                <a:cxn ang="0">
                  <a:pos x="0" y="36"/>
                </a:cxn>
                <a:cxn ang="0">
                  <a:pos x="6" y="60"/>
                </a:cxn>
                <a:cxn ang="0">
                  <a:pos x="18" y="66"/>
                </a:cxn>
                <a:cxn ang="0">
                  <a:pos x="24" y="72"/>
                </a:cxn>
                <a:cxn ang="0">
                  <a:pos x="24" y="78"/>
                </a:cxn>
                <a:cxn ang="0">
                  <a:pos x="12" y="78"/>
                </a:cxn>
                <a:cxn ang="0">
                  <a:pos x="6" y="78"/>
                </a:cxn>
                <a:cxn ang="0">
                  <a:pos x="6" y="66"/>
                </a:cxn>
                <a:cxn ang="0">
                  <a:pos x="0" y="66"/>
                </a:cxn>
                <a:cxn ang="0">
                  <a:pos x="0" y="90"/>
                </a:cxn>
                <a:cxn ang="0">
                  <a:pos x="30" y="90"/>
                </a:cxn>
                <a:cxn ang="0">
                  <a:pos x="30" y="72"/>
                </a:cxn>
              </a:cxnLst>
              <a:rect l="txL" t="txT" r="txR" b="txB"/>
              <a:pathLst>
                <a:path w="72" h="90">
                  <a:moveTo>
                    <a:pt x="30" y="72"/>
                  </a:moveTo>
                  <a:lnTo>
                    <a:pt x="24" y="66"/>
                  </a:lnTo>
                  <a:lnTo>
                    <a:pt x="18" y="54"/>
                  </a:lnTo>
                  <a:lnTo>
                    <a:pt x="12" y="30"/>
                  </a:lnTo>
                  <a:lnTo>
                    <a:pt x="24" y="6"/>
                  </a:lnTo>
                  <a:lnTo>
                    <a:pt x="30" y="6"/>
                  </a:lnTo>
                  <a:lnTo>
                    <a:pt x="36" y="0"/>
                  </a:lnTo>
                  <a:lnTo>
                    <a:pt x="48" y="6"/>
                  </a:lnTo>
                  <a:lnTo>
                    <a:pt x="54" y="6"/>
                  </a:lnTo>
                  <a:lnTo>
                    <a:pt x="60" y="30"/>
                  </a:lnTo>
                  <a:lnTo>
                    <a:pt x="54" y="54"/>
                  </a:lnTo>
                  <a:lnTo>
                    <a:pt x="48" y="66"/>
                  </a:lnTo>
                  <a:lnTo>
                    <a:pt x="42" y="72"/>
                  </a:lnTo>
                  <a:lnTo>
                    <a:pt x="42" y="90"/>
                  </a:lnTo>
                  <a:lnTo>
                    <a:pt x="72" y="90"/>
                  </a:lnTo>
                  <a:lnTo>
                    <a:pt x="72" y="66"/>
                  </a:lnTo>
                  <a:lnTo>
                    <a:pt x="72" y="78"/>
                  </a:lnTo>
                  <a:lnTo>
                    <a:pt x="66" y="78"/>
                  </a:lnTo>
                  <a:lnTo>
                    <a:pt x="48" y="78"/>
                  </a:lnTo>
                  <a:lnTo>
                    <a:pt x="48" y="72"/>
                  </a:lnTo>
                  <a:lnTo>
                    <a:pt x="60" y="66"/>
                  </a:lnTo>
                  <a:lnTo>
                    <a:pt x="66" y="60"/>
                  </a:lnTo>
                  <a:lnTo>
                    <a:pt x="72" y="36"/>
                  </a:lnTo>
                  <a:lnTo>
                    <a:pt x="66" y="18"/>
                  </a:lnTo>
                  <a:lnTo>
                    <a:pt x="60" y="6"/>
                  </a:lnTo>
                  <a:lnTo>
                    <a:pt x="54" y="6"/>
                  </a:lnTo>
                  <a:lnTo>
                    <a:pt x="48" y="0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18" y="6"/>
                  </a:lnTo>
                  <a:lnTo>
                    <a:pt x="12" y="6"/>
                  </a:lnTo>
                  <a:lnTo>
                    <a:pt x="6" y="18"/>
                  </a:lnTo>
                  <a:lnTo>
                    <a:pt x="0" y="36"/>
                  </a:lnTo>
                  <a:lnTo>
                    <a:pt x="6" y="60"/>
                  </a:lnTo>
                  <a:lnTo>
                    <a:pt x="18" y="66"/>
                  </a:lnTo>
                  <a:lnTo>
                    <a:pt x="24" y="72"/>
                  </a:lnTo>
                  <a:lnTo>
                    <a:pt x="24" y="78"/>
                  </a:lnTo>
                  <a:lnTo>
                    <a:pt x="12" y="78"/>
                  </a:lnTo>
                  <a:lnTo>
                    <a:pt x="6" y="78"/>
                  </a:lnTo>
                  <a:lnTo>
                    <a:pt x="6" y="66"/>
                  </a:lnTo>
                  <a:lnTo>
                    <a:pt x="0" y="66"/>
                  </a:lnTo>
                  <a:lnTo>
                    <a:pt x="0" y="90"/>
                  </a:lnTo>
                  <a:lnTo>
                    <a:pt x="30" y="90"/>
                  </a:lnTo>
                  <a:lnTo>
                    <a:pt x="30" y="7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0" name="Freeform 23"/>
            <p:cNvSpPr>
              <a:spLocks noEditPoints="1"/>
            </p:cNvSpPr>
            <p:nvPr/>
          </p:nvSpPr>
          <p:spPr>
            <a:xfrm>
              <a:off x="1958" y="1586"/>
              <a:ext cx="36" cy="96"/>
            </a:xfrm>
            <a:custGeom>
              <a:avLst/>
              <a:gdLst>
                <a:gd name="txL" fmla="*/ 0 w 36"/>
                <a:gd name="txT" fmla="*/ 0 h 96"/>
                <a:gd name="txR" fmla="*/ 36 w 36"/>
                <a:gd name="txB" fmla="*/ 96 h 96"/>
              </a:gdLst>
              <a:ahLst/>
              <a:cxnLst>
                <a:cxn ang="0">
                  <a:pos x="12" y="48"/>
                </a:cxn>
                <a:cxn ang="0">
                  <a:pos x="24" y="60"/>
                </a:cxn>
                <a:cxn ang="0">
                  <a:pos x="30" y="72"/>
                </a:cxn>
                <a:cxn ang="0">
                  <a:pos x="24" y="84"/>
                </a:cxn>
                <a:cxn ang="0">
                  <a:pos x="18" y="90"/>
                </a:cxn>
                <a:cxn ang="0">
                  <a:pos x="12" y="84"/>
                </a:cxn>
                <a:cxn ang="0">
                  <a:pos x="6" y="72"/>
                </a:cxn>
                <a:cxn ang="0">
                  <a:pos x="12" y="60"/>
                </a:cxn>
                <a:cxn ang="0">
                  <a:pos x="12" y="48"/>
                </a:cxn>
                <a:cxn ang="0">
                  <a:pos x="12" y="48"/>
                </a:cxn>
                <a:cxn ang="0">
                  <a:pos x="0" y="72"/>
                </a:cxn>
                <a:cxn ang="0">
                  <a:pos x="6" y="90"/>
                </a:cxn>
                <a:cxn ang="0">
                  <a:pos x="18" y="96"/>
                </a:cxn>
                <a:cxn ang="0">
                  <a:pos x="30" y="96"/>
                </a:cxn>
                <a:cxn ang="0">
                  <a:pos x="36" y="84"/>
                </a:cxn>
                <a:cxn ang="0">
                  <a:pos x="36" y="72"/>
                </a:cxn>
                <a:cxn ang="0">
                  <a:pos x="36" y="60"/>
                </a:cxn>
                <a:cxn ang="0">
                  <a:pos x="24" y="42"/>
                </a:cxn>
                <a:cxn ang="0">
                  <a:pos x="30" y="30"/>
                </a:cxn>
                <a:cxn ang="0">
                  <a:pos x="36" y="18"/>
                </a:cxn>
                <a:cxn ang="0">
                  <a:pos x="30" y="6"/>
                </a:cxn>
                <a:cxn ang="0">
                  <a:pos x="18" y="0"/>
                </a:cxn>
                <a:cxn ang="0">
                  <a:pos x="6" y="6"/>
                </a:cxn>
                <a:cxn ang="0">
                  <a:pos x="0" y="18"/>
                </a:cxn>
                <a:cxn ang="0">
                  <a:pos x="0" y="36"/>
                </a:cxn>
                <a:cxn ang="0">
                  <a:pos x="12" y="48"/>
                </a:cxn>
                <a:cxn ang="0">
                  <a:pos x="0" y="60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6" y="18"/>
                </a:cxn>
                <a:cxn ang="0">
                  <a:pos x="6" y="12"/>
                </a:cxn>
                <a:cxn ang="0">
                  <a:pos x="18" y="6"/>
                </a:cxn>
                <a:cxn ang="0">
                  <a:pos x="24" y="12"/>
                </a:cxn>
                <a:cxn ang="0">
                  <a:pos x="30" y="18"/>
                </a:cxn>
                <a:cxn ang="0">
                  <a:pos x="24" y="30"/>
                </a:cxn>
                <a:cxn ang="0">
                  <a:pos x="18" y="36"/>
                </a:cxn>
                <a:cxn ang="0">
                  <a:pos x="12" y="30"/>
                </a:cxn>
                <a:cxn ang="0">
                  <a:pos x="6" y="18"/>
                </a:cxn>
                <a:cxn ang="0">
                  <a:pos x="6" y="18"/>
                </a:cxn>
              </a:cxnLst>
              <a:rect l="txL" t="txT" r="txR" b="txB"/>
              <a:pathLst>
                <a:path w="36" h="96">
                  <a:moveTo>
                    <a:pt x="12" y="48"/>
                  </a:moveTo>
                  <a:lnTo>
                    <a:pt x="24" y="60"/>
                  </a:lnTo>
                  <a:lnTo>
                    <a:pt x="30" y="72"/>
                  </a:lnTo>
                  <a:lnTo>
                    <a:pt x="24" y="84"/>
                  </a:lnTo>
                  <a:lnTo>
                    <a:pt x="18" y="90"/>
                  </a:lnTo>
                  <a:lnTo>
                    <a:pt x="12" y="84"/>
                  </a:lnTo>
                  <a:lnTo>
                    <a:pt x="6" y="72"/>
                  </a:lnTo>
                  <a:lnTo>
                    <a:pt x="12" y="60"/>
                  </a:lnTo>
                  <a:lnTo>
                    <a:pt x="12" y="48"/>
                  </a:lnTo>
                  <a:close/>
                  <a:moveTo>
                    <a:pt x="0" y="72"/>
                  </a:moveTo>
                  <a:lnTo>
                    <a:pt x="6" y="90"/>
                  </a:lnTo>
                  <a:lnTo>
                    <a:pt x="18" y="96"/>
                  </a:lnTo>
                  <a:lnTo>
                    <a:pt x="30" y="96"/>
                  </a:lnTo>
                  <a:lnTo>
                    <a:pt x="36" y="84"/>
                  </a:lnTo>
                  <a:lnTo>
                    <a:pt x="36" y="72"/>
                  </a:lnTo>
                  <a:lnTo>
                    <a:pt x="36" y="60"/>
                  </a:lnTo>
                  <a:lnTo>
                    <a:pt x="24" y="42"/>
                  </a:lnTo>
                  <a:lnTo>
                    <a:pt x="30" y="30"/>
                  </a:lnTo>
                  <a:lnTo>
                    <a:pt x="36" y="18"/>
                  </a:lnTo>
                  <a:lnTo>
                    <a:pt x="30" y="6"/>
                  </a:lnTo>
                  <a:lnTo>
                    <a:pt x="18" y="0"/>
                  </a:lnTo>
                  <a:lnTo>
                    <a:pt x="6" y="6"/>
                  </a:lnTo>
                  <a:lnTo>
                    <a:pt x="0" y="18"/>
                  </a:lnTo>
                  <a:lnTo>
                    <a:pt x="0" y="36"/>
                  </a:lnTo>
                  <a:lnTo>
                    <a:pt x="12" y="48"/>
                  </a:lnTo>
                  <a:lnTo>
                    <a:pt x="0" y="60"/>
                  </a:lnTo>
                  <a:lnTo>
                    <a:pt x="0" y="72"/>
                  </a:lnTo>
                  <a:close/>
                  <a:moveTo>
                    <a:pt x="6" y="18"/>
                  </a:moveTo>
                  <a:lnTo>
                    <a:pt x="6" y="12"/>
                  </a:lnTo>
                  <a:lnTo>
                    <a:pt x="18" y="6"/>
                  </a:lnTo>
                  <a:lnTo>
                    <a:pt x="24" y="12"/>
                  </a:lnTo>
                  <a:lnTo>
                    <a:pt x="30" y="18"/>
                  </a:lnTo>
                  <a:lnTo>
                    <a:pt x="24" y="30"/>
                  </a:lnTo>
                  <a:lnTo>
                    <a:pt x="18" y="36"/>
                  </a:lnTo>
                  <a:lnTo>
                    <a:pt x="12" y="30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1" name="Freeform 24"/>
            <p:cNvSpPr/>
            <p:nvPr/>
          </p:nvSpPr>
          <p:spPr>
            <a:xfrm>
              <a:off x="2030" y="1586"/>
              <a:ext cx="72" cy="90"/>
            </a:xfrm>
            <a:custGeom>
              <a:avLst/>
              <a:gdLst>
                <a:gd name="txL" fmla="*/ 0 w 72"/>
                <a:gd name="txT" fmla="*/ 0 h 90"/>
                <a:gd name="txR" fmla="*/ 72 w 72"/>
                <a:gd name="txB" fmla="*/ 90 h 90"/>
              </a:gdLst>
              <a:ahLst/>
              <a:cxnLst>
                <a:cxn ang="0">
                  <a:pos x="30" y="72"/>
                </a:cxn>
                <a:cxn ang="0">
                  <a:pos x="24" y="66"/>
                </a:cxn>
                <a:cxn ang="0">
                  <a:pos x="18" y="54"/>
                </a:cxn>
                <a:cxn ang="0">
                  <a:pos x="12" y="48"/>
                </a:cxn>
                <a:cxn ang="0">
                  <a:pos x="12" y="36"/>
                </a:cxn>
                <a:cxn ang="0">
                  <a:pos x="24" y="12"/>
                </a:cxn>
                <a:cxn ang="0">
                  <a:pos x="30" y="6"/>
                </a:cxn>
                <a:cxn ang="0">
                  <a:pos x="36" y="0"/>
                </a:cxn>
                <a:cxn ang="0">
                  <a:pos x="42" y="6"/>
                </a:cxn>
                <a:cxn ang="0">
                  <a:pos x="48" y="12"/>
                </a:cxn>
                <a:cxn ang="0">
                  <a:pos x="60" y="36"/>
                </a:cxn>
                <a:cxn ang="0">
                  <a:pos x="60" y="48"/>
                </a:cxn>
                <a:cxn ang="0">
                  <a:pos x="54" y="54"/>
                </a:cxn>
                <a:cxn ang="0">
                  <a:pos x="48" y="66"/>
                </a:cxn>
                <a:cxn ang="0">
                  <a:pos x="42" y="72"/>
                </a:cxn>
                <a:cxn ang="0">
                  <a:pos x="42" y="90"/>
                </a:cxn>
                <a:cxn ang="0">
                  <a:pos x="72" y="90"/>
                </a:cxn>
                <a:cxn ang="0">
                  <a:pos x="72" y="72"/>
                </a:cxn>
                <a:cxn ang="0">
                  <a:pos x="72" y="72"/>
                </a:cxn>
                <a:cxn ang="0">
                  <a:pos x="72" y="78"/>
                </a:cxn>
                <a:cxn ang="0">
                  <a:pos x="66" y="78"/>
                </a:cxn>
                <a:cxn ang="0">
                  <a:pos x="48" y="78"/>
                </a:cxn>
                <a:cxn ang="0">
                  <a:pos x="48" y="72"/>
                </a:cxn>
                <a:cxn ang="0">
                  <a:pos x="60" y="66"/>
                </a:cxn>
                <a:cxn ang="0">
                  <a:pos x="66" y="60"/>
                </a:cxn>
                <a:cxn ang="0">
                  <a:pos x="72" y="42"/>
                </a:cxn>
                <a:cxn ang="0">
                  <a:pos x="66" y="18"/>
                </a:cxn>
                <a:cxn ang="0">
                  <a:pos x="60" y="12"/>
                </a:cxn>
                <a:cxn ang="0">
                  <a:pos x="54" y="6"/>
                </a:cxn>
                <a:cxn ang="0">
                  <a:pos x="48" y="0"/>
                </a:cxn>
                <a:cxn ang="0">
                  <a:pos x="36" y="0"/>
                </a:cxn>
                <a:cxn ang="0">
                  <a:pos x="30" y="0"/>
                </a:cxn>
                <a:cxn ang="0">
                  <a:pos x="18" y="6"/>
                </a:cxn>
                <a:cxn ang="0">
                  <a:pos x="12" y="12"/>
                </a:cxn>
                <a:cxn ang="0">
                  <a:pos x="6" y="18"/>
                </a:cxn>
                <a:cxn ang="0">
                  <a:pos x="0" y="42"/>
                </a:cxn>
                <a:cxn ang="0">
                  <a:pos x="6" y="60"/>
                </a:cxn>
                <a:cxn ang="0">
                  <a:pos x="18" y="66"/>
                </a:cxn>
                <a:cxn ang="0">
                  <a:pos x="24" y="72"/>
                </a:cxn>
                <a:cxn ang="0">
                  <a:pos x="24" y="78"/>
                </a:cxn>
                <a:cxn ang="0">
                  <a:pos x="6" y="78"/>
                </a:cxn>
                <a:cxn ang="0">
                  <a:pos x="6" y="78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0" y="90"/>
                </a:cxn>
                <a:cxn ang="0">
                  <a:pos x="30" y="90"/>
                </a:cxn>
                <a:cxn ang="0">
                  <a:pos x="30" y="72"/>
                </a:cxn>
              </a:cxnLst>
              <a:rect l="txL" t="txT" r="txR" b="txB"/>
              <a:pathLst>
                <a:path w="72" h="90">
                  <a:moveTo>
                    <a:pt x="30" y="72"/>
                  </a:moveTo>
                  <a:lnTo>
                    <a:pt x="24" y="66"/>
                  </a:lnTo>
                  <a:lnTo>
                    <a:pt x="18" y="54"/>
                  </a:lnTo>
                  <a:lnTo>
                    <a:pt x="12" y="48"/>
                  </a:lnTo>
                  <a:lnTo>
                    <a:pt x="12" y="36"/>
                  </a:lnTo>
                  <a:lnTo>
                    <a:pt x="24" y="12"/>
                  </a:lnTo>
                  <a:lnTo>
                    <a:pt x="30" y="6"/>
                  </a:lnTo>
                  <a:lnTo>
                    <a:pt x="36" y="0"/>
                  </a:lnTo>
                  <a:lnTo>
                    <a:pt x="42" y="6"/>
                  </a:lnTo>
                  <a:lnTo>
                    <a:pt x="48" y="12"/>
                  </a:lnTo>
                  <a:lnTo>
                    <a:pt x="60" y="36"/>
                  </a:lnTo>
                  <a:lnTo>
                    <a:pt x="60" y="48"/>
                  </a:lnTo>
                  <a:lnTo>
                    <a:pt x="54" y="54"/>
                  </a:lnTo>
                  <a:lnTo>
                    <a:pt x="48" y="66"/>
                  </a:lnTo>
                  <a:lnTo>
                    <a:pt x="42" y="72"/>
                  </a:lnTo>
                  <a:lnTo>
                    <a:pt x="42" y="90"/>
                  </a:lnTo>
                  <a:lnTo>
                    <a:pt x="72" y="90"/>
                  </a:lnTo>
                  <a:lnTo>
                    <a:pt x="72" y="72"/>
                  </a:lnTo>
                  <a:lnTo>
                    <a:pt x="72" y="78"/>
                  </a:lnTo>
                  <a:lnTo>
                    <a:pt x="66" y="78"/>
                  </a:lnTo>
                  <a:lnTo>
                    <a:pt x="48" y="78"/>
                  </a:lnTo>
                  <a:lnTo>
                    <a:pt x="48" y="72"/>
                  </a:lnTo>
                  <a:lnTo>
                    <a:pt x="60" y="66"/>
                  </a:lnTo>
                  <a:lnTo>
                    <a:pt x="66" y="60"/>
                  </a:lnTo>
                  <a:lnTo>
                    <a:pt x="72" y="42"/>
                  </a:lnTo>
                  <a:lnTo>
                    <a:pt x="66" y="18"/>
                  </a:lnTo>
                  <a:lnTo>
                    <a:pt x="60" y="12"/>
                  </a:lnTo>
                  <a:lnTo>
                    <a:pt x="54" y="6"/>
                  </a:lnTo>
                  <a:lnTo>
                    <a:pt x="48" y="0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18" y="6"/>
                  </a:lnTo>
                  <a:lnTo>
                    <a:pt x="12" y="12"/>
                  </a:lnTo>
                  <a:lnTo>
                    <a:pt x="6" y="18"/>
                  </a:lnTo>
                  <a:lnTo>
                    <a:pt x="0" y="42"/>
                  </a:lnTo>
                  <a:lnTo>
                    <a:pt x="6" y="60"/>
                  </a:lnTo>
                  <a:lnTo>
                    <a:pt x="18" y="66"/>
                  </a:lnTo>
                  <a:lnTo>
                    <a:pt x="24" y="72"/>
                  </a:lnTo>
                  <a:lnTo>
                    <a:pt x="24" y="78"/>
                  </a:lnTo>
                  <a:lnTo>
                    <a:pt x="6" y="78"/>
                  </a:lnTo>
                  <a:lnTo>
                    <a:pt x="0" y="72"/>
                  </a:lnTo>
                  <a:lnTo>
                    <a:pt x="0" y="90"/>
                  </a:lnTo>
                  <a:lnTo>
                    <a:pt x="30" y="90"/>
                  </a:lnTo>
                  <a:lnTo>
                    <a:pt x="30" y="7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2" name="Freeform 25"/>
            <p:cNvSpPr>
              <a:spLocks noEditPoints="1"/>
            </p:cNvSpPr>
            <p:nvPr/>
          </p:nvSpPr>
          <p:spPr>
            <a:xfrm>
              <a:off x="828" y="1509"/>
              <a:ext cx="18" cy="89"/>
            </a:xfrm>
            <a:custGeom>
              <a:avLst/>
              <a:gdLst>
                <a:gd name="txL" fmla="*/ 0 w 18"/>
                <a:gd name="txT" fmla="*/ 0 h 89"/>
                <a:gd name="txR" fmla="*/ 18 w 18"/>
                <a:gd name="txB" fmla="*/ 89 h 89"/>
              </a:gdLst>
              <a:ahLst/>
              <a:cxnLst>
                <a:cxn ang="0">
                  <a:pos x="18" y="71"/>
                </a:cxn>
                <a:cxn ang="0">
                  <a:pos x="12" y="77"/>
                </a:cxn>
                <a:cxn ang="0">
                  <a:pos x="6" y="83"/>
                </a:cxn>
                <a:cxn ang="0">
                  <a:pos x="6" y="83"/>
                </a:cxn>
                <a:cxn ang="0">
                  <a:pos x="6" y="77"/>
                </a:cxn>
                <a:cxn ang="0">
                  <a:pos x="6" y="77"/>
                </a:cxn>
                <a:cxn ang="0">
                  <a:pos x="6" y="71"/>
                </a:cxn>
                <a:cxn ang="0">
                  <a:pos x="18" y="30"/>
                </a:cxn>
                <a:cxn ang="0">
                  <a:pos x="18" y="30"/>
                </a:cxn>
                <a:cxn ang="0">
                  <a:pos x="0" y="30"/>
                </a:cxn>
                <a:cxn ang="0">
                  <a:pos x="0" y="36"/>
                </a:cxn>
                <a:cxn ang="0">
                  <a:pos x="6" y="36"/>
                </a:cxn>
                <a:cxn ang="0">
                  <a:pos x="6" y="36"/>
                </a:cxn>
                <a:cxn ang="0">
                  <a:pos x="6" y="42"/>
                </a:cxn>
                <a:cxn ang="0">
                  <a:pos x="6" y="59"/>
                </a:cxn>
                <a:cxn ang="0">
                  <a:pos x="0" y="71"/>
                </a:cxn>
                <a:cxn ang="0">
                  <a:pos x="0" y="77"/>
                </a:cxn>
                <a:cxn ang="0">
                  <a:pos x="0" y="83"/>
                </a:cxn>
                <a:cxn ang="0">
                  <a:pos x="6" y="89"/>
                </a:cxn>
                <a:cxn ang="0">
                  <a:pos x="12" y="83"/>
                </a:cxn>
                <a:cxn ang="0">
                  <a:pos x="18" y="71"/>
                </a:cxn>
                <a:cxn ang="0">
                  <a:pos x="18" y="71"/>
                </a:cxn>
                <a:cxn ang="0">
                  <a:pos x="18" y="6"/>
                </a:cxn>
                <a:cxn ang="0">
                  <a:pos x="18" y="6"/>
                </a:cxn>
                <a:cxn ang="0">
                  <a:pos x="18" y="0"/>
                </a:cxn>
                <a:cxn ang="0">
                  <a:pos x="12" y="0"/>
                </a:cxn>
                <a:cxn ang="0">
                  <a:pos x="12" y="6"/>
                </a:cxn>
                <a:cxn ang="0">
                  <a:pos x="12" y="12"/>
                </a:cxn>
                <a:cxn ang="0">
                  <a:pos x="18" y="12"/>
                </a:cxn>
                <a:cxn ang="0">
                  <a:pos x="18" y="12"/>
                </a:cxn>
                <a:cxn ang="0">
                  <a:pos x="18" y="6"/>
                </a:cxn>
                <a:cxn ang="0">
                  <a:pos x="18" y="6"/>
                </a:cxn>
              </a:cxnLst>
              <a:rect l="txL" t="txT" r="txR" b="txB"/>
              <a:pathLst>
                <a:path w="18" h="89">
                  <a:moveTo>
                    <a:pt x="18" y="71"/>
                  </a:moveTo>
                  <a:lnTo>
                    <a:pt x="12" y="77"/>
                  </a:lnTo>
                  <a:lnTo>
                    <a:pt x="6" y="83"/>
                  </a:lnTo>
                  <a:lnTo>
                    <a:pt x="6" y="77"/>
                  </a:lnTo>
                  <a:lnTo>
                    <a:pt x="6" y="71"/>
                  </a:lnTo>
                  <a:lnTo>
                    <a:pt x="18" y="30"/>
                  </a:lnTo>
                  <a:lnTo>
                    <a:pt x="0" y="30"/>
                  </a:lnTo>
                  <a:lnTo>
                    <a:pt x="0" y="36"/>
                  </a:lnTo>
                  <a:lnTo>
                    <a:pt x="6" y="36"/>
                  </a:lnTo>
                  <a:lnTo>
                    <a:pt x="6" y="42"/>
                  </a:lnTo>
                  <a:lnTo>
                    <a:pt x="6" y="59"/>
                  </a:lnTo>
                  <a:lnTo>
                    <a:pt x="0" y="71"/>
                  </a:lnTo>
                  <a:lnTo>
                    <a:pt x="0" y="77"/>
                  </a:lnTo>
                  <a:lnTo>
                    <a:pt x="0" y="83"/>
                  </a:lnTo>
                  <a:lnTo>
                    <a:pt x="6" y="89"/>
                  </a:lnTo>
                  <a:lnTo>
                    <a:pt x="12" y="83"/>
                  </a:lnTo>
                  <a:lnTo>
                    <a:pt x="18" y="71"/>
                  </a:lnTo>
                  <a:close/>
                  <a:moveTo>
                    <a:pt x="18" y="6"/>
                  </a:moveTo>
                  <a:lnTo>
                    <a:pt x="18" y="6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12" y="6"/>
                  </a:lnTo>
                  <a:lnTo>
                    <a:pt x="12" y="12"/>
                  </a:lnTo>
                  <a:lnTo>
                    <a:pt x="18" y="12"/>
                  </a:lnTo>
                  <a:lnTo>
                    <a:pt x="18" y="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3" name="Freeform 26"/>
            <p:cNvSpPr/>
            <p:nvPr/>
          </p:nvSpPr>
          <p:spPr>
            <a:xfrm>
              <a:off x="846" y="1586"/>
              <a:ext cx="36" cy="42"/>
            </a:xfrm>
            <a:custGeom>
              <a:avLst/>
              <a:gdLst>
                <a:gd name="txL" fmla="*/ 0 w 36"/>
                <a:gd name="txT" fmla="*/ 0 h 42"/>
                <a:gd name="txR" fmla="*/ 36 w 36"/>
                <a:gd name="txB" fmla="*/ 42 h 42"/>
              </a:gdLst>
              <a:ahLst/>
              <a:cxnLst>
                <a:cxn ang="0">
                  <a:pos x="36" y="30"/>
                </a:cxn>
                <a:cxn ang="0">
                  <a:pos x="30" y="36"/>
                </a:cxn>
                <a:cxn ang="0">
                  <a:pos x="30" y="36"/>
                </a:cxn>
                <a:cxn ang="0">
                  <a:pos x="30" y="36"/>
                </a:cxn>
                <a:cxn ang="0">
                  <a:pos x="24" y="24"/>
                </a:cxn>
                <a:cxn ang="0">
                  <a:pos x="24" y="18"/>
                </a:cxn>
                <a:cxn ang="0">
                  <a:pos x="30" y="12"/>
                </a:cxn>
                <a:cxn ang="0">
                  <a:pos x="30" y="6"/>
                </a:cxn>
                <a:cxn ang="0">
                  <a:pos x="36" y="6"/>
                </a:cxn>
                <a:cxn ang="0">
                  <a:pos x="36" y="6"/>
                </a:cxn>
                <a:cxn ang="0">
                  <a:pos x="36" y="6"/>
                </a:cxn>
                <a:cxn ang="0">
                  <a:pos x="36" y="0"/>
                </a:cxn>
                <a:cxn ang="0">
                  <a:pos x="36" y="0"/>
                </a:cxn>
                <a:cxn ang="0">
                  <a:pos x="30" y="6"/>
                </a:cxn>
                <a:cxn ang="0">
                  <a:pos x="24" y="12"/>
                </a:cxn>
                <a:cxn ang="0">
                  <a:pos x="24" y="6"/>
                </a:cxn>
                <a:cxn ang="0">
                  <a:pos x="24" y="0"/>
                </a:cxn>
                <a:cxn ang="0">
                  <a:pos x="18" y="0"/>
                </a:cxn>
                <a:cxn ang="0">
                  <a:pos x="12" y="0"/>
                </a:cxn>
                <a:cxn ang="0">
                  <a:pos x="6" y="0"/>
                </a:cxn>
                <a:cxn ang="0">
                  <a:pos x="12" y="6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8" y="6"/>
                </a:cxn>
                <a:cxn ang="0">
                  <a:pos x="18" y="6"/>
                </a:cxn>
                <a:cxn ang="0">
                  <a:pos x="18" y="12"/>
                </a:cxn>
                <a:cxn ang="0">
                  <a:pos x="18" y="24"/>
                </a:cxn>
                <a:cxn ang="0">
                  <a:pos x="12" y="36"/>
                </a:cxn>
                <a:cxn ang="0">
                  <a:pos x="12" y="36"/>
                </a:cxn>
                <a:cxn ang="0">
                  <a:pos x="6" y="36"/>
                </a:cxn>
                <a:cxn ang="0">
                  <a:pos x="6" y="36"/>
                </a:cxn>
                <a:cxn ang="0">
                  <a:pos x="0" y="36"/>
                </a:cxn>
                <a:cxn ang="0">
                  <a:pos x="0" y="42"/>
                </a:cxn>
                <a:cxn ang="0">
                  <a:pos x="6" y="42"/>
                </a:cxn>
                <a:cxn ang="0">
                  <a:pos x="6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8" y="36"/>
                </a:cxn>
                <a:cxn ang="0">
                  <a:pos x="18" y="24"/>
                </a:cxn>
                <a:cxn ang="0">
                  <a:pos x="24" y="36"/>
                </a:cxn>
                <a:cxn ang="0">
                  <a:pos x="24" y="42"/>
                </a:cxn>
                <a:cxn ang="0">
                  <a:pos x="24" y="42"/>
                </a:cxn>
                <a:cxn ang="0">
                  <a:pos x="30" y="42"/>
                </a:cxn>
                <a:cxn ang="0">
                  <a:pos x="36" y="30"/>
                </a:cxn>
                <a:cxn ang="0">
                  <a:pos x="36" y="30"/>
                </a:cxn>
              </a:cxnLst>
              <a:rect l="txL" t="txT" r="txR" b="txB"/>
              <a:pathLst>
                <a:path w="36" h="42">
                  <a:moveTo>
                    <a:pt x="36" y="30"/>
                  </a:moveTo>
                  <a:lnTo>
                    <a:pt x="30" y="36"/>
                  </a:lnTo>
                  <a:lnTo>
                    <a:pt x="24" y="24"/>
                  </a:lnTo>
                  <a:lnTo>
                    <a:pt x="24" y="18"/>
                  </a:lnTo>
                  <a:lnTo>
                    <a:pt x="30" y="12"/>
                  </a:lnTo>
                  <a:lnTo>
                    <a:pt x="30" y="6"/>
                  </a:lnTo>
                  <a:lnTo>
                    <a:pt x="36" y="6"/>
                  </a:lnTo>
                  <a:lnTo>
                    <a:pt x="36" y="0"/>
                  </a:lnTo>
                  <a:lnTo>
                    <a:pt x="30" y="6"/>
                  </a:lnTo>
                  <a:lnTo>
                    <a:pt x="24" y="12"/>
                  </a:ln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12" y="6"/>
                  </a:lnTo>
                  <a:lnTo>
                    <a:pt x="12" y="0"/>
                  </a:lnTo>
                  <a:lnTo>
                    <a:pt x="18" y="6"/>
                  </a:lnTo>
                  <a:lnTo>
                    <a:pt x="18" y="12"/>
                  </a:lnTo>
                  <a:lnTo>
                    <a:pt x="18" y="24"/>
                  </a:lnTo>
                  <a:lnTo>
                    <a:pt x="12" y="36"/>
                  </a:lnTo>
                  <a:lnTo>
                    <a:pt x="6" y="36"/>
                  </a:lnTo>
                  <a:lnTo>
                    <a:pt x="0" y="36"/>
                  </a:lnTo>
                  <a:lnTo>
                    <a:pt x="0" y="42"/>
                  </a:lnTo>
                  <a:lnTo>
                    <a:pt x="6" y="42"/>
                  </a:lnTo>
                  <a:lnTo>
                    <a:pt x="12" y="42"/>
                  </a:lnTo>
                  <a:lnTo>
                    <a:pt x="18" y="36"/>
                  </a:lnTo>
                  <a:lnTo>
                    <a:pt x="18" y="24"/>
                  </a:lnTo>
                  <a:lnTo>
                    <a:pt x="24" y="36"/>
                  </a:lnTo>
                  <a:lnTo>
                    <a:pt x="24" y="42"/>
                  </a:lnTo>
                  <a:lnTo>
                    <a:pt x="30" y="42"/>
                  </a:lnTo>
                  <a:lnTo>
                    <a:pt x="36" y="3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4" name="Freeform 27"/>
            <p:cNvSpPr/>
            <p:nvPr/>
          </p:nvSpPr>
          <p:spPr>
            <a:xfrm>
              <a:off x="1593" y="2739"/>
              <a:ext cx="1" cy="137"/>
            </a:xfrm>
            <a:custGeom>
              <a:avLst/>
              <a:gdLst>
                <a:gd name="txL" fmla="*/ 0 w 1"/>
                <a:gd name="txT" fmla="*/ 0 h 137"/>
                <a:gd name="txR" fmla="*/ 1 w 1"/>
                <a:gd name="txB" fmla="*/ 137 h 137"/>
              </a:gdLst>
              <a:ahLst/>
              <a:cxnLst>
                <a:cxn ang="0">
                  <a:pos x="0" y="0"/>
                </a:cxn>
                <a:cxn ang="0">
                  <a:pos x="0" y="137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37">
                  <a:moveTo>
                    <a:pt x="0" y="0"/>
                  </a:moveTo>
                  <a:lnTo>
                    <a:pt x="0" y="1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5" name="Freeform 28"/>
            <p:cNvSpPr/>
            <p:nvPr/>
          </p:nvSpPr>
          <p:spPr>
            <a:xfrm>
              <a:off x="648" y="1730"/>
              <a:ext cx="30" cy="89"/>
            </a:xfrm>
            <a:custGeom>
              <a:avLst/>
              <a:gdLst>
                <a:gd name="txL" fmla="*/ 0 w 30"/>
                <a:gd name="txT" fmla="*/ 0 h 89"/>
                <a:gd name="txR" fmla="*/ 30 w 30"/>
                <a:gd name="txB" fmla="*/ 89 h 89"/>
              </a:gdLst>
              <a:ahLst/>
              <a:cxnLst>
                <a:cxn ang="0">
                  <a:pos x="0" y="89"/>
                </a:cxn>
                <a:cxn ang="0">
                  <a:pos x="30" y="89"/>
                </a:cxn>
                <a:cxn ang="0">
                  <a:pos x="30" y="89"/>
                </a:cxn>
                <a:cxn ang="0">
                  <a:pos x="24" y="89"/>
                </a:cxn>
                <a:cxn ang="0">
                  <a:pos x="18" y="83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0" y="12"/>
                </a:cxn>
                <a:cxn ang="0">
                  <a:pos x="0" y="18"/>
                </a:cxn>
                <a:cxn ang="0">
                  <a:pos x="6" y="12"/>
                </a:cxn>
                <a:cxn ang="0">
                  <a:pos x="6" y="12"/>
                </a:cxn>
                <a:cxn ang="0">
                  <a:pos x="12" y="18"/>
                </a:cxn>
                <a:cxn ang="0">
                  <a:pos x="12" y="18"/>
                </a:cxn>
                <a:cxn ang="0">
                  <a:pos x="12" y="77"/>
                </a:cxn>
                <a:cxn ang="0">
                  <a:pos x="6" y="89"/>
                </a:cxn>
                <a:cxn ang="0">
                  <a:pos x="0" y="89"/>
                </a:cxn>
                <a:cxn ang="0">
                  <a:pos x="0" y="89"/>
                </a:cxn>
              </a:cxnLst>
              <a:rect l="txL" t="txT" r="txR" b="txB"/>
              <a:pathLst>
                <a:path w="30" h="89">
                  <a:moveTo>
                    <a:pt x="0" y="89"/>
                  </a:moveTo>
                  <a:lnTo>
                    <a:pt x="30" y="89"/>
                  </a:lnTo>
                  <a:lnTo>
                    <a:pt x="24" y="89"/>
                  </a:lnTo>
                  <a:lnTo>
                    <a:pt x="18" y="83"/>
                  </a:lnTo>
                  <a:lnTo>
                    <a:pt x="18" y="0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6" y="12"/>
                  </a:lnTo>
                  <a:lnTo>
                    <a:pt x="12" y="18"/>
                  </a:lnTo>
                  <a:lnTo>
                    <a:pt x="12" y="77"/>
                  </a:lnTo>
                  <a:lnTo>
                    <a:pt x="6" y="89"/>
                  </a:lnTo>
                  <a:lnTo>
                    <a:pt x="0" y="8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6" name="Freeform 29"/>
            <p:cNvSpPr/>
            <p:nvPr/>
          </p:nvSpPr>
          <p:spPr>
            <a:xfrm>
              <a:off x="2497" y="1730"/>
              <a:ext cx="42" cy="95"/>
            </a:xfrm>
            <a:custGeom>
              <a:avLst/>
              <a:gdLst>
                <a:gd name="txL" fmla="*/ 0 w 42"/>
                <a:gd name="txT" fmla="*/ 0 h 95"/>
                <a:gd name="txR" fmla="*/ 42 w 42"/>
                <a:gd name="txB" fmla="*/ 95 h 95"/>
              </a:gdLst>
              <a:ahLst/>
              <a:cxnLst>
                <a:cxn ang="0">
                  <a:pos x="12" y="47"/>
                </a:cxn>
                <a:cxn ang="0">
                  <a:pos x="18" y="47"/>
                </a:cxn>
                <a:cxn ang="0">
                  <a:pos x="24" y="53"/>
                </a:cxn>
                <a:cxn ang="0">
                  <a:pos x="30" y="59"/>
                </a:cxn>
                <a:cxn ang="0">
                  <a:pos x="36" y="65"/>
                </a:cxn>
                <a:cxn ang="0">
                  <a:pos x="30" y="83"/>
                </a:cxn>
                <a:cxn ang="0">
                  <a:pos x="18" y="89"/>
                </a:cxn>
                <a:cxn ang="0">
                  <a:pos x="12" y="89"/>
                </a:cxn>
                <a:cxn ang="0">
                  <a:pos x="6" y="83"/>
                </a:cxn>
                <a:cxn ang="0">
                  <a:pos x="6" y="83"/>
                </a:cxn>
                <a:cxn ang="0">
                  <a:pos x="0" y="83"/>
                </a:cxn>
                <a:cxn ang="0">
                  <a:pos x="6" y="95"/>
                </a:cxn>
                <a:cxn ang="0">
                  <a:pos x="12" y="95"/>
                </a:cxn>
                <a:cxn ang="0">
                  <a:pos x="36" y="89"/>
                </a:cxn>
                <a:cxn ang="0">
                  <a:pos x="42" y="65"/>
                </a:cxn>
                <a:cxn ang="0">
                  <a:pos x="36" y="47"/>
                </a:cxn>
                <a:cxn ang="0">
                  <a:pos x="30" y="35"/>
                </a:cxn>
                <a:cxn ang="0">
                  <a:pos x="36" y="29"/>
                </a:cxn>
                <a:cxn ang="0">
                  <a:pos x="36" y="18"/>
                </a:cxn>
                <a:cxn ang="0">
                  <a:pos x="36" y="6"/>
                </a:cxn>
                <a:cxn ang="0">
                  <a:pos x="24" y="0"/>
                </a:cxn>
                <a:cxn ang="0">
                  <a:pos x="12" y="6"/>
                </a:cxn>
                <a:cxn ang="0">
                  <a:pos x="0" y="24"/>
                </a:cxn>
                <a:cxn ang="0">
                  <a:pos x="6" y="24"/>
                </a:cxn>
                <a:cxn ang="0">
                  <a:pos x="12" y="18"/>
                </a:cxn>
                <a:cxn ang="0">
                  <a:pos x="18" y="12"/>
                </a:cxn>
                <a:cxn ang="0">
                  <a:pos x="24" y="18"/>
                </a:cxn>
                <a:cxn ang="0">
                  <a:pos x="30" y="24"/>
                </a:cxn>
                <a:cxn ang="0">
                  <a:pos x="24" y="35"/>
                </a:cxn>
                <a:cxn ang="0">
                  <a:pos x="12" y="47"/>
                </a:cxn>
                <a:cxn ang="0">
                  <a:pos x="12" y="47"/>
                </a:cxn>
              </a:cxnLst>
              <a:rect l="txL" t="txT" r="txR" b="txB"/>
              <a:pathLst>
                <a:path w="42" h="95">
                  <a:moveTo>
                    <a:pt x="12" y="47"/>
                  </a:moveTo>
                  <a:lnTo>
                    <a:pt x="18" y="47"/>
                  </a:lnTo>
                  <a:lnTo>
                    <a:pt x="24" y="53"/>
                  </a:lnTo>
                  <a:lnTo>
                    <a:pt x="30" y="59"/>
                  </a:lnTo>
                  <a:lnTo>
                    <a:pt x="36" y="65"/>
                  </a:lnTo>
                  <a:lnTo>
                    <a:pt x="30" y="83"/>
                  </a:lnTo>
                  <a:lnTo>
                    <a:pt x="18" y="89"/>
                  </a:lnTo>
                  <a:lnTo>
                    <a:pt x="12" y="89"/>
                  </a:lnTo>
                  <a:lnTo>
                    <a:pt x="6" y="83"/>
                  </a:lnTo>
                  <a:lnTo>
                    <a:pt x="0" y="83"/>
                  </a:lnTo>
                  <a:lnTo>
                    <a:pt x="6" y="95"/>
                  </a:lnTo>
                  <a:lnTo>
                    <a:pt x="12" y="95"/>
                  </a:lnTo>
                  <a:lnTo>
                    <a:pt x="36" y="89"/>
                  </a:lnTo>
                  <a:lnTo>
                    <a:pt x="42" y="65"/>
                  </a:lnTo>
                  <a:lnTo>
                    <a:pt x="36" y="47"/>
                  </a:lnTo>
                  <a:lnTo>
                    <a:pt x="30" y="35"/>
                  </a:lnTo>
                  <a:lnTo>
                    <a:pt x="36" y="29"/>
                  </a:lnTo>
                  <a:lnTo>
                    <a:pt x="36" y="18"/>
                  </a:lnTo>
                  <a:lnTo>
                    <a:pt x="36" y="6"/>
                  </a:lnTo>
                  <a:lnTo>
                    <a:pt x="24" y="0"/>
                  </a:lnTo>
                  <a:lnTo>
                    <a:pt x="12" y="6"/>
                  </a:lnTo>
                  <a:lnTo>
                    <a:pt x="0" y="24"/>
                  </a:lnTo>
                  <a:lnTo>
                    <a:pt x="6" y="24"/>
                  </a:lnTo>
                  <a:lnTo>
                    <a:pt x="12" y="18"/>
                  </a:lnTo>
                  <a:lnTo>
                    <a:pt x="18" y="12"/>
                  </a:lnTo>
                  <a:lnTo>
                    <a:pt x="24" y="18"/>
                  </a:lnTo>
                  <a:lnTo>
                    <a:pt x="30" y="24"/>
                  </a:lnTo>
                  <a:lnTo>
                    <a:pt x="24" y="35"/>
                  </a:lnTo>
                  <a:lnTo>
                    <a:pt x="12" y="4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7" name="Freeform 30"/>
            <p:cNvSpPr/>
            <p:nvPr/>
          </p:nvSpPr>
          <p:spPr>
            <a:xfrm>
              <a:off x="1570" y="1622"/>
              <a:ext cx="41" cy="96"/>
            </a:xfrm>
            <a:custGeom>
              <a:avLst/>
              <a:gdLst>
                <a:gd name="txL" fmla="*/ 0 w 41"/>
                <a:gd name="txT" fmla="*/ 0 h 96"/>
                <a:gd name="txR" fmla="*/ 41 w 41"/>
                <a:gd name="txB" fmla="*/ 96 h 96"/>
              </a:gdLst>
              <a:ahLst/>
              <a:cxnLst>
                <a:cxn ang="0">
                  <a:pos x="41" y="78"/>
                </a:cxn>
                <a:cxn ang="0">
                  <a:pos x="41" y="72"/>
                </a:cxn>
                <a:cxn ang="0">
                  <a:pos x="41" y="84"/>
                </a:cxn>
                <a:cxn ang="0">
                  <a:pos x="35" y="84"/>
                </a:cxn>
                <a:cxn ang="0">
                  <a:pos x="12" y="84"/>
                </a:cxn>
                <a:cxn ang="0">
                  <a:pos x="23" y="60"/>
                </a:cxn>
                <a:cxn ang="0">
                  <a:pos x="35" y="48"/>
                </a:cxn>
                <a:cxn ang="0">
                  <a:pos x="41" y="24"/>
                </a:cxn>
                <a:cxn ang="0">
                  <a:pos x="35" y="6"/>
                </a:cxn>
                <a:cxn ang="0">
                  <a:pos x="23" y="0"/>
                </a:cxn>
                <a:cxn ang="0">
                  <a:pos x="6" y="6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6" y="18"/>
                </a:cxn>
                <a:cxn ang="0">
                  <a:pos x="18" y="12"/>
                </a:cxn>
                <a:cxn ang="0">
                  <a:pos x="29" y="18"/>
                </a:cxn>
                <a:cxn ang="0">
                  <a:pos x="29" y="30"/>
                </a:cxn>
                <a:cxn ang="0">
                  <a:pos x="23" y="48"/>
                </a:cxn>
                <a:cxn ang="0">
                  <a:pos x="18" y="66"/>
                </a:cxn>
                <a:cxn ang="0">
                  <a:pos x="0" y="90"/>
                </a:cxn>
                <a:cxn ang="0">
                  <a:pos x="0" y="96"/>
                </a:cxn>
                <a:cxn ang="0">
                  <a:pos x="41" y="96"/>
                </a:cxn>
                <a:cxn ang="0">
                  <a:pos x="41" y="78"/>
                </a:cxn>
              </a:cxnLst>
              <a:rect l="txL" t="txT" r="txR" b="txB"/>
              <a:pathLst>
                <a:path w="41" h="96">
                  <a:moveTo>
                    <a:pt x="41" y="78"/>
                  </a:moveTo>
                  <a:lnTo>
                    <a:pt x="41" y="72"/>
                  </a:lnTo>
                  <a:lnTo>
                    <a:pt x="41" y="84"/>
                  </a:lnTo>
                  <a:lnTo>
                    <a:pt x="35" y="84"/>
                  </a:lnTo>
                  <a:lnTo>
                    <a:pt x="12" y="84"/>
                  </a:lnTo>
                  <a:lnTo>
                    <a:pt x="23" y="60"/>
                  </a:lnTo>
                  <a:lnTo>
                    <a:pt x="35" y="48"/>
                  </a:lnTo>
                  <a:lnTo>
                    <a:pt x="41" y="24"/>
                  </a:lnTo>
                  <a:lnTo>
                    <a:pt x="35" y="6"/>
                  </a:lnTo>
                  <a:lnTo>
                    <a:pt x="23" y="0"/>
                  </a:lnTo>
                  <a:lnTo>
                    <a:pt x="6" y="6"/>
                  </a:lnTo>
                  <a:lnTo>
                    <a:pt x="0" y="30"/>
                  </a:lnTo>
                  <a:lnTo>
                    <a:pt x="6" y="18"/>
                  </a:lnTo>
                  <a:lnTo>
                    <a:pt x="18" y="12"/>
                  </a:lnTo>
                  <a:lnTo>
                    <a:pt x="29" y="18"/>
                  </a:lnTo>
                  <a:lnTo>
                    <a:pt x="29" y="30"/>
                  </a:lnTo>
                  <a:lnTo>
                    <a:pt x="23" y="48"/>
                  </a:lnTo>
                  <a:lnTo>
                    <a:pt x="18" y="66"/>
                  </a:lnTo>
                  <a:lnTo>
                    <a:pt x="0" y="90"/>
                  </a:lnTo>
                  <a:lnTo>
                    <a:pt x="0" y="96"/>
                  </a:lnTo>
                  <a:lnTo>
                    <a:pt x="41" y="96"/>
                  </a:lnTo>
                  <a:lnTo>
                    <a:pt x="41" y="7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8" name="Freeform 31"/>
            <p:cNvSpPr>
              <a:spLocks noEditPoints="1"/>
            </p:cNvSpPr>
            <p:nvPr/>
          </p:nvSpPr>
          <p:spPr>
            <a:xfrm>
              <a:off x="1641" y="2583"/>
              <a:ext cx="48" cy="90"/>
            </a:xfrm>
            <a:custGeom>
              <a:avLst/>
              <a:gdLst>
                <a:gd name="txL" fmla="*/ 0 w 48"/>
                <a:gd name="txT" fmla="*/ 0 h 90"/>
                <a:gd name="txR" fmla="*/ 48 w 48"/>
                <a:gd name="txB" fmla="*/ 90 h 90"/>
              </a:gdLst>
              <a:ahLst/>
              <a:cxnLst>
                <a:cxn ang="0">
                  <a:pos x="24" y="0"/>
                </a:cxn>
                <a:cxn ang="0">
                  <a:pos x="30" y="6"/>
                </a:cxn>
                <a:cxn ang="0">
                  <a:pos x="36" y="18"/>
                </a:cxn>
                <a:cxn ang="0">
                  <a:pos x="36" y="36"/>
                </a:cxn>
                <a:cxn ang="0">
                  <a:pos x="36" y="48"/>
                </a:cxn>
                <a:cxn ang="0">
                  <a:pos x="36" y="60"/>
                </a:cxn>
                <a:cxn ang="0">
                  <a:pos x="36" y="72"/>
                </a:cxn>
                <a:cxn ang="0">
                  <a:pos x="30" y="84"/>
                </a:cxn>
                <a:cxn ang="0">
                  <a:pos x="24" y="90"/>
                </a:cxn>
                <a:cxn ang="0">
                  <a:pos x="18" y="84"/>
                </a:cxn>
                <a:cxn ang="0">
                  <a:pos x="12" y="72"/>
                </a:cxn>
                <a:cxn ang="0">
                  <a:pos x="12" y="60"/>
                </a:cxn>
                <a:cxn ang="0">
                  <a:pos x="12" y="48"/>
                </a:cxn>
                <a:cxn ang="0">
                  <a:pos x="12" y="36"/>
                </a:cxn>
                <a:cxn ang="0">
                  <a:pos x="12" y="18"/>
                </a:cxn>
                <a:cxn ang="0">
                  <a:pos x="18" y="6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12" y="6"/>
                </a:cxn>
                <a:cxn ang="0">
                  <a:pos x="6" y="18"/>
                </a:cxn>
                <a:cxn ang="0">
                  <a:pos x="0" y="48"/>
                </a:cxn>
                <a:cxn ang="0">
                  <a:pos x="0" y="60"/>
                </a:cxn>
                <a:cxn ang="0">
                  <a:pos x="6" y="72"/>
                </a:cxn>
                <a:cxn ang="0">
                  <a:pos x="12" y="84"/>
                </a:cxn>
                <a:cxn ang="0">
                  <a:pos x="24" y="90"/>
                </a:cxn>
                <a:cxn ang="0">
                  <a:pos x="36" y="84"/>
                </a:cxn>
                <a:cxn ang="0">
                  <a:pos x="42" y="72"/>
                </a:cxn>
                <a:cxn ang="0">
                  <a:pos x="48" y="60"/>
                </a:cxn>
                <a:cxn ang="0">
                  <a:pos x="48" y="48"/>
                </a:cxn>
                <a:cxn ang="0">
                  <a:pos x="42" y="18"/>
                </a:cxn>
                <a:cxn ang="0">
                  <a:pos x="36" y="6"/>
                </a:cxn>
                <a:cxn ang="0">
                  <a:pos x="24" y="0"/>
                </a:cxn>
                <a:cxn ang="0">
                  <a:pos x="24" y="0"/>
                </a:cxn>
              </a:cxnLst>
              <a:rect l="txL" t="txT" r="txR" b="txB"/>
              <a:pathLst>
                <a:path w="48" h="90">
                  <a:moveTo>
                    <a:pt x="24" y="0"/>
                  </a:moveTo>
                  <a:lnTo>
                    <a:pt x="30" y="6"/>
                  </a:lnTo>
                  <a:lnTo>
                    <a:pt x="36" y="18"/>
                  </a:lnTo>
                  <a:lnTo>
                    <a:pt x="36" y="36"/>
                  </a:lnTo>
                  <a:lnTo>
                    <a:pt x="36" y="48"/>
                  </a:lnTo>
                  <a:lnTo>
                    <a:pt x="36" y="60"/>
                  </a:lnTo>
                  <a:lnTo>
                    <a:pt x="36" y="72"/>
                  </a:lnTo>
                  <a:lnTo>
                    <a:pt x="30" y="84"/>
                  </a:lnTo>
                  <a:lnTo>
                    <a:pt x="24" y="90"/>
                  </a:lnTo>
                  <a:lnTo>
                    <a:pt x="18" y="84"/>
                  </a:lnTo>
                  <a:lnTo>
                    <a:pt x="12" y="72"/>
                  </a:lnTo>
                  <a:lnTo>
                    <a:pt x="12" y="60"/>
                  </a:lnTo>
                  <a:lnTo>
                    <a:pt x="12" y="48"/>
                  </a:lnTo>
                  <a:lnTo>
                    <a:pt x="12" y="36"/>
                  </a:lnTo>
                  <a:lnTo>
                    <a:pt x="12" y="18"/>
                  </a:lnTo>
                  <a:lnTo>
                    <a:pt x="18" y="6"/>
                  </a:lnTo>
                  <a:lnTo>
                    <a:pt x="24" y="0"/>
                  </a:lnTo>
                  <a:close/>
                  <a:moveTo>
                    <a:pt x="24" y="0"/>
                  </a:moveTo>
                  <a:lnTo>
                    <a:pt x="12" y="6"/>
                  </a:lnTo>
                  <a:lnTo>
                    <a:pt x="6" y="18"/>
                  </a:lnTo>
                  <a:lnTo>
                    <a:pt x="0" y="48"/>
                  </a:lnTo>
                  <a:lnTo>
                    <a:pt x="0" y="60"/>
                  </a:lnTo>
                  <a:lnTo>
                    <a:pt x="6" y="72"/>
                  </a:lnTo>
                  <a:lnTo>
                    <a:pt x="12" y="84"/>
                  </a:lnTo>
                  <a:lnTo>
                    <a:pt x="24" y="90"/>
                  </a:lnTo>
                  <a:lnTo>
                    <a:pt x="36" y="84"/>
                  </a:lnTo>
                  <a:lnTo>
                    <a:pt x="42" y="72"/>
                  </a:lnTo>
                  <a:lnTo>
                    <a:pt x="48" y="60"/>
                  </a:lnTo>
                  <a:lnTo>
                    <a:pt x="48" y="48"/>
                  </a:lnTo>
                  <a:lnTo>
                    <a:pt x="42" y="18"/>
                  </a:lnTo>
                  <a:lnTo>
                    <a:pt x="36" y="6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9" name="Freeform 32"/>
            <p:cNvSpPr/>
            <p:nvPr/>
          </p:nvSpPr>
          <p:spPr>
            <a:xfrm>
              <a:off x="457" y="2207"/>
              <a:ext cx="42" cy="96"/>
            </a:xfrm>
            <a:custGeom>
              <a:avLst/>
              <a:gdLst>
                <a:gd name="txL" fmla="*/ 0 w 42"/>
                <a:gd name="txT" fmla="*/ 0 h 96"/>
                <a:gd name="txR" fmla="*/ 42 w 42"/>
                <a:gd name="txB" fmla="*/ 96 h 96"/>
              </a:gdLst>
              <a:ahLst/>
              <a:cxnLst>
                <a:cxn ang="0">
                  <a:pos x="12" y="48"/>
                </a:cxn>
                <a:cxn ang="0">
                  <a:pos x="18" y="48"/>
                </a:cxn>
                <a:cxn ang="0">
                  <a:pos x="24" y="54"/>
                </a:cxn>
                <a:cxn ang="0">
                  <a:pos x="30" y="66"/>
                </a:cxn>
                <a:cxn ang="0">
                  <a:pos x="36" y="72"/>
                </a:cxn>
                <a:cxn ang="0">
                  <a:pos x="30" y="84"/>
                </a:cxn>
                <a:cxn ang="0">
                  <a:pos x="18" y="90"/>
                </a:cxn>
                <a:cxn ang="0">
                  <a:pos x="12" y="90"/>
                </a:cxn>
                <a:cxn ang="0">
                  <a:pos x="6" y="84"/>
                </a:cxn>
                <a:cxn ang="0">
                  <a:pos x="6" y="84"/>
                </a:cxn>
                <a:cxn ang="0">
                  <a:pos x="0" y="90"/>
                </a:cxn>
                <a:cxn ang="0">
                  <a:pos x="6" y="96"/>
                </a:cxn>
                <a:cxn ang="0">
                  <a:pos x="12" y="96"/>
                </a:cxn>
                <a:cxn ang="0">
                  <a:pos x="36" y="90"/>
                </a:cxn>
                <a:cxn ang="0">
                  <a:pos x="42" y="66"/>
                </a:cxn>
                <a:cxn ang="0">
                  <a:pos x="36" y="48"/>
                </a:cxn>
                <a:cxn ang="0">
                  <a:pos x="30" y="42"/>
                </a:cxn>
                <a:cxn ang="0">
                  <a:pos x="36" y="30"/>
                </a:cxn>
                <a:cxn ang="0">
                  <a:pos x="36" y="18"/>
                </a:cxn>
                <a:cxn ang="0">
                  <a:pos x="36" y="18"/>
                </a:cxn>
                <a:cxn ang="0">
                  <a:pos x="36" y="12"/>
                </a:cxn>
                <a:cxn ang="0">
                  <a:pos x="30" y="6"/>
                </a:cxn>
                <a:cxn ang="0">
                  <a:pos x="24" y="0"/>
                </a:cxn>
                <a:cxn ang="0">
                  <a:pos x="12" y="6"/>
                </a:cxn>
                <a:cxn ang="0">
                  <a:pos x="0" y="24"/>
                </a:cxn>
                <a:cxn ang="0">
                  <a:pos x="6" y="24"/>
                </a:cxn>
                <a:cxn ang="0">
                  <a:pos x="6" y="18"/>
                </a:cxn>
                <a:cxn ang="0">
                  <a:pos x="18" y="12"/>
                </a:cxn>
                <a:cxn ang="0">
                  <a:pos x="24" y="18"/>
                </a:cxn>
                <a:cxn ang="0">
                  <a:pos x="30" y="24"/>
                </a:cxn>
                <a:cxn ang="0">
                  <a:pos x="24" y="36"/>
                </a:cxn>
                <a:cxn ang="0">
                  <a:pos x="12" y="48"/>
                </a:cxn>
                <a:cxn ang="0">
                  <a:pos x="12" y="48"/>
                </a:cxn>
              </a:cxnLst>
              <a:rect l="txL" t="txT" r="txR" b="txB"/>
              <a:pathLst>
                <a:path w="42" h="96">
                  <a:moveTo>
                    <a:pt x="12" y="48"/>
                  </a:moveTo>
                  <a:lnTo>
                    <a:pt x="18" y="48"/>
                  </a:lnTo>
                  <a:lnTo>
                    <a:pt x="24" y="54"/>
                  </a:lnTo>
                  <a:lnTo>
                    <a:pt x="30" y="66"/>
                  </a:lnTo>
                  <a:lnTo>
                    <a:pt x="36" y="72"/>
                  </a:lnTo>
                  <a:lnTo>
                    <a:pt x="30" y="84"/>
                  </a:lnTo>
                  <a:lnTo>
                    <a:pt x="18" y="90"/>
                  </a:lnTo>
                  <a:lnTo>
                    <a:pt x="12" y="90"/>
                  </a:lnTo>
                  <a:lnTo>
                    <a:pt x="6" y="84"/>
                  </a:lnTo>
                  <a:lnTo>
                    <a:pt x="0" y="90"/>
                  </a:lnTo>
                  <a:lnTo>
                    <a:pt x="6" y="96"/>
                  </a:lnTo>
                  <a:lnTo>
                    <a:pt x="12" y="96"/>
                  </a:lnTo>
                  <a:lnTo>
                    <a:pt x="36" y="90"/>
                  </a:lnTo>
                  <a:lnTo>
                    <a:pt x="42" y="66"/>
                  </a:lnTo>
                  <a:lnTo>
                    <a:pt x="36" y="48"/>
                  </a:lnTo>
                  <a:lnTo>
                    <a:pt x="30" y="42"/>
                  </a:lnTo>
                  <a:lnTo>
                    <a:pt x="36" y="30"/>
                  </a:lnTo>
                  <a:lnTo>
                    <a:pt x="36" y="18"/>
                  </a:lnTo>
                  <a:lnTo>
                    <a:pt x="36" y="12"/>
                  </a:lnTo>
                  <a:lnTo>
                    <a:pt x="30" y="6"/>
                  </a:lnTo>
                  <a:lnTo>
                    <a:pt x="24" y="0"/>
                  </a:lnTo>
                  <a:lnTo>
                    <a:pt x="12" y="6"/>
                  </a:lnTo>
                  <a:lnTo>
                    <a:pt x="0" y="24"/>
                  </a:lnTo>
                  <a:lnTo>
                    <a:pt x="6" y="24"/>
                  </a:lnTo>
                  <a:lnTo>
                    <a:pt x="6" y="18"/>
                  </a:lnTo>
                  <a:lnTo>
                    <a:pt x="18" y="12"/>
                  </a:lnTo>
                  <a:lnTo>
                    <a:pt x="24" y="18"/>
                  </a:lnTo>
                  <a:lnTo>
                    <a:pt x="30" y="24"/>
                  </a:lnTo>
                  <a:lnTo>
                    <a:pt x="24" y="36"/>
                  </a:lnTo>
                  <a:lnTo>
                    <a:pt x="12" y="4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0" name="Freeform 33"/>
            <p:cNvSpPr>
              <a:spLocks noEditPoints="1"/>
            </p:cNvSpPr>
            <p:nvPr/>
          </p:nvSpPr>
          <p:spPr>
            <a:xfrm>
              <a:off x="529" y="2207"/>
              <a:ext cx="66" cy="96"/>
            </a:xfrm>
            <a:custGeom>
              <a:avLst/>
              <a:gdLst>
                <a:gd name="txL" fmla="*/ 0 w 66"/>
                <a:gd name="txT" fmla="*/ 0 h 96"/>
                <a:gd name="txR" fmla="*/ 66 w 66"/>
                <a:gd name="txB" fmla="*/ 96 h 96"/>
              </a:gdLst>
              <a:ahLst/>
              <a:cxnLst>
                <a:cxn ang="0">
                  <a:pos x="66" y="90"/>
                </a:cxn>
                <a:cxn ang="0">
                  <a:pos x="66" y="90"/>
                </a:cxn>
                <a:cxn ang="0">
                  <a:pos x="60" y="78"/>
                </a:cxn>
                <a:cxn ang="0">
                  <a:pos x="36" y="0"/>
                </a:cxn>
                <a:cxn ang="0">
                  <a:pos x="30" y="0"/>
                </a:cxn>
                <a:cxn ang="0">
                  <a:pos x="12" y="72"/>
                </a:cxn>
                <a:cxn ang="0">
                  <a:pos x="6" y="84"/>
                </a:cxn>
                <a:cxn ang="0">
                  <a:pos x="0" y="90"/>
                </a:cxn>
                <a:cxn ang="0">
                  <a:pos x="0" y="90"/>
                </a:cxn>
                <a:cxn ang="0">
                  <a:pos x="0" y="96"/>
                </a:cxn>
                <a:cxn ang="0">
                  <a:pos x="18" y="96"/>
                </a:cxn>
                <a:cxn ang="0">
                  <a:pos x="18" y="90"/>
                </a:cxn>
                <a:cxn ang="0">
                  <a:pos x="18" y="90"/>
                </a:cxn>
                <a:cxn ang="0">
                  <a:pos x="12" y="84"/>
                </a:cxn>
                <a:cxn ang="0">
                  <a:pos x="12" y="84"/>
                </a:cxn>
                <a:cxn ang="0">
                  <a:pos x="12" y="78"/>
                </a:cxn>
                <a:cxn ang="0">
                  <a:pos x="18" y="66"/>
                </a:cxn>
                <a:cxn ang="0">
                  <a:pos x="42" y="66"/>
                </a:cxn>
                <a:cxn ang="0">
                  <a:pos x="48" y="78"/>
                </a:cxn>
                <a:cxn ang="0">
                  <a:pos x="48" y="84"/>
                </a:cxn>
                <a:cxn ang="0">
                  <a:pos x="48" y="84"/>
                </a:cxn>
                <a:cxn ang="0">
                  <a:pos x="48" y="90"/>
                </a:cxn>
                <a:cxn ang="0">
                  <a:pos x="42" y="90"/>
                </a:cxn>
                <a:cxn ang="0">
                  <a:pos x="42" y="96"/>
                </a:cxn>
                <a:cxn ang="0">
                  <a:pos x="66" y="96"/>
                </a:cxn>
                <a:cxn ang="0">
                  <a:pos x="66" y="90"/>
                </a:cxn>
                <a:cxn ang="0">
                  <a:pos x="18" y="60"/>
                </a:cxn>
                <a:cxn ang="0">
                  <a:pos x="30" y="24"/>
                </a:cxn>
                <a:cxn ang="0">
                  <a:pos x="42" y="60"/>
                </a:cxn>
                <a:cxn ang="0">
                  <a:pos x="18" y="60"/>
                </a:cxn>
              </a:cxnLst>
              <a:rect l="txL" t="txT" r="txR" b="txB"/>
              <a:pathLst>
                <a:path w="66" h="96">
                  <a:moveTo>
                    <a:pt x="66" y="90"/>
                  </a:moveTo>
                  <a:lnTo>
                    <a:pt x="66" y="90"/>
                  </a:lnTo>
                  <a:lnTo>
                    <a:pt x="60" y="78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12" y="72"/>
                  </a:lnTo>
                  <a:lnTo>
                    <a:pt x="6" y="84"/>
                  </a:lnTo>
                  <a:lnTo>
                    <a:pt x="0" y="90"/>
                  </a:lnTo>
                  <a:lnTo>
                    <a:pt x="0" y="96"/>
                  </a:lnTo>
                  <a:lnTo>
                    <a:pt x="18" y="96"/>
                  </a:lnTo>
                  <a:lnTo>
                    <a:pt x="18" y="90"/>
                  </a:lnTo>
                  <a:lnTo>
                    <a:pt x="12" y="84"/>
                  </a:lnTo>
                  <a:lnTo>
                    <a:pt x="12" y="78"/>
                  </a:lnTo>
                  <a:lnTo>
                    <a:pt x="18" y="66"/>
                  </a:lnTo>
                  <a:lnTo>
                    <a:pt x="42" y="66"/>
                  </a:lnTo>
                  <a:lnTo>
                    <a:pt x="48" y="78"/>
                  </a:lnTo>
                  <a:lnTo>
                    <a:pt x="48" y="84"/>
                  </a:lnTo>
                  <a:lnTo>
                    <a:pt x="48" y="90"/>
                  </a:lnTo>
                  <a:lnTo>
                    <a:pt x="42" y="90"/>
                  </a:lnTo>
                  <a:lnTo>
                    <a:pt x="42" y="96"/>
                  </a:lnTo>
                  <a:lnTo>
                    <a:pt x="66" y="96"/>
                  </a:lnTo>
                  <a:lnTo>
                    <a:pt x="66" y="90"/>
                  </a:lnTo>
                  <a:close/>
                  <a:moveTo>
                    <a:pt x="18" y="60"/>
                  </a:moveTo>
                  <a:lnTo>
                    <a:pt x="30" y="24"/>
                  </a:lnTo>
                  <a:lnTo>
                    <a:pt x="42" y="60"/>
                  </a:lnTo>
                  <a:lnTo>
                    <a:pt x="18" y="6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1" name="Freeform 34"/>
            <p:cNvSpPr/>
            <p:nvPr/>
          </p:nvSpPr>
          <p:spPr>
            <a:xfrm>
              <a:off x="2610" y="2195"/>
              <a:ext cx="48" cy="96"/>
            </a:xfrm>
            <a:custGeom>
              <a:avLst/>
              <a:gdLst>
                <a:gd name="txL" fmla="*/ 0 w 48"/>
                <a:gd name="txT" fmla="*/ 0 h 96"/>
                <a:gd name="txR" fmla="*/ 48 w 48"/>
                <a:gd name="txB" fmla="*/ 96 h 96"/>
              </a:gdLst>
              <a:ahLst/>
              <a:cxnLst>
                <a:cxn ang="0">
                  <a:pos x="48" y="78"/>
                </a:cxn>
                <a:cxn ang="0">
                  <a:pos x="42" y="72"/>
                </a:cxn>
                <a:cxn ang="0">
                  <a:pos x="42" y="84"/>
                </a:cxn>
                <a:cxn ang="0">
                  <a:pos x="36" y="84"/>
                </a:cxn>
                <a:cxn ang="0">
                  <a:pos x="12" y="84"/>
                </a:cxn>
                <a:cxn ang="0">
                  <a:pos x="30" y="60"/>
                </a:cxn>
                <a:cxn ang="0">
                  <a:pos x="36" y="48"/>
                </a:cxn>
                <a:cxn ang="0">
                  <a:pos x="42" y="24"/>
                </a:cxn>
                <a:cxn ang="0">
                  <a:pos x="36" y="6"/>
                </a:cxn>
                <a:cxn ang="0">
                  <a:pos x="24" y="0"/>
                </a:cxn>
                <a:cxn ang="0">
                  <a:pos x="12" y="6"/>
                </a:cxn>
                <a:cxn ang="0">
                  <a:pos x="6" y="18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6" y="18"/>
                </a:cxn>
                <a:cxn ang="0">
                  <a:pos x="18" y="12"/>
                </a:cxn>
                <a:cxn ang="0">
                  <a:pos x="30" y="18"/>
                </a:cxn>
                <a:cxn ang="0">
                  <a:pos x="30" y="30"/>
                </a:cxn>
                <a:cxn ang="0">
                  <a:pos x="30" y="48"/>
                </a:cxn>
                <a:cxn ang="0">
                  <a:pos x="18" y="66"/>
                </a:cxn>
                <a:cxn ang="0">
                  <a:pos x="0" y="90"/>
                </a:cxn>
                <a:cxn ang="0">
                  <a:pos x="0" y="96"/>
                </a:cxn>
                <a:cxn ang="0">
                  <a:pos x="42" y="96"/>
                </a:cxn>
                <a:cxn ang="0">
                  <a:pos x="48" y="78"/>
                </a:cxn>
              </a:cxnLst>
              <a:rect l="txL" t="txT" r="txR" b="txB"/>
              <a:pathLst>
                <a:path w="48" h="96">
                  <a:moveTo>
                    <a:pt x="48" y="78"/>
                  </a:moveTo>
                  <a:lnTo>
                    <a:pt x="42" y="72"/>
                  </a:lnTo>
                  <a:lnTo>
                    <a:pt x="42" y="84"/>
                  </a:lnTo>
                  <a:lnTo>
                    <a:pt x="36" y="84"/>
                  </a:lnTo>
                  <a:lnTo>
                    <a:pt x="12" y="84"/>
                  </a:lnTo>
                  <a:lnTo>
                    <a:pt x="30" y="60"/>
                  </a:lnTo>
                  <a:lnTo>
                    <a:pt x="36" y="48"/>
                  </a:lnTo>
                  <a:lnTo>
                    <a:pt x="42" y="24"/>
                  </a:lnTo>
                  <a:lnTo>
                    <a:pt x="36" y="6"/>
                  </a:lnTo>
                  <a:lnTo>
                    <a:pt x="24" y="0"/>
                  </a:lnTo>
                  <a:lnTo>
                    <a:pt x="12" y="6"/>
                  </a:lnTo>
                  <a:lnTo>
                    <a:pt x="6" y="18"/>
                  </a:lnTo>
                  <a:lnTo>
                    <a:pt x="0" y="30"/>
                  </a:lnTo>
                  <a:lnTo>
                    <a:pt x="6" y="18"/>
                  </a:lnTo>
                  <a:lnTo>
                    <a:pt x="18" y="12"/>
                  </a:lnTo>
                  <a:lnTo>
                    <a:pt x="30" y="18"/>
                  </a:lnTo>
                  <a:lnTo>
                    <a:pt x="30" y="30"/>
                  </a:lnTo>
                  <a:lnTo>
                    <a:pt x="30" y="48"/>
                  </a:lnTo>
                  <a:lnTo>
                    <a:pt x="18" y="66"/>
                  </a:lnTo>
                  <a:lnTo>
                    <a:pt x="0" y="90"/>
                  </a:lnTo>
                  <a:lnTo>
                    <a:pt x="0" y="96"/>
                  </a:lnTo>
                  <a:lnTo>
                    <a:pt x="42" y="96"/>
                  </a:lnTo>
                  <a:lnTo>
                    <a:pt x="48" y="7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2" name="Freeform 35"/>
            <p:cNvSpPr>
              <a:spLocks noEditPoints="1"/>
            </p:cNvSpPr>
            <p:nvPr/>
          </p:nvSpPr>
          <p:spPr>
            <a:xfrm>
              <a:off x="2664" y="2201"/>
              <a:ext cx="24" cy="90"/>
            </a:xfrm>
            <a:custGeom>
              <a:avLst/>
              <a:gdLst>
                <a:gd name="txL" fmla="*/ 0 w 24"/>
                <a:gd name="txT" fmla="*/ 0 h 90"/>
                <a:gd name="txR" fmla="*/ 24 w 24"/>
                <a:gd name="txB" fmla="*/ 90 h 90"/>
              </a:gdLst>
              <a:ahLst/>
              <a:cxnLst>
                <a:cxn ang="0">
                  <a:pos x="18" y="72"/>
                </a:cxn>
                <a:cxn ang="0">
                  <a:pos x="12" y="78"/>
                </a:cxn>
                <a:cxn ang="0">
                  <a:pos x="6" y="84"/>
                </a:cxn>
                <a:cxn ang="0">
                  <a:pos x="6" y="84"/>
                </a:cxn>
                <a:cxn ang="0">
                  <a:pos x="6" y="78"/>
                </a:cxn>
                <a:cxn ang="0">
                  <a:pos x="6" y="78"/>
                </a:cxn>
                <a:cxn ang="0">
                  <a:pos x="6" y="72"/>
                </a:cxn>
                <a:cxn ang="0">
                  <a:pos x="18" y="30"/>
                </a:cxn>
                <a:cxn ang="0">
                  <a:pos x="18" y="30"/>
                </a:cxn>
                <a:cxn ang="0">
                  <a:pos x="0" y="30"/>
                </a:cxn>
                <a:cxn ang="0">
                  <a:pos x="0" y="36"/>
                </a:cxn>
                <a:cxn ang="0">
                  <a:pos x="6" y="36"/>
                </a:cxn>
                <a:cxn ang="0">
                  <a:pos x="6" y="36"/>
                </a:cxn>
                <a:cxn ang="0">
                  <a:pos x="6" y="42"/>
                </a:cxn>
                <a:cxn ang="0">
                  <a:pos x="6" y="60"/>
                </a:cxn>
                <a:cxn ang="0">
                  <a:pos x="0" y="72"/>
                </a:cxn>
                <a:cxn ang="0">
                  <a:pos x="0" y="78"/>
                </a:cxn>
                <a:cxn ang="0">
                  <a:pos x="0" y="84"/>
                </a:cxn>
                <a:cxn ang="0">
                  <a:pos x="6" y="90"/>
                </a:cxn>
                <a:cxn ang="0">
                  <a:pos x="12" y="84"/>
                </a:cxn>
                <a:cxn ang="0">
                  <a:pos x="18" y="72"/>
                </a:cxn>
                <a:cxn ang="0">
                  <a:pos x="18" y="72"/>
                </a:cxn>
                <a:cxn ang="0">
                  <a:pos x="24" y="6"/>
                </a:cxn>
                <a:cxn ang="0">
                  <a:pos x="24" y="6"/>
                </a:cxn>
                <a:cxn ang="0">
                  <a:pos x="18" y="0"/>
                </a:cxn>
                <a:cxn ang="0">
                  <a:pos x="12" y="0"/>
                </a:cxn>
                <a:cxn ang="0">
                  <a:pos x="12" y="6"/>
                </a:cxn>
                <a:cxn ang="0">
                  <a:pos x="12" y="12"/>
                </a:cxn>
                <a:cxn ang="0">
                  <a:pos x="18" y="12"/>
                </a:cxn>
                <a:cxn ang="0">
                  <a:pos x="24" y="12"/>
                </a:cxn>
                <a:cxn ang="0">
                  <a:pos x="24" y="6"/>
                </a:cxn>
                <a:cxn ang="0">
                  <a:pos x="24" y="6"/>
                </a:cxn>
              </a:cxnLst>
              <a:rect l="txL" t="txT" r="txR" b="txB"/>
              <a:pathLst>
                <a:path w="24" h="90">
                  <a:moveTo>
                    <a:pt x="18" y="72"/>
                  </a:moveTo>
                  <a:lnTo>
                    <a:pt x="12" y="78"/>
                  </a:lnTo>
                  <a:lnTo>
                    <a:pt x="6" y="84"/>
                  </a:lnTo>
                  <a:lnTo>
                    <a:pt x="6" y="78"/>
                  </a:lnTo>
                  <a:lnTo>
                    <a:pt x="6" y="72"/>
                  </a:lnTo>
                  <a:lnTo>
                    <a:pt x="18" y="30"/>
                  </a:lnTo>
                  <a:lnTo>
                    <a:pt x="0" y="30"/>
                  </a:lnTo>
                  <a:lnTo>
                    <a:pt x="0" y="36"/>
                  </a:lnTo>
                  <a:lnTo>
                    <a:pt x="6" y="36"/>
                  </a:lnTo>
                  <a:lnTo>
                    <a:pt x="6" y="42"/>
                  </a:lnTo>
                  <a:lnTo>
                    <a:pt x="6" y="60"/>
                  </a:lnTo>
                  <a:lnTo>
                    <a:pt x="0" y="72"/>
                  </a:lnTo>
                  <a:lnTo>
                    <a:pt x="0" y="78"/>
                  </a:lnTo>
                  <a:lnTo>
                    <a:pt x="0" y="84"/>
                  </a:lnTo>
                  <a:lnTo>
                    <a:pt x="6" y="90"/>
                  </a:lnTo>
                  <a:lnTo>
                    <a:pt x="12" y="84"/>
                  </a:lnTo>
                  <a:lnTo>
                    <a:pt x="18" y="72"/>
                  </a:lnTo>
                  <a:close/>
                  <a:moveTo>
                    <a:pt x="24" y="6"/>
                  </a:moveTo>
                  <a:lnTo>
                    <a:pt x="24" y="6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12" y="6"/>
                  </a:lnTo>
                  <a:lnTo>
                    <a:pt x="12" y="12"/>
                  </a:lnTo>
                  <a:lnTo>
                    <a:pt x="18" y="12"/>
                  </a:lnTo>
                  <a:lnTo>
                    <a:pt x="24" y="12"/>
                  </a:lnTo>
                  <a:lnTo>
                    <a:pt x="24" y="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3" name="Freeform 36"/>
            <p:cNvSpPr/>
            <p:nvPr/>
          </p:nvSpPr>
          <p:spPr>
            <a:xfrm>
              <a:off x="2682" y="2279"/>
              <a:ext cx="42" cy="42"/>
            </a:xfrm>
            <a:custGeom>
              <a:avLst/>
              <a:gdLst>
                <a:gd name="txL" fmla="*/ 0 w 42"/>
                <a:gd name="txT" fmla="*/ 0 h 42"/>
                <a:gd name="txR" fmla="*/ 42 w 42"/>
                <a:gd name="txB" fmla="*/ 42 h 42"/>
              </a:gdLst>
              <a:ahLst/>
              <a:cxnLst>
                <a:cxn ang="0">
                  <a:pos x="36" y="30"/>
                </a:cxn>
                <a:cxn ang="0">
                  <a:pos x="36" y="36"/>
                </a:cxn>
                <a:cxn ang="0">
                  <a:pos x="30" y="42"/>
                </a:cxn>
                <a:cxn ang="0">
                  <a:pos x="30" y="42"/>
                </a:cxn>
                <a:cxn ang="0">
                  <a:pos x="30" y="36"/>
                </a:cxn>
                <a:cxn ang="0">
                  <a:pos x="30" y="24"/>
                </a:cxn>
                <a:cxn ang="0">
                  <a:pos x="24" y="18"/>
                </a:cxn>
                <a:cxn ang="0">
                  <a:pos x="30" y="12"/>
                </a:cxn>
                <a:cxn ang="0">
                  <a:pos x="30" y="6"/>
                </a:cxn>
                <a:cxn ang="0">
                  <a:pos x="36" y="6"/>
                </a:cxn>
                <a:cxn ang="0">
                  <a:pos x="36" y="6"/>
                </a:cxn>
                <a:cxn ang="0">
                  <a:pos x="42" y="6"/>
                </a:cxn>
                <a:cxn ang="0">
                  <a:pos x="42" y="0"/>
                </a:cxn>
                <a:cxn ang="0">
                  <a:pos x="42" y="0"/>
                </a:cxn>
                <a:cxn ang="0">
                  <a:pos x="36" y="0"/>
                </a:cxn>
                <a:cxn ang="0">
                  <a:pos x="30" y="6"/>
                </a:cxn>
                <a:cxn ang="0">
                  <a:pos x="24" y="12"/>
                </a:cxn>
                <a:cxn ang="0">
                  <a:pos x="24" y="6"/>
                </a:cxn>
                <a:cxn ang="0">
                  <a:pos x="24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2" y="0"/>
                </a:cxn>
                <a:cxn ang="0">
                  <a:pos x="12" y="6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8" y="6"/>
                </a:cxn>
                <a:cxn ang="0">
                  <a:pos x="18" y="6"/>
                </a:cxn>
                <a:cxn ang="0">
                  <a:pos x="18" y="12"/>
                </a:cxn>
                <a:cxn ang="0">
                  <a:pos x="18" y="18"/>
                </a:cxn>
                <a:cxn ang="0">
                  <a:pos x="18" y="24"/>
                </a:cxn>
                <a:cxn ang="0">
                  <a:pos x="18" y="24"/>
                </a:cxn>
                <a:cxn ang="0">
                  <a:pos x="12" y="36"/>
                </a:cxn>
                <a:cxn ang="0">
                  <a:pos x="12" y="36"/>
                </a:cxn>
                <a:cxn ang="0">
                  <a:pos x="6" y="36"/>
                </a:cxn>
                <a:cxn ang="0">
                  <a:pos x="6" y="36"/>
                </a:cxn>
                <a:cxn ang="0">
                  <a:pos x="6" y="36"/>
                </a:cxn>
                <a:cxn ang="0">
                  <a:pos x="0" y="42"/>
                </a:cxn>
                <a:cxn ang="0">
                  <a:pos x="6" y="42"/>
                </a:cxn>
                <a:cxn ang="0">
                  <a:pos x="6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8" y="36"/>
                </a:cxn>
                <a:cxn ang="0">
                  <a:pos x="18" y="24"/>
                </a:cxn>
                <a:cxn ang="0">
                  <a:pos x="24" y="36"/>
                </a:cxn>
                <a:cxn ang="0">
                  <a:pos x="24" y="42"/>
                </a:cxn>
                <a:cxn ang="0">
                  <a:pos x="30" y="42"/>
                </a:cxn>
                <a:cxn ang="0">
                  <a:pos x="30" y="42"/>
                </a:cxn>
                <a:cxn ang="0">
                  <a:pos x="36" y="36"/>
                </a:cxn>
                <a:cxn ang="0">
                  <a:pos x="36" y="30"/>
                </a:cxn>
              </a:cxnLst>
              <a:rect l="txL" t="txT" r="txR" b="txB"/>
              <a:pathLst>
                <a:path w="42" h="42">
                  <a:moveTo>
                    <a:pt x="36" y="30"/>
                  </a:moveTo>
                  <a:lnTo>
                    <a:pt x="36" y="36"/>
                  </a:lnTo>
                  <a:lnTo>
                    <a:pt x="30" y="42"/>
                  </a:lnTo>
                  <a:lnTo>
                    <a:pt x="30" y="36"/>
                  </a:lnTo>
                  <a:lnTo>
                    <a:pt x="30" y="24"/>
                  </a:lnTo>
                  <a:lnTo>
                    <a:pt x="24" y="18"/>
                  </a:lnTo>
                  <a:lnTo>
                    <a:pt x="30" y="12"/>
                  </a:lnTo>
                  <a:lnTo>
                    <a:pt x="30" y="6"/>
                  </a:lnTo>
                  <a:lnTo>
                    <a:pt x="36" y="6"/>
                  </a:lnTo>
                  <a:lnTo>
                    <a:pt x="42" y="6"/>
                  </a:lnTo>
                  <a:lnTo>
                    <a:pt x="42" y="0"/>
                  </a:lnTo>
                  <a:lnTo>
                    <a:pt x="36" y="0"/>
                  </a:lnTo>
                  <a:lnTo>
                    <a:pt x="30" y="6"/>
                  </a:lnTo>
                  <a:lnTo>
                    <a:pt x="24" y="12"/>
                  </a:ln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12" y="6"/>
                  </a:lnTo>
                  <a:lnTo>
                    <a:pt x="12" y="0"/>
                  </a:lnTo>
                  <a:lnTo>
                    <a:pt x="18" y="6"/>
                  </a:lnTo>
                  <a:lnTo>
                    <a:pt x="18" y="12"/>
                  </a:lnTo>
                  <a:lnTo>
                    <a:pt x="18" y="18"/>
                  </a:lnTo>
                  <a:lnTo>
                    <a:pt x="18" y="24"/>
                  </a:lnTo>
                  <a:lnTo>
                    <a:pt x="12" y="36"/>
                  </a:lnTo>
                  <a:lnTo>
                    <a:pt x="6" y="36"/>
                  </a:lnTo>
                  <a:lnTo>
                    <a:pt x="0" y="42"/>
                  </a:lnTo>
                  <a:lnTo>
                    <a:pt x="6" y="42"/>
                  </a:lnTo>
                  <a:lnTo>
                    <a:pt x="12" y="42"/>
                  </a:lnTo>
                  <a:lnTo>
                    <a:pt x="18" y="36"/>
                  </a:lnTo>
                  <a:lnTo>
                    <a:pt x="18" y="24"/>
                  </a:lnTo>
                  <a:lnTo>
                    <a:pt x="24" y="36"/>
                  </a:lnTo>
                  <a:lnTo>
                    <a:pt x="24" y="42"/>
                  </a:lnTo>
                  <a:lnTo>
                    <a:pt x="30" y="42"/>
                  </a:lnTo>
                  <a:lnTo>
                    <a:pt x="36" y="36"/>
                  </a:lnTo>
                  <a:lnTo>
                    <a:pt x="36" y="3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4" name="Freeform 37"/>
            <p:cNvSpPr/>
            <p:nvPr/>
          </p:nvSpPr>
          <p:spPr>
            <a:xfrm>
              <a:off x="1540" y="3133"/>
              <a:ext cx="24" cy="113"/>
            </a:xfrm>
            <a:custGeom>
              <a:avLst/>
              <a:gdLst>
                <a:gd name="txL" fmla="*/ 0 w 24"/>
                <a:gd name="txT" fmla="*/ 0 h 113"/>
                <a:gd name="txR" fmla="*/ 24 w 24"/>
                <a:gd name="txB" fmla="*/ 113 h 113"/>
              </a:gdLst>
              <a:ahLst/>
              <a:cxnLst>
                <a:cxn ang="0">
                  <a:pos x="24" y="0"/>
                </a:cxn>
                <a:cxn ang="0">
                  <a:pos x="6" y="24"/>
                </a:cxn>
                <a:cxn ang="0">
                  <a:pos x="0" y="59"/>
                </a:cxn>
                <a:cxn ang="0">
                  <a:pos x="6" y="77"/>
                </a:cxn>
                <a:cxn ang="0">
                  <a:pos x="6" y="95"/>
                </a:cxn>
                <a:cxn ang="0">
                  <a:pos x="18" y="107"/>
                </a:cxn>
                <a:cxn ang="0">
                  <a:pos x="24" y="113"/>
                </a:cxn>
                <a:cxn ang="0">
                  <a:pos x="24" y="113"/>
                </a:cxn>
                <a:cxn ang="0">
                  <a:pos x="12" y="101"/>
                </a:cxn>
                <a:cxn ang="0">
                  <a:pos x="6" y="83"/>
                </a:cxn>
                <a:cxn ang="0">
                  <a:pos x="6" y="53"/>
                </a:cxn>
                <a:cxn ang="0">
                  <a:pos x="6" y="36"/>
                </a:cxn>
                <a:cxn ang="0">
                  <a:pos x="12" y="24"/>
                </a:cxn>
                <a:cxn ang="0">
                  <a:pos x="24" y="6"/>
                </a:cxn>
                <a:cxn ang="0">
                  <a:pos x="24" y="0"/>
                </a:cxn>
              </a:cxnLst>
              <a:rect l="txL" t="txT" r="txR" b="txB"/>
              <a:pathLst>
                <a:path w="24" h="113">
                  <a:moveTo>
                    <a:pt x="24" y="0"/>
                  </a:moveTo>
                  <a:lnTo>
                    <a:pt x="6" y="24"/>
                  </a:lnTo>
                  <a:lnTo>
                    <a:pt x="0" y="59"/>
                  </a:lnTo>
                  <a:lnTo>
                    <a:pt x="6" y="77"/>
                  </a:lnTo>
                  <a:lnTo>
                    <a:pt x="6" y="95"/>
                  </a:lnTo>
                  <a:lnTo>
                    <a:pt x="18" y="107"/>
                  </a:lnTo>
                  <a:lnTo>
                    <a:pt x="24" y="113"/>
                  </a:lnTo>
                  <a:lnTo>
                    <a:pt x="12" y="101"/>
                  </a:lnTo>
                  <a:lnTo>
                    <a:pt x="6" y="83"/>
                  </a:lnTo>
                  <a:lnTo>
                    <a:pt x="6" y="53"/>
                  </a:lnTo>
                  <a:lnTo>
                    <a:pt x="6" y="36"/>
                  </a:lnTo>
                  <a:lnTo>
                    <a:pt x="12" y="24"/>
                  </a:lnTo>
                  <a:lnTo>
                    <a:pt x="24" y="6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5" name="Freeform 38"/>
            <p:cNvSpPr>
              <a:spLocks noEditPoints="1"/>
            </p:cNvSpPr>
            <p:nvPr/>
          </p:nvSpPr>
          <p:spPr>
            <a:xfrm>
              <a:off x="1570" y="3163"/>
              <a:ext cx="41" cy="65"/>
            </a:xfrm>
            <a:custGeom>
              <a:avLst/>
              <a:gdLst>
                <a:gd name="txL" fmla="*/ 0 w 41"/>
                <a:gd name="txT" fmla="*/ 0 h 65"/>
                <a:gd name="txR" fmla="*/ 41 w 41"/>
                <a:gd name="txB" fmla="*/ 65 h 65"/>
              </a:gdLst>
              <a:ahLst/>
              <a:cxnLst>
                <a:cxn ang="0">
                  <a:pos x="29" y="47"/>
                </a:cxn>
                <a:cxn ang="0">
                  <a:pos x="29" y="53"/>
                </a:cxn>
                <a:cxn ang="0">
                  <a:pos x="23" y="53"/>
                </a:cxn>
                <a:cxn ang="0">
                  <a:pos x="23" y="53"/>
                </a:cxn>
                <a:cxn ang="0">
                  <a:pos x="18" y="53"/>
                </a:cxn>
                <a:cxn ang="0">
                  <a:pos x="12" y="53"/>
                </a:cxn>
                <a:cxn ang="0">
                  <a:pos x="12" y="47"/>
                </a:cxn>
                <a:cxn ang="0">
                  <a:pos x="12" y="47"/>
                </a:cxn>
                <a:cxn ang="0">
                  <a:pos x="12" y="35"/>
                </a:cxn>
                <a:cxn ang="0">
                  <a:pos x="18" y="29"/>
                </a:cxn>
                <a:cxn ang="0">
                  <a:pos x="29" y="23"/>
                </a:cxn>
                <a:cxn ang="0">
                  <a:pos x="29" y="47"/>
                </a:cxn>
                <a:cxn ang="0">
                  <a:pos x="41" y="53"/>
                </a:cxn>
                <a:cxn ang="0">
                  <a:pos x="41" y="53"/>
                </a:cxn>
                <a:cxn ang="0">
                  <a:pos x="35" y="53"/>
                </a:cxn>
                <a:cxn ang="0">
                  <a:pos x="35" y="47"/>
                </a:cxn>
                <a:cxn ang="0">
                  <a:pos x="35" y="23"/>
                </a:cxn>
                <a:cxn ang="0">
                  <a:pos x="35" y="6"/>
                </a:cxn>
                <a:cxn ang="0">
                  <a:pos x="23" y="0"/>
                </a:cxn>
                <a:cxn ang="0">
                  <a:pos x="12" y="6"/>
                </a:cxn>
                <a:cxn ang="0">
                  <a:pos x="6" y="17"/>
                </a:cxn>
                <a:cxn ang="0">
                  <a:pos x="6" y="23"/>
                </a:cxn>
                <a:cxn ang="0">
                  <a:pos x="12" y="23"/>
                </a:cxn>
                <a:cxn ang="0">
                  <a:pos x="12" y="23"/>
                </a:cxn>
                <a:cxn ang="0">
                  <a:pos x="12" y="17"/>
                </a:cxn>
                <a:cxn ang="0">
                  <a:pos x="12" y="11"/>
                </a:cxn>
                <a:cxn ang="0">
                  <a:pos x="12" y="11"/>
                </a:cxn>
                <a:cxn ang="0">
                  <a:pos x="18" y="6"/>
                </a:cxn>
                <a:cxn ang="0">
                  <a:pos x="18" y="6"/>
                </a:cxn>
                <a:cxn ang="0">
                  <a:pos x="23" y="6"/>
                </a:cxn>
                <a:cxn ang="0">
                  <a:pos x="29" y="17"/>
                </a:cxn>
                <a:cxn ang="0">
                  <a:pos x="29" y="23"/>
                </a:cxn>
                <a:cxn ang="0">
                  <a:pos x="6" y="35"/>
                </a:cxn>
                <a:cxn ang="0">
                  <a:pos x="0" y="47"/>
                </a:cxn>
                <a:cxn ang="0">
                  <a:pos x="6" y="59"/>
                </a:cxn>
                <a:cxn ang="0">
                  <a:pos x="12" y="65"/>
                </a:cxn>
                <a:cxn ang="0">
                  <a:pos x="23" y="59"/>
                </a:cxn>
                <a:cxn ang="0">
                  <a:pos x="29" y="53"/>
                </a:cxn>
                <a:cxn ang="0">
                  <a:pos x="35" y="65"/>
                </a:cxn>
                <a:cxn ang="0">
                  <a:pos x="35" y="65"/>
                </a:cxn>
                <a:cxn ang="0">
                  <a:pos x="41" y="65"/>
                </a:cxn>
                <a:cxn ang="0">
                  <a:pos x="41" y="59"/>
                </a:cxn>
                <a:cxn ang="0">
                  <a:pos x="41" y="53"/>
                </a:cxn>
              </a:cxnLst>
              <a:rect l="txL" t="txT" r="txR" b="txB"/>
              <a:pathLst>
                <a:path w="41" h="65">
                  <a:moveTo>
                    <a:pt x="29" y="47"/>
                  </a:moveTo>
                  <a:lnTo>
                    <a:pt x="29" y="53"/>
                  </a:lnTo>
                  <a:lnTo>
                    <a:pt x="23" y="53"/>
                  </a:lnTo>
                  <a:lnTo>
                    <a:pt x="18" y="53"/>
                  </a:lnTo>
                  <a:lnTo>
                    <a:pt x="12" y="53"/>
                  </a:lnTo>
                  <a:lnTo>
                    <a:pt x="12" y="47"/>
                  </a:lnTo>
                  <a:lnTo>
                    <a:pt x="12" y="35"/>
                  </a:lnTo>
                  <a:lnTo>
                    <a:pt x="18" y="29"/>
                  </a:lnTo>
                  <a:lnTo>
                    <a:pt x="29" y="23"/>
                  </a:lnTo>
                  <a:lnTo>
                    <a:pt x="29" y="47"/>
                  </a:lnTo>
                  <a:close/>
                  <a:moveTo>
                    <a:pt x="41" y="53"/>
                  </a:moveTo>
                  <a:lnTo>
                    <a:pt x="41" y="53"/>
                  </a:lnTo>
                  <a:lnTo>
                    <a:pt x="35" y="53"/>
                  </a:lnTo>
                  <a:lnTo>
                    <a:pt x="35" y="47"/>
                  </a:lnTo>
                  <a:lnTo>
                    <a:pt x="35" y="23"/>
                  </a:lnTo>
                  <a:lnTo>
                    <a:pt x="35" y="6"/>
                  </a:lnTo>
                  <a:lnTo>
                    <a:pt x="23" y="0"/>
                  </a:lnTo>
                  <a:lnTo>
                    <a:pt x="12" y="6"/>
                  </a:lnTo>
                  <a:lnTo>
                    <a:pt x="6" y="17"/>
                  </a:lnTo>
                  <a:lnTo>
                    <a:pt x="6" y="23"/>
                  </a:lnTo>
                  <a:lnTo>
                    <a:pt x="12" y="23"/>
                  </a:lnTo>
                  <a:lnTo>
                    <a:pt x="12" y="17"/>
                  </a:lnTo>
                  <a:lnTo>
                    <a:pt x="12" y="11"/>
                  </a:lnTo>
                  <a:lnTo>
                    <a:pt x="18" y="6"/>
                  </a:lnTo>
                  <a:lnTo>
                    <a:pt x="23" y="6"/>
                  </a:lnTo>
                  <a:lnTo>
                    <a:pt x="29" y="17"/>
                  </a:lnTo>
                  <a:lnTo>
                    <a:pt x="29" y="23"/>
                  </a:lnTo>
                  <a:lnTo>
                    <a:pt x="6" y="35"/>
                  </a:lnTo>
                  <a:lnTo>
                    <a:pt x="0" y="47"/>
                  </a:lnTo>
                  <a:lnTo>
                    <a:pt x="6" y="59"/>
                  </a:lnTo>
                  <a:lnTo>
                    <a:pt x="12" y="65"/>
                  </a:lnTo>
                  <a:lnTo>
                    <a:pt x="23" y="59"/>
                  </a:lnTo>
                  <a:lnTo>
                    <a:pt x="29" y="53"/>
                  </a:lnTo>
                  <a:lnTo>
                    <a:pt x="35" y="65"/>
                  </a:lnTo>
                  <a:lnTo>
                    <a:pt x="41" y="65"/>
                  </a:lnTo>
                  <a:lnTo>
                    <a:pt x="41" y="59"/>
                  </a:lnTo>
                  <a:lnTo>
                    <a:pt x="41" y="5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6" name="Freeform 39"/>
            <p:cNvSpPr/>
            <p:nvPr/>
          </p:nvSpPr>
          <p:spPr>
            <a:xfrm>
              <a:off x="1617" y="3133"/>
              <a:ext cx="24" cy="113"/>
            </a:xfrm>
            <a:custGeom>
              <a:avLst/>
              <a:gdLst>
                <a:gd name="txL" fmla="*/ 0 w 24"/>
                <a:gd name="txT" fmla="*/ 0 h 113"/>
                <a:gd name="txR" fmla="*/ 24 w 24"/>
                <a:gd name="txB" fmla="*/ 113 h 113"/>
              </a:gdLst>
              <a:ahLst/>
              <a:cxnLst>
                <a:cxn ang="0">
                  <a:pos x="0" y="113"/>
                </a:cxn>
                <a:cxn ang="0">
                  <a:pos x="18" y="89"/>
                </a:cxn>
                <a:cxn ang="0">
                  <a:pos x="24" y="59"/>
                </a:cxn>
                <a:cxn ang="0">
                  <a:pos x="24" y="36"/>
                </a:cxn>
                <a:cxn ang="0">
                  <a:pos x="18" y="24"/>
                </a:cxn>
                <a:cxn ang="0">
                  <a:pos x="12" y="12"/>
                </a:cxn>
                <a:cxn ang="0">
                  <a:pos x="0" y="0"/>
                </a:cxn>
                <a:cxn ang="0">
                  <a:pos x="0" y="6"/>
                </a:cxn>
                <a:cxn ang="0">
                  <a:pos x="12" y="18"/>
                </a:cxn>
                <a:cxn ang="0">
                  <a:pos x="18" y="36"/>
                </a:cxn>
                <a:cxn ang="0">
                  <a:pos x="18" y="47"/>
                </a:cxn>
                <a:cxn ang="0">
                  <a:pos x="18" y="59"/>
                </a:cxn>
                <a:cxn ang="0">
                  <a:pos x="18" y="83"/>
                </a:cxn>
                <a:cxn ang="0">
                  <a:pos x="12" y="95"/>
                </a:cxn>
                <a:cxn ang="0">
                  <a:pos x="0" y="113"/>
                </a:cxn>
                <a:cxn ang="0">
                  <a:pos x="0" y="113"/>
                </a:cxn>
              </a:cxnLst>
              <a:rect l="txL" t="txT" r="txR" b="txB"/>
              <a:pathLst>
                <a:path w="24" h="113">
                  <a:moveTo>
                    <a:pt x="0" y="113"/>
                  </a:moveTo>
                  <a:lnTo>
                    <a:pt x="18" y="89"/>
                  </a:lnTo>
                  <a:lnTo>
                    <a:pt x="24" y="59"/>
                  </a:lnTo>
                  <a:lnTo>
                    <a:pt x="24" y="36"/>
                  </a:lnTo>
                  <a:lnTo>
                    <a:pt x="18" y="24"/>
                  </a:lnTo>
                  <a:lnTo>
                    <a:pt x="12" y="12"/>
                  </a:lnTo>
                  <a:lnTo>
                    <a:pt x="0" y="0"/>
                  </a:lnTo>
                  <a:lnTo>
                    <a:pt x="0" y="6"/>
                  </a:lnTo>
                  <a:lnTo>
                    <a:pt x="12" y="18"/>
                  </a:lnTo>
                  <a:lnTo>
                    <a:pt x="18" y="36"/>
                  </a:lnTo>
                  <a:lnTo>
                    <a:pt x="18" y="47"/>
                  </a:lnTo>
                  <a:lnTo>
                    <a:pt x="18" y="59"/>
                  </a:lnTo>
                  <a:lnTo>
                    <a:pt x="18" y="83"/>
                  </a:lnTo>
                  <a:lnTo>
                    <a:pt x="12" y="95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7" name="Freeform 40"/>
            <p:cNvSpPr/>
            <p:nvPr/>
          </p:nvSpPr>
          <p:spPr>
            <a:xfrm>
              <a:off x="1552" y="2882"/>
              <a:ext cx="77" cy="78"/>
            </a:xfrm>
            <a:custGeom>
              <a:avLst/>
              <a:gdLst>
                <a:gd name="txL" fmla="*/ 0 w 77"/>
                <a:gd name="txT" fmla="*/ 0 h 78"/>
                <a:gd name="txR" fmla="*/ 77 w 77"/>
                <a:gd name="txB" fmla="*/ 78 h 78"/>
              </a:gdLst>
              <a:ahLst/>
              <a:cxnLst>
                <a:cxn ang="0">
                  <a:pos x="0" y="78"/>
                </a:cxn>
                <a:cxn ang="0">
                  <a:pos x="0" y="0"/>
                </a:cxn>
                <a:cxn ang="0">
                  <a:pos x="77" y="0"/>
                </a:cxn>
                <a:cxn ang="0">
                  <a:pos x="77" y="78"/>
                </a:cxn>
                <a:cxn ang="0">
                  <a:pos x="0" y="78"/>
                </a:cxn>
                <a:cxn ang="0">
                  <a:pos x="0" y="78"/>
                </a:cxn>
              </a:cxnLst>
              <a:rect l="txL" t="txT" r="txR" b="txB"/>
              <a:pathLst>
                <a:path w="77" h="78">
                  <a:moveTo>
                    <a:pt x="0" y="78"/>
                  </a:moveTo>
                  <a:lnTo>
                    <a:pt x="0" y="0"/>
                  </a:lnTo>
                  <a:lnTo>
                    <a:pt x="77" y="0"/>
                  </a:lnTo>
                  <a:lnTo>
                    <a:pt x="77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8" name="Freeform 41"/>
            <p:cNvSpPr/>
            <p:nvPr/>
          </p:nvSpPr>
          <p:spPr>
            <a:xfrm>
              <a:off x="1593" y="2882"/>
              <a:ext cx="66" cy="1"/>
            </a:xfrm>
            <a:custGeom>
              <a:avLst/>
              <a:gdLst>
                <a:gd name="txL" fmla="*/ 0 w 66"/>
                <a:gd name="txT" fmla="*/ 0 h 1"/>
                <a:gd name="txR" fmla="*/ 66 w 66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66" h="1">
                  <a:moveTo>
                    <a:pt x="0" y="0"/>
                  </a:moveTo>
                  <a:lnTo>
                    <a:pt x="6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9" name="Freeform 42"/>
            <p:cNvSpPr/>
            <p:nvPr/>
          </p:nvSpPr>
          <p:spPr>
            <a:xfrm>
              <a:off x="1593" y="2918"/>
              <a:ext cx="42" cy="1"/>
            </a:xfrm>
            <a:custGeom>
              <a:avLst/>
              <a:gdLst>
                <a:gd name="txL" fmla="*/ 0 w 42"/>
                <a:gd name="txT" fmla="*/ 0 h 1"/>
                <a:gd name="txR" fmla="*/ 42 w 42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42" h="1">
                  <a:moveTo>
                    <a:pt x="0" y="0"/>
                  </a:moveTo>
                  <a:lnTo>
                    <a:pt x="4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0" name="Freeform 43"/>
            <p:cNvSpPr/>
            <p:nvPr/>
          </p:nvSpPr>
          <p:spPr>
            <a:xfrm>
              <a:off x="1593" y="2960"/>
              <a:ext cx="18" cy="1"/>
            </a:xfrm>
            <a:custGeom>
              <a:avLst/>
              <a:gdLst>
                <a:gd name="txL" fmla="*/ 0 w 18"/>
                <a:gd name="txT" fmla="*/ 0 h 1"/>
                <a:gd name="txR" fmla="*/ 18 w 1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8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1" name="Freeform 44"/>
            <p:cNvSpPr/>
            <p:nvPr/>
          </p:nvSpPr>
          <p:spPr>
            <a:xfrm>
              <a:off x="1522" y="2882"/>
              <a:ext cx="71" cy="1"/>
            </a:xfrm>
            <a:custGeom>
              <a:avLst/>
              <a:gdLst>
                <a:gd name="txL" fmla="*/ 0 w 71"/>
                <a:gd name="txT" fmla="*/ 0 h 1"/>
                <a:gd name="txR" fmla="*/ 71 w 71"/>
                <a:gd name="txB" fmla="*/ 1 h 1"/>
              </a:gdLst>
              <a:ahLst/>
              <a:cxnLst>
                <a:cxn ang="0">
                  <a:pos x="71" y="0"/>
                </a:cxn>
                <a:cxn ang="0">
                  <a:pos x="0" y="0"/>
                </a:cxn>
                <a:cxn ang="0">
                  <a:pos x="71" y="0"/>
                </a:cxn>
                <a:cxn ang="0">
                  <a:pos x="71" y="0"/>
                </a:cxn>
              </a:cxnLst>
              <a:rect l="txL" t="txT" r="txR" b="txB"/>
              <a:pathLst>
                <a:path w="71" h="1">
                  <a:moveTo>
                    <a:pt x="71" y="0"/>
                  </a:moveTo>
                  <a:lnTo>
                    <a:pt x="0" y="0"/>
                  </a:lnTo>
                  <a:lnTo>
                    <a:pt x="71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2" name="Freeform 45"/>
            <p:cNvSpPr/>
            <p:nvPr/>
          </p:nvSpPr>
          <p:spPr>
            <a:xfrm>
              <a:off x="1552" y="2918"/>
              <a:ext cx="41" cy="1"/>
            </a:xfrm>
            <a:custGeom>
              <a:avLst/>
              <a:gdLst>
                <a:gd name="txL" fmla="*/ 0 w 41"/>
                <a:gd name="txT" fmla="*/ 0 h 1"/>
                <a:gd name="txR" fmla="*/ 41 w 41"/>
                <a:gd name="txB" fmla="*/ 1 h 1"/>
              </a:gdLst>
              <a:ahLst/>
              <a:cxnLst>
                <a:cxn ang="0">
                  <a:pos x="41" y="0"/>
                </a:cxn>
                <a:cxn ang="0">
                  <a:pos x="0" y="0"/>
                </a:cxn>
                <a:cxn ang="0">
                  <a:pos x="41" y="0"/>
                </a:cxn>
                <a:cxn ang="0">
                  <a:pos x="41" y="0"/>
                </a:cxn>
              </a:cxnLst>
              <a:rect l="txL" t="txT" r="txR" b="txB"/>
              <a:pathLst>
                <a:path w="41" h="1">
                  <a:moveTo>
                    <a:pt x="41" y="0"/>
                  </a:moveTo>
                  <a:lnTo>
                    <a:pt x="0" y="0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3" name="Freeform 46"/>
            <p:cNvSpPr/>
            <p:nvPr/>
          </p:nvSpPr>
          <p:spPr>
            <a:xfrm>
              <a:off x="1576" y="2960"/>
              <a:ext cx="17" cy="1"/>
            </a:xfrm>
            <a:custGeom>
              <a:avLst/>
              <a:gdLst>
                <a:gd name="txL" fmla="*/ 0 w 17"/>
                <a:gd name="txT" fmla="*/ 0 h 1"/>
                <a:gd name="txR" fmla="*/ 17 w 17"/>
                <a:gd name="txB" fmla="*/ 1 h 1"/>
              </a:gdLst>
              <a:ahLst/>
              <a:cxnLst>
                <a:cxn ang="0">
                  <a:pos x="17" y="0"/>
                </a:cxn>
                <a:cxn ang="0">
                  <a:pos x="0" y="0"/>
                </a:cxn>
                <a:cxn ang="0">
                  <a:pos x="17" y="0"/>
                </a:cxn>
                <a:cxn ang="0">
                  <a:pos x="17" y="0"/>
                </a:cxn>
              </a:cxnLst>
              <a:rect l="txL" t="txT" r="txR" b="txB"/>
              <a:pathLst>
                <a:path w="17" h="1">
                  <a:moveTo>
                    <a:pt x="17" y="0"/>
                  </a:moveTo>
                  <a:lnTo>
                    <a:pt x="0" y="0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4" name="Freeform 47"/>
            <p:cNvSpPr/>
            <p:nvPr/>
          </p:nvSpPr>
          <p:spPr>
            <a:xfrm>
              <a:off x="642" y="2148"/>
              <a:ext cx="174" cy="226"/>
            </a:xfrm>
            <a:custGeom>
              <a:avLst/>
              <a:gdLst>
                <a:gd name="txL" fmla="*/ 0 w 174"/>
                <a:gd name="txT" fmla="*/ 0 h 226"/>
                <a:gd name="txR" fmla="*/ 174 w 174"/>
                <a:gd name="txB" fmla="*/ 226 h 226"/>
              </a:gdLst>
              <a:ahLst/>
              <a:cxnLst>
                <a:cxn ang="0">
                  <a:pos x="90" y="226"/>
                </a:cxn>
                <a:cxn ang="0">
                  <a:pos x="126" y="220"/>
                </a:cxn>
                <a:cxn ang="0">
                  <a:pos x="150" y="197"/>
                </a:cxn>
                <a:cxn ang="0">
                  <a:pos x="168" y="161"/>
                </a:cxn>
                <a:cxn ang="0">
                  <a:pos x="174" y="113"/>
                </a:cxn>
                <a:cxn ang="0">
                  <a:pos x="168" y="71"/>
                </a:cxn>
                <a:cxn ang="0">
                  <a:pos x="150" y="35"/>
                </a:cxn>
                <a:cxn ang="0">
                  <a:pos x="126" y="12"/>
                </a:cxn>
                <a:cxn ang="0">
                  <a:pos x="90" y="0"/>
                </a:cxn>
                <a:cxn ang="0">
                  <a:pos x="54" y="12"/>
                </a:cxn>
                <a:cxn ang="0">
                  <a:pos x="30" y="35"/>
                </a:cxn>
                <a:cxn ang="0">
                  <a:pos x="6" y="71"/>
                </a:cxn>
                <a:cxn ang="0">
                  <a:pos x="0" y="113"/>
                </a:cxn>
                <a:cxn ang="0">
                  <a:pos x="6" y="161"/>
                </a:cxn>
                <a:cxn ang="0">
                  <a:pos x="30" y="197"/>
                </a:cxn>
                <a:cxn ang="0">
                  <a:pos x="54" y="220"/>
                </a:cxn>
                <a:cxn ang="0">
                  <a:pos x="90" y="226"/>
                </a:cxn>
                <a:cxn ang="0">
                  <a:pos x="90" y="226"/>
                </a:cxn>
              </a:cxnLst>
              <a:rect l="txL" t="txT" r="txR" b="txB"/>
              <a:pathLst>
                <a:path w="174" h="226">
                  <a:moveTo>
                    <a:pt x="90" y="226"/>
                  </a:moveTo>
                  <a:lnTo>
                    <a:pt x="126" y="220"/>
                  </a:lnTo>
                  <a:lnTo>
                    <a:pt x="150" y="197"/>
                  </a:lnTo>
                  <a:lnTo>
                    <a:pt x="168" y="161"/>
                  </a:lnTo>
                  <a:lnTo>
                    <a:pt x="174" y="113"/>
                  </a:lnTo>
                  <a:lnTo>
                    <a:pt x="168" y="71"/>
                  </a:lnTo>
                  <a:lnTo>
                    <a:pt x="150" y="35"/>
                  </a:lnTo>
                  <a:lnTo>
                    <a:pt x="126" y="12"/>
                  </a:lnTo>
                  <a:lnTo>
                    <a:pt x="90" y="0"/>
                  </a:lnTo>
                  <a:lnTo>
                    <a:pt x="54" y="12"/>
                  </a:lnTo>
                  <a:lnTo>
                    <a:pt x="30" y="35"/>
                  </a:lnTo>
                  <a:lnTo>
                    <a:pt x="6" y="71"/>
                  </a:lnTo>
                  <a:lnTo>
                    <a:pt x="0" y="113"/>
                  </a:lnTo>
                  <a:lnTo>
                    <a:pt x="6" y="161"/>
                  </a:lnTo>
                  <a:lnTo>
                    <a:pt x="30" y="197"/>
                  </a:lnTo>
                  <a:lnTo>
                    <a:pt x="54" y="220"/>
                  </a:lnTo>
                  <a:lnTo>
                    <a:pt x="90" y="226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5" name="Freeform 48"/>
            <p:cNvSpPr/>
            <p:nvPr/>
          </p:nvSpPr>
          <p:spPr>
            <a:xfrm>
              <a:off x="732" y="2261"/>
              <a:ext cx="84" cy="113"/>
            </a:xfrm>
            <a:custGeom>
              <a:avLst/>
              <a:gdLst>
                <a:gd name="txL" fmla="*/ 0 w 84"/>
                <a:gd name="txT" fmla="*/ 0 h 113"/>
                <a:gd name="txR" fmla="*/ 84 w 84"/>
                <a:gd name="txB" fmla="*/ 113 h 113"/>
              </a:gdLst>
              <a:ahLst/>
              <a:cxnLst>
                <a:cxn ang="0">
                  <a:pos x="0" y="113"/>
                </a:cxn>
                <a:cxn ang="0">
                  <a:pos x="36" y="107"/>
                </a:cxn>
                <a:cxn ang="0">
                  <a:pos x="60" y="84"/>
                </a:cxn>
                <a:cxn ang="0">
                  <a:pos x="78" y="48"/>
                </a:cxn>
                <a:cxn ang="0">
                  <a:pos x="84" y="0"/>
                </a:cxn>
                <a:cxn ang="0">
                  <a:pos x="84" y="0"/>
                </a:cxn>
                <a:cxn ang="0">
                  <a:pos x="78" y="48"/>
                </a:cxn>
                <a:cxn ang="0">
                  <a:pos x="60" y="84"/>
                </a:cxn>
                <a:cxn ang="0">
                  <a:pos x="36" y="107"/>
                </a:cxn>
                <a:cxn ang="0">
                  <a:pos x="0" y="113"/>
                </a:cxn>
                <a:cxn ang="0">
                  <a:pos x="0" y="113"/>
                </a:cxn>
              </a:cxnLst>
              <a:rect l="txL" t="txT" r="txR" b="txB"/>
              <a:pathLst>
                <a:path w="84" h="113">
                  <a:moveTo>
                    <a:pt x="0" y="113"/>
                  </a:moveTo>
                  <a:lnTo>
                    <a:pt x="36" y="107"/>
                  </a:lnTo>
                  <a:lnTo>
                    <a:pt x="60" y="84"/>
                  </a:lnTo>
                  <a:lnTo>
                    <a:pt x="78" y="48"/>
                  </a:lnTo>
                  <a:lnTo>
                    <a:pt x="84" y="0"/>
                  </a:lnTo>
                  <a:lnTo>
                    <a:pt x="78" y="48"/>
                  </a:lnTo>
                  <a:lnTo>
                    <a:pt x="60" y="84"/>
                  </a:lnTo>
                  <a:lnTo>
                    <a:pt x="36" y="107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6" name="Freeform 49"/>
            <p:cNvSpPr>
              <a:spLocks noEditPoints="1"/>
            </p:cNvSpPr>
            <p:nvPr/>
          </p:nvSpPr>
          <p:spPr>
            <a:xfrm>
              <a:off x="732" y="2148"/>
              <a:ext cx="84" cy="113"/>
            </a:xfrm>
            <a:custGeom>
              <a:avLst/>
              <a:gdLst>
                <a:gd name="txL" fmla="*/ 0 w 84"/>
                <a:gd name="txT" fmla="*/ 0 h 113"/>
                <a:gd name="txR" fmla="*/ 84 w 84"/>
                <a:gd name="txB" fmla="*/ 113 h 113"/>
              </a:gdLst>
              <a:ahLst/>
              <a:cxnLst>
                <a:cxn ang="0">
                  <a:pos x="84" y="113"/>
                </a:cxn>
                <a:cxn ang="0">
                  <a:pos x="78" y="71"/>
                </a:cxn>
                <a:cxn ang="0">
                  <a:pos x="60" y="35"/>
                </a:cxn>
                <a:cxn ang="0">
                  <a:pos x="36" y="1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36" y="12"/>
                </a:cxn>
                <a:cxn ang="0">
                  <a:pos x="60" y="35"/>
                </a:cxn>
                <a:cxn ang="0">
                  <a:pos x="78" y="71"/>
                </a:cxn>
                <a:cxn ang="0">
                  <a:pos x="84" y="113"/>
                </a:cxn>
                <a:cxn ang="0">
                  <a:pos x="84" y="113"/>
                </a:cxn>
                <a:cxn ang="0">
                  <a:pos x="84" y="113"/>
                </a:cxn>
                <a:cxn ang="0">
                  <a:pos x="84" y="113"/>
                </a:cxn>
                <a:cxn ang="0">
                  <a:pos x="84" y="113"/>
                </a:cxn>
              </a:cxnLst>
              <a:rect l="txL" t="txT" r="txR" b="txB"/>
              <a:pathLst>
                <a:path w="84" h="113">
                  <a:moveTo>
                    <a:pt x="84" y="113"/>
                  </a:moveTo>
                  <a:lnTo>
                    <a:pt x="78" y="71"/>
                  </a:lnTo>
                  <a:lnTo>
                    <a:pt x="60" y="35"/>
                  </a:lnTo>
                  <a:lnTo>
                    <a:pt x="36" y="12"/>
                  </a:lnTo>
                  <a:lnTo>
                    <a:pt x="0" y="0"/>
                  </a:lnTo>
                  <a:lnTo>
                    <a:pt x="36" y="12"/>
                  </a:lnTo>
                  <a:lnTo>
                    <a:pt x="60" y="35"/>
                  </a:lnTo>
                  <a:lnTo>
                    <a:pt x="78" y="71"/>
                  </a:lnTo>
                  <a:lnTo>
                    <a:pt x="84" y="113"/>
                  </a:lnTo>
                  <a:close/>
                  <a:moveTo>
                    <a:pt x="84" y="113"/>
                  </a:moveTo>
                  <a:lnTo>
                    <a:pt x="84" y="11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7" name="Freeform 50"/>
            <p:cNvSpPr>
              <a:spLocks noEditPoints="1"/>
            </p:cNvSpPr>
            <p:nvPr/>
          </p:nvSpPr>
          <p:spPr>
            <a:xfrm>
              <a:off x="642" y="2148"/>
              <a:ext cx="90" cy="113"/>
            </a:xfrm>
            <a:custGeom>
              <a:avLst/>
              <a:gdLst>
                <a:gd name="txL" fmla="*/ 0 w 90"/>
                <a:gd name="txT" fmla="*/ 0 h 113"/>
                <a:gd name="txR" fmla="*/ 90 w 90"/>
                <a:gd name="txB" fmla="*/ 113 h 113"/>
              </a:gdLst>
              <a:ahLst/>
              <a:cxnLst>
                <a:cxn ang="0">
                  <a:pos x="90" y="0"/>
                </a:cxn>
                <a:cxn ang="0">
                  <a:pos x="54" y="12"/>
                </a:cxn>
                <a:cxn ang="0">
                  <a:pos x="30" y="35"/>
                </a:cxn>
                <a:cxn ang="0">
                  <a:pos x="6" y="71"/>
                </a:cxn>
                <a:cxn ang="0">
                  <a:pos x="0" y="113"/>
                </a:cxn>
                <a:cxn ang="0">
                  <a:pos x="0" y="113"/>
                </a:cxn>
                <a:cxn ang="0">
                  <a:pos x="6" y="71"/>
                </a:cxn>
                <a:cxn ang="0">
                  <a:pos x="30" y="35"/>
                </a:cxn>
                <a:cxn ang="0">
                  <a:pos x="54" y="12"/>
                </a:cxn>
                <a:cxn ang="0">
                  <a:pos x="90" y="0"/>
                </a:cxn>
                <a:cxn ang="0">
                  <a:pos x="90" y="0"/>
                </a:cxn>
                <a:cxn ang="0">
                  <a:pos x="90" y="0"/>
                </a:cxn>
                <a:cxn ang="0">
                  <a:pos x="90" y="0"/>
                </a:cxn>
                <a:cxn ang="0">
                  <a:pos x="90" y="0"/>
                </a:cxn>
              </a:cxnLst>
              <a:rect l="txL" t="txT" r="txR" b="txB"/>
              <a:pathLst>
                <a:path w="90" h="113">
                  <a:moveTo>
                    <a:pt x="90" y="0"/>
                  </a:moveTo>
                  <a:lnTo>
                    <a:pt x="54" y="12"/>
                  </a:lnTo>
                  <a:lnTo>
                    <a:pt x="30" y="35"/>
                  </a:lnTo>
                  <a:lnTo>
                    <a:pt x="6" y="71"/>
                  </a:lnTo>
                  <a:lnTo>
                    <a:pt x="0" y="113"/>
                  </a:lnTo>
                  <a:lnTo>
                    <a:pt x="6" y="71"/>
                  </a:lnTo>
                  <a:lnTo>
                    <a:pt x="30" y="35"/>
                  </a:lnTo>
                  <a:lnTo>
                    <a:pt x="54" y="12"/>
                  </a:lnTo>
                  <a:lnTo>
                    <a:pt x="90" y="0"/>
                  </a:lnTo>
                  <a:close/>
                  <a:moveTo>
                    <a:pt x="90" y="0"/>
                  </a:moveTo>
                  <a:lnTo>
                    <a:pt x="9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8" name="Freeform 51"/>
            <p:cNvSpPr>
              <a:spLocks noEditPoints="1"/>
            </p:cNvSpPr>
            <p:nvPr/>
          </p:nvSpPr>
          <p:spPr>
            <a:xfrm>
              <a:off x="642" y="2261"/>
              <a:ext cx="90" cy="113"/>
            </a:xfrm>
            <a:custGeom>
              <a:avLst/>
              <a:gdLst>
                <a:gd name="txL" fmla="*/ 0 w 90"/>
                <a:gd name="txT" fmla="*/ 0 h 113"/>
                <a:gd name="txR" fmla="*/ 90 w 90"/>
                <a:gd name="txB" fmla="*/ 113 h 113"/>
              </a:gdLst>
              <a:ahLst/>
              <a:cxnLst>
                <a:cxn ang="0">
                  <a:pos x="0" y="0"/>
                </a:cxn>
                <a:cxn ang="0">
                  <a:pos x="6" y="48"/>
                </a:cxn>
                <a:cxn ang="0">
                  <a:pos x="30" y="84"/>
                </a:cxn>
                <a:cxn ang="0">
                  <a:pos x="54" y="107"/>
                </a:cxn>
                <a:cxn ang="0">
                  <a:pos x="90" y="113"/>
                </a:cxn>
                <a:cxn ang="0">
                  <a:pos x="90" y="113"/>
                </a:cxn>
                <a:cxn ang="0">
                  <a:pos x="54" y="107"/>
                </a:cxn>
                <a:cxn ang="0">
                  <a:pos x="30" y="84"/>
                </a:cxn>
                <a:cxn ang="0">
                  <a:pos x="6" y="4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90" h="113">
                  <a:moveTo>
                    <a:pt x="0" y="0"/>
                  </a:moveTo>
                  <a:lnTo>
                    <a:pt x="6" y="48"/>
                  </a:lnTo>
                  <a:lnTo>
                    <a:pt x="30" y="84"/>
                  </a:lnTo>
                  <a:lnTo>
                    <a:pt x="54" y="107"/>
                  </a:lnTo>
                  <a:lnTo>
                    <a:pt x="90" y="113"/>
                  </a:lnTo>
                  <a:lnTo>
                    <a:pt x="54" y="107"/>
                  </a:lnTo>
                  <a:lnTo>
                    <a:pt x="30" y="84"/>
                  </a:lnTo>
                  <a:lnTo>
                    <a:pt x="6" y="48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9" name="Freeform 52"/>
            <p:cNvSpPr/>
            <p:nvPr/>
          </p:nvSpPr>
          <p:spPr>
            <a:xfrm>
              <a:off x="732" y="2374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0" name="Freeform 53"/>
            <p:cNvSpPr/>
            <p:nvPr/>
          </p:nvSpPr>
          <p:spPr>
            <a:xfrm>
              <a:off x="732" y="2261"/>
              <a:ext cx="1" cy="90"/>
            </a:xfrm>
            <a:custGeom>
              <a:avLst/>
              <a:gdLst>
                <a:gd name="txL" fmla="*/ 0 w 1"/>
                <a:gd name="txT" fmla="*/ 0 h 90"/>
                <a:gd name="txR" fmla="*/ 1 w 1"/>
                <a:gd name="txB" fmla="*/ 90 h 90"/>
              </a:gdLst>
              <a:ahLst/>
              <a:cxnLst>
                <a:cxn ang="0">
                  <a:pos x="0" y="90"/>
                </a:cxn>
                <a:cxn ang="0">
                  <a:pos x="0" y="0"/>
                </a:cxn>
                <a:cxn ang="0">
                  <a:pos x="0" y="90"/>
                </a:cxn>
                <a:cxn ang="0">
                  <a:pos x="0" y="90"/>
                </a:cxn>
              </a:cxnLst>
              <a:rect l="txL" t="txT" r="txR" b="txB"/>
              <a:pathLst>
                <a:path w="1" h="90">
                  <a:moveTo>
                    <a:pt x="0" y="90"/>
                  </a:moveTo>
                  <a:lnTo>
                    <a:pt x="0" y="0"/>
                  </a:lnTo>
                  <a:lnTo>
                    <a:pt x="0" y="9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1" name="Freeform 54"/>
            <p:cNvSpPr/>
            <p:nvPr/>
          </p:nvSpPr>
          <p:spPr>
            <a:xfrm>
              <a:off x="708" y="2177"/>
              <a:ext cx="42" cy="102"/>
            </a:xfrm>
            <a:custGeom>
              <a:avLst/>
              <a:gdLst>
                <a:gd name="txL" fmla="*/ 0 w 42"/>
                <a:gd name="txT" fmla="*/ 0 h 102"/>
                <a:gd name="txR" fmla="*/ 42 w 42"/>
                <a:gd name="txB" fmla="*/ 102 h 102"/>
              </a:gdLst>
              <a:ahLst/>
              <a:cxnLst>
                <a:cxn ang="0">
                  <a:pos x="42" y="102"/>
                </a:cxn>
                <a:cxn ang="0">
                  <a:pos x="24" y="0"/>
                </a:cxn>
                <a:cxn ang="0">
                  <a:pos x="0" y="102"/>
                </a:cxn>
                <a:cxn ang="0">
                  <a:pos x="42" y="102"/>
                </a:cxn>
                <a:cxn ang="0">
                  <a:pos x="42" y="102"/>
                </a:cxn>
              </a:cxnLst>
              <a:rect l="txL" t="txT" r="txR" b="txB"/>
              <a:pathLst>
                <a:path w="42" h="102">
                  <a:moveTo>
                    <a:pt x="42" y="102"/>
                  </a:moveTo>
                  <a:lnTo>
                    <a:pt x="24" y="0"/>
                  </a:lnTo>
                  <a:lnTo>
                    <a:pt x="0" y="102"/>
                  </a:lnTo>
                  <a:lnTo>
                    <a:pt x="42" y="10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2" name="Freeform 55"/>
            <p:cNvSpPr/>
            <p:nvPr/>
          </p:nvSpPr>
          <p:spPr>
            <a:xfrm>
              <a:off x="2335" y="2112"/>
              <a:ext cx="227" cy="304"/>
            </a:xfrm>
            <a:custGeom>
              <a:avLst/>
              <a:gdLst>
                <a:gd name="txL" fmla="*/ 0 w 227"/>
                <a:gd name="txT" fmla="*/ 0 h 304"/>
                <a:gd name="txR" fmla="*/ 227 w 227"/>
                <a:gd name="txB" fmla="*/ 304 h 304"/>
              </a:gdLst>
              <a:ahLst/>
              <a:cxnLst>
                <a:cxn ang="0">
                  <a:pos x="0" y="149"/>
                </a:cxn>
                <a:cxn ang="0">
                  <a:pos x="114" y="304"/>
                </a:cxn>
                <a:cxn ang="0">
                  <a:pos x="227" y="149"/>
                </a:cxn>
                <a:cxn ang="0">
                  <a:pos x="114" y="0"/>
                </a:cxn>
                <a:cxn ang="0">
                  <a:pos x="0" y="149"/>
                </a:cxn>
                <a:cxn ang="0">
                  <a:pos x="0" y="149"/>
                </a:cxn>
              </a:cxnLst>
              <a:rect l="txL" t="txT" r="txR" b="txB"/>
              <a:pathLst>
                <a:path w="227" h="304">
                  <a:moveTo>
                    <a:pt x="0" y="149"/>
                  </a:moveTo>
                  <a:lnTo>
                    <a:pt x="114" y="304"/>
                  </a:lnTo>
                  <a:lnTo>
                    <a:pt x="227" y="149"/>
                  </a:lnTo>
                  <a:lnTo>
                    <a:pt x="114" y="0"/>
                  </a:lnTo>
                  <a:lnTo>
                    <a:pt x="0" y="14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3" name="Freeform 56"/>
            <p:cNvSpPr/>
            <p:nvPr/>
          </p:nvSpPr>
          <p:spPr>
            <a:xfrm>
              <a:off x="2335" y="2261"/>
              <a:ext cx="114" cy="155"/>
            </a:xfrm>
            <a:custGeom>
              <a:avLst/>
              <a:gdLst>
                <a:gd name="txL" fmla="*/ 0 w 114"/>
                <a:gd name="txT" fmla="*/ 0 h 155"/>
                <a:gd name="txR" fmla="*/ 114 w 114"/>
                <a:gd name="txB" fmla="*/ 155 h 155"/>
              </a:gdLst>
              <a:ahLst/>
              <a:cxnLst>
                <a:cxn ang="0">
                  <a:pos x="0" y="0"/>
                </a:cxn>
                <a:cxn ang="0">
                  <a:pos x="114" y="155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14" h="155">
                  <a:moveTo>
                    <a:pt x="0" y="0"/>
                  </a:moveTo>
                  <a:lnTo>
                    <a:pt x="114" y="1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4" name="Freeform 57"/>
            <p:cNvSpPr>
              <a:spLocks noEditPoints="1"/>
            </p:cNvSpPr>
            <p:nvPr/>
          </p:nvSpPr>
          <p:spPr>
            <a:xfrm>
              <a:off x="2449" y="2261"/>
              <a:ext cx="113" cy="155"/>
            </a:xfrm>
            <a:custGeom>
              <a:avLst/>
              <a:gdLst>
                <a:gd name="txL" fmla="*/ 0 w 113"/>
                <a:gd name="txT" fmla="*/ 0 h 155"/>
                <a:gd name="txR" fmla="*/ 113 w 113"/>
                <a:gd name="txB" fmla="*/ 155 h 155"/>
              </a:gdLst>
              <a:ahLst/>
              <a:cxnLst>
                <a:cxn ang="0">
                  <a:pos x="0" y="155"/>
                </a:cxn>
                <a:cxn ang="0">
                  <a:pos x="113" y="0"/>
                </a:cxn>
                <a:cxn ang="0">
                  <a:pos x="0" y="155"/>
                </a:cxn>
                <a:cxn ang="0">
                  <a:pos x="0" y="155"/>
                </a:cxn>
                <a:cxn ang="0">
                  <a:pos x="0" y="155"/>
                </a:cxn>
                <a:cxn ang="0">
                  <a:pos x="0" y="155"/>
                </a:cxn>
                <a:cxn ang="0">
                  <a:pos x="0" y="155"/>
                </a:cxn>
              </a:cxnLst>
              <a:rect l="txL" t="txT" r="txR" b="txB"/>
              <a:pathLst>
                <a:path w="113" h="155">
                  <a:moveTo>
                    <a:pt x="0" y="155"/>
                  </a:moveTo>
                  <a:lnTo>
                    <a:pt x="113" y="0"/>
                  </a:lnTo>
                  <a:lnTo>
                    <a:pt x="0" y="155"/>
                  </a:lnTo>
                  <a:close/>
                  <a:moveTo>
                    <a:pt x="0" y="155"/>
                  </a:moveTo>
                  <a:lnTo>
                    <a:pt x="0" y="15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5" name="Freeform 58"/>
            <p:cNvSpPr>
              <a:spLocks noEditPoints="1"/>
            </p:cNvSpPr>
            <p:nvPr/>
          </p:nvSpPr>
          <p:spPr>
            <a:xfrm>
              <a:off x="2449" y="2112"/>
              <a:ext cx="113" cy="149"/>
            </a:xfrm>
            <a:custGeom>
              <a:avLst/>
              <a:gdLst>
                <a:gd name="txL" fmla="*/ 0 w 113"/>
                <a:gd name="txT" fmla="*/ 0 h 149"/>
                <a:gd name="txR" fmla="*/ 113 w 113"/>
                <a:gd name="txB" fmla="*/ 149 h 149"/>
              </a:gdLst>
              <a:ahLst/>
              <a:cxnLst>
                <a:cxn ang="0">
                  <a:pos x="113" y="149"/>
                </a:cxn>
                <a:cxn ang="0">
                  <a:pos x="0" y="0"/>
                </a:cxn>
                <a:cxn ang="0">
                  <a:pos x="113" y="149"/>
                </a:cxn>
                <a:cxn ang="0">
                  <a:pos x="113" y="149"/>
                </a:cxn>
                <a:cxn ang="0">
                  <a:pos x="113" y="149"/>
                </a:cxn>
                <a:cxn ang="0">
                  <a:pos x="113" y="149"/>
                </a:cxn>
                <a:cxn ang="0">
                  <a:pos x="113" y="149"/>
                </a:cxn>
              </a:cxnLst>
              <a:rect l="txL" t="txT" r="txR" b="txB"/>
              <a:pathLst>
                <a:path w="113" h="149">
                  <a:moveTo>
                    <a:pt x="113" y="149"/>
                  </a:moveTo>
                  <a:lnTo>
                    <a:pt x="0" y="0"/>
                  </a:lnTo>
                  <a:lnTo>
                    <a:pt x="113" y="149"/>
                  </a:lnTo>
                  <a:close/>
                  <a:moveTo>
                    <a:pt x="113" y="149"/>
                  </a:moveTo>
                  <a:lnTo>
                    <a:pt x="113" y="14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6" name="Freeform 59"/>
            <p:cNvSpPr>
              <a:spLocks noEditPoints="1"/>
            </p:cNvSpPr>
            <p:nvPr/>
          </p:nvSpPr>
          <p:spPr>
            <a:xfrm>
              <a:off x="2335" y="2112"/>
              <a:ext cx="114" cy="149"/>
            </a:xfrm>
            <a:custGeom>
              <a:avLst/>
              <a:gdLst>
                <a:gd name="txL" fmla="*/ 0 w 114"/>
                <a:gd name="txT" fmla="*/ 0 h 149"/>
                <a:gd name="txR" fmla="*/ 114 w 114"/>
                <a:gd name="txB" fmla="*/ 149 h 149"/>
              </a:gdLst>
              <a:ahLst/>
              <a:cxnLst>
                <a:cxn ang="0">
                  <a:pos x="114" y="0"/>
                </a:cxn>
                <a:cxn ang="0">
                  <a:pos x="0" y="149"/>
                </a:cxn>
                <a:cxn ang="0">
                  <a:pos x="114" y="0"/>
                </a:cxn>
                <a:cxn ang="0">
                  <a:pos x="114" y="0"/>
                </a:cxn>
                <a:cxn ang="0">
                  <a:pos x="114" y="0"/>
                </a:cxn>
                <a:cxn ang="0">
                  <a:pos x="114" y="0"/>
                </a:cxn>
                <a:cxn ang="0">
                  <a:pos x="114" y="0"/>
                </a:cxn>
              </a:cxnLst>
              <a:rect l="txL" t="txT" r="txR" b="txB"/>
              <a:pathLst>
                <a:path w="114" h="149">
                  <a:moveTo>
                    <a:pt x="114" y="0"/>
                  </a:moveTo>
                  <a:lnTo>
                    <a:pt x="0" y="149"/>
                  </a:lnTo>
                  <a:lnTo>
                    <a:pt x="114" y="0"/>
                  </a:lnTo>
                  <a:close/>
                  <a:moveTo>
                    <a:pt x="114" y="0"/>
                  </a:moveTo>
                  <a:lnTo>
                    <a:pt x="114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7" name="Freeform 60"/>
            <p:cNvSpPr/>
            <p:nvPr/>
          </p:nvSpPr>
          <p:spPr>
            <a:xfrm>
              <a:off x="2335" y="2261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8" name="Freeform 61"/>
            <p:cNvSpPr/>
            <p:nvPr/>
          </p:nvSpPr>
          <p:spPr>
            <a:xfrm>
              <a:off x="2449" y="2177"/>
              <a:ext cx="1" cy="90"/>
            </a:xfrm>
            <a:custGeom>
              <a:avLst/>
              <a:gdLst>
                <a:gd name="txL" fmla="*/ 0 w 1"/>
                <a:gd name="txT" fmla="*/ 0 h 90"/>
                <a:gd name="txR" fmla="*/ 1 w 1"/>
                <a:gd name="txB" fmla="*/ 90 h 90"/>
              </a:gdLst>
              <a:ahLst/>
              <a:cxnLst>
                <a:cxn ang="0">
                  <a:pos x="0" y="0"/>
                </a:cxn>
                <a:cxn ang="0">
                  <a:pos x="0" y="9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90">
                  <a:moveTo>
                    <a:pt x="0" y="0"/>
                  </a:moveTo>
                  <a:lnTo>
                    <a:pt x="0" y="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9" name="Freeform 62"/>
            <p:cNvSpPr/>
            <p:nvPr/>
          </p:nvSpPr>
          <p:spPr>
            <a:xfrm>
              <a:off x="2425" y="2249"/>
              <a:ext cx="42" cy="102"/>
            </a:xfrm>
            <a:custGeom>
              <a:avLst/>
              <a:gdLst>
                <a:gd name="txL" fmla="*/ 0 w 42"/>
                <a:gd name="txT" fmla="*/ 0 h 102"/>
                <a:gd name="txR" fmla="*/ 42 w 42"/>
                <a:gd name="txB" fmla="*/ 102 h 102"/>
              </a:gdLst>
              <a:ahLst/>
              <a:cxnLst>
                <a:cxn ang="0">
                  <a:pos x="0" y="0"/>
                </a:cxn>
                <a:cxn ang="0">
                  <a:pos x="24" y="102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42" h="102">
                  <a:moveTo>
                    <a:pt x="0" y="0"/>
                  </a:moveTo>
                  <a:lnTo>
                    <a:pt x="24" y="102"/>
                  </a:lnTo>
                  <a:lnTo>
                    <a:pt x="4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0" name="Freeform 63"/>
            <p:cNvSpPr/>
            <p:nvPr/>
          </p:nvSpPr>
          <p:spPr>
            <a:xfrm>
              <a:off x="1576" y="2124"/>
              <a:ext cx="29" cy="274"/>
            </a:xfrm>
            <a:custGeom>
              <a:avLst/>
              <a:gdLst>
                <a:gd name="txL" fmla="*/ 0 w 29"/>
                <a:gd name="txT" fmla="*/ 0 h 274"/>
                <a:gd name="txR" fmla="*/ 29 w 29"/>
                <a:gd name="txB" fmla="*/ 274 h 274"/>
              </a:gdLst>
              <a:ahLst/>
              <a:cxnLst>
                <a:cxn ang="0">
                  <a:pos x="0" y="0"/>
                </a:cxn>
                <a:cxn ang="0">
                  <a:pos x="29" y="0"/>
                </a:cxn>
                <a:cxn ang="0">
                  <a:pos x="29" y="274"/>
                </a:cxn>
                <a:cxn ang="0">
                  <a:pos x="0" y="274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9" h="274">
                  <a:moveTo>
                    <a:pt x="0" y="0"/>
                  </a:moveTo>
                  <a:lnTo>
                    <a:pt x="29" y="0"/>
                  </a:lnTo>
                  <a:lnTo>
                    <a:pt x="29" y="274"/>
                  </a:lnTo>
                  <a:lnTo>
                    <a:pt x="0" y="2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1" name="Freeform 64"/>
            <p:cNvSpPr/>
            <p:nvPr/>
          </p:nvSpPr>
          <p:spPr>
            <a:xfrm>
              <a:off x="1558" y="2386"/>
              <a:ext cx="35" cy="18"/>
            </a:xfrm>
            <a:custGeom>
              <a:avLst/>
              <a:gdLst>
                <a:gd name="txL" fmla="*/ 0 w 35"/>
                <a:gd name="txT" fmla="*/ 0 h 18"/>
                <a:gd name="txR" fmla="*/ 35 w 35"/>
                <a:gd name="txB" fmla="*/ 18 h 18"/>
              </a:gdLst>
              <a:ahLst/>
              <a:cxnLst>
                <a:cxn ang="0">
                  <a:pos x="35" y="18"/>
                </a:cxn>
                <a:cxn ang="0">
                  <a:pos x="0" y="0"/>
                </a:cxn>
                <a:cxn ang="0">
                  <a:pos x="35" y="18"/>
                </a:cxn>
                <a:cxn ang="0">
                  <a:pos x="35" y="18"/>
                </a:cxn>
              </a:cxnLst>
              <a:rect l="txL" t="txT" r="txR" b="txB"/>
              <a:pathLst>
                <a:path w="35" h="18">
                  <a:moveTo>
                    <a:pt x="35" y="18"/>
                  </a:moveTo>
                  <a:lnTo>
                    <a:pt x="0" y="0"/>
                  </a:lnTo>
                  <a:lnTo>
                    <a:pt x="35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2" name="Freeform 65"/>
            <p:cNvSpPr>
              <a:spLocks noEditPoints="1"/>
            </p:cNvSpPr>
            <p:nvPr/>
          </p:nvSpPr>
          <p:spPr>
            <a:xfrm>
              <a:off x="1558" y="2368"/>
              <a:ext cx="35" cy="18"/>
            </a:xfrm>
            <a:custGeom>
              <a:avLst/>
              <a:gdLst>
                <a:gd name="txL" fmla="*/ 0 w 35"/>
                <a:gd name="txT" fmla="*/ 0 h 18"/>
                <a:gd name="txR" fmla="*/ 35 w 35"/>
                <a:gd name="txB" fmla="*/ 18 h 18"/>
              </a:gdLst>
              <a:ahLst/>
              <a:cxnLst>
                <a:cxn ang="0">
                  <a:pos x="0" y="18"/>
                </a:cxn>
                <a:cxn ang="0">
                  <a:pos x="35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</a:cxnLst>
              <a:rect l="txL" t="txT" r="txR" b="txB"/>
              <a:pathLst>
                <a:path w="35" h="18">
                  <a:moveTo>
                    <a:pt x="0" y="18"/>
                  </a:moveTo>
                  <a:lnTo>
                    <a:pt x="35" y="0"/>
                  </a:lnTo>
                  <a:lnTo>
                    <a:pt x="0" y="18"/>
                  </a:lnTo>
                  <a:close/>
                  <a:moveTo>
                    <a:pt x="0" y="18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3" name="Freeform 66"/>
            <p:cNvSpPr>
              <a:spLocks noEditPoints="1"/>
            </p:cNvSpPr>
            <p:nvPr/>
          </p:nvSpPr>
          <p:spPr>
            <a:xfrm>
              <a:off x="1593" y="2351"/>
              <a:ext cx="30" cy="17"/>
            </a:xfrm>
            <a:custGeom>
              <a:avLst/>
              <a:gdLst>
                <a:gd name="txL" fmla="*/ 0 w 30"/>
                <a:gd name="txT" fmla="*/ 0 h 17"/>
                <a:gd name="txR" fmla="*/ 30 w 30"/>
                <a:gd name="txB" fmla="*/ 17 h 17"/>
              </a:gdLst>
              <a:ahLst/>
              <a:cxnLst>
                <a:cxn ang="0">
                  <a:pos x="0" y="17"/>
                </a:cxn>
                <a:cxn ang="0">
                  <a:pos x="30" y="0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0" y="17"/>
                </a:cxn>
              </a:cxnLst>
              <a:rect l="txL" t="txT" r="txR" b="txB"/>
              <a:pathLst>
                <a:path w="30" h="17">
                  <a:moveTo>
                    <a:pt x="0" y="17"/>
                  </a:moveTo>
                  <a:lnTo>
                    <a:pt x="30" y="0"/>
                  </a:lnTo>
                  <a:lnTo>
                    <a:pt x="0" y="17"/>
                  </a:lnTo>
                  <a:close/>
                  <a:moveTo>
                    <a:pt x="0" y="17"/>
                  </a:moveTo>
                  <a:lnTo>
                    <a:pt x="0" y="1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4" name="Freeform 67"/>
            <p:cNvSpPr>
              <a:spLocks noEditPoints="1"/>
            </p:cNvSpPr>
            <p:nvPr/>
          </p:nvSpPr>
          <p:spPr>
            <a:xfrm>
              <a:off x="1593" y="2333"/>
              <a:ext cx="30" cy="18"/>
            </a:xfrm>
            <a:custGeom>
              <a:avLst/>
              <a:gdLst>
                <a:gd name="txL" fmla="*/ 0 w 30"/>
                <a:gd name="txT" fmla="*/ 0 h 18"/>
                <a:gd name="txR" fmla="*/ 30 w 30"/>
                <a:gd name="txB" fmla="*/ 18 h 18"/>
              </a:gdLst>
              <a:ahLst/>
              <a:cxnLst>
                <a:cxn ang="0">
                  <a:pos x="30" y="18"/>
                </a:cxn>
                <a:cxn ang="0">
                  <a:pos x="0" y="0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</a:cxnLst>
              <a:rect l="txL" t="txT" r="txR" b="txB"/>
              <a:pathLst>
                <a:path w="30" h="18">
                  <a:moveTo>
                    <a:pt x="30" y="18"/>
                  </a:moveTo>
                  <a:lnTo>
                    <a:pt x="0" y="0"/>
                  </a:lnTo>
                  <a:lnTo>
                    <a:pt x="30" y="18"/>
                  </a:lnTo>
                  <a:close/>
                  <a:moveTo>
                    <a:pt x="30" y="18"/>
                  </a:moveTo>
                  <a:lnTo>
                    <a:pt x="3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5" name="Freeform 68"/>
            <p:cNvSpPr>
              <a:spLocks noEditPoints="1"/>
            </p:cNvSpPr>
            <p:nvPr/>
          </p:nvSpPr>
          <p:spPr>
            <a:xfrm>
              <a:off x="1593" y="2333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6" name="Freeform 69"/>
            <p:cNvSpPr>
              <a:spLocks noEditPoints="1"/>
            </p:cNvSpPr>
            <p:nvPr/>
          </p:nvSpPr>
          <p:spPr>
            <a:xfrm>
              <a:off x="1558" y="2315"/>
              <a:ext cx="35" cy="18"/>
            </a:xfrm>
            <a:custGeom>
              <a:avLst/>
              <a:gdLst>
                <a:gd name="txL" fmla="*/ 0 w 35"/>
                <a:gd name="txT" fmla="*/ 0 h 18"/>
                <a:gd name="txR" fmla="*/ 35 w 35"/>
                <a:gd name="txB" fmla="*/ 18 h 18"/>
              </a:gdLst>
              <a:ahLst/>
              <a:cxnLst>
                <a:cxn ang="0">
                  <a:pos x="35" y="18"/>
                </a:cxn>
                <a:cxn ang="0">
                  <a:pos x="0" y="0"/>
                </a:cxn>
                <a:cxn ang="0">
                  <a:pos x="35" y="18"/>
                </a:cxn>
                <a:cxn ang="0">
                  <a:pos x="35" y="18"/>
                </a:cxn>
                <a:cxn ang="0">
                  <a:pos x="35" y="18"/>
                </a:cxn>
                <a:cxn ang="0">
                  <a:pos x="35" y="18"/>
                </a:cxn>
                <a:cxn ang="0">
                  <a:pos x="35" y="18"/>
                </a:cxn>
              </a:cxnLst>
              <a:rect l="txL" t="txT" r="txR" b="txB"/>
              <a:pathLst>
                <a:path w="35" h="18">
                  <a:moveTo>
                    <a:pt x="35" y="18"/>
                  </a:moveTo>
                  <a:lnTo>
                    <a:pt x="0" y="0"/>
                  </a:lnTo>
                  <a:lnTo>
                    <a:pt x="35" y="18"/>
                  </a:lnTo>
                  <a:close/>
                  <a:moveTo>
                    <a:pt x="35" y="18"/>
                  </a:moveTo>
                  <a:lnTo>
                    <a:pt x="35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7" name="Freeform 70"/>
            <p:cNvSpPr>
              <a:spLocks noEditPoints="1"/>
            </p:cNvSpPr>
            <p:nvPr/>
          </p:nvSpPr>
          <p:spPr>
            <a:xfrm>
              <a:off x="1558" y="2297"/>
              <a:ext cx="35" cy="18"/>
            </a:xfrm>
            <a:custGeom>
              <a:avLst/>
              <a:gdLst>
                <a:gd name="txL" fmla="*/ 0 w 35"/>
                <a:gd name="txT" fmla="*/ 0 h 18"/>
                <a:gd name="txR" fmla="*/ 35 w 35"/>
                <a:gd name="txB" fmla="*/ 18 h 18"/>
              </a:gdLst>
              <a:ahLst/>
              <a:cxnLst>
                <a:cxn ang="0">
                  <a:pos x="0" y="18"/>
                </a:cxn>
                <a:cxn ang="0">
                  <a:pos x="35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</a:cxnLst>
              <a:rect l="txL" t="txT" r="txR" b="txB"/>
              <a:pathLst>
                <a:path w="35" h="18">
                  <a:moveTo>
                    <a:pt x="0" y="18"/>
                  </a:moveTo>
                  <a:lnTo>
                    <a:pt x="35" y="0"/>
                  </a:lnTo>
                  <a:lnTo>
                    <a:pt x="0" y="18"/>
                  </a:lnTo>
                  <a:close/>
                  <a:moveTo>
                    <a:pt x="0" y="18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8" name="Freeform 71"/>
            <p:cNvSpPr>
              <a:spLocks noEditPoints="1"/>
            </p:cNvSpPr>
            <p:nvPr/>
          </p:nvSpPr>
          <p:spPr>
            <a:xfrm>
              <a:off x="1593" y="2279"/>
              <a:ext cx="30" cy="18"/>
            </a:xfrm>
            <a:custGeom>
              <a:avLst/>
              <a:gdLst>
                <a:gd name="txL" fmla="*/ 0 w 30"/>
                <a:gd name="txT" fmla="*/ 0 h 18"/>
                <a:gd name="txR" fmla="*/ 30 w 30"/>
                <a:gd name="txB" fmla="*/ 18 h 18"/>
              </a:gdLst>
              <a:ahLst/>
              <a:cxnLst>
                <a:cxn ang="0">
                  <a:pos x="0" y="18"/>
                </a:cxn>
                <a:cxn ang="0">
                  <a:pos x="30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</a:cxnLst>
              <a:rect l="txL" t="txT" r="txR" b="txB"/>
              <a:pathLst>
                <a:path w="30" h="18">
                  <a:moveTo>
                    <a:pt x="0" y="18"/>
                  </a:moveTo>
                  <a:lnTo>
                    <a:pt x="30" y="0"/>
                  </a:lnTo>
                  <a:lnTo>
                    <a:pt x="0" y="18"/>
                  </a:lnTo>
                  <a:close/>
                  <a:moveTo>
                    <a:pt x="0" y="18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9" name="Freeform 72"/>
            <p:cNvSpPr>
              <a:spLocks noEditPoints="1"/>
            </p:cNvSpPr>
            <p:nvPr/>
          </p:nvSpPr>
          <p:spPr>
            <a:xfrm>
              <a:off x="1593" y="2261"/>
              <a:ext cx="30" cy="18"/>
            </a:xfrm>
            <a:custGeom>
              <a:avLst/>
              <a:gdLst>
                <a:gd name="txL" fmla="*/ 0 w 30"/>
                <a:gd name="txT" fmla="*/ 0 h 18"/>
                <a:gd name="txR" fmla="*/ 30 w 30"/>
                <a:gd name="txB" fmla="*/ 18 h 18"/>
              </a:gdLst>
              <a:ahLst/>
              <a:cxnLst>
                <a:cxn ang="0">
                  <a:pos x="30" y="18"/>
                </a:cxn>
                <a:cxn ang="0">
                  <a:pos x="0" y="0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</a:cxnLst>
              <a:rect l="txL" t="txT" r="txR" b="txB"/>
              <a:pathLst>
                <a:path w="30" h="18">
                  <a:moveTo>
                    <a:pt x="30" y="18"/>
                  </a:moveTo>
                  <a:lnTo>
                    <a:pt x="0" y="0"/>
                  </a:lnTo>
                  <a:lnTo>
                    <a:pt x="30" y="18"/>
                  </a:lnTo>
                  <a:close/>
                  <a:moveTo>
                    <a:pt x="30" y="18"/>
                  </a:moveTo>
                  <a:lnTo>
                    <a:pt x="3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0" name="Freeform 73"/>
            <p:cNvSpPr>
              <a:spLocks noEditPoints="1"/>
            </p:cNvSpPr>
            <p:nvPr/>
          </p:nvSpPr>
          <p:spPr>
            <a:xfrm>
              <a:off x="1558" y="2243"/>
              <a:ext cx="35" cy="18"/>
            </a:xfrm>
            <a:custGeom>
              <a:avLst/>
              <a:gdLst>
                <a:gd name="txL" fmla="*/ 0 w 35"/>
                <a:gd name="txT" fmla="*/ 0 h 18"/>
                <a:gd name="txR" fmla="*/ 35 w 35"/>
                <a:gd name="txB" fmla="*/ 18 h 18"/>
              </a:gdLst>
              <a:ahLst/>
              <a:cxnLst>
                <a:cxn ang="0">
                  <a:pos x="35" y="18"/>
                </a:cxn>
                <a:cxn ang="0">
                  <a:pos x="0" y="0"/>
                </a:cxn>
                <a:cxn ang="0">
                  <a:pos x="35" y="18"/>
                </a:cxn>
                <a:cxn ang="0">
                  <a:pos x="35" y="18"/>
                </a:cxn>
                <a:cxn ang="0">
                  <a:pos x="35" y="18"/>
                </a:cxn>
                <a:cxn ang="0">
                  <a:pos x="35" y="18"/>
                </a:cxn>
                <a:cxn ang="0">
                  <a:pos x="35" y="18"/>
                </a:cxn>
              </a:cxnLst>
              <a:rect l="txL" t="txT" r="txR" b="txB"/>
              <a:pathLst>
                <a:path w="35" h="18">
                  <a:moveTo>
                    <a:pt x="35" y="18"/>
                  </a:moveTo>
                  <a:lnTo>
                    <a:pt x="0" y="0"/>
                  </a:lnTo>
                  <a:lnTo>
                    <a:pt x="35" y="18"/>
                  </a:lnTo>
                  <a:close/>
                  <a:moveTo>
                    <a:pt x="35" y="18"/>
                  </a:moveTo>
                  <a:lnTo>
                    <a:pt x="35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1" name="Freeform 74"/>
            <p:cNvSpPr>
              <a:spLocks noEditPoints="1"/>
            </p:cNvSpPr>
            <p:nvPr/>
          </p:nvSpPr>
          <p:spPr>
            <a:xfrm>
              <a:off x="1558" y="2225"/>
              <a:ext cx="35" cy="18"/>
            </a:xfrm>
            <a:custGeom>
              <a:avLst/>
              <a:gdLst>
                <a:gd name="txL" fmla="*/ 0 w 35"/>
                <a:gd name="txT" fmla="*/ 0 h 18"/>
                <a:gd name="txR" fmla="*/ 35 w 35"/>
                <a:gd name="txB" fmla="*/ 18 h 18"/>
              </a:gdLst>
              <a:ahLst/>
              <a:cxnLst>
                <a:cxn ang="0">
                  <a:pos x="0" y="18"/>
                </a:cxn>
                <a:cxn ang="0">
                  <a:pos x="35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</a:cxnLst>
              <a:rect l="txL" t="txT" r="txR" b="txB"/>
              <a:pathLst>
                <a:path w="35" h="18">
                  <a:moveTo>
                    <a:pt x="0" y="18"/>
                  </a:moveTo>
                  <a:lnTo>
                    <a:pt x="35" y="0"/>
                  </a:lnTo>
                  <a:lnTo>
                    <a:pt x="0" y="18"/>
                  </a:lnTo>
                  <a:close/>
                  <a:moveTo>
                    <a:pt x="0" y="18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2" name="Freeform 75"/>
            <p:cNvSpPr>
              <a:spLocks noEditPoints="1"/>
            </p:cNvSpPr>
            <p:nvPr/>
          </p:nvSpPr>
          <p:spPr>
            <a:xfrm>
              <a:off x="1593" y="2213"/>
              <a:ext cx="30" cy="12"/>
            </a:xfrm>
            <a:custGeom>
              <a:avLst/>
              <a:gdLst>
                <a:gd name="txL" fmla="*/ 0 w 30"/>
                <a:gd name="txT" fmla="*/ 0 h 12"/>
                <a:gd name="txR" fmla="*/ 30 w 30"/>
                <a:gd name="txB" fmla="*/ 12 h 12"/>
              </a:gdLst>
              <a:ahLst/>
              <a:cxnLst>
                <a:cxn ang="0">
                  <a:pos x="0" y="12"/>
                </a:cxn>
                <a:cxn ang="0">
                  <a:pos x="30" y="0"/>
                </a:cxn>
                <a:cxn ang="0">
                  <a:pos x="0" y="12"/>
                </a:cxn>
                <a:cxn ang="0">
                  <a:pos x="0" y="12"/>
                </a:cxn>
                <a:cxn ang="0">
                  <a:pos x="0" y="12"/>
                </a:cxn>
                <a:cxn ang="0">
                  <a:pos x="0" y="12"/>
                </a:cxn>
                <a:cxn ang="0">
                  <a:pos x="0" y="12"/>
                </a:cxn>
              </a:cxnLst>
              <a:rect l="txL" t="txT" r="txR" b="txB"/>
              <a:pathLst>
                <a:path w="30" h="12">
                  <a:moveTo>
                    <a:pt x="0" y="12"/>
                  </a:moveTo>
                  <a:lnTo>
                    <a:pt x="30" y="0"/>
                  </a:lnTo>
                  <a:lnTo>
                    <a:pt x="0" y="12"/>
                  </a:lnTo>
                  <a:close/>
                  <a:moveTo>
                    <a:pt x="0" y="12"/>
                  </a:moveTo>
                  <a:lnTo>
                    <a:pt x="0" y="1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3" name="Freeform 76"/>
            <p:cNvSpPr>
              <a:spLocks noEditPoints="1"/>
            </p:cNvSpPr>
            <p:nvPr/>
          </p:nvSpPr>
          <p:spPr>
            <a:xfrm>
              <a:off x="1593" y="2195"/>
              <a:ext cx="30" cy="18"/>
            </a:xfrm>
            <a:custGeom>
              <a:avLst/>
              <a:gdLst>
                <a:gd name="txL" fmla="*/ 0 w 30"/>
                <a:gd name="txT" fmla="*/ 0 h 18"/>
                <a:gd name="txR" fmla="*/ 30 w 30"/>
                <a:gd name="txB" fmla="*/ 18 h 18"/>
              </a:gdLst>
              <a:ahLst/>
              <a:cxnLst>
                <a:cxn ang="0">
                  <a:pos x="30" y="18"/>
                </a:cxn>
                <a:cxn ang="0">
                  <a:pos x="0" y="0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</a:cxnLst>
              <a:rect l="txL" t="txT" r="txR" b="txB"/>
              <a:pathLst>
                <a:path w="30" h="18">
                  <a:moveTo>
                    <a:pt x="30" y="18"/>
                  </a:moveTo>
                  <a:lnTo>
                    <a:pt x="0" y="0"/>
                  </a:lnTo>
                  <a:lnTo>
                    <a:pt x="30" y="18"/>
                  </a:lnTo>
                  <a:close/>
                  <a:moveTo>
                    <a:pt x="30" y="18"/>
                  </a:moveTo>
                  <a:lnTo>
                    <a:pt x="3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4" name="Freeform 77"/>
            <p:cNvSpPr>
              <a:spLocks noEditPoints="1"/>
            </p:cNvSpPr>
            <p:nvPr/>
          </p:nvSpPr>
          <p:spPr>
            <a:xfrm>
              <a:off x="1558" y="2177"/>
              <a:ext cx="35" cy="18"/>
            </a:xfrm>
            <a:custGeom>
              <a:avLst/>
              <a:gdLst>
                <a:gd name="txL" fmla="*/ 0 w 35"/>
                <a:gd name="txT" fmla="*/ 0 h 18"/>
                <a:gd name="txR" fmla="*/ 35 w 35"/>
                <a:gd name="txB" fmla="*/ 18 h 18"/>
              </a:gdLst>
              <a:ahLst/>
              <a:cxnLst>
                <a:cxn ang="0">
                  <a:pos x="35" y="18"/>
                </a:cxn>
                <a:cxn ang="0">
                  <a:pos x="0" y="0"/>
                </a:cxn>
                <a:cxn ang="0">
                  <a:pos x="35" y="18"/>
                </a:cxn>
                <a:cxn ang="0">
                  <a:pos x="35" y="18"/>
                </a:cxn>
                <a:cxn ang="0">
                  <a:pos x="35" y="18"/>
                </a:cxn>
                <a:cxn ang="0">
                  <a:pos x="35" y="18"/>
                </a:cxn>
                <a:cxn ang="0">
                  <a:pos x="35" y="18"/>
                </a:cxn>
              </a:cxnLst>
              <a:rect l="txL" t="txT" r="txR" b="txB"/>
              <a:pathLst>
                <a:path w="35" h="18">
                  <a:moveTo>
                    <a:pt x="35" y="18"/>
                  </a:moveTo>
                  <a:lnTo>
                    <a:pt x="0" y="0"/>
                  </a:lnTo>
                  <a:lnTo>
                    <a:pt x="35" y="18"/>
                  </a:lnTo>
                  <a:close/>
                  <a:moveTo>
                    <a:pt x="35" y="18"/>
                  </a:moveTo>
                  <a:lnTo>
                    <a:pt x="35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5" name="Freeform 78"/>
            <p:cNvSpPr>
              <a:spLocks noEditPoints="1"/>
            </p:cNvSpPr>
            <p:nvPr/>
          </p:nvSpPr>
          <p:spPr>
            <a:xfrm>
              <a:off x="1558" y="2160"/>
              <a:ext cx="35" cy="17"/>
            </a:xfrm>
            <a:custGeom>
              <a:avLst/>
              <a:gdLst>
                <a:gd name="txL" fmla="*/ 0 w 35"/>
                <a:gd name="txT" fmla="*/ 0 h 17"/>
                <a:gd name="txR" fmla="*/ 35 w 35"/>
                <a:gd name="txB" fmla="*/ 17 h 17"/>
              </a:gdLst>
              <a:ahLst/>
              <a:cxnLst>
                <a:cxn ang="0">
                  <a:pos x="0" y="17"/>
                </a:cxn>
                <a:cxn ang="0">
                  <a:pos x="35" y="0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0" y="17"/>
                </a:cxn>
              </a:cxnLst>
              <a:rect l="txL" t="txT" r="txR" b="txB"/>
              <a:pathLst>
                <a:path w="35" h="17">
                  <a:moveTo>
                    <a:pt x="0" y="17"/>
                  </a:moveTo>
                  <a:lnTo>
                    <a:pt x="35" y="0"/>
                  </a:lnTo>
                  <a:lnTo>
                    <a:pt x="0" y="17"/>
                  </a:lnTo>
                  <a:close/>
                  <a:moveTo>
                    <a:pt x="0" y="17"/>
                  </a:moveTo>
                  <a:lnTo>
                    <a:pt x="0" y="1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6" name="Freeform 79"/>
            <p:cNvSpPr>
              <a:spLocks noEditPoints="1"/>
            </p:cNvSpPr>
            <p:nvPr/>
          </p:nvSpPr>
          <p:spPr>
            <a:xfrm>
              <a:off x="1593" y="2142"/>
              <a:ext cx="30" cy="18"/>
            </a:xfrm>
            <a:custGeom>
              <a:avLst/>
              <a:gdLst>
                <a:gd name="txL" fmla="*/ 0 w 30"/>
                <a:gd name="txT" fmla="*/ 0 h 18"/>
                <a:gd name="txR" fmla="*/ 30 w 30"/>
                <a:gd name="txB" fmla="*/ 18 h 18"/>
              </a:gdLst>
              <a:ahLst/>
              <a:cxnLst>
                <a:cxn ang="0">
                  <a:pos x="0" y="18"/>
                </a:cxn>
                <a:cxn ang="0">
                  <a:pos x="30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</a:cxnLst>
              <a:rect l="txL" t="txT" r="txR" b="txB"/>
              <a:pathLst>
                <a:path w="30" h="18">
                  <a:moveTo>
                    <a:pt x="0" y="18"/>
                  </a:moveTo>
                  <a:lnTo>
                    <a:pt x="30" y="0"/>
                  </a:lnTo>
                  <a:lnTo>
                    <a:pt x="0" y="18"/>
                  </a:lnTo>
                  <a:close/>
                  <a:moveTo>
                    <a:pt x="0" y="18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7" name="Freeform 80"/>
            <p:cNvSpPr>
              <a:spLocks noEditPoints="1"/>
            </p:cNvSpPr>
            <p:nvPr/>
          </p:nvSpPr>
          <p:spPr>
            <a:xfrm>
              <a:off x="1588" y="2124"/>
              <a:ext cx="35" cy="18"/>
            </a:xfrm>
            <a:custGeom>
              <a:avLst/>
              <a:gdLst>
                <a:gd name="txL" fmla="*/ 0 w 35"/>
                <a:gd name="txT" fmla="*/ 0 h 18"/>
                <a:gd name="txR" fmla="*/ 35 w 35"/>
                <a:gd name="txB" fmla="*/ 18 h 18"/>
              </a:gdLst>
              <a:ahLst/>
              <a:cxnLst>
                <a:cxn ang="0">
                  <a:pos x="35" y="18"/>
                </a:cxn>
                <a:cxn ang="0">
                  <a:pos x="0" y="0"/>
                </a:cxn>
                <a:cxn ang="0">
                  <a:pos x="35" y="18"/>
                </a:cxn>
                <a:cxn ang="0">
                  <a:pos x="35" y="18"/>
                </a:cxn>
                <a:cxn ang="0">
                  <a:pos x="35" y="18"/>
                </a:cxn>
                <a:cxn ang="0">
                  <a:pos x="35" y="18"/>
                </a:cxn>
                <a:cxn ang="0">
                  <a:pos x="35" y="18"/>
                </a:cxn>
              </a:cxnLst>
              <a:rect l="txL" t="txT" r="txR" b="txB"/>
              <a:pathLst>
                <a:path w="35" h="18">
                  <a:moveTo>
                    <a:pt x="35" y="18"/>
                  </a:moveTo>
                  <a:lnTo>
                    <a:pt x="0" y="0"/>
                  </a:lnTo>
                  <a:lnTo>
                    <a:pt x="35" y="18"/>
                  </a:lnTo>
                  <a:close/>
                  <a:moveTo>
                    <a:pt x="35" y="18"/>
                  </a:moveTo>
                  <a:lnTo>
                    <a:pt x="35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8" name="Freeform 81"/>
            <p:cNvSpPr/>
            <p:nvPr/>
          </p:nvSpPr>
          <p:spPr>
            <a:xfrm>
              <a:off x="1043" y="1765"/>
              <a:ext cx="210" cy="36"/>
            </a:xfrm>
            <a:custGeom>
              <a:avLst/>
              <a:gdLst>
                <a:gd name="txL" fmla="*/ 0 w 210"/>
                <a:gd name="txT" fmla="*/ 0 h 36"/>
                <a:gd name="txR" fmla="*/ 210 w 210"/>
                <a:gd name="txB" fmla="*/ 36 h 36"/>
              </a:gdLst>
              <a:ahLst/>
              <a:cxnLst>
                <a:cxn ang="0">
                  <a:pos x="0" y="36"/>
                </a:cxn>
                <a:cxn ang="0">
                  <a:pos x="0" y="0"/>
                </a:cxn>
                <a:cxn ang="0">
                  <a:pos x="210" y="0"/>
                </a:cxn>
                <a:cxn ang="0">
                  <a:pos x="210" y="36"/>
                </a:cxn>
                <a:cxn ang="0">
                  <a:pos x="0" y="36"/>
                </a:cxn>
                <a:cxn ang="0">
                  <a:pos x="0" y="36"/>
                </a:cxn>
              </a:cxnLst>
              <a:rect l="txL" t="txT" r="txR" b="txB"/>
              <a:pathLst>
                <a:path w="210" h="36">
                  <a:moveTo>
                    <a:pt x="0" y="36"/>
                  </a:moveTo>
                  <a:lnTo>
                    <a:pt x="0" y="0"/>
                  </a:lnTo>
                  <a:lnTo>
                    <a:pt x="210" y="0"/>
                  </a:lnTo>
                  <a:lnTo>
                    <a:pt x="210" y="36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9" name="Freeform 82"/>
            <p:cNvSpPr/>
            <p:nvPr/>
          </p:nvSpPr>
          <p:spPr>
            <a:xfrm>
              <a:off x="1241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0" name="Freeform 83"/>
            <p:cNvSpPr>
              <a:spLocks noEditPoints="1"/>
            </p:cNvSpPr>
            <p:nvPr/>
          </p:nvSpPr>
          <p:spPr>
            <a:xfrm>
              <a:off x="1229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1" name="Freeform 84"/>
            <p:cNvSpPr>
              <a:spLocks noEditPoints="1"/>
            </p:cNvSpPr>
            <p:nvPr/>
          </p:nvSpPr>
          <p:spPr>
            <a:xfrm>
              <a:off x="1217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41"/>
                </a:cxn>
                <a:cxn ang="0">
                  <a:pos x="0" y="0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</a:cxnLst>
              <a:rect l="txL" t="txT" r="txR" b="txB"/>
              <a:pathLst>
                <a:path w="12" h="41">
                  <a:moveTo>
                    <a:pt x="12" y="41"/>
                  </a:moveTo>
                  <a:lnTo>
                    <a:pt x="0" y="0"/>
                  </a:lnTo>
                  <a:lnTo>
                    <a:pt x="12" y="41"/>
                  </a:lnTo>
                  <a:close/>
                  <a:moveTo>
                    <a:pt x="12" y="41"/>
                  </a:moveTo>
                  <a:lnTo>
                    <a:pt x="12" y="4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2" name="Freeform 85"/>
            <p:cNvSpPr>
              <a:spLocks noEditPoints="1"/>
            </p:cNvSpPr>
            <p:nvPr/>
          </p:nvSpPr>
          <p:spPr>
            <a:xfrm>
              <a:off x="1205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0"/>
                </a:cxn>
                <a:cxn ang="0">
                  <a:pos x="0" y="41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1">
                  <a:moveTo>
                    <a:pt x="12" y="0"/>
                  </a:moveTo>
                  <a:lnTo>
                    <a:pt x="0" y="41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3" name="Freeform 86"/>
            <p:cNvSpPr>
              <a:spLocks noEditPoints="1"/>
            </p:cNvSpPr>
            <p:nvPr/>
          </p:nvSpPr>
          <p:spPr>
            <a:xfrm>
              <a:off x="1199" y="1783"/>
              <a:ext cx="6" cy="1"/>
            </a:xfrm>
            <a:custGeom>
              <a:avLst/>
              <a:gdLst>
                <a:gd name="txL" fmla="*/ 0 w 6"/>
                <a:gd name="txT" fmla="*/ 0 h 1"/>
                <a:gd name="txR" fmla="*/ 6 w 6"/>
                <a:gd name="txB" fmla="*/ 1 h 1"/>
              </a:gdLst>
              <a:ahLst/>
              <a:cxnLst>
                <a:cxn ang="0">
                  <a:pos x="6" y="0"/>
                </a:cxn>
                <a:cxn ang="0">
                  <a:pos x="0" y="0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6" y="0"/>
                </a:cxn>
              </a:cxnLst>
              <a:rect l="txL" t="txT" r="txR" b="txB"/>
              <a:pathLst>
                <a:path w="6" h="1">
                  <a:moveTo>
                    <a:pt x="6" y="0"/>
                  </a:moveTo>
                  <a:lnTo>
                    <a:pt x="0" y="0"/>
                  </a:lnTo>
                  <a:lnTo>
                    <a:pt x="6" y="0"/>
                  </a:lnTo>
                  <a:close/>
                  <a:moveTo>
                    <a:pt x="6" y="0"/>
                  </a:moveTo>
                  <a:lnTo>
                    <a:pt x="6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4" name="Freeform 87"/>
            <p:cNvSpPr>
              <a:spLocks noEditPoints="1"/>
            </p:cNvSpPr>
            <p:nvPr/>
          </p:nvSpPr>
          <p:spPr>
            <a:xfrm>
              <a:off x="1187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5" name="Freeform 88"/>
            <p:cNvSpPr>
              <a:spLocks noEditPoints="1"/>
            </p:cNvSpPr>
            <p:nvPr/>
          </p:nvSpPr>
          <p:spPr>
            <a:xfrm>
              <a:off x="1175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6" name="Freeform 89"/>
            <p:cNvSpPr>
              <a:spLocks noEditPoints="1"/>
            </p:cNvSpPr>
            <p:nvPr/>
          </p:nvSpPr>
          <p:spPr>
            <a:xfrm>
              <a:off x="1163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41"/>
                </a:cxn>
                <a:cxn ang="0">
                  <a:pos x="0" y="0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</a:cxnLst>
              <a:rect l="txL" t="txT" r="txR" b="txB"/>
              <a:pathLst>
                <a:path w="12" h="41">
                  <a:moveTo>
                    <a:pt x="12" y="41"/>
                  </a:moveTo>
                  <a:lnTo>
                    <a:pt x="0" y="0"/>
                  </a:lnTo>
                  <a:lnTo>
                    <a:pt x="12" y="41"/>
                  </a:lnTo>
                  <a:close/>
                  <a:moveTo>
                    <a:pt x="12" y="41"/>
                  </a:moveTo>
                  <a:lnTo>
                    <a:pt x="12" y="4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7" name="Freeform 90"/>
            <p:cNvSpPr>
              <a:spLocks noEditPoints="1"/>
            </p:cNvSpPr>
            <p:nvPr/>
          </p:nvSpPr>
          <p:spPr>
            <a:xfrm>
              <a:off x="1151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0"/>
                </a:cxn>
                <a:cxn ang="0">
                  <a:pos x="0" y="41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1">
                  <a:moveTo>
                    <a:pt x="12" y="0"/>
                  </a:moveTo>
                  <a:lnTo>
                    <a:pt x="0" y="41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8" name="Freeform 91"/>
            <p:cNvSpPr>
              <a:spLocks noEditPoints="1"/>
            </p:cNvSpPr>
            <p:nvPr/>
          </p:nvSpPr>
          <p:spPr>
            <a:xfrm>
              <a:off x="1133" y="1783"/>
              <a:ext cx="18" cy="42"/>
            </a:xfrm>
            <a:custGeom>
              <a:avLst/>
              <a:gdLst>
                <a:gd name="txL" fmla="*/ 0 w 18"/>
                <a:gd name="txT" fmla="*/ 0 h 42"/>
                <a:gd name="txR" fmla="*/ 18 w 18"/>
                <a:gd name="txB" fmla="*/ 42 h 42"/>
              </a:gdLst>
              <a:ahLst/>
              <a:cxnLst>
                <a:cxn ang="0">
                  <a:pos x="18" y="0"/>
                </a:cxn>
                <a:cxn ang="0">
                  <a:pos x="0" y="42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</a:cxnLst>
              <a:rect l="txL" t="txT" r="txR" b="txB"/>
              <a:pathLst>
                <a:path w="18" h="42">
                  <a:moveTo>
                    <a:pt x="18" y="0"/>
                  </a:moveTo>
                  <a:lnTo>
                    <a:pt x="0" y="42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9" name="Freeform 92"/>
            <p:cNvSpPr>
              <a:spLocks noEditPoints="1"/>
            </p:cNvSpPr>
            <p:nvPr/>
          </p:nvSpPr>
          <p:spPr>
            <a:xfrm>
              <a:off x="1121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0" name="Freeform 93"/>
            <p:cNvSpPr>
              <a:spLocks noEditPoints="1"/>
            </p:cNvSpPr>
            <p:nvPr/>
          </p:nvSpPr>
          <p:spPr>
            <a:xfrm>
              <a:off x="1109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41"/>
                </a:cxn>
                <a:cxn ang="0">
                  <a:pos x="0" y="0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</a:cxnLst>
              <a:rect l="txL" t="txT" r="txR" b="txB"/>
              <a:pathLst>
                <a:path w="12" h="41">
                  <a:moveTo>
                    <a:pt x="12" y="41"/>
                  </a:moveTo>
                  <a:lnTo>
                    <a:pt x="0" y="0"/>
                  </a:lnTo>
                  <a:lnTo>
                    <a:pt x="12" y="41"/>
                  </a:lnTo>
                  <a:close/>
                  <a:moveTo>
                    <a:pt x="12" y="41"/>
                  </a:moveTo>
                  <a:lnTo>
                    <a:pt x="12" y="4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1" name="Freeform 94"/>
            <p:cNvSpPr>
              <a:spLocks noEditPoints="1"/>
            </p:cNvSpPr>
            <p:nvPr/>
          </p:nvSpPr>
          <p:spPr>
            <a:xfrm>
              <a:off x="1097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0"/>
                </a:cxn>
                <a:cxn ang="0">
                  <a:pos x="0" y="41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1">
                  <a:moveTo>
                    <a:pt x="12" y="0"/>
                  </a:moveTo>
                  <a:lnTo>
                    <a:pt x="0" y="41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2" name="Freeform 95"/>
            <p:cNvSpPr>
              <a:spLocks noEditPoints="1"/>
            </p:cNvSpPr>
            <p:nvPr/>
          </p:nvSpPr>
          <p:spPr>
            <a:xfrm>
              <a:off x="1085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3" name="Freeform 96"/>
            <p:cNvSpPr>
              <a:spLocks noEditPoints="1"/>
            </p:cNvSpPr>
            <p:nvPr/>
          </p:nvSpPr>
          <p:spPr>
            <a:xfrm>
              <a:off x="1067" y="1783"/>
              <a:ext cx="18" cy="42"/>
            </a:xfrm>
            <a:custGeom>
              <a:avLst/>
              <a:gdLst>
                <a:gd name="txL" fmla="*/ 0 w 18"/>
                <a:gd name="txT" fmla="*/ 0 h 42"/>
                <a:gd name="txR" fmla="*/ 18 w 18"/>
                <a:gd name="txB" fmla="*/ 42 h 42"/>
              </a:gdLst>
              <a:ahLst/>
              <a:cxnLst>
                <a:cxn ang="0">
                  <a:pos x="18" y="42"/>
                </a:cxn>
                <a:cxn ang="0">
                  <a:pos x="0" y="0"/>
                </a:cxn>
                <a:cxn ang="0">
                  <a:pos x="18" y="42"/>
                </a:cxn>
                <a:cxn ang="0">
                  <a:pos x="18" y="42"/>
                </a:cxn>
                <a:cxn ang="0">
                  <a:pos x="18" y="42"/>
                </a:cxn>
                <a:cxn ang="0">
                  <a:pos x="18" y="42"/>
                </a:cxn>
                <a:cxn ang="0">
                  <a:pos x="18" y="42"/>
                </a:cxn>
              </a:cxnLst>
              <a:rect l="txL" t="txT" r="txR" b="txB"/>
              <a:pathLst>
                <a:path w="18" h="42">
                  <a:moveTo>
                    <a:pt x="18" y="42"/>
                  </a:moveTo>
                  <a:lnTo>
                    <a:pt x="0" y="0"/>
                  </a:lnTo>
                  <a:lnTo>
                    <a:pt x="18" y="42"/>
                  </a:lnTo>
                  <a:close/>
                  <a:moveTo>
                    <a:pt x="18" y="42"/>
                  </a:moveTo>
                  <a:lnTo>
                    <a:pt x="18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4" name="Freeform 97"/>
            <p:cNvSpPr>
              <a:spLocks noEditPoints="1"/>
            </p:cNvSpPr>
            <p:nvPr/>
          </p:nvSpPr>
          <p:spPr>
            <a:xfrm>
              <a:off x="1055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41"/>
                </a:cxn>
                <a:cxn ang="0">
                  <a:pos x="0" y="0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</a:cxnLst>
              <a:rect l="txL" t="txT" r="txR" b="txB"/>
              <a:pathLst>
                <a:path w="12" h="41">
                  <a:moveTo>
                    <a:pt x="12" y="41"/>
                  </a:moveTo>
                  <a:lnTo>
                    <a:pt x="0" y="0"/>
                  </a:lnTo>
                  <a:lnTo>
                    <a:pt x="12" y="41"/>
                  </a:lnTo>
                  <a:close/>
                  <a:moveTo>
                    <a:pt x="12" y="41"/>
                  </a:moveTo>
                  <a:lnTo>
                    <a:pt x="12" y="4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5" name="Freeform 98"/>
            <p:cNvSpPr>
              <a:spLocks noEditPoints="1"/>
            </p:cNvSpPr>
            <p:nvPr/>
          </p:nvSpPr>
          <p:spPr>
            <a:xfrm>
              <a:off x="1043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0"/>
                </a:cxn>
                <a:cxn ang="0">
                  <a:pos x="0" y="41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1">
                  <a:moveTo>
                    <a:pt x="12" y="0"/>
                  </a:moveTo>
                  <a:lnTo>
                    <a:pt x="0" y="41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6" name="Freeform 99"/>
            <p:cNvSpPr/>
            <p:nvPr/>
          </p:nvSpPr>
          <p:spPr>
            <a:xfrm>
              <a:off x="1922" y="1765"/>
              <a:ext cx="210" cy="36"/>
            </a:xfrm>
            <a:custGeom>
              <a:avLst/>
              <a:gdLst>
                <a:gd name="txL" fmla="*/ 0 w 210"/>
                <a:gd name="txT" fmla="*/ 0 h 36"/>
                <a:gd name="txR" fmla="*/ 210 w 210"/>
                <a:gd name="txB" fmla="*/ 36 h 36"/>
              </a:gdLst>
              <a:ahLst/>
              <a:cxnLst>
                <a:cxn ang="0">
                  <a:pos x="0" y="36"/>
                </a:cxn>
                <a:cxn ang="0">
                  <a:pos x="0" y="0"/>
                </a:cxn>
                <a:cxn ang="0">
                  <a:pos x="210" y="0"/>
                </a:cxn>
                <a:cxn ang="0">
                  <a:pos x="210" y="36"/>
                </a:cxn>
                <a:cxn ang="0">
                  <a:pos x="0" y="36"/>
                </a:cxn>
                <a:cxn ang="0">
                  <a:pos x="0" y="36"/>
                </a:cxn>
              </a:cxnLst>
              <a:rect l="txL" t="txT" r="txR" b="txB"/>
              <a:pathLst>
                <a:path w="210" h="36">
                  <a:moveTo>
                    <a:pt x="0" y="36"/>
                  </a:moveTo>
                  <a:lnTo>
                    <a:pt x="0" y="0"/>
                  </a:lnTo>
                  <a:lnTo>
                    <a:pt x="210" y="0"/>
                  </a:lnTo>
                  <a:lnTo>
                    <a:pt x="210" y="36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7" name="Freeform 100"/>
            <p:cNvSpPr/>
            <p:nvPr/>
          </p:nvSpPr>
          <p:spPr>
            <a:xfrm>
              <a:off x="2120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8" name="Freeform 101"/>
            <p:cNvSpPr>
              <a:spLocks noEditPoints="1"/>
            </p:cNvSpPr>
            <p:nvPr/>
          </p:nvSpPr>
          <p:spPr>
            <a:xfrm>
              <a:off x="2108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9" name="Freeform 102"/>
            <p:cNvSpPr>
              <a:spLocks noEditPoints="1"/>
            </p:cNvSpPr>
            <p:nvPr/>
          </p:nvSpPr>
          <p:spPr>
            <a:xfrm>
              <a:off x="2090" y="1742"/>
              <a:ext cx="18" cy="41"/>
            </a:xfrm>
            <a:custGeom>
              <a:avLst/>
              <a:gdLst>
                <a:gd name="txL" fmla="*/ 0 w 18"/>
                <a:gd name="txT" fmla="*/ 0 h 41"/>
                <a:gd name="txR" fmla="*/ 18 w 18"/>
                <a:gd name="txB" fmla="*/ 41 h 41"/>
              </a:gdLst>
              <a:ahLst/>
              <a:cxnLst>
                <a:cxn ang="0">
                  <a:pos x="18" y="41"/>
                </a:cxn>
                <a:cxn ang="0">
                  <a:pos x="0" y="0"/>
                </a:cxn>
                <a:cxn ang="0">
                  <a:pos x="18" y="41"/>
                </a:cxn>
                <a:cxn ang="0">
                  <a:pos x="18" y="41"/>
                </a:cxn>
                <a:cxn ang="0">
                  <a:pos x="18" y="41"/>
                </a:cxn>
                <a:cxn ang="0">
                  <a:pos x="18" y="41"/>
                </a:cxn>
                <a:cxn ang="0">
                  <a:pos x="18" y="41"/>
                </a:cxn>
              </a:cxnLst>
              <a:rect l="txL" t="txT" r="txR" b="txB"/>
              <a:pathLst>
                <a:path w="18" h="41">
                  <a:moveTo>
                    <a:pt x="18" y="41"/>
                  </a:moveTo>
                  <a:lnTo>
                    <a:pt x="0" y="0"/>
                  </a:lnTo>
                  <a:lnTo>
                    <a:pt x="18" y="41"/>
                  </a:lnTo>
                  <a:close/>
                  <a:moveTo>
                    <a:pt x="18" y="41"/>
                  </a:moveTo>
                  <a:lnTo>
                    <a:pt x="18" y="4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80" name="Freeform 103"/>
            <p:cNvSpPr>
              <a:spLocks noEditPoints="1"/>
            </p:cNvSpPr>
            <p:nvPr/>
          </p:nvSpPr>
          <p:spPr>
            <a:xfrm>
              <a:off x="2078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0"/>
                </a:cxn>
                <a:cxn ang="0">
                  <a:pos x="0" y="41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1">
                  <a:moveTo>
                    <a:pt x="12" y="0"/>
                  </a:moveTo>
                  <a:lnTo>
                    <a:pt x="0" y="41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81" name="Freeform 104"/>
            <p:cNvSpPr>
              <a:spLocks noEditPoints="1"/>
            </p:cNvSpPr>
            <p:nvPr/>
          </p:nvSpPr>
          <p:spPr>
            <a:xfrm>
              <a:off x="2078" y="1783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82" name="Freeform 105"/>
            <p:cNvSpPr>
              <a:spLocks noEditPoints="1"/>
            </p:cNvSpPr>
            <p:nvPr/>
          </p:nvSpPr>
          <p:spPr>
            <a:xfrm>
              <a:off x="2066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83" name="Freeform 106"/>
            <p:cNvSpPr>
              <a:spLocks noEditPoints="1"/>
            </p:cNvSpPr>
            <p:nvPr/>
          </p:nvSpPr>
          <p:spPr>
            <a:xfrm>
              <a:off x="2054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84" name="Freeform 107"/>
            <p:cNvSpPr>
              <a:spLocks noEditPoints="1"/>
            </p:cNvSpPr>
            <p:nvPr/>
          </p:nvSpPr>
          <p:spPr>
            <a:xfrm>
              <a:off x="2042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41"/>
                </a:cxn>
                <a:cxn ang="0">
                  <a:pos x="0" y="0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</a:cxnLst>
              <a:rect l="txL" t="txT" r="txR" b="txB"/>
              <a:pathLst>
                <a:path w="12" h="41">
                  <a:moveTo>
                    <a:pt x="12" y="41"/>
                  </a:moveTo>
                  <a:lnTo>
                    <a:pt x="0" y="0"/>
                  </a:lnTo>
                  <a:lnTo>
                    <a:pt x="12" y="41"/>
                  </a:lnTo>
                  <a:close/>
                  <a:moveTo>
                    <a:pt x="12" y="41"/>
                  </a:moveTo>
                  <a:lnTo>
                    <a:pt x="12" y="4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85" name="Freeform 108"/>
            <p:cNvSpPr>
              <a:spLocks noEditPoints="1"/>
            </p:cNvSpPr>
            <p:nvPr/>
          </p:nvSpPr>
          <p:spPr>
            <a:xfrm>
              <a:off x="2024" y="1742"/>
              <a:ext cx="18" cy="41"/>
            </a:xfrm>
            <a:custGeom>
              <a:avLst/>
              <a:gdLst>
                <a:gd name="txL" fmla="*/ 0 w 18"/>
                <a:gd name="txT" fmla="*/ 0 h 41"/>
                <a:gd name="txR" fmla="*/ 18 w 18"/>
                <a:gd name="txB" fmla="*/ 41 h 41"/>
              </a:gdLst>
              <a:ahLst/>
              <a:cxnLst>
                <a:cxn ang="0">
                  <a:pos x="18" y="0"/>
                </a:cxn>
                <a:cxn ang="0">
                  <a:pos x="0" y="41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</a:cxnLst>
              <a:rect l="txL" t="txT" r="txR" b="txB"/>
              <a:pathLst>
                <a:path w="18" h="41">
                  <a:moveTo>
                    <a:pt x="18" y="0"/>
                  </a:moveTo>
                  <a:lnTo>
                    <a:pt x="0" y="41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86" name="Freeform 109"/>
            <p:cNvSpPr>
              <a:spLocks noEditPoints="1"/>
            </p:cNvSpPr>
            <p:nvPr/>
          </p:nvSpPr>
          <p:spPr>
            <a:xfrm>
              <a:off x="2012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87" name="Freeform 110"/>
            <p:cNvSpPr>
              <a:spLocks noEditPoints="1"/>
            </p:cNvSpPr>
            <p:nvPr/>
          </p:nvSpPr>
          <p:spPr>
            <a:xfrm>
              <a:off x="2000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88" name="Freeform 111"/>
            <p:cNvSpPr>
              <a:spLocks noEditPoints="1"/>
            </p:cNvSpPr>
            <p:nvPr/>
          </p:nvSpPr>
          <p:spPr>
            <a:xfrm>
              <a:off x="1988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41"/>
                </a:cxn>
                <a:cxn ang="0">
                  <a:pos x="0" y="0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</a:cxnLst>
              <a:rect l="txL" t="txT" r="txR" b="txB"/>
              <a:pathLst>
                <a:path w="12" h="41">
                  <a:moveTo>
                    <a:pt x="12" y="41"/>
                  </a:moveTo>
                  <a:lnTo>
                    <a:pt x="0" y="0"/>
                  </a:lnTo>
                  <a:lnTo>
                    <a:pt x="12" y="41"/>
                  </a:lnTo>
                  <a:close/>
                  <a:moveTo>
                    <a:pt x="12" y="41"/>
                  </a:moveTo>
                  <a:lnTo>
                    <a:pt x="12" y="4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89" name="Freeform 112"/>
            <p:cNvSpPr>
              <a:spLocks noEditPoints="1"/>
            </p:cNvSpPr>
            <p:nvPr/>
          </p:nvSpPr>
          <p:spPr>
            <a:xfrm>
              <a:off x="1976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0"/>
                </a:cxn>
                <a:cxn ang="0">
                  <a:pos x="0" y="41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1">
                  <a:moveTo>
                    <a:pt x="12" y="0"/>
                  </a:moveTo>
                  <a:lnTo>
                    <a:pt x="0" y="41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90" name="Freeform 113"/>
            <p:cNvSpPr>
              <a:spLocks noEditPoints="1"/>
            </p:cNvSpPr>
            <p:nvPr/>
          </p:nvSpPr>
          <p:spPr>
            <a:xfrm>
              <a:off x="1958" y="1783"/>
              <a:ext cx="18" cy="42"/>
            </a:xfrm>
            <a:custGeom>
              <a:avLst/>
              <a:gdLst>
                <a:gd name="txL" fmla="*/ 0 w 18"/>
                <a:gd name="txT" fmla="*/ 0 h 42"/>
                <a:gd name="txR" fmla="*/ 18 w 18"/>
                <a:gd name="txB" fmla="*/ 42 h 42"/>
              </a:gdLst>
              <a:ahLst/>
              <a:cxnLst>
                <a:cxn ang="0">
                  <a:pos x="18" y="0"/>
                </a:cxn>
                <a:cxn ang="0">
                  <a:pos x="0" y="42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</a:cxnLst>
              <a:rect l="txL" t="txT" r="txR" b="txB"/>
              <a:pathLst>
                <a:path w="18" h="42">
                  <a:moveTo>
                    <a:pt x="18" y="0"/>
                  </a:moveTo>
                  <a:lnTo>
                    <a:pt x="0" y="42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91" name="Freeform 114"/>
            <p:cNvSpPr>
              <a:spLocks noEditPoints="1"/>
            </p:cNvSpPr>
            <p:nvPr/>
          </p:nvSpPr>
          <p:spPr>
            <a:xfrm>
              <a:off x="1946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92" name="Freeform 115"/>
            <p:cNvSpPr>
              <a:spLocks noEditPoints="1"/>
            </p:cNvSpPr>
            <p:nvPr/>
          </p:nvSpPr>
          <p:spPr>
            <a:xfrm>
              <a:off x="1934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41"/>
                </a:cxn>
                <a:cxn ang="0">
                  <a:pos x="0" y="0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</a:cxnLst>
              <a:rect l="txL" t="txT" r="txR" b="txB"/>
              <a:pathLst>
                <a:path w="12" h="41">
                  <a:moveTo>
                    <a:pt x="12" y="41"/>
                  </a:moveTo>
                  <a:lnTo>
                    <a:pt x="0" y="0"/>
                  </a:lnTo>
                  <a:lnTo>
                    <a:pt x="12" y="41"/>
                  </a:lnTo>
                  <a:close/>
                  <a:moveTo>
                    <a:pt x="12" y="41"/>
                  </a:moveTo>
                  <a:lnTo>
                    <a:pt x="12" y="4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93" name="Freeform 116"/>
            <p:cNvSpPr>
              <a:spLocks noEditPoints="1"/>
            </p:cNvSpPr>
            <p:nvPr/>
          </p:nvSpPr>
          <p:spPr>
            <a:xfrm>
              <a:off x="1916" y="1742"/>
              <a:ext cx="18" cy="41"/>
            </a:xfrm>
            <a:custGeom>
              <a:avLst/>
              <a:gdLst>
                <a:gd name="txL" fmla="*/ 0 w 18"/>
                <a:gd name="txT" fmla="*/ 0 h 41"/>
                <a:gd name="txR" fmla="*/ 18 w 18"/>
                <a:gd name="txB" fmla="*/ 41 h 41"/>
              </a:gdLst>
              <a:ahLst/>
              <a:cxnLst>
                <a:cxn ang="0">
                  <a:pos x="18" y="0"/>
                </a:cxn>
                <a:cxn ang="0">
                  <a:pos x="0" y="41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</a:cxnLst>
              <a:rect l="txL" t="txT" r="txR" b="txB"/>
              <a:pathLst>
                <a:path w="18" h="41">
                  <a:moveTo>
                    <a:pt x="18" y="0"/>
                  </a:moveTo>
                  <a:lnTo>
                    <a:pt x="0" y="41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94" name="Freeform 117"/>
            <p:cNvSpPr/>
            <p:nvPr/>
          </p:nvSpPr>
          <p:spPr>
            <a:xfrm>
              <a:off x="1486" y="1276"/>
              <a:ext cx="209" cy="36"/>
            </a:xfrm>
            <a:custGeom>
              <a:avLst/>
              <a:gdLst>
                <a:gd name="txL" fmla="*/ 0 w 209"/>
                <a:gd name="txT" fmla="*/ 0 h 36"/>
                <a:gd name="txR" fmla="*/ 209 w 209"/>
                <a:gd name="txB" fmla="*/ 36 h 36"/>
              </a:gdLst>
              <a:ahLst/>
              <a:cxnLst>
                <a:cxn ang="0">
                  <a:pos x="0" y="36"/>
                </a:cxn>
                <a:cxn ang="0">
                  <a:pos x="0" y="0"/>
                </a:cxn>
                <a:cxn ang="0">
                  <a:pos x="209" y="0"/>
                </a:cxn>
                <a:cxn ang="0">
                  <a:pos x="209" y="36"/>
                </a:cxn>
                <a:cxn ang="0">
                  <a:pos x="0" y="36"/>
                </a:cxn>
                <a:cxn ang="0">
                  <a:pos x="0" y="36"/>
                </a:cxn>
              </a:cxnLst>
              <a:rect l="txL" t="txT" r="txR" b="txB"/>
              <a:pathLst>
                <a:path w="209" h="36">
                  <a:moveTo>
                    <a:pt x="0" y="36"/>
                  </a:moveTo>
                  <a:lnTo>
                    <a:pt x="0" y="0"/>
                  </a:lnTo>
                  <a:lnTo>
                    <a:pt x="209" y="0"/>
                  </a:lnTo>
                  <a:lnTo>
                    <a:pt x="209" y="36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95" name="Freeform 118"/>
            <p:cNvSpPr/>
            <p:nvPr/>
          </p:nvSpPr>
          <p:spPr>
            <a:xfrm>
              <a:off x="1683" y="1294"/>
              <a:ext cx="12" cy="36"/>
            </a:xfrm>
            <a:custGeom>
              <a:avLst/>
              <a:gdLst>
                <a:gd name="txL" fmla="*/ 0 w 12"/>
                <a:gd name="txT" fmla="*/ 0 h 36"/>
                <a:gd name="txR" fmla="*/ 12 w 12"/>
                <a:gd name="txB" fmla="*/ 36 h 36"/>
              </a:gdLst>
              <a:ahLst/>
              <a:cxnLst>
                <a:cxn ang="0">
                  <a:pos x="12" y="0"/>
                </a:cxn>
                <a:cxn ang="0">
                  <a:pos x="0" y="36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36">
                  <a:moveTo>
                    <a:pt x="12" y="0"/>
                  </a:moveTo>
                  <a:lnTo>
                    <a:pt x="0" y="36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96" name="Freeform 119"/>
            <p:cNvSpPr>
              <a:spLocks noEditPoints="1"/>
            </p:cNvSpPr>
            <p:nvPr/>
          </p:nvSpPr>
          <p:spPr>
            <a:xfrm>
              <a:off x="1671" y="1294"/>
              <a:ext cx="12" cy="36"/>
            </a:xfrm>
            <a:custGeom>
              <a:avLst/>
              <a:gdLst>
                <a:gd name="txL" fmla="*/ 0 w 12"/>
                <a:gd name="txT" fmla="*/ 0 h 36"/>
                <a:gd name="txR" fmla="*/ 12 w 12"/>
                <a:gd name="txB" fmla="*/ 36 h 36"/>
              </a:gdLst>
              <a:ahLst/>
              <a:cxnLst>
                <a:cxn ang="0">
                  <a:pos x="12" y="36"/>
                </a:cxn>
                <a:cxn ang="0">
                  <a:pos x="0" y="0"/>
                </a:cxn>
                <a:cxn ang="0">
                  <a:pos x="12" y="36"/>
                </a:cxn>
                <a:cxn ang="0">
                  <a:pos x="12" y="36"/>
                </a:cxn>
                <a:cxn ang="0">
                  <a:pos x="12" y="36"/>
                </a:cxn>
                <a:cxn ang="0">
                  <a:pos x="12" y="36"/>
                </a:cxn>
                <a:cxn ang="0">
                  <a:pos x="12" y="36"/>
                </a:cxn>
              </a:cxnLst>
              <a:rect l="txL" t="txT" r="txR" b="txB"/>
              <a:pathLst>
                <a:path w="12" h="36">
                  <a:moveTo>
                    <a:pt x="12" y="36"/>
                  </a:moveTo>
                  <a:lnTo>
                    <a:pt x="0" y="0"/>
                  </a:lnTo>
                  <a:lnTo>
                    <a:pt x="12" y="36"/>
                  </a:lnTo>
                  <a:close/>
                  <a:moveTo>
                    <a:pt x="12" y="36"/>
                  </a:moveTo>
                  <a:lnTo>
                    <a:pt x="12" y="36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97" name="Freeform 120"/>
            <p:cNvSpPr>
              <a:spLocks noEditPoints="1"/>
            </p:cNvSpPr>
            <p:nvPr/>
          </p:nvSpPr>
          <p:spPr>
            <a:xfrm>
              <a:off x="1659" y="1252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98" name="Freeform 121"/>
            <p:cNvSpPr>
              <a:spLocks noEditPoints="1"/>
            </p:cNvSpPr>
            <p:nvPr/>
          </p:nvSpPr>
          <p:spPr>
            <a:xfrm>
              <a:off x="1647" y="1252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99" name="Freeform 122"/>
            <p:cNvSpPr>
              <a:spLocks noEditPoints="1"/>
            </p:cNvSpPr>
            <p:nvPr/>
          </p:nvSpPr>
          <p:spPr>
            <a:xfrm>
              <a:off x="1647" y="1294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00" name="Freeform 123"/>
            <p:cNvSpPr>
              <a:spLocks noEditPoints="1"/>
            </p:cNvSpPr>
            <p:nvPr/>
          </p:nvSpPr>
          <p:spPr>
            <a:xfrm>
              <a:off x="1629" y="1294"/>
              <a:ext cx="18" cy="36"/>
            </a:xfrm>
            <a:custGeom>
              <a:avLst/>
              <a:gdLst>
                <a:gd name="txL" fmla="*/ 0 w 18"/>
                <a:gd name="txT" fmla="*/ 0 h 36"/>
                <a:gd name="txR" fmla="*/ 18 w 18"/>
                <a:gd name="txB" fmla="*/ 36 h 36"/>
              </a:gdLst>
              <a:ahLst/>
              <a:cxnLst>
                <a:cxn ang="0">
                  <a:pos x="18" y="0"/>
                </a:cxn>
                <a:cxn ang="0">
                  <a:pos x="0" y="36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</a:cxnLst>
              <a:rect l="txL" t="txT" r="txR" b="txB"/>
              <a:pathLst>
                <a:path w="18" h="36">
                  <a:moveTo>
                    <a:pt x="18" y="0"/>
                  </a:moveTo>
                  <a:lnTo>
                    <a:pt x="0" y="36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01" name="Freeform 124"/>
            <p:cNvSpPr>
              <a:spLocks noEditPoints="1"/>
            </p:cNvSpPr>
            <p:nvPr/>
          </p:nvSpPr>
          <p:spPr>
            <a:xfrm>
              <a:off x="1617" y="1294"/>
              <a:ext cx="12" cy="36"/>
            </a:xfrm>
            <a:custGeom>
              <a:avLst/>
              <a:gdLst>
                <a:gd name="txL" fmla="*/ 0 w 12"/>
                <a:gd name="txT" fmla="*/ 0 h 36"/>
                <a:gd name="txR" fmla="*/ 12 w 12"/>
                <a:gd name="txB" fmla="*/ 36 h 36"/>
              </a:gdLst>
              <a:ahLst/>
              <a:cxnLst>
                <a:cxn ang="0">
                  <a:pos x="12" y="36"/>
                </a:cxn>
                <a:cxn ang="0">
                  <a:pos x="0" y="0"/>
                </a:cxn>
                <a:cxn ang="0">
                  <a:pos x="12" y="36"/>
                </a:cxn>
                <a:cxn ang="0">
                  <a:pos x="12" y="36"/>
                </a:cxn>
                <a:cxn ang="0">
                  <a:pos x="12" y="36"/>
                </a:cxn>
                <a:cxn ang="0">
                  <a:pos x="12" y="36"/>
                </a:cxn>
                <a:cxn ang="0">
                  <a:pos x="12" y="36"/>
                </a:cxn>
              </a:cxnLst>
              <a:rect l="txL" t="txT" r="txR" b="txB"/>
              <a:pathLst>
                <a:path w="12" h="36">
                  <a:moveTo>
                    <a:pt x="12" y="36"/>
                  </a:moveTo>
                  <a:lnTo>
                    <a:pt x="0" y="0"/>
                  </a:lnTo>
                  <a:lnTo>
                    <a:pt x="12" y="36"/>
                  </a:lnTo>
                  <a:close/>
                  <a:moveTo>
                    <a:pt x="12" y="36"/>
                  </a:moveTo>
                  <a:lnTo>
                    <a:pt x="12" y="36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02" name="Freeform 125"/>
            <p:cNvSpPr>
              <a:spLocks noEditPoints="1"/>
            </p:cNvSpPr>
            <p:nvPr/>
          </p:nvSpPr>
          <p:spPr>
            <a:xfrm>
              <a:off x="1605" y="1252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03" name="Freeform 126"/>
            <p:cNvSpPr>
              <a:spLocks noEditPoints="1"/>
            </p:cNvSpPr>
            <p:nvPr/>
          </p:nvSpPr>
          <p:spPr>
            <a:xfrm>
              <a:off x="1593" y="1252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04" name="Freeform 127"/>
            <p:cNvSpPr>
              <a:spLocks noEditPoints="1"/>
            </p:cNvSpPr>
            <p:nvPr/>
          </p:nvSpPr>
          <p:spPr>
            <a:xfrm>
              <a:off x="1582" y="1294"/>
              <a:ext cx="11" cy="36"/>
            </a:xfrm>
            <a:custGeom>
              <a:avLst/>
              <a:gdLst>
                <a:gd name="txL" fmla="*/ 0 w 11"/>
                <a:gd name="txT" fmla="*/ 0 h 36"/>
                <a:gd name="txR" fmla="*/ 11 w 11"/>
                <a:gd name="txB" fmla="*/ 36 h 36"/>
              </a:gdLst>
              <a:ahLst/>
              <a:cxnLst>
                <a:cxn ang="0">
                  <a:pos x="11" y="0"/>
                </a:cxn>
                <a:cxn ang="0">
                  <a:pos x="0" y="36"/>
                </a:cxn>
                <a:cxn ang="0">
                  <a:pos x="11" y="0"/>
                </a:cxn>
                <a:cxn ang="0">
                  <a:pos x="11" y="0"/>
                </a:cxn>
                <a:cxn ang="0">
                  <a:pos x="11" y="0"/>
                </a:cxn>
                <a:cxn ang="0">
                  <a:pos x="11" y="0"/>
                </a:cxn>
                <a:cxn ang="0">
                  <a:pos x="11" y="0"/>
                </a:cxn>
              </a:cxnLst>
              <a:rect l="txL" t="txT" r="txR" b="txB"/>
              <a:pathLst>
                <a:path w="11" h="36">
                  <a:moveTo>
                    <a:pt x="11" y="0"/>
                  </a:moveTo>
                  <a:lnTo>
                    <a:pt x="0" y="36"/>
                  </a:lnTo>
                  <a:lnTo>
                    <a:pt x="11" y="0"/>
                  </a:lnTo>
                  <a:close/>
                  <a:moveTo>
                    <a:pt x="11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05" name="Freeform 128"/>
            <p:cNvSpPr>
              <a:spLocks noEditPoints="1"/>
            </p:cNvSpPr>
            <p:nvPr/>
          </p:nvSpPr>
          <p:spPr>
            <a:xfrm>
              <a:off x="1564" y="1294"/>
              <a:ext cx="18" cy="36"/>
            </a:xfrm>
            <a:custGeom>
              <a:avLst/>
              <a:gdLst>
                <a:gd name="txL" fmla="*/ 0 w 18"/>
                <a:gd name="txT" fmla="*/ 0 h 36"/>
                <a:gd name="txR" fmla="*/ 18 w 18"/>
                <a:gd name="txB" fmla="*/ 36 h 36"/>
              </a:gdLst>
              <a:ahLst/>
              <a:cxnLst>
                <a:cxn ang="0">
                  <a:pos x="18" y="36"/>
                </a:cxn>
                <a:cxn ang="0">
                  <a:pos x="0" y="0"/>
                </a:cxn>
                <a:cxn ang="0">
                  <a:pos x="18" y="36"/>
                </a:cxn>
                <a:cxn ang="0">
                  <a:pos x="18" y="36"/>
                </a:cxn>
                <a:cxn ang="0">
                  <a:pos x="18" y="36"/>
                </a:cxn>
                <a:cxn ang="0">
                  <a:pos x="18" y="36"/>
                </a:cxn>
                <a:cxn ang="0">
                  <a:pos x="18" y="36"/>
                </a:cxn>
              </a:cxnLst>
              <a:rect l="txL" t="txT" r="txR" b="txB"/>
              <a:pathLst>
                <a:path w="18" h="36">
                  <a:moveTo>
                    <a:pt x="18" y="36"/>
                  </a:moveTo>
                  <a:lnTo>
                    <a:pt x="0" y="0"/>
                  </a:lnTo>
                  <a:lnTo>
                    <a:pt x="18" y="36"/>
                  </a:lnTo>
                  <a:close/>
                  <a:moveTo>
                    <a:pt x="18" y="36"/>
                  </a:moveTo>
                  <a:lnTo>
                    <a:pt x="18" y="36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06" name="Freeform 129"/>
            <p:cNvSpPr>
              <a:spLocks noEditPoints="1"/>
            </p:cNvSpPr>
            <p:nvPr/>
          </p:nvSpPr>
          <p:spPr>
            <a:xfrm>
              <a:off x="1552" y="1252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07" name="Freeform 130"/>
            <p:cNvSpPr>
              <a:spLocks noEditPoints="1"/>
            </p:cNvSpPr>
            <p:nvPr/>
          </p:nvSpPr>
          <p:spPr>
            <a:xfrm>
              <a:off x="1540" y="1252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08" name="Freeform 131"/>
            <p:cNvSpPr>
              <a:spLocks noEditPoints="1"/>
            </p:cNvSpPr>
            <p:nvPr/>
          </p:nvSpPr>
          <p:spPr>
            <a:xfrm>
              <a:off x="1528" y="1294"/>
              <a:ext cx="12" cy="36"/>
            </a:xfrm>
            <a:custGeom>
              <a:avLst/>
              <a:gdLst>
                <a:gd name="txL" fmla="*/ 0 w 12"/>
                <a:gd name="txT" fmla="*/ 0 h 36"/>
                <a:gd name="txR" fmla="*/ 12 w 12"/>
                <a:gd name="txB" fmla="*/ 36 h 36"/>
              </a:gdLst>
              <a:ahLst/>
              <a:cxnLst>
                <a:cxn ang="0">
                  <a:pos x="12" y="0"/>
                </a:cxn>
                <a:cxn ang="0">
                  <a:pos x="0" y="36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36">
                  <a:moveTo>
                    <a:pt x="12" y="0"/>
                  </a:moveTo>
                  <a:lnTo>
                    <a:pt x="0" y="36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09" name="Freeform 132"/>
            <p:cNvSpPr>
              <a:spLocks noEditPoints="1"/>
            </p:cNvSpPr>
            <p:nvPr/>
          </p:nvSpPr>
          <p:spPr>
            <a:xfrm>
              <a:off x="1510" y="1294"/>
              <a:ext cx="18" cy="36"/>
            </a:xfrm>
            <a:custGeom>
              <a:avLst/>
              <a:gdLst>
                <a:gd name="txL" fmla="*/ 0 w 18"/>
                <a:gd name="txT" fmla="*/ 0 h 36"/>
                <a:gd name="txR" fmla="*/ 18 w 18"/>
                <a:gd name="txB" fmla="*/ 36 h 36"/>
              </a:gdLst>
              <a:ahLst/>
              <a:cxnLst>
                <a:cxn ang="0">
                  <a:pos x="18" y="36"/>
                </a:cxn>
                <a:cxn ang="0">
                  <a:pos x="0" y="0"/>
                </a:cxn>
                <a:cxn ang="0">
                  <a:pos x="18" y="36"/>
                </a:cxn>
                <a:cxn ang="0">
                  <a:pos x="18" y="36"/>
                </a:cxn>
                <a:cxn ang="0">
                  <a:pos x="18" y="36"/>
                </a:cxn>
                <a:cxn ang="0">
                  <a:pos x="18" y="36"/>
                </a:cxn>
                <a:cxn ang="0">
                  <a:pos x="18" y="36"/>
                </a:cxn>
              </a:cxnLst>
              <a:rect l="txL" t="txT" r="txR" b="txB"/>
              <a:pathLst>
                <a:path w="18" h="36">
                  <a:moveTo>
                    <a:pt x="18" y="36"/>
                  </a:moveTo>
                  <a:lnTo>
                    <a:pt x="0" y="0"/>
                  </a:lnTo>
                  <a:lnTo>
                    <a:pt x="18" y="36"/>
                  </a:lnTo>
                  <a:close/>
                  <a:moveTo>
                    <a:pt x="18" y="36"/>
                  </a:moveTo>
                  <a:lnTo>
                    <a:pt x="18" y="36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10" name="Freeform 133"/>
            <p:cNvSpPr>
              <a:spLocks noEditPoints="1"/>
            </p:cNvSpPr>
            <p:nvPr/>
          </p:nvSpPr>
          <p:spPr>
            <a:xfrm>
              <a:off x="1498" y="1252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11" name="Freeform 134"/>
            <p:cNvSpPr>
              <a:spLocks noEditPoints="1"/>
            </p:cNvSpPr>
            <p:nvPr/>
          </p:nvSpPr>
          <p:spPr>
            <a:xfrm>
              <a:off x="1486" y="1252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12" name="Freeform 135"/>
            <p:cNvSpPr>
              <a:spLocks noEditPoints="1"/>
            </p:cNvSpPr>
            <p:nvPr/>
          </p:nvSpPr>
          <p:spPr>
            <a:xfrm>
              <a:off x="3412" y="1957"/>
              <a:ext cx="18" cy="89"/>
            </a:xfrm>
            <a:custGeom>
              <a:avLst/>
              <a:gdLst>
                <a:gd name="txL" fmla="*/ 0 w 18"/>
                <a:gd name="txT" fmla="*/ 0 h 89"/>
                <a:gd name="txR" fmla="*/ 18 w 18"/>
                <a:gd name="txB" fmla="*/ 89 h 89"/>
              </a:gdLst>
              <a:ahLst/>
              <a:cxnLst>
                <a:cxn ang="0">
                  <a:pos x="18" y="77"/>
                </a:cxn>
                <a:cxn ang="0">
                  <a:pos x="12" y="83"/>
                </a:cxn>
                <a:cxn ang="0">
                  <a:pos x="6" y="83"/>
                </a:cxn>
                <a:cxn ang="0">
                  <a:pos x="6" y="83"/>
                </a:cxn>
                <a:cxn ang="0">
                  <a:pos x="6" y="77"/>
                </a:cxn>
                <a:cxn ang="0">
                  <a:pos x="6" y="71"/>
                </a:cxn>
                <a:cxn ang="0">
                  <a:pos x="18" y="29"/>
                </a:cxn>
                <a:cxn ang="0">
                  <a:pos x="18" y="29"/>
                </a:cxn>
                <a:cxn ang="0">
                  <a:pos x="12" y="35"/>
                </a:cxn>
                <a:cxn ang="0">
                  <a:pos x="0" y="35"/>
                </a:cxn>
                <a:cxn ang="0">
                  <a:pos x="0" y="35"/>
                </a:cxn>
                <a:cxn ang="0">
                  <a:pos x="6" y="35"/>
                </a:cxn>
                <a:cxn ang="0">
                  <a:pos x="6" y="41"/>
                </a:cxn>
                <a:cxn ang="0">
                  <a:pos x="6" y="47"/>
                </a:cxn>
                <a:cxn ang="0">
                  <a:pos x="6" y="59"/>
                </a:cxn>
                <a:cxn ang="0">
                  <a:pos x="0" y="77"/>
                </a:cxn>
                <a:cxn ang="0">
                  <a:pos x="0" y="83"/>
                </a:cxn>
                <a:cxn ang="0">
                  <a:pos x="0" y="89"/>
                </a:cxn>
                <a:cxn ang="0">
                  <a:pos x="6" y="89"/>
                </a:cxn>
                <a:cxn ang="0">
                  <a:pos x="12" y="83"/>
                </a:cxn>
                <a:cxn ang="0">
                  <a:pos x="18" y="77"/>
                </a:cxn>
                <a:cxn ang="0">
                  <a:pos x="18" y="77"/>
                </a:cxn>
                <a:cxn ang="0">
                  <a:pos x="18" y="11"/>
                </a:cxn>
                <a:cxn ang="0">
                  <a:pos x="18" y="5"/>
                </a:cxn>
                <a:cxn ang="0">
                  <a:pos x="18" y="0"/>
                </a:cxn>
                <a:cxn ang="0">
                  <a:pos x="12" y="5"/>
                </a:cxn>
                <a:cxn ang="0">
                  <a:pos x="12" y="11"/>
                </a:cxn>
                <a:cxn ang="0">
                  <a:pos x="12" y="17"/>
                </a:cxn>
                <a:cxn ang="0">
                  <a:pos x="18" y="17"/>
                </a:cxn>
                <a:cxn ang="0">
                  <a:pos x="18" y="17"/>
                </a:cxn>
                <a:cxn ang="0">
                  <a:pos x="18" y="11"/>
                </a:cxn>
                <a:cxn ang="0">
                  <a:pos x="18" y="11"/>
                </a:cxn>
              </a:cxnLst>
              <a:rect l="txL" t="txT" r="txR" b="txB"/>
              <a:pathLst>
                <a:path w="18" h="89">
                  <a:moveTo>
                    <a:pt x="18" y="77"/>
                  </a:moveTo>
                  <a:lnTo>
                    <a:pt x="12" y="83"/>
                  </a:lnTo>
                  <a:lnTo>
                    <a:pt x="6" y="83"/>
                  </a:lnTo>
                  <a:lnTo>
                    <a:pt x="6" y="77"/>
                  </a:lnTo>
                  <a:lnTo>
                    <a:pt x="6" y="71"/>
                  </a:lnTo>
                  <a:lnTo>
                    <a:pt x="18" y="29"/>
                  </a:lnTo>
                  <a:lnTo>
                    <a:pt x="12" y="35"/>
                  </a:lnTo>
                  <a:lnTo>
                    <a:pt x="0" y="35"/>
                  </a:lnTo>
                  <a:lnTo>
                    <a:pt x="6" y="35"/>
                  </a:lnTo>
                  <a:lnTo>
                    <a:pt x="6" y="41"/>
                  </a:lnTo>
                  <a:lnTo>
                    <a:pt x="6" y="47"/>
                  </a:lnTo>
                  <a:lnTo>
                    <a:pt x="6" y="59"/>
                  </a:lnTo>
                  <a:lnTo>
                    <a:pt x="0" y="77"/>
                  </a:lnTo>
                  <a:lnTo>
                    <a:pt x="0" y="83"/>
                  </a:lnTo>
                  <a:lnTo>
                    <a:pt x="0" y="89"/>
                  </a:lnTo>
                  <a:lnTo>
                    <a:pt x="6" y="89"/>
                  </a:lnTo>
                  <a:lnTo>
                    <a:pt x="12" y="83"/>
                  </a:lnTo>
                  <a:lnTo>
                    <a:pt x="18" y="77"/>
                  </a:lnTo>
                  <a:close/>
                  <a:moveTo>
                    <a:pt x="18" y="11"/>
                  </a:moveTo>
                  <a:lnTo>
                    <a:pt x="18" y="5"/>
                  </a:lnTo>
                  <a:lnTo>
                    <a:pt x="18" y="0"/>
                  </a:lnTo>
                  <a:lnTo>
                    <a:pt x="12" y="5"/>
                  </a:lnTo>
                  <a:lnTo>
                    <a:pt x="12" y="11"/>
                  </a:lnTo>
                  <a:lnTo>
                    <a:pt x="12" y="17"/>
                  </a:lnTo>
                  <a:lnTo>
                    <a:pt x="18" y="17"/>
                  </a:lnTo>
                  <a:lnTo>
                    <a:pt x="18" y="1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13" name="Freeform 136"/>
            <p:cNvSpPr/>
            <p:nvPr/>
          </p:nvSpPr>
          <p:spPr>
            <a:xfrm>
              <a:off x="3430" y="2034"/>
              <a:ext cx="36" cy="48"/>
            </a:xfrm>
            <a:custGeom>
              <a:avLst/>
              <a:gdLst>
                <a:gd name="txL" fmla="*/ 0 w 36"/>
                <a:gd name="txT" fmla="*/ 0 h 48"/>
                <a:gd name="txR" fmla="*/ 36 w 36"/>
                <a:gd name="txB" fmla="*/ 48 h 48"/>
              </a:gdLst>
              <a:ahLst/>
              <a:cxnLst>
                <a:cxn ang="0">
                  <a:pos x="36" y="36"/>
                </a:cxn>
                <a:cxn ang="0">
                  <a:pos x="36" y="42"/>
                </a:cxn>
                <a:cxn ang="0">
                  <a:pos x="30" y="42"/>
                </a:cxn>
                <a:cxn ang="0">
                  <a:pos x="30" y="42"/>
                </a:cxn>
                <a:cxn ang="0">
                  <a:pos x="30" y="36"/>
                </a:cxn>
                <a:cxn ang="0">
                  <a:pos x="30" y="30"/>
                </a:cxn>
                <a:cxn ang="0">
                  <a:pos x="24" y="18"/>
                </a:cxn>
                <a:cxn ang="0">
                  <a:pos x="30" y="12"/>
                </a:cxn>
                <a:cxn ang="0">
                  <a:pos x="30" y="6"/>
                </a:cxn>
                <a:cxn ang="0">
                  <a:pos x="36" y="12"/>
                </a:cxn>
                <a:cxn ang="0">
                  <a:pos x="36" y="12"/>
                </a:cxn>
                <a:cxn ang="0">
                  <a:pos x="36" y="12"/>
                </a:cxn>
                <a:cxn ang="0">
                  <a:pos x="36" y="6"/>
                </a:cxn>
                <a:cxn ang="0">
                  <a:pos x="36" y="6"/>
                </a:cxn>
                <a:cxn ang="0">
                  <a:pos x="36" y="0"/>
                </a:cxn>
                <a:cxn ang="0">
                  <a:pos x="30" y="6"/>
                </a:cxn>
                <a:cxn ang="0">
                  <a:pos x="24" y="18"/>
                </a:cxn>
                <a:cxn ang="0">
                  <a:pos x="24" y="12"/>
                </a:cxn>
                <a:cxn ang="0">
                  <a:pos x="24" y="0"/>
                </a:cxn>
                <a:cxn ang="0">
                  <a:pos x="18" y="0"/>
                </a:cxn>
                <a:cxn ang="0">
                  <a:pos x="18" y="6"/>
                </a:cxn>
                <a:cxn ang="0">
                  <a:pos x="12" y="6"/>
                </a:cxn>
                <a:cxn ang="0">
                  <a:pos x="12" y="6"/>
                </a:cxn>
                <a:cxn ang="0">
                  <a:pos x="12" y="6"/>
                </a:cxn>
                <a:cxn ang="0">
                  <a:pos x="18" y="6"/>
                </a:cxn>
                <a:cxn ang="0">
                  <a:pos x="18" y="12"/>
                </a:cxn>
                <a:cxn ang="0">
                  <a:pos x="18" y="18"/>
                </a:cxn>
                <a:cxn ang="0">
                  <a:pos x="18" y="24"/>
                </a:cxn>
                <a:cxn ang="0">
                  <a:pos x="12" y="36"/>
                </a:cxn>
                <a:cxn ang="0">
                  <a:pos x="12" y="42"/>
                </a:cxn>
                <a:cxn ang="0">
                  <a:pos x="6" y="42"/>
                </a:cxn>
                <a:cxn ang="0">
                  <a:pos x="6" y="42"/>
                </a:cxn>
                <a:cxn ang="0">
                  <a:pos x="6" y="42"/>
                </a:cxn>
                <a:cxn ang="0">
                  <a:pos x="0" y="42"/>
                </a:cxn>
                <a:cxn ang="0">
                  <a:pos x="6" y="48"/>
                </a:cxn>
                <a:cxn ang="0">
                  <a:pos x="6" y="48"/>
                </a:cxn>
                <a:cxn ang="0">
                  <a:pos x="12" y="48"/>
                </a:cxn>
                <a:cxn ang="0">
                  <a:pos x="12" y="42"/>
                </a:cxn>
                <a:cxn ang="0">
                  <a:pos x="18" y="36"/>
                </a:cxn>
                <a:cxn ang="0">
                  <a:pos x="18" y="30"/>
                </a:cxn>
                <a:cxn ang="0">
                  <a:pos x="24" y="42"/>
                </a:cxn>
                <a:cxn ang="0">
                  <a:pos x="24" y="48"/>
                </a:cxn>
                <a:cxn ang="0">
                  <a:pos x="24" y="48"/>
                </a:cxn>
                <a:cxn ang="0">
                  <a:pos x="30" y="48"/>
                </a:cxn>
                <a:cxn ang="0">
                  <a:pos x="36" y="36"/>
                </a:cxn>
                <a:cxn ang="0">
                  <a:pos x="36" y="36"/>
                </a:cxn>
              </a:cxnLst>
              <a:rect l="txL" t="txT" r="txR" b="txB"/>
              <a:pathLst>
                <a:path w="36" h="48">
                  <a:moveTo>
                    <a:pt x="36" y="36"/>
                  </a:moveTo>
                  <a:lnTo>
                    <a:pt x="36" y="42"/>
                  </a:lnTo>
                  <a:lnTo>
                    <a:pt x="30" y="42"/>
                  </a:lnTo>
                  <a:lnTo>
                    <a:pt x="30" y="36"/>
                  </a:lnTo>
                  <a:lnTo>
                    <a:pt x="30" y="30"/>
                  </a:lnTo>
                  <a:lnTo>
                    <a:pt x="24" y="18"/>
                  </a:lnTo>
                  <a:lnTo>
                    <a:pt x="30" y="12"/>
                  </a:lnTo>
                  <a:lnTo>
                    <a:pt x="30" y="6"/>
                  </a:lnTo>
                  <a:lnTo>
                    <a:pt x="36" y="12"/>
                  </a:lnTo>
                  <a:lnTo>
                    <a:pt x="36" y="6"/>
                  </a:lnTo>
                  <a:lnTo>
                    <a:pt x="36" y="0"/>
                  </a:lnTo>
                  <a:lnTo>
                    <a:pt x="30" y="6"/>
                  </a:lnTo>
                  <a:lnTo>
                    <a:pt x="24" y="18"/>
                  </a:lnTo>
                  <a:lnTo>
                    <a:pt x="24" y="12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8" y="6"/>
                  </a:lnTo>
                  <a:lnTo>
                    <a:pt x="12" y="6"/>
                  </a:lnTo>
                  <a:lnTo>
                    <a:pt x="18" y="6"/>
                  </a:lnTo>
                  <a:lnTo>
                    <a:pt x="18" y="12"/>
                  </a:lnTo>
                  <a:lnTo>
                    <a:pt x="18" y="18"/>
                  </a:lnTo>
                  <a:lnTo>
                    <a:pt x="18" y="24"/>
                  </a:lnTo>
                  <a:lnTo>
                    <a:pt x="12" y="36"/>
                  </a:lnTo>
                  <a:lnTo>
                    <a:pt x="12" y="42"/>
                  </a:lnTo>
                  <a:lnTo>
                    <a:pt x="6" y="42"/>
                  </a:lnTo>
                  <a:lnTo>
                    <a:pt x="0" y="42"/>
                  </a:lnTo>
                  <a:lnTo>
                    <a:pt x="6" y="48"/>
                  </a:lnTo>
                  <a:lnTo>
                    <a:pt x="12" y="48"/>
                  </a:lnTo>
                  <a:lnTo>
                    <a:pt x="12" y="42"/>
                  </a:lnTo>
                  <a:lnTo>
                    <a:pt x="18" y="36"/>
                  </a:lnTo>
                  <a:lnTo>
                    <a:pt x="18" y="30"/>
                  </a:lnTo>
                  <a:lnTo>
                    <a:pt x="24" y="42"/>
                  </a:lnTo>
                  <a:lnTo>
                    <a:pt x="24" y="48"/>
                  </a:lnTo>
                  <a:lnTo>
                    <a:pt x="30" y="48"/>
                  </a:lnTo>
                  <a:lnTo>
                    <a:pt x="36" y="3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14" name="Freeform 137"/>
            <p:cNvSpPr>
              <a:spLocks noEditPoints="1"/>
            </p:cNvSpPr>
            <p:nvPr/>
          </p:nvSpPr>
          <p:spPr>
            <a:xfrm>
              <a:off x="3956" y="1957"/>
              <a:ext cx="24" cy="89"/>
            </a:xfrm>
            <a:custGeom>
              <a:avLst/>
              <a:gdLst>
                <a:gd name="txL" fmla="*/ 0 w 24"/>
                <a:gd name="txT" fmla="*/ 0 h 89"/>
                <a:gd name="txR" fmla="*/ 24 w 24"/>
                <a:gd name="txB" fmla="*/ 89 h 89"/>
              </a:gdLst>
              <a:ahLst/>
              <a:cxnLst>
                <a:cxn ang="0">
                  <a:pos x="18" y="71"/>
                </a:cxn>
                <a:cxn ang="0">
                  <a:pos x="12" y="83"/>
                </a:cxn>
                <a:cxn ang="0">
                  <a:pos x="12" y="83"/>
                </a:cxn>
                <a:cxn ang="0">
                  <a:pos x="12" y="83"/>
                </a:cxn>
                <a:cxn ang="0">
                  <a:pos x="6" y="83"/>
                </a:cxn>
                <a:cxn ang="0">
                  <a:pos x="12" y="77"/>
                </a:cxn>
                <a:cxn ang="0">
                  <a:pos x="12" y="71"/>
                </a:cxn>
                <a:cxn ang="0">
                  <a:pos x="18" y="29"/>
                </a:cxn>
                <a:cxn ang="0">
                  <a:pos x="18" y="29"/>
                </a:cxn>
                <a:cxn ang="0">
                  <a:pos x="12" y="35"/>
                </a:cxn>
                <a:cxn ang="0">
                  <a:pos x="0" y="35"/>
                </a:cxn>
                <a:cxn ang="0">
                  <a:pos x="0" y="35"/>
                </a:cxn>
                <a:cxn ang="0">
                  <a:pos x="6" y="35"/>
                </a:cxn>
                <a:cxn ang="0">
                  <a:pos x="6" y="41"/>
                </a:cxn>
                <a:cxn ang="0">
                  <a:pos x="6" y="47"/>
                </a:cxn>
                <a:cxn ang="0">
                  <a:pos x="6" y="59"/>
                </a:cxn>
                <a:cxn ang="0">
                  <a:pos x="0" y="77"/>
                </a:cxn>
                <a:cxn ang="0">
                  <a:pos x="0" y="83"/>
                </a:cxn>
                <a:cxn ang="0">
                  <a:pos x="0" y="89"/>
                </a:cxn>
                <a:cxn ang="0">
                  <a:pos x="6" y="89"/>
                </a:cxn>
                <a:cxn ang="0">
                  <a:pos x="12" y="83"/>
                </a:cxn>
                <a:cxn ang="0">
                  <a:pos x="18" y="77"/>
                </a:cxn>
                <a:cxn ang="0">
                  <a:pos x="18" y="71"/>
                </a:cxn>
                <a:cxn ang="0">
                  <a:pos x="24" y="5"/>
                </a:cxn>
                <a:cxn ang="0">
                  <a:pos x="24" y="5"/>
                </a:cxn>
                <a:cxn ang="0">
                  <a:pos x="18" y="0"/>
                </a:cxn>
                <a:cxn ang="0">
                  <a:pos x="18" y="5"/>
                </a:cxn>
                <a:cxn ang="0">
                  <a:pos x="12" y="5"/>
                </a:cxn>
                <a:cxn ang="0">
                  <a:pos x="18" y="11"/>
                </a:cxn>
                <a:cxn ang="0">
                  <a:pos x="18" y="17"/>
                </a:cxn>
                <a:cxn ang="0">
                  <a:pos x="24" y="11"/>
                </a:cxn>
                <a:cxn ang="0">
                  <a:pos x="24" y="5"/>
                </a:cxn>
                <a:cxn ang="0">
                  <a:pos x="24" y="5"/>
                </a:cxn>
              </a:cxnLst>
              <a:rect l="txL" t="txT" r="txR" b="txB"/>
              <a:pathLst>
                <a:path w="24" h="89">
                  <a:moveTo>
                    <a:pt x="18" y="71"/>
                  </a:moveTo>
                  <a:lnTo>
                    <a:pt x="12" y="83"/>
                  </a:lnTo>
                  <a:lnTo>
                    <a:pt x="6" y="83"/>
                  </a:lnTo>
                  <a:lnTo>
                    <a:pt x="12" y="77"/>
                  </a:lnTo>
                  <a:lnTo>
                    <a:pt x="12" y="71"/>
                  </a:lnTo>
                  <a:lnTo>
                    <a:pt x="18" y="29"/>
                  </a:lnTo>
                  <a:lnTo>
                    <a:pt x="12" y="35"/>
                  </a:lnTo>
                  <a:lnTo>
                    <a:pt x="0" y="35"/>
                  </a:lnTo>
                  <a:lnTo>
                    <a:pt x="6" y="35"/>
                  </a:lnTo>
                  <a:lnTo>
                    <a:pt x="6" y="41"/>
                  </a:lnTo>
                  <a:lnTo>
                    <a:pt x="6" y="47"/>
                  </a:lnTo>
                  <a:lnTo>
                    <a:pt x="6" y="59"/>
                  </a:lnTo>
                  <a:lnTo>
                    <a:pt x="0" y="77"/>
                  </a:lnTo>
                  <a:lnTo>
                    <a:pt x="0" y="83"/>
                  </a:lnTo>
                  <a:lnTo>
                    <a:pt x="0" y="89"/>
                  </a:lnTo>
                  <a:lnTo>
                    <a:pt x="6" y="89"/>
                  </a:lnTo>
                  <a:lnTo>
                    <a:pt x="12" y="83"/>
                  </a:lnTo>
                  <a:lnTo>
                    <a:pt x="18" y="77"/>
                  </a:lnTo>
                  <a:lnTo>
                    <a:pt x="18" y="71"/>
                  </a:lnTo>
                  <a:close/>
                  <a:moveTo>
                    <a:pt x="24" y="5"/>
                  </a:moveTo>
                  <a:lnTo>
                    <a:pt x="24" y="5"/>
                  </a:lnTo>
                  <a:lnTo>
                    <a:pt x="18" y="0"/>
                  </a:lnTo>
                  <a:lnTo>
                    <a:pt x="18" y="5"/>
                  </a:lnTo>
                  <a:lnTo>
                    <a:pt x="12" y="5"/>
                  </a:lnTo>
                  <a:lnTo>
                    <a:pt x="18" y="11"/>
                  </a:lnTo>
                  <a:lnTo>
                    <a:pt x="18" y="17"/>
                  </a:lnTo>
                  <a:lnTo>
                    <a:pt x="24" y="11"/>
                  </a:lnTo>
                  <a:lnTo>
                    <a:pt x="24" y="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15" name="Freeform 138"/>
            <p:cNvSpPr/>
            <p:nvPr/>
          </p:nvSpPr>
          <p:spPr>
            <a:xfrm>
              <a:off x="3980" y="2034"/>
              <a:ext cx="36" cy="48"/>
            </a:xfrm>
            <a:custGeom>
              <a:avLst/>
              <a:gdLst>
                <a:gd name="txL" fmla="*/ 0 w 36"/>
                <a:gd name="txT" fmla="*/ 0 h 48"/>
                <a:gd name="txR" fmla="*/ 36 w 36"/>
                <a:gd name="txB" fmla="*/ 48 h 48"/>
              </a:gdLst>
              <a:ahLst/>
              <a:cxnLst>
                <a:cxn ang="0">
                  <a:pos x="30" y="36"/>
                </a:cxn>
                <a:cxn ang="0">
                  <a:pos x="30" y="42"/>
                </a:cxn>
                <a:cxn ang="0">
                  <a:pos x="24" y="42"/>
                </a:cxn>
                <a:cxn ang="0">
                  <a:pos x="24" y="42"/>
                </a:cxn>
                <a:cxn ang="0">
                  <a:pos x="24" y="36"/>
                </a:cxn>
                <a:cxn ang="0">
                  <a:pos x="24" y="36"/>
                </a:cxn>
                <a:cxn ang="0">
                  <a:pos x="24" y="30"/>
                </a:cxn>
                <a:cxn ang="0">
                  <a:pos x="18" y="24"/>
                </a:cxn>
                <a:cxn ang="0">
                  <a:pos x="18" y="18"/>
                </a:cxn>
                <a:cxn ang="0">
                  <a:pos x="24" y="12"/>
                </a:cxn>
                <a:cxn ang="0">
                  <a:pos x="30" y="6"/>
                </a:cxn>
                <a:cxn ang="0">
                  <a:pos x="30" y="6"/>
                </a:cxn>
                <a:cxn ang="0">
                  <a:pos x="36" y="6"/>
                </a:cxn>
                <a:cxn ang="0">
                  <a:pos x="36" y="6"/>
                </a:cxn>
                <a:cxn ang="0">
                  <a:pos x="36" y="0"/>
                </a:cxn>
                <a:cxn ang="0">
                  <a:pos x="30" y="0"/>
                </a:cxn>
                <a:cxn ang="0">
                  <a:pos x="24" y="6"/>
                </a:cxn>
                <a:cxn ang="0">
                  <a:pos x="18" y="18"/>
                </a:cxn>
                <a:cxn ang="0">
                  <a:pos x="18" y="12"/>
                </a:cxn>
                <a:cxn ang="0">
                  <a:pos x="18" y="0"/>
                </a:cxn>
                <a:cxn ang="0">
                  <a:pos x="12" y="0"/>
                </a:cxn>
                <a:cxn ang="0">
                  <a:pos x="12" y="6"/>
                </a:cxn>
                <a:cxn ang="0">
                  <a:pos x="6" y="6"/>
                </a:cxn>
                <a:cxn ang="0">
                  <a:pos x="6" y="6"/>
                </a:cxn>
                <a:cxn ang="0">
                  <a:pos x="6" y="6"/>
                </a:cxn>
                <a:cxn ang="0">
                  <a:pos x="12" y="6"/>
                </a:cxn>
                <a:cxn ang="0">
                  <a:pos x="12" y="6"/>
                </a:cxn>
                <a:cxn ang="0">
                  <a:pos x="12" y="12"/>
                </a:cxn>
                <a:cxn ang="0">
                  <a:pos x="18" y="18"/>
                </a:cxn>
                <a:cxn ang="0">
                  <a:pos x="18" y="24"/>
                </a:cxn>
                <a:cxn ang="0">
                  <a:pos x="6" y="36"/>
                </a:cxn>
                <a:cxn ang="0">
                  <a:pos x="6" y="42"/>
                </a:cxn>
                <a:cxn ang="0">
                  <a:pos x="6" y="42"/>
                </a:cxn>
                <a:cxn ang="0">
                  <a:pos x="0" y="36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0" y="48"/>
                </a:cxn>
                <a:cxn ang="0">
                  <a:pos x="0" y="48"/>
                </a:cxn>
                <a:cxn ang="0">
                  <a:pos x="6" y="48"/>
                </a:cxn>
                <a:cxn ang="0">
                  <a:pos x="6" y="42"/>
                </a:cxn>
                <a:cxn ang="0">
                  <a:pos x="12" y="36"/>
                </a:cxn>
                <a:cxn ang="0">
                  <a:pos x="18" y="30"/>
                </a:cxn>
                <a:cxn ang="0">
                  <a:pos x="18" y="42"/>
                </a:cxn>
                <a:cxn ang="0">
                  <a:pos x="18" y="48"/>
                </a:cxn>
                <a:cxn ang="0">
                  <a:pos x="24" y="48"/>
                </a:cxn>
                <a:cxn ang="0">
                  <a:pos x="24" y="48"/>
                </a:cxn>
                <a:cxn ang="0">
                  <a:pos x="30" y="36"/>
                </a:cxn>
                <a:cxn ang="0">
                  <a:pos x="30" y="36"/>
                </a:cxn>
              </a:cxnLst>
              <a:rect l="txL" t="txT" r="txR" b="txB"/>
              <a:pathLst>
                <a:path w="36" h="48">
                  <a:moveTo>
                    <a:pt x="30" y="36"/>
                  </a:moveTo>
                  <a:lnTo>
                    <a:pt x="30" y="42"/>
                  </a:lnTo>
                  <a:lnTo>
                    <a:pt x="24" y="42"/>
                  </a:lnTo>
                  <a:lnTo>
                    <a:pt x="24" y="36"/>
                  </a:lnTo>
                  <a:lnTo>
                    <a:pt x="24" y="30"/>
                  </a:lnTo>
                  <a:lnTo>
                    <a:pt x="18" y="24"/>
                  </a:lnTo>
                  <a:lnTo>
                    <a:pt x="18" y="18"/>
                  </a:lnTo>
                  <a:lnTo>
                    <a:pt x="24" y="12"/>
                  </a:lnTo>
                  <a:lnTo>
                    <a:pt x="30" y="6"/>
                  </a:lnTo>
                  <a:lnTo>
                    <a:pt x="36" y="6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24" y="6"/>
                  </a:lnTo>
                  <a:lnTo>
                    <a:pt x="18" y="18"/>
                  </a:lnTo>
                  <a:lnTo>
                    <a:pt x="18" y="1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12" y="6"/>
                  </a:lnTo>
                  <a:lnTo>
                    <a:pt x="6" y="6"/>
                  </a:lnTo>
                  <a:lnTo>
                    <a:pt x="12" y="6"/>
                  </a:lnTo>
                  <a:lnTo>
                    <a:pt x="12" y="12"/>
                  </a:lnTo>
                  <a:lnTo>
                    <a:pt x="18" y="18"/>
                  </a:lnTo>
                  <a:lnTo>
                    <a:pt x="18" y="24"/>
                  </a:lnTo>
                  <a:lnTo>
                    <a:pt x="6" y="36"/>
                  </a:lnTo>
                  <a:lnTo>
                    <a:pt x="6" y="42"/>
                  </a:lnTo>
                  <a:lnTo>
                    <a:pt x="0" y="36"/>
                  </a:lnTo>
                  <a:lnTo>
                    <a:pt x="0" y="42"/>
                  </a:lnTo>
                  <a:lnTo>
                    <a:pt x="0" y="48"/>
                  </a:lnTo>
                  <a:lnTo>
                    <a:pt x="6" y="48"/>
                  </a:lnTo>
                  <a:lnTo>
                    <a:pt x="6" y="42"/>
                  </a:lnTo>
                  <a:lnTo>
                    <a:pt x="12" y="36"/>
                  </a:lnTo>
                  <a:lnTo>
                    <a:pt x="18" y="30"/>
                  </a:lnTo>
                  <a:lnTo>
                    <a:pt x="18" y="42"/>
                  </a:lnTo>
                  <a:lnTo>
                    <a:pt x="18" y="48"/>
                  </a:lnTo>
                  <a:lnTo>
                    <a:pt x="24" y="48"/>
                  </a:lnTo>
                  <a:lnTo>
                    <a:pt x="30" y="3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16" name="Freeform 139"/>
            <p:cNvSpPr>
              <a:spLocks noEditPoints="1"/>
            </p:cNvSpPr>
            <p:nvPr/>
          </p:nvSpPr>
          <p:spPr>
            <a:xfrm>
              <a:off x="4291" y="1927"/>
              <a:ext cx="18" cy="89"/>
            </a:xfrm>
            <a:custGeom>
              <a:avLst/>
              <a:gdLst>
                <a:gd name="txL" fmla="*/ 0 w 18"/>
                <a:gd name="txT" fmla="*/ 0 h 89"/>
                <a:gd name="txR" fmla="*/ 18 w 18"/>
                <a:gd name="txB" fmla="*/ 89 h 89"/>
              </a:gdLst>
              <a:ahLst/>
              <a:cxnLst>
                <a:cxn ang="0">
                  <a:pos x="18" y="77"/>
                </a:cxn>
                <a:cxn ang="0">
                  <a:pos x="12" y="83"/>
                </a:cxn>
                <a:cxn ang="0">
                  <a:pos x="6" y="83"/>
                </a:cxn>
                <a:cxn ang="0">
                  <a:pos x="6" y="83"/>
                </a:cxn>
                <a:cxn ang="0">
                  <a:pos x="6" y="83"/>
                </a:cxn>
                <a:cxn ang="0">
                  <a:pos x="6" y="77"/>
                </a:cxn>
                <a:cxn ang="0">
                  <a:pos x="18" y="30"/>
                </a:cxn>
                <a:cxn ang="0">
                  <a:pos x="18" y="30"/>
                </a:cxn>
                <a:cxn ang="0">
                  <a:pos x="12" y="35"/>
                </a:cxn>
                <a:cxn ang="0">
                  <a:pos x="0" y="35"/>
                </a:cxn>
                <a:cxn ang="0">
                  <a:pos x="0" y="35"/>
                </a:cxn>
                <a:cxn ang="0">
                  <a:pos x="6" y="35"/>
                </a:cxn>
                <a:cxn ang="0">
                  <a:pos x="6" y="41"/>
                </a:cxn>
                <a:cxn ang="0">
                  <a:pos x="6" y="47"/>
                </a:cxn>
                <a:cxn ang="0">
                  <a:pos x="6" y="59"/>
                </a:cxn>
                <a:cxn ang="0">
                  <a:pos x="0" y="77"/>
                </a:cxn>
                <a:cxn ang="0">
                  <a:pos x="0" y="83"/>
                </a:cxn>
                <a:cxn ang="0">
                  <a:pos x="0" y="89"/>
                </a:cxn>
                <a:cxn ang="0">
                  <a:pos x="6" y="89"/>
                </a:cxn>
                <a:cxn ang="0">
                  <a:pos x="12" y="83"/>
                </a:cxn>
                <a:cxn ang="0">
                  <a:pos x="18" y="77"/>
                </a:cxn>
                <a:cxn ang="0">
                  <a:pos x="18" y="77"/>
                </a:cxn>
                <a:cxn ang="0">
                  <a:pos x="18" y="12"/>
                </a:cxn>
                <a:cxn ang="0">
                  <a:pos x="18" y="6"/>
                </a:cxn>
                <a:cxn ang="0">
                  <a:pos x="18" y="0"/>
                </a:cxn>
                <a:cxn ang="0">
                  <a:pos x="12" y="6"/>
                </a:cxn>
                <a:cxn ang="0">
                  <a:pos x="12" y="12"/>
                </a:cxn>
                <a:cxn ang="0">
                  <a:pos x="12" y="18"/>
                </a:cxn>
                <a:cxn ang="0">
                  <a:pos x="18" y="18"/>
                </a:cxn>
                <a:cxn ang="0">
                  <a:pos x="18" y="18"/>
                </a:cxn>
                <a:cxn ang="0">
                  <a:pos x="18" y="12"/>
                </a:cxn>
                <a:cxn ang="0">
                  <a:pos x="18" y="12"/>
                </a:cxn>
              </a:cxnLst>
              <a:rect l="txL" t="txT" r="txR" b="txB"/>
              <a:pathLst>
                <a:path w="18" h="89">
                  <a:moveTo>
                    <a:pt x="18" y="77"/>
                  </a:moveTo>
                  <a:lnTo>
                    <a:pt x="12" y="83"/>
                  </a:lnTo>
                  <a:lnTo>
                    <a:pt x="6" y="83"/>
                  </a:lnTo>
                  <a:lnTo>
                    <a:pt x="6" y="77"/>
                  </a:lnTo>
                  <a:lnTo>
                    <a:pt x="18" y="30"/>
                  </a:lnTo>
                  <a:lnTo>
                    <a:pt x="12" y="35"/>
                  </a:lnTo>
                  <a:lnTo>
                    <a:pt x="0" y="35"/>
                  </a:lnTo>
                  <a:lnTo>
                    <a:pt x="6" y="35"/>
                  </a:lnTo>
                  <a:lnTo>
                    <a:pt x="6" y="41"/>
                  </a:lnTo>
                  <a:lnTo>
                    <a:pt x="6" y="47"/>
                  </a:lnTo>
                  <a:lnTo>
                    <a:pt x="6" y="59"/>
                  </a:lnTo>
                  <a:lnTo>
                    <a:pt x="0" y="77"/>
                  </a:lnTo>
                  <a:lnTo>
                    <a:pt x="0" y="83"/>
                  </a:lnTo>
                  <a:lnTo>
                    <a:pt x="0" y="89"/>
                  </a:lnTo>
                  <a:lnTo>
                    <a:pt x="6" y="89"/>
                  </a:lnTo>
                  <a:lnTo>
                    <a:pt x="12" y="83"/>
                  </a:lnTo>
                  <a:lnTo>
                    <a:pt x="18" y="77"/>
                  </a:lnTo>
                  <a:close/>
                  <a:moveTo>
                    <a:pt x="18" y="12"/>
                  </a:moveTo>
                  <a:lnTo>
                    <a:pt x="18" y="6"/>
                  </a:lnTo>
                  <a:lnTo>
                    <a:pt x="18" y="0"/>
                  </a:lnTo>
                  <a:lnTo>
                    <a:pt x="12" y="6"/>
                  </a:lnTo>
                  <a:lnTo>
                    <a:pt x="12" y="12"/>
                  </a:lnTo>
                  <a:lnTo>
                    <a:pt x="12" y="18"/>
                  </a:lnTo>
                  <a:lnTo>
                    <a:pt x="18" y="18"/>
                  </a:lnTo>
                  <a:lnTo>
                    <a:pt x="18" y="1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17" name="Freeform 140"/>
            <p:cNvSpPr/>
            <p:nvPr/>
          </p:nvSpPr>
          <p:spPr>
            <a:xfrm>
              <a:off x="4315" y="1980"/>
              <a:ext cx="30" cy="72"/>
            </a:xfrm>
            <a:custGeom>
              <a:avLst/>
              <a:gdLst>
                <a:gd name="txL" fmla="*/ 0 w 30"/>
                <a:gd name="txT" fmla="*/ 0 h 72"/>
                <a:gd name="txR" fmla="*/ 30 w 30"/>
                <a:gd name="txB" fmla="*/ 72 h 72"/>
              </a:gdLst>
              <a:ahLst/>
              <a:cxnLst>
                <a:cxn ang="0">
                  <a:pos x="12" y="36"/>
                </a:cxn>
                <a:cxn ang="0">
                  <a:pos x="18" y="36"/>
                </a:cxn>
                <a:cxn ang="0">
                  <a:pos x="18" y="42"/>
                </a:cxn>
                <a:cxn ang="0">
                  <a:pos x="24" y="48"/>
                </a:cxn>
                <a:cxn ang="0">
                  <a:pos x="24" y="54"/>
                </a:cxn>
                <a:cxn ang="0">
                  <a:pos x="24" y="60"/>
                </a:cxn>
                <a:cxn ang="0">
                  <a:pos x="18" y="66"/>
                </a:cxn>
                <a:cxn ang="0">
                  <a:pos x="12" y="66"/>
                </a:cxn>
                <a:cxn ang="0">
                  <a:pos x="6" y="66"/>
                </a:cxn>
                <a:cxn ang="0">
                  <a:pos x="6" y="66"/>
                </a:cxn>
                <a:cxn ang="0">
                  <a:pos x="0" y="66"/>
                </a:cxn>
                <a:cxn ang="0">
                  <a:pos x="6" y="72"/>
                </a:cxn>
                <a:cxn ang="0">
                  <a:pos x="12" y="72"/>
                </a:cxn>
                <a:cxn ang="0">
                  <a:pos x="24" y="66"/>
                </a:cxn>
                <a:cxn ang="0">
                  <a:pos x="30" y="48"/>
                </a:cxn>
                <a:cxn ang="0">
                  <a:pos x="30" y="36"/>
                </a:cxn>
                <a:cxn ang="0">
                  <a:pos x="24" y="30"/>
                </a:cxn>
                <a:cxn ang="0">
                  <a:pos x="30" y="24"/>
                </a:cxn>
                <a:cxn ang="0">
                  <a:pos x="30" y="18"/>
                </a:cxn>
                <a:cxn ang="0">
                  <a:pos x="24" y="6"/>
                </a:cxn>
                <a:cxn ang="0">
                  <a:pos x="18" y="0"/>
                </a:cxn>
                <a:cxn ang="0">
                  <a:pos x="12" y="6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6" y="12"/>
                </a:cxn>
                <a:cxn ang="0">
                  <a:pos x="12" y="6"/>
                </a:cxn>
                <a:cxn ang="0">
                  <a:pos x="18" y="12"/>
                </a:cxn>
                <a:cxn ang="0">
                  <a:pos x="24" y="18"/>
                </a:cxn>
                <a:cxn ang="0">
                  <a:pos x="18" y="30"/>
                </a:cxn>
                <a:cxn ang="0">
                  <a:pos x="12" y="36"/>
                </a:cxn>
                <a:cxn ang="0">
                  <a:pos x="12" y="36"/>
                </a:cxn>
              </a:cxnLst>
              <a:rect l="txL" t="txT" r="txR" b="txB"/>
              <a:pathLst>
                <a:path w="30" h="72">
                  <a:moveTo>
                    <a:pt x="12" y="36"/>
                  </a:moveTo>
                  <a:lnTo>
                    <a:pt x="18" y="36"/>
                  </a:lnTo>
                  <a:lnTo>
                    <a:pt x="18" y="42"/>
                  </a:lnTo>
                  <a:lnTo>
                    <a:pt x="24" y="48"/>
                  </a:lnTo>
                  <a:lnTo>
                    <a:pt x="24" y="54"/>
                  </a:lnTo>
                  <a:lnTo>
                    <a:pt x="24" y="60"/>
                  </a:lnTo>
                  <a:lnTo>
                    <a:pt x="18" y="66"/>
                  </a:lnTo>
                  <a:lnTo>
                    <a:pt x="12" y="66"/>
                  </a:lnTo>
                  <a:lnTo>
                    <a:pt x="6" y="66"/>
                  </a:lnTo>
                  <a:lnTo>
                    <a:pt x="0" y="66"/>
                  </a:lnTo>
                  <a:lnTo>
                    <a:pt x="6" y="72"/>
                  </a:lnTo>
                  <a:lnTo>
                    <a:pt x="12" y="72"/>
                  </a:lnTo>
                  <a:lnTo>
                    <a:pt x="24" y="66"/>
                  </a:lnTo>
                  <a:lnTo>
                    <a:pt x="30" y="48"/>
                  </a:lnTo>
                  <a:lnTo>
                    <a:pt x="30" y="36"/>
                  </a:lnTo>
                  <a:lnTo>
                    <a:pt x="24" y="30"/>
                  </a:lnTo>
                  <a:lnTo>
                    <a:pt x="30" y="24"/>
                  </a:lnTo>
                  <a:lnTo>
                    <a:pt x="30" y="18"/>
                  </a:lnTo>
                  <a:lnTo>
                    <a:pt x="24" y="6"/>
                  </a:lnTo>
                  <a:lnTo>
                    <a:pt x="18" y="0"/>
                  </a:lnTo>
                  <a:lnTo>
                    <a:pt x="12" y="6"/>
                  </a:lnTo>
                  <a:lnTo>
                    <a:pt x="0" y="18"/>
                  </a:lnTo>
                  <a:lnTo>
                    <a:pt x="6" y="12"/>
                  </a:lnTo>
                  <a:lnTo>
                    <a:pt x="12" y="6"/>
                  </a:lnTo>
                  <a:lnTo>
                    <a:pt x="18" y="12"/>
                  </a:lnTo>
                  <a:lnTo>
                    <a:pt x="24" y="18"/>
                  </a:lnTo>
                  <a:lnTo>
                    <a:pt x="18" y="30"/>
                  </a:lnTo>
                  <a:lnTo>
                    <a:pt x="12" y="3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18" name="Freeform 141"/>
            <p:cNvSpPr/>
            <p:nvPr/>
          </p:nvSpPr>
          <p:spPr>
            <a:xfrm>
              <a:off x="4160" y="1783"/>
              <a:ext cx="1" cy="962"/>
            </a:xfrm>
            <a:custGeom>
              <a:avLst/>
              <a:gdLst>
                <a:gd name="txL" fmla="*/ 0 w 1"/>
                <a:gd name="txT" fmla="*/ 0 h 962"/>
                <a:gd name="txR" fmla="*/ 1 w 1"/>
                <a:gd name="txB" fmla="*/ 962 h 962"/>
              </a:gdLst>
              <a:ahLst/>
              <a:cxnLst>
                <a:cxn ang="0">
                  <a:pos x="0" y="962"/>
                </a:cxn>
                <a:cxn ang="0">
                  <a:pos x="0" y="0"/>
                </a:cxn>
                <a:cxn ang="0">
                  <a:pos x="0" y="962"/>
                </a:cxn>
                <a:cxn ang="0">
                  <a:pos x="0" y="962"/>
                </a:cxn>
              </a:cxnLst>
              <a:rect l="txL" t="txT" r="txR" b="txB"/>
              <a:pathLst>
                <a:path w="1" h="962">
                  <a:moveTo>
                    <a:pt x="0" y="962"/>
                  </a:moveTo>
                  <a:lnTo>
                    <a:pt x="0" y="0"/>
                  </a:lnTo>
                  <a:lnTo>
                    <a:pt x="0" y="96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19" name="Freeform 142"/>
            <p:cNvSpPr>
              <a:spLocks noEditPoints="1"/>
            </p:cNvSpPr>
            <p:nvPr/>
          </p:nvSpPr>
          <p:spPr>
            <a:xfrm>
              <a:off x="3298" y="1783"/>
              <a:ext cx="862" cy="1"/>
            </a:xfrm>
            <a:custGeom>
              <a:avLst/>
              <a:gdLst>
                <a:gd name="txL" fmla="*/ 0 w 862"/>
                <a:gd name="txT" fmla="*/ 0 h 1"/>
                <a:gd name="txR" fmla="*/ 862 w 862"/>
                <a:gd name="txB" fmla="*/ 1 h 1"/>
              </a:gdLst>
              <a:ahLst/>
              <a:cxnLst>
                <a:cxn ang="0">
                  <a:pos x="862" y="0"/>
                </a:cxn>
                <a:cxn ang="0">
                  <a:pos x="0" y="0"/>
                </a:cxn>
                <a:cxn ang="0">
                  <a:pos x="862" y="0"/>
                </a:cxn>
                <a:cxn ang="0">
                  <a:pos x="862" y="0"/>
                </a:cxn>
                <a:cxn ang="0">
                  <a:pos x="862" y="0"/>
                </a:cxn>
                <a:cxn ang="0">
                  <a:pos x="862" y="0"/>
                </a:cxn>
                <a:cxn ang="0">
                  <a:pos x="862" y="0"/>
                </a:cxn>
              </a:cxnLst>
              <a:rect l="txL" t="txT" r="txR" b="txB"/>
              <a:pathLst>
                <a:path w="862" h="1">
                  <a:moveTo>
                    <a:pt x="862" y="0"/>
                  </a:moveTo>
                  <a:lnTo>
                    <a:pt x="0" y="0"/>
                  </a:lnTo>
                  <a:lnTo>
                    <a:pt x="862" y="0"/>
                  </a:lnTo>
                  <a:close/>
                  <a:moveTo>
                    <a:pt x="862" y="0"/>
                  </a:moveTo>
                  <a:lnTo>
                    <a:pt x="862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20" name="Freeform 143"/>
            <p:cNvSpPr>
              <a:spLocks noEditPoints="1"/>
            </p:cNvSpPr>
            <p:nvPr/>
          </p:nvSpPr>
          <p:spPr>
            <a:xfrm>
              <a:off x="3298" y="1783"/>
              <a:ext cx="1" cy="962"/>
            </a:xfrm>
            <a:custGeom>
              <a:avLst/>
              <a:gdLst>
                <a:gd name="txL" fmla="*/ 0 w 1"/>
                <a:gd name="txT" fmla="*/ 0 h 962"/>
                <a:gd name="txR" fmla="*/ 1 w 1"/>
                <a:gd name="txB" fmla="*/ 962 h 962"/>
              </a:gdLst>
              <a:ahLst/>
              <a:cxnLst>
                <a:cxn ang="0">
                  <a:pos x="0" y="0"/>
                </a:cxn>
                <a:cxn ang="0">
                  <a:pos x="0" y="96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962">
                  <a:moveTo>
                    <a:pt x="0" y="0"/>
                  </a:moveTo>
                  <a:lnTo>
                    <a:pt x="0" y="962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21" name="Freeform 144"/>
            <p:cNvSpPr>
              <a:spLocks noEditPoints="1"/>
            </p:cNvSpPr>
            <p:nvPr/>
          </p:nvSpPr>
          <p:spPr>
            <a:xfrm>
              <a:off x="3298" y="2745"/>
              <a:ext cx="862" cy="1"/>
            </a:xfrm>
            <a:custGeom>
              <a:avLst/>
              <a:gdLst>
                <a:gd name="txL" fmla="*/ 0 w 862"/>
                <a:gd name="txT" fmla="*/ 0 h 1"/>
                <a:gd name="txR" fmla="*/ 862 w 862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86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862" h="1">
                  <a:moveTo>
                    <a:pt x="0" y="0"/>
                  </a:moveTo>
                  <a:lnTo>
                    <a:pt x="862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22" name="Freeform 145"/>
            <p:cNvSpPr/>
            <p:nvPr/>
          </p:nvSpPr>
          <p:spPr>
            <a:xfrm>
              <a:off x="4160" y="2745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23" name="Freeform 146"/>
            <p:cNvSpPr/>
            <p:nvPr/>
          </p:nvSpPr>
          <p:spPr>
            <a:xfrm>
              <a:off x="4160" y="2745"/>
              <a:ext cx="861" cy="1"/>
            </a:xfrm>
            <a:custGeom>
              <a:avLst/>
              <a:gdLst>
                <a:gd name="txL" fmla="*/ 0 w 861"/>
                <a:gd name="txT" fmla="*/ 0 h 1"/>
                <a:gd name="txR" fmla="*/ 861 w 86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861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861" h="1">
                  <a:moveTo>
                    <a:pt x="0" y="0"/>
                  </a:moveTo>
                  <a:lnTo>
                    <a:pt x="8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24" name="Freeform 147"/>
            <p:cNvSpPr>
              <a:spLocks noEditPoints="1"/>
            </p:cNvSpPr>
            <p:nvPr/>
          </p:nvSpPr>
          <p:spPr>
            <a:xfrm>
              <a:off x="5021" y="1783"/>
              <a:ext cx="1" cy="962"/>
            </a:xfrm>
            <a:custGeom>
              <a:avLst/>
              <a:gdLst>
                <a:gd name="txL" fmla="*/ 0 w 1"/>
                <a:gd name="txT" fmla="*/ 0 h 962"/>
                <a:gd name="txR" fmla="*/ 1 w 1"/>
                <a:gd name="txB" fmla="*/ 962 h 962"/>
              </a:gdLst>
              <a:ahLst/>
              <a:cxnLst>
                <a:cxn ang="0">
                  <a:pos x="0" y="962"/>
                </a:cxn>
                <a:cxn ang="0">
                  <a:pos x="0" y="0"/>
                </a:cxn>
                <a:cxn ang="0">
                  <a:pos x="0" y="962"/>
                </a:cxn>
                <a:cxn ang="0">
                  <a:pos x="0" y="962"/>
                </a:cxn>
                <a:cxn ang="0">
                  <a:pos x="0" y="962"/>
                </a:cxn>
                <a:cxn ang="0">
                  <a:pos x="0" y="962"/>
                </a:cxn>
                <a:cxn ang="0">
                  <a:pos x="0" y="962"/>
                </a:cxn>
              </a:cxnLst>
              <a:rect l="txL" t="txT" r="txR" b="txB"/>
              <a:pathLst>
                <a:path w="1" h="962">
                  <a:moveTo>
                    <a:pt x="0" y="962"/>
                  </a:moveTo>
                  <a:lnTo>
                    <a:pt x="0" y="0"/>
                  </a:lnTo>
                  <a:lnTo>
                    <a:pt x="0" y="962"/>
                  </a:lnTo>
                  <a:close/>
                  <a:moveTo>
                    <a:pt x="0" y="962"/>
                  </a:moveTo>
                  <a:lnTo>
                    <a:pt x="0" y="96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25" name="Freeform 148"/>
            <p:cNvSpPr>
              <a:spLocks noEditPoints="1"/>
            </p:cNvSpPr>
            <p:nvPr/>
          </p:nvSpPr>
          <p:spPr>
            <a:xfrm>
              <a:off x="4160" y="1783"/>
              <a:ext cx="861" cy="1"/>
            </a:xfrm>
            <a:custGeom>
              <a:avLst/>
              <a:gdLst>
                <a:gd name="txL" fmla="*/ 0 w 861"/>
                <a:gd name="txT" fmla="*/ 0 h 1"/>
                <a:gd name="txR" fmla="*/ 861 w 861"/>
                <a:gd name="txB" fmla="*/ 1 h 1"/>
              </a:gdLst>
              <a:ahLst/>
              <a:cxnLst>
                <a:cxn ang="0">
                  <a:pos x="861" y="0"/>
                </a:cxn>
                <a:cxn ang="0">
                  <a:pos x="0" y="0"/>
                </a:cxn>
                <a:cxn ang="0">
                  <a:pos x="861" y="0"/>
                </a:cxn>
                <a:cxn ang="0">
                  <a:pos x="861" y="0"/>
                </a:cxn>
                <a:cxn ang="0">
                  <a:pos x="861" y="0"/>
                </a:cxn>
                <a:cxn ang="0">
                  <a:pos x="861" y="0"/>
                </a:cxn>
                <a:cxn ang="0">
                  <a:pos x="861" y="0"/>
                </a:cxn>
              </a:cxnLst>
              <a:rect l="txL" t="txT" r="txR" b="txB"/>
              <a:pathLst>
                <a:path w="861" h="1">
                  <a:moveTo>
                    <a:pt x="861" y="0"/>
                  </a:moveTo>
                  <a:lnTo>
                    <a:pt x="0" y="0"/>
                  </a:lnTo>
                  <a:lnTo>
                    <a:pt x="861" y="0"/>
                  </a:lnTo>
                  <a:close/>
                  <a:moveTo>
                    <a:pt x="861" y="0"/>
                  </a:moveTo>
                  <a:lnTo>
                    <a:pt x="861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26" name="Freeform 149"/>
            <p:cNvSpPr/>
            <p:nvPr/>
          </p:nvSpPr>
          <p:spPr>
            <a:xfrm>
              <a:off x="3298" y="1294"/>
              <a:ext cx="862" cy="1"/>
            </a:xfrm>
            <a:custGeom>
              <a:avLst/>
              <a:gdLst>
                <a:gd name="txL" fmla="*/ 0 w 862"/>
                <a:gd name="txT" fmla="*/ 0 h 1"/>
                <a:gd name="txR" fmla="*/ 862 w 862"/>
                <a:gd name="txB" fmla="*/ 1 h 1"/>
              </a:gdLst>
              <a:ahLst/>
              <a:cxnLst>
                <a:cxn ang="0">
                  <a:pos x="862" y="0"/>
                </a:cxn>
                <a:cxn ang="0">
                  <a:pos x="0" y="0"/>
                </a:cxn>
                <a:cxn ang="0">
                  <a:pos x="862" y="0"/>
                </a:cxn>
                <a:cxn ang="0">
                  <a:pos x="862" y="0"/>
                </a:cxn>
              </a:cxnLst>
              <a:rect l="txL" t="txT" r="txR" b="txB"/>
              <a:pathLst>
                <a:path w="862" h="1">
                  <a:moveTo>
                    <a:pt x="862" y="0"/>
                  </a:moveTo>
                  <a:lnTo>
                    <a:pt x="0" y="0"/>
                  </a:lnTo>
                  <a:lnTo>
                    <a:pt x="862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27" name="Freeform 150"/>
            <p:cNvSpPr>
              <a:spLocks noEditPoints="1"/>
            </p:cNvSpPr>
            <p:nvPr/>
          </p:nvSpPr>
          <p:spPr>
            <a:xfrm>
              <a:off x="3298" y="1294"/>
              <a:ext cx="1" cy="489"/>
            </a:xfrm>
            <a:custGeom>
              <a:avLst/>
              <a:gdLst>
                <a:gd name="txL" fmla="*/ 0 w 1"/>
                <a:gd name="txT" fmla="*/ 0 h 489"/>
                <a:gd name="txR" fmla="*/ 1 w 1"/>
                <a:gd name="txB" fmla="*/ 489 h 489"/>
              </a:gdLst>
              <a:ahLst/>
              <a:cxnLst>
                <a:cxn ang="0">
                  <a:pos x="0" y="0"/>
                </a:cxn>
                <a:cxn ang="0">
                  <a:pos x="0" y="489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489">
                  <a:moveTo>
                    <a:pt x="0" y="0"/>
                  </a:moveTo>
                  <a:lnTo>
                    <a:pt x="0" y="489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28" name="Freeform 151"/>
            <p:cNvSpPr/>
            <p:nvPr/>
          </p:nvSpPr>
          <p:spPr>
            <a:xfrm>
              <a:off x="5021" y="1294"/>
              <a:ext cx="1" cy="489"/>
            </a:xfrm>
            <a:custGeom>
              <a:avLst/>
              <a:gdLst>
                <a:gd name="txL" fmla="*/ 0 w 1"/>
                <a:gd name="txT" fmla="*/ 0 h 489"/>
                <a:gd name="txR" fmla="*/ 1 w 1"/>
                <a:gd name="txB" fmla="*/ 489 h 489"/>
              </a:gdLst>
              <a:ahLst/>
              <a:cxnLst>
                <a:cxn ang="0">
                  <a:pos x="0" y="489"/>
                </a:cxn>
                <a:cxn ang="0">
                  <a:pos x="0" y="0"/>
                </a:cxn>
                <a:cxn ang="0">
                  <a:pos x="0" y="489"/>
                </a:cxn>
                <a:cxn ang="0">
                  <a:pos x="0" y="489"/>
                </a:cxn>
              </a:cxnLst>
              <a:rect l="txL" t="txT" r="txR" b="txB"/>
              <a:pathLst>
                <a:path w="1" h="489">
                  <a:moveTo>
                    <a:pt x="0" y="489"/>
                  </a:moveTo>
                  <a:lnTo>
                    <a:pt x="0" y="0"/>
                  </a:lnTo>
                  <a:lnTo>
                    <a:pt x="0" y="48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29" name="Freeform 152"/>
            <p:cNvSpPr>
              <a:spLocks noEditPoints="1"/>
            </p:cNvSpPr>
            <p:nvPr/>
          </p:nvSpPr>
          <p:spPr>
            <a:xfrm>
              <a:off x="4160" y="1294"/>
              <a:ext cx="861" cy="1"/>
            </a:xfrm>
            <a:custGeom>
              <a:avLst/>
              <a:gdLst>
                <a:gd name="txL" fmla="*/ 0 w 861"/>
                <a:gd name="txT" fmla="*/ 0 h 1"/>
                <a:gd name="txR" fmla="*/ 861 w 861"/>
                <a:gd name="txB" fmla="*/ 1 h 1"/>
              </a:gdLst>
              <a:ahLst/>
              <a:cxnLst>
                <a:cxn ang="0">
                  <a:pos x="861" y="0"/>
                </a:cxn>
                <a:cxn ang="0">
                  <a:pos x="0" y="0"/>
                </a:cxn>
                <a:cxn ang="0">
                  <a:pos x="861" y="0"/>
                </a:cxn>
                <a:cxn ang="0">
                  <a:pos x="861" y="0"/>
                </a:cxn>
                <a:cxn ang="0">
                  <a:pos x="861" y="0"/>
                </a:cxn>
                <a:cxn ang="0">
                  <a:pos x="861" y="0"/>
                </a:cxn>
                <a:cxn ang="0">
                  <a:pos x="861" y="0"/>
                </a:cxn>
              </a:cxnLst>
              <a:rect l="txL" t="txT" r="txR" b="txB"/>
              <a:pathLst>
                <a:path w="861" h="1">
                  <a:moveTo>
                    <a:pt x="861" y="0"/>
                  </a:moveTo>
                  <a:lnTo>
                    <a:pt x="0" y="0"/>
                  </a:lnTo>
                  <a:lnTo>
                    <a:pt x="861" y="0"/>
                  </a:lnTo>
                  <a:close/>
                  <a:moveTo>
                    <a:pt x="861" y="0"/>
                  </a:moveTo>
                  <a:lnTo>
                    <a:pt x="861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30" name="Freeform 153"/>
            <p:cNvSpPr>
              <a:spLocks noEditPoints="1"/>
            </p:cNvSpPr>
            <p:nvPr/>
          </p:nvSpPr>
          <p:spPr>
            <a:xfrm>
              <a:off x="4082" y="1091"/>
              <a:ext cx="48" cy="89"/>
            </a:xfrm>
            <a:custGeom>
              <a:avLst/>
              <a:gdLst>
                <a:gd name="txL" fmla="*/ 0 w 48"/>
                <a:gd name="txT" fmla="*/ 0 h 89"/>
                <a:gd name="txR" fmla="*/ 48 w 48"/>
                <a:gd name="txB" fmla="*/ 89 h 89"/>
              </a:gdLst>
              <a:ahLst/>
              <a:cxnLst>
                <a:cxn ang="0">
                  <a:pos x="48" y="59"/>
                </a:cxn>
                <a:cxn ang="0">
                  <a:pos x="36" y="59"/>
                </a:cxn>
                <a:cxn ang="0">
                  <a:pos x="36" y="0"/>
                </a:cxn>
                <a:cxn ang="0">
                  <a:pos x="30" y="0"/>
                </a:cxn>
                <a:cxn ang="0">
                  <a:pos x="0" y="59"/>
                </a:cxn>
                <a:cxn ang="0">
                  <a:pos x="0" y="65"/>
                </a:cxn>
                <a:cxn ang="0">
                  <a:pos x="30" y="65"/>
                </a:cxn>
                <a:cxn ang="0">
                  <a:pos x="30" y="89"/>
                </a:cxn>
                <a:cxn ang="0">
                  <a:pos x="36" y="89"/>
                </a:cxn>
                <a:cxn ang="0">
                  <a:pos x="36" y="65"/>
                </a:cxn>
                <a:cxn ang="0">
                  <a:pos x="48" y="65"/>
                </a:cxn>
                <a:cxn ang="0">
                  <a:pos x="48" y="59"/>
                </a:cxn>
                <a:cxn ang="0">
                  <a:pos x="30" y="59"/>
                </a:cxn>
                <a:cxn ang="0">
                  <a:pos x="6" y="59"/>
                </a:cxn>
                <a:cxn ang="0">
                  <a:pos x="30" y="12"/>
                </a:cxn>
                <a:cxn ang="0">
                  <a:pos x="30" y="12"/>
                </a:cxn>
                <a:cxn ang="0">
                  <a:pos x="30" y="59"/>
                </a:cxn>
              </a:cxnLst>
              <a:rect l="txL" t="txT" r="txR" b="txB"/>
              <a:pathLst>
                <a:path w="48" h="89">
                  <a:moveTo>
                    <a:pt x="48" y="59"/>
                  </a:moveTo>
                  <a:lnTo>
                    <a:pt x="36" y="59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0" y="59"/>
                  </a:lnTo>
                  <a:lnTo>
                    <a:pt x="0" y="65"/>
                  </a:lnTo>
                  <a:lnTo>
                    <a:pt x="30" y="65"/>
                  </a:lnTo>
                  <a:lnTo>
                    <a:pt x="30" y="89"/>
                  </a:lnTo>
                  <a:lnTo>
                    <a:pt x="36" y="89"/>
                  </a:lnTo>
                  <a:lnTo>
                    <a:pt x="36" y="65"/>
                  </a:lnTo>
                  <a:lnTo>
                    <a:pt x="48" y="65"/>
                  </a:lnTo>
                  <a:lnTo>
                    <a:pt x="48" y="59"/>
                  </a:lnTo>
                  <a:close/>
                  <a:moveTo>
                    <a:pt x="30" y="59"/>
                  </a:moveTo>
                  <a:lnTo>
                    <a:pt x="6" y="59"/>
                  </a:lnTo>
                  <a:lnTo>
                    <a:pt x="30" y="12"/>
                  </a:lnTo>
                  <a:lnTo>
                    <a:pt x="30" y="5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31" name="Freeform 154"/>
            <p:cNvSpPr/>
            <p:nvPr/>
          </p:nvSpPr>
          <p:spPr>
            <a:xfrm>
              <a:off x="4160" y="1091"/>
              <a:ext cx="71" cy="89"/>
            </a:xfrm>
            <a:custGeom>
              <a:avLst/>
              <a:gdLst>
                <a:gd name="txL" fmla="*/ 0 w 71"/>
                <a:gd name="txT" fmla="*/ 0 h 89"/>
                <a:gd name="txR" fmla="*/ 71 w 71"/>
                <a:gd name="txB" fmla="*/ 89 h 89"/>
              </a:gdLst>
              <a:ahLst/>
              <a:cxnLst>
                <a:cxn ang="0">
                  <a:pos x="29" y="71"/>
                </a:cxn>
                <a:cxn ang="0">
                  <a:pos x="23" y="65"/>
                </a:cxn>
                <a:cxn ang="0">
                  <a:pos x="17" y="54"/>
                </a:cxn>
                <a:cxn ang="0">
                  <a:pos x="12" y="30"/>
                </a:cxn>
                <a:cxn ang="0">
                  <a:pos x="23" y="6"/>
                </a:cxn>
                <a:cxn ang="0">
                  <a:pos x="29" y="6"/>
                </a:cxn>
                <a:cxn ang="0">
                  <a:pos x="35" y="0"/>
                </a:cxn>
                <a:cxn ang="0">
                  <a:pos x="47" y="6"/>
                </a:cxn>
                <a:cxn ang="0">
                  <a:pos x="53" y="6"/>
                </a:cxn>
                <a:cxn ang="0">
                  <a:pos x="59" y="30"/>
                </a:cxn>
                <a:cxn ang="0">
                  <a:pos x="59" y="54"/>
                </a:cxn>
                <a:cxn ang="0">
                  <a:pos x="53" y="65"/>
                </a:cxn>
                <a:cxn ang="0">
                  <a:pos x="47" y="71"/>
                </a:cxn>
                <a:cxn ang="0">
                  <a:pos x="41" y="89"/>
                </a:cxn>
                <a:cxn ang="0">
                  <a:pos x="71" y="89"/>
                </a:cxn>
                <a:cxn ang="0">
                  <a:pos x="71" y="65"/>
                </a:cxn>
                <a:cxn ang="0">
                  <a:pos x="71" y="65"/>
                </a:cxn>
                <a:cxn ang="0">
                  <a:pos x="71" y="77"/>
                </a:cxn>
                <a:cxn ang="0">
                  <a:pos x="65" y="77"/>
                </a:cxn>
                <a:cxn ang="0">
                  <a:pos x="47" y="77"/>
                </a:cxn>
                <a:cxn ang="0">
                  <a:pos x="47" y="71"/>
                </a:cxn>
                <a:cxn ang="0">
                  <a:pos x="59" y="65"/>
                </a:cxn>
                <a:cxn ang="0">
                  <a:pos x="65" y="59"/>
                </a:cxn>
                <a:cxn ang="0">
                  <a:pos x="71" y="36"/>
                </a:cxn>
                <a:cxn ang="0">
                  <a:pos x="65" y="18"/>
                </a:cxn>
                <a:cxn ang="0">
                  <a:pos x="59" y="6"/>
                </a:cxn>
                <a:cxn ang="0">
                  <a:pos x="53" y="6"/>
                </a:cxn>
                <a:cxn ang="0">
                  <a:pos x="47" y="0"/>
                </a:cxn>
                <a:cxn ang="0">
                  <a:pos x="35" y="0"/>
                </a:cxn>
                <a:cxn ang="0">
                  <a:pos x="29" y="0"/>
                </a:cxn>
                <a:cxn ang="0">
                  <a:pos x="17" y="6"/>
                </a:cxn>
                <a:cxn ang="0">
                  <a:pos x="12" y="6"/>
                </a:cxn>
                <a:cxn ang="0">
                  <a:pos x="6" y="18"/>
                </a:cxn>
                <a:cxn ang="0">
                  <a:pos x="0" y="36"/>
                </a:cxn>
                <a:cxn ang="0">
                  <a:pos x="6" y="59"/>
                </a:cxn>
                <a:cxn ang="0">
                  <a:pos x="17" y="65"/>
                </a:cxn>
                <a:cxn ang="0">
                  <a:pos x="23" y="71"/>
                </a:cxn>
                <a:cxn ang="0">
                  <a:pos x="23" y="77"/>
                </a:cxn>
                <a:cxn ang="0">
                  <a:pos x="12" y="77"/>
                </a:cxn>
                <a:cxn ang="0">
                  <a:pos x="6" y="77"/>
                </a:cxn>
                <a:cxn ang="0">
                  <a:pos x="6" y="65"/>
                </a:cxn>
                <a:cxn ang="0">
                  <a:pos x="0" y="65"/>
                </a:cxn>
                <a:cxn ang="0">
                  <a:pos x="0" y="89"/>
                </a:cxn>
                <a:cxn ang="0">
                  <a:pos x="29" y="89"/>
                </a:cxn>
                <a:cxn ang="0">
                  <a:pos x="29" y="71"/>
                </a:cxn>
              </a:cxnLst>
              <a:rect l="txL" t="txT" r="txR" b="txB"/>
              <a:pathLst>
                <a:path w="71" h="89">
                  <a:moveTo>
                    <a:pt x="29" y="71"/>
                  </a:moveTo>
                  <a:lnTo>
                    <a:pt x="23" y="65"/>
                  </a:lnTo>
                  <a:lnTo>
                    <a:pt x="17" y="54"/>
                  </a:lnTo>
                  <a:lnTo>
                    <a:pt x="12" y="30"/>
                  </a:lnTo>
                  <a:lnTo>
                    <a:pt x="23" y="6"/>
                  </a:lnTo>
                  <a:lnTo>
                    <a:pt x="29" y="6"/>
                  </a:lnTo>
                  <a:lnTo>
                    <a:pt x="35" y="0"/>
                  </a:lnTo>
                  <a:lnTo>
                    <a:pt x="47" y="6"/>
                  </a:lnTo>
                  <a:lnTo>
                    <a:pt x="53" y="6"/>
                  </a:lnTo>
                  <a:lnTo>
                    <a:pt x="59" y="30"/>
                  </a:lnTo>
                  <a:lnTo>
                    <a:pt x="59" y="54"/>
                  </a:lnTo>
                  <a:lnTo>
                    <a:pt x="53" y="65"/>
                  </a:lnTo>
                  <a:lnTo>
                    <a:pt x="47" y="71"/>
                  </a:lnTo>
                  <a:lnTo>
                    <a:pt x="41" y="89"/>
                  </a:lnTo>
                  <a:lnTo>
                    <a:pt x="71" y="89"/>
                  </a:lnTo>
                  <a:lnTo>
                    <a:pt x="71" y="65"/>
                  </a:lnTo>
                  <a:lnTo>
                    <a:pt x="71" y="77"/>
                  </a:lnTo>
                  <a:lnTo>
                    <a:pt x="65" y="77"/>
                  </a:lnTo>
                  <a:lnTo>
                    <a:pt x="47" y="77"/>
                  </a:lnTo>
                  <a:lnTo>
                    <a:pt x="47" y="71"/>
                  </a:lnTo>
                  <a:lnTo>
                    <a:pt x="59" y="65"/>
                  </a:lnTo>
                  <a:lnTo>
                    <a:pt x="65" y="59"/>
                  </a:lnTo>
                  <a:lnTo>
                    <a:pt x="71" y="36"/>
                  </a:lnTo>
                  <a:lnTo>
                    <a:pt x="65" y="18"/>
                  </a:lnTo>
                  <a:lnTo>
                    <a:pt x="59" y="6"/>
                  </a:lnTo>
                  <a:lnTo>
                    <a:pt x="53" y="6"/>
                  </a:lnTo>
                  <a:lnTo>
                    <a:pt x="47" y="0"/>
                  </a:lnTo>
                  <a:lnTo>
                    <a:pt x="35" y="0"/>
                  </a:lnTo>
                  <a:lnTo>
                    <a:pt x="29" y="0"/>
                  </a:lnTo>
                  <a:lnTo>
                    <a:pt x="17" y="6"/>
                  </a:lnTo>
                  <a:lnTo>
                    <a:pt x="12" y="6"/>
                  </a:lnTo>
                  <a:lnTo>
                    <a:pt x="6" y="18"/>
                  </a:lnTo>
                  <a:lnTo>
                    <a:pt x="0" y="36"/>
                  </a:lnTo>
                  <a:lnTo>
                    <a:pt x="6" y="59"/>
                  </a:lnTo>
                  <a:lnTo>
                    <a:pt x="17" y="65"/>
                  </a:lnTo>
                  <a:lnTo>
                    <a:pt x="23" y="71"/>
                  </a:lnTo>
                  <a:lnTo>
                    <a:pt x="23" y="77"/>
                  </a:lnTo>
                  <a:lnTo>
                    <a:pt x="12" y="77"/>
                  </a:lnTo>
                  <a:lnTo>
                    <a:pt x="6" y="77"/>
                  </a:lnTo>
                  <a:lnTo>
                    <a:pt x="6" y="65"/>
                  </a:lnTo>
                  <a:lnTo>
                    <a:pt x="0" y="65"/>
                  </a:lnTo>
                  <a:lnTo>
                    <a:pt x="0" y="89"/>
                  </a:lnTo>
                  <a:lnTo>
                    <a:pt x="29" y="89"/>
                  </a:lnTo>
                  <a:lnTo>
                    <a:pt x="29" y="7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32" name="Freeform 155"/>
            <p:cNvSpPr>
              <a:spLocks noEditPoints="1"/>
            </p:cNvSpPr>
            <p:nvPr/>
          </p:nvSpPr>
          <p:spPr>
            <a:xfrm>
              <a:off x="4243" y="2213"/>
              <a:ext cx="48" cy="90"/>
            </a:xfrm>
            <a:custGeom>
              <a:avLst/>
              <a:gdLst>
                <a:gd name="txL" fmla="*/ 0 w 48"/>
                <a:gd name="txT" fmla="*/ 0 h 90"/>
                <a:gd name="txR" fmla="*/ 48 w 48"/>
                <a:gd name="txB" fmla="*/ 90 h 90"/>
              </a:gdLst>
              <a:ahLst/>
              <a:cxnLst>
                <a:cxn ang="0">
                  <a:pos x="48" y="60"/>
                </a:cxn>
                <a:cxn ang="0">
                  <a:pos x="36" y="60"/>
                </a:cxn>
                <a:cxn ang="0">
                  <a:pos x="36" y="0"/>
                </a:cxn>
                <a:cxn ang="0">
                  <a:pos x="36" y="0"/>
                </a:cxn>
                <a:cxn ang="0">
                  <a:pos x="0" y="60"/>
                </a:cxn>
                <a:cxn ang="0">
                  <a:pos x="0" y="66"/>
                </a:cxn>
                <a:cxn ang="0">
                  <a:pos x="30" y="66"/>
                </a:cxn>
                <a:cxn ang="0">
                  <a:pos x="30" y="90"/>
                </a:cxn>
                <a:cxn ang="0">
                  <a:pos x="36" y="90"/>
                </a:cxn>
                <a:cxn ang="0">
                  <a:pos x="36" y="66"/>
                </a:cxn>
                <a:cxn ang="0">
                  <a:pos x="48" y="66"/>
                </a:cxn>
                <a:cxn ang="0">
                  <a:pos x="48" y="60"/>
                </a:cxn>
                <a:cxn ang="0">
                  <a:pos x="30" y="60"/>
                </a:cxn>
                <a:cxn ang="0">
                  <a:pos x="6" y="60"/>
                </a:cxn>
                <a:cxn ang="0">
                  <a:pos x="30" y="12"/>
                </a:cxn>
                <a:cxn ang="0">
                  <a:pos x="30" y="12"/>
                </a:cxn>
                <a:cxn ang="0">
                  <a:pos x="30" y="60"/>
                </a:cxn>
              </a:cxnLst>
              <a:rect l="txL" t="txT" r="txR" b="txB"/>
              <a:pathLst>
                <a:path w="48" h="90">
                  <a:moveTo>
                    <a:pt x="48" y="60"/>
                  </a:moveTo>
                  <a:lnTo>
                    <a:pt x="36" y="60"/>
                  </a:lnTo>
                  <a:lnTo>
                    <a:pt x="36" y="0"/>
                  </a:lnTo>
                  <a:lnTo>
                    <a:pt x="0" y="60"/>
                  </a:lnTo>
                  <a:lnTo>
                    <a:pt x="0" y="66"/>
                  </a:lnTo>
                  <a:lnTo>
                    <a:pt x="30" y="66"/>
                  </a:lnTo>
                  <a:lnTo>
                    <a:pt x="30" y="90"/>
                  </a:lnTo>
                  <a:lnTo>
                    <a:pt x="36" y="90"/>
                  </a:lnTo>
                  <a:lnTo>
                    <a:pt x="36" y="66"/>
                  </a:lnTo>
                  <a:lnTo>
                    <a:pt x="48" y="66"/>
                  </a:lnTo>
                  <a:lnTo>
                    <a:pt x="48" y="60"/>
                  </a:lnTo>
                  <a:close/>
                  <a:moveTo>
                    <a:pt x="30" y="60"/>
                  </a:moveTo>
                  <a:lnTo>
                    <a:pt x="6" y="60"/>
                  </a:lnTo>
                  <a:lnTo>
                    <a:pt x="30" y="12"/>
                  </a:lnTo>
                  <a:lnTo>
                    <a:pt x="30" y="6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33" name="Freeform 156"/>
            <p:cNvSpPr/>
            <p:nvPr/>
          </p:nvSpPr>
          <p:spPr>
            <a:xfrm>
              <a:off x="4321" y="2207"/>
              <a:ext cx="72" cy="96"/>
            </a:xfrm>
            <a:custGeom>
              <a:avLst/>
              <a:gdLst>
                <a:gd name="txL" fmla="*/ 0 w 72"/>
                <a:gd name="txT" fmla="*/ 0 h 96"/>
                <a:gd name="txR" fmla="*/ 72 w 72"/>
                <a:gd name="txB" fmla="*/ 96 h 96"/>
              </a:gdLst>
              <a:ahLst/>
              <a:cxnLst>
                <a:cxn ang="0">
                  <a:pos x="30" y="72"/>
                </a:cxn>
                <a:cxn ang="0">
                  <a:pos x="24" y="72"/>
                </a:cxn>
                <a:cxn ang="0">
                  <a:pos x="18" y="60"/>
                </a:cxn>
                <a:cxn ang="0">
                  <a:pos x="18" y="36"/>
                </a:cxn>
                <a:cxn ang="0">
                  <a:pos x="18" y="24"/>
                </a:cxn>
                <a:cxn ang="0">
                  <a:pos x="24" y="12"/>
                </a:cxn>
                <a:cxn ang="0">
                  <a:pos x="30" y="6"/>
                </a:cxn>
                <a:cxn ang="0">
                  <a:pos x="36" y="6"/>
                </a:cxn>
                <a:cxn ang="0">
                  <a:pos x="48" y="6"/>
                </a:cxn>
                <a:cxn ang="0">
                  <a:pos x="54" y="12"/>
                </a:cxn>
                <a:cxn ang="0">
                  <a:pos x="60" y="36"/>
                </a:cxn>
                <a:cxn ang="0">
                  <a:pos x="60" y="60"/>
                </a:cxn>
                <a:cxn ang="0">
                  <a:pos x="54" y="72"/>
                </a:cxn>
                <a:cxn ang="0">
                  <a:pos x="48" y="72"/>
                </a:cxn>
                <a:cxn ang="0">
                  <a:pos x="42" y="96"/>
                </a:cxn>
                <a:cxn ang="0">
                  <a:pos x="72" y="96"/>
                </a:cxn>
                <a:cxn ang="0">
                  <a:pos x="72" y="72"/>
                </a:cxn>
                <a:cxn ang="0">
                  <a:pos x="72" y="72"/>
                </a:cxn>
                <a:cxn ang="0">
                  <a:pos x="72" y="78"/>
                </a:cxn>
                <a:cxn ang="0">
                  <a:pos x="66" y="78"/>
                </a:cxn>
                <a:cxn ang="0">
                  <a:pos x="48" y="78"/>
                </a:cxn>
                <a:cxn ang="0">
                  <a:pos x="48" y="78"/>
                </a:cxn>
                <a:cxn ang="0">
                  <a:pos x="60" y="72"/>
                </a:cxn>
                <a:cxn ang="0">
                  <a:pos x="66" y="60"/>
                </a:cxn>
                <a:cxn ang="0">
                  <a:pos x="72" y="42"/>
                </a:cxn>
                <a:cxn ang="0">
                  <a:pos x="66" y="24"/>
                </a:cxn>
                <a:cxn ang="0">
                  <a:pos x="66" y="12"/>
                </a:cxn>
                <a:cxn ang="0">
                  <a:pos x="60" y="6"/>
                </a:cxn>
                <a:cxn ang="0">
                  <a:pos x="48" y="6"/>
                </a:cxn>
                <a:cxn ang="0">
                  <a:pos x="36" y="0"/>
                </a:cxn>
                <a:cxn ang="0">
                  <a:pos x="30" y="6"/>
                </a:cxn>
                <a:cxn ang="0">
                  <a:pos x="18" y="6"/>
                </a:cxn>
                <a:cxn ang="0">
                  <a:pos x="12" y="12"/>
                </a:cxn>
                <a:cxn ang="0">
                  <a:pos x="6" y="24"/>
                </a:cxn>
                <a:cxn ang="0">
                  <a:pos x="6" y="42"/>
                </a:cxn>
                <a:cxn ang="0">
                  <a:pos x="6" y="48"/>
                </a:cxn>
                <a:cxn ang="0">
                  <a:pos x="12" y="60"/>
                </a:cxn>
                <a:cxn ang="0">
                  <a:pos x="18" y="72"/>
                </a:cxn>
                <a:cxn ang="0">
                  <a:pos x="24" y="78"/>
                </a:cxn>
                <a:cxn ang="0">
                  <a:pos x="24" y="78"/>
                </a:cxn>
                <a:cxn ang="0">
                  <a:pos x="12" y="78"/>
                </a:cxn>
                <a:cxn ang="0">
                  <a:pos x="6" y="78"/>
                </a:cxn>
                <a:cxn ang="0">
                  <a:pos x="6" y="72"/>
                </a:cxn>
                <a:cxn ang="0">
                  <a:pos x="0" y="72"/>
                </a:cxn>
                <a:cxn ang="0">
                  <a:pos x="0" y="96"/>
                </a:cxn>
                <a:cxn ang="0">
                  <a:pos x="30" y="96"/>
                </a:cxn>
                <a:cxn ang="0">
                  <a:pos x="30" y="72"/>
                </a:cxn>
              </a:cxnLst>
              <a:rect l="txL" t="txT" r="txR" b="txB"/>
              <a:pathLst>
                <a:path w="72" h="96">
                  <a:moveTo>
                    <a:pt x="30" y="72"/>
                  </a:moveTo>
                  <a:lnTo>
                    <a:pt x="24" y="72"/>
                  </a:lnTo>
                  <a:lnTo>
                    <a:pt x="18" y="60"/>
                  </a:lnTo>
                  <a:lnTo>
                    <a:pt x="18" y="36"/>
                  </a:lnTo>
                  <a:lnTo>
                    <a:pt x="18" y="24"/>
                  </a:lnTo>
                  <a:lnTo>
                    <a:pt x="24" y="12"/>
                  </a:lnTo>
                  <a:lnTo>
                    <a:pt x="30" y="6"/>
                  </a:lnTo>
                  <a:lnTo>
                    <a:pt x="36" y="6"/>
                  </a:lnTo>
                  <a:lnTo>
                    <a:pt x="48" y="6"/>
                  </a:lnTo>
                  <a:lnTo>
                    <a:pt x="54" y="12"/>
                  </a:lnTo>
                  <a:lnTo>
                    <a:pt x="60" y="36"/>
                  </a:lnTo>
                  <a:lnTo>
                    <a:pt x="60" y="60"/>
                  </a:lnTo>
                  <a:lnTo>
                    <a:pt x="54" y="72"/>
                  </a:lnTo>
                  <a:lnTo>
                    <a:pt x="48" y="72"/>
                  </a:lnTo>
                  <a:lnTo>
                    <a:pt x="42" y="96"/>
                  </a:lnTo>
                  <a:lnTo>
                    <a:pt x="72" y="96"/>
                  </a:lnTo>
                  <a:lnTo>
                    <a:pt x="72" y="72"/>
                  </a:lnTo>
                  <a:lnTo>
                    <a:pt x="72" y="78"/>
                  </a:lnTo>
                  <a:lnTo>
                    <a:pt x="66" y="78"/>
                  </a:lnTo>
                  <a:lnTo>
                    <a:pt x="48" y="78"/>
                  </a:lnTo>
                  <a:lnTo>
                    <a:pt x="60" y="72"/>
                  </a:lnTo>
                  <a:lnTo>
                    <a:pt x="66" y="60"/>
                  </a:lnTo>
                  <a:lnTo>
                    <a:pt x="72" y="42"/>
                  </a:lnTo>
                  <a:lnTo>
                    <a:pt x="66" y="24"/>
                  </a:lnTo>
                  <a:lnTo>
                    <a:pt x="66" y="12"/>
                  </a:lnTo>
                  <a:lnTo>
                    <a:pt x="60" y="6"/>
                  </a:lnTo>
                  <a:lnTo>
                    <a:pt x="48" y="6"/>
                  </a:lnTo>
                  <a:lnTo>
                    <a:pt x="36" y="0"/>
                  </a:lnTo>
                  <a:lnTo>
                    <a:pt x="30" y="6"/>
                  </a:lnTo>
                  <a:lnTo>
                    <a:pt x="18" y="6"/>
                  </a:lnTo>
                  <a:lnTo>
                    <a:pt x="12" y="12"/>
                  </a:lnTo>
                  <a:lnTo>
                    <a:pt x="6" y="24"/>
                  </a:lnTo>
                  <a:lnTo>
                    <a:pt x="6" y="42"/>
                  </a:lnTo>
                  <a:lnTo>
                    <a:pt x="6" y="48"/>
                  </a:lnTo>
                  <a:lnTo>
                    <a:pt x="12" y="60"/>
                  </a:lnTo>
                  <a:lnTo>
                    <a:pt x="18" y="72"/>
                  </a:lnTo>
                  <a:lnTo>
                    <a:pt x="24" y="78"/>
                  </a:lnTo>
                  <a:lnTo>
                    <a:pt x="12" y="78"/>
                  </a:lnTo>
                  <a:lnTo>
                    <a:pt x="6" y="78"/>
                  </a:lnTo>
                  <a:lnTo>
                    <a:pt x="6" y="72"/>
                  </a:lnTo>
                  <a:lnTo>
                    <a:pt x="0" y="72"/>
                  </a:lnTo>
                  <a:lnTo>
                    <a:pt x="0" y="96"/>
                  </a:lnTo>
                  <a:lnTo>
                    <a:pt x="30" y="96"/>
                  </a:lnTo>
                  <a:lnTo>
                    <a:pt x="30" y="7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34" name="Freeform 157"/>
            <p:cNvSpPr/>
            <p:nvPr/>
          </p:nvSpPr>
          <p:spPr>
            <a:xfrm>
              <a:off x="3663" y="1574"/>
              <a:ext cx="48" cy="96"/>
            </a:xfrm>
            <a:custGeom>
              <a:avLst/>
              <a:gdLst>
                <a:gd name="txL" fmla="*/ 0 w 48"/>
                <a:gd name="txT" fmla="*/ 0 h 96"/>
                <a:gd name="txR" fmla="*/ 48 w 48"/>
                <a:gd name="txB" fmla="*/ 96 h 96"/>
              </a:gdLst>
              <a:ahLst/>
              <a:cxnLst>
                <a:cxn ang="0">
                  <a:pos x="48" y="78"/>
                </a:cxn>
                <a:cxn ang="0">
                  <a:pos x="42" y="72"/>
                </a:cxn>
                <a:cxn ang="0">
                  <a:pos x="42" y="84"/>
                </a:cxn>
                <a:cxn ang="0">
                  <a:pos x="36" y="84"/>
                </a:cxn>
                <a:cxn ang="0">
                  <a:pos x="12" y="84"/>
                </a:cxn>
                <a:cxn ang="0">
                  <a:pos x="24" y="60"/>
                </a:cxn>
                <a:cxn ang="0">
                  <a:pos x="36" y="48"/>
                </a:cxn>
                <a:cxn ang="0">
                  <a:pos x="42" y="24"/>
                </a:cxn>
                <a:cxn ang="0">
                  <a:pos x="36" y="6"/>
                </a:cxn>
                <a:cxn ang="0">
                  <a:pos x="24" y="0"/>
                </a:cxn>
                <a:cxn ang="0">
                  <a:pos x="6" y="6"/>
                </a:cxn>
                <a:cxn ang="0">
                  <a:pos x="0" y="18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6" y="18"/>
                </a:cxn>
                <a:cxn ang="0">
                  <a:pos x="18" y="12"/>
                </a:cxn>
                <a:cxn ang="0">
                  <a:pos x="30" y="18"/>
                </a:cxn>
                <a:cxn ang="0">
                  <a:pos x="30" y="30"/>
                </a:cxn>
                <a:cxn ang="0">
                  <a:pos x="24" y="48"/>
                </a:cxn>
                <a:cxn ang="0">
                  <a:pos x="18" y="66"/>
                </a:cxn>
                <a:cxn ang="0">
                  <a:pos x="0" y="90"/>
                </a:cxn>
                <a:cxn ang="0">
                  <a:pos x="0" y="96"/>
                </a:cxn>
                <a:cxn ang="0">
                  <a:pos x="42" y="96"/>
                </a:cxn>
                <a:cxn ang="0">
                  <a:pos x="48" y="78"/>
                </a:cxn>
              </a:cxnLst>
              <a:rect l="txL" t="txT" r="txR" b="txB"/>
              <a:pathLst>
                <a:path w="48" h="96">
                  <a:moveTo>
                    <a:pt x="48" y="78"/>
                  </a:moveTo>
                  <a:lnTo>
                    <a:pt x="42" y="72"/>
                  </a:lnTo>
                  <a:lnTo>
                    <a:pt x="42" y="84"/>
                  </a:lnTo>
                  <a:lnTo>
                    <a:pt x="36" y="84"/>
                  </a:lnTo>
                  <a:lnTo>
                    <a:pt x="12" y="84"/>
                  </a:lnTo>
                  <a:lnTo>
                    <a:pt x="24" y="60"/>
                  </a:lnTo>
                  <a:lnTo>
                    <a:pt x="36" y="48"/>
                  </a:lnTo>
                  <a:lnTo>
                    <a:pt x="42" y="24"/>
                  </a:lnTo>
                  <a:lnTo>
                    <a:pt x="36" y="6"/>
                  </a:lnTo>
                  <a:lnTo>
                    <a:pt x="24" y="0"/>
                  </a:lnTo>
                  <a:lnTo>
                    <a:pt x="6" y="6"/>
                  </a:lnTo>
                  <a:lnTo>
                    <a:pt x="0" y="18"/>
                  </a:lnTo>
                  <a:lnTo>
                    <a:pt x="0" y="30"/>
                  </a:lnTo>
                  <a:lnTo>
                    <a:pt x="6" y="18"/>
                  </a:lnTo>
                  <a:lnTo>
                    <a:pt x="18" y="12"/>
                  </a:lnTo>
                  <a:lnTo>
                    <a:pt x="30" y="18"/>
                  </a:lnTo>
                  <a:lnTo>
                    <a:pt x="30" y="30"/>
                  </a:lnTo>
                  <a:lnTo>
                    <a:pt x="24" y="48"/>
                  </a:lnTo>
                  <a:lnTo>
                    <a:pt x="18" y="66"/>
                  </a:lnTo>
                  <a:lnTo>
                    <a:pt x="0" y="90"/>
                  </a:lnTo>
                  <a:lnTo>
                    <a:pt x="0" y="96"/>
                  </a:lnTo>
                  <a:lnTo>
                    <a:pt x="42" y="96"/>
                  </a:lnTo>
                  <a:lnTo>
                    <a:pt x="48" y="7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35" name="Freeform 158"/>
            <p:cNvSpPr/>
            <p:nvPr/>
          </p:nvSpPr>
          <p:spPr>
            <a:xfrm>
              <a:off x="3741" y="1574"/>
              <a:ext cx="72" cy="96"/>
            </a:xfrm>
            <a:custGeom>
              <a:avLst/>
              <a:gdLst>
                <a:gd name="txL" fmla="*/ 0 w 72"/>
                <a:gd name="txT" fmla="*/ 0 h 96"/>
                <a:gd name="txR" fmla="*/ 72 w 72"/>
                <a:gd name="txB" fmla="*/ 96 h 96"/>
              </a:gdLst>
              <a:ahLst/>
              <a:cxnLst>
                <a:cxn ang="0">
                  <a:pos x="30" y="72"/>
                </a:cxn>
                <a:cxn ang="0">
                  <a:pos x="24" y="72"/>
                </a:cxn>
                <a:cxn ang="0">
                  <a:pos x="18" y="60"/>
                </a:cxn>
                <a:cxn ang="0">
                  <a:pos x="12" y="36"/>
                </a:cxn>
                <a:cxn ang="0">
                  <a:pos x="18" y="12"/>
                </a:cxn>
                <a:cxn ang="0">
                  <a:pos x="30" y="6"/>
                </a:cxn>
                <a:cxn ang="0">
                  <a:pos x="36" y="6"/>
                </a:cxn>
                <a:cxn ang="0">
                  <a:pos x="42" y="6"/>
                </a:cxn>
                <a:cxn ang="0">
                  <a:pos x="48" y="12"/>
                </a:cxn>
                <a:cxn ang="0">
                  <a:pos x="60" y="36"/>
                </a:cxn>
                <a:cxn ang="0">
                  <a:pos x="54" y="60"/>
                </a:cxn>
                <a:cxn ang="0">
                  <a:pos x="48" y="72"/>
                </a:cxn>
                <a:cxn ang="0">
                  <a:pos x="42" y="72"/>
                </a:cxn>
                <a:cxn ang="0">
                  <a:pos x="42" y="96"/>
                </a:cxn>
                <a:cxn ang="0">
                  <a:pos x="72" y="96"/>
                </a:cxn>
                <a:cxn ang="0">
                  <a:pos x="72" y="72"/>
                </a:cxn>
                <a:cxn ang="0">
                  <a:pos x="72" y="72"/>
                </a:cxn>
                <a:cxn ang="0">
                  <a:pos x="66" y="78"/>
                </a:cxn>
                <a:cxn ang="0">
                  <a:pos x="60" y="78"/>
                </a:cxn>
                <a:cxn ang="0">
                  <a:pos x="48" y="78"/>
                </a:cxn>
                <a:cxn ang="0">
                  <a:pos x="48" y="78"/>
                </a:cxn>
                <a:cxn ang="0">
                  <a:pos x="60" y="72"/>
                </a:cxn>
                <a:cxn ang="0">
                  <a:pos x="66" y="60"/>
                </a:cxn>
                <a:cxn ang="0">
                  <a:pos x="72" y="42"/>
                </a:cxn>
                <a:cxn ang="0">
                  <a:pos x="66" y="24"/>
                </a:cxn>
                <a:cxn ang="0">
                  <a:pos x="60" y="12"/>
                </a:cxn>
                <a:cxn ang="0">
                  <a:pos x="54" y="6"/>
                </a:cxn>
                <a:cxn ang="0">
                  <a:pos x="48" y="0"/>
                </a:cxn>
                <a:cxn ang="0">
                  <a:pos x="36" y="0"/>
                </a:cxn>
                <a:cxn ang="0">
                  <a:pos x="24" y="0"/>
                </a:cxn>
                <a:cxn ang="0">
                  <a:pos x="18" y="6"/>
                </a:cxn>
                <a:cxn ang="0">
                  <a:pos x="12" y="12"/>
                </a:cxn>
                <a:cxn ang="0">
                  <a:pos x="6" y="24"/>
                </a:cxn>
                <a:cxn ang="0">
                  <a:pos x="0" y="42"/>
                </a:cxn>
                <a:cxn ang="0">
                  <a:pos x="6" y="60"/>
                </a:cxn>
                <a:cxn ang="0">
                  <a:pos x="18" y="72"/>
                </a:cxn>
                <a:cxn ang="0">
                  <a:pos x="24" y="78"/>
                </a:cxn>
                <a:cxn ang="0">
                  <a:pos x="24" y="78"/>
                </a:cxn>
                <a:cxn ang="0">
                  <a:pos x="6" y="78"/>
                </a:cxn>
                <a:cxn ang="0">
                  <a:pos x="0" y="78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0" y="96"/>
                </a:cxn>
                <a:cxn ang="0">
                  <a:pos x="30" y="96"/>
                </a:cxn>
                <a:cxn ang="0">
                  <a:pos x="30" y="72"/>
                </a:cxn>
              </a:cxnLst>
              <a:rect l="txL" t="txT" r="txR" b="txB"/>
              <a:pathLst>
                <a:path w="72" h="96">
                  <a:moveTo>
                    <a:pt x="30" y="72"/>
                  </a:moveTo>
                  <a:lnTo>
                    <a:pt x="24" y="72"/>
                  </a:lnTo>
                  <a:lnTo>
                    <a:pt x="18" y="60"/>
                  </a:lnTo>
                  <a:lnTo>
                    <a:pt x="12" y="36"/>
                  </a:lnTo>
                  <a:lnTo>
                    <a:pt x="18" y="12"/>
                  </a:lnTo>
                  <a:lnTo>
                    <a:pt x="30" y="6"/>
                  </a:lnTo>
                  <a:lnTo>
                    <a:pt x="36" y="6"/>
                  </a:lnTo>
                  <a:lnTo>
                    <a:pt x="42" y="6"/>
                  </a:lnTo>
                  <a:lnTo>
                    <a:pt x="48" y="12"/>
                  </a:lnTo>
                  <a:lnTo>
                    <a:pt x="60" y="36"/>
                  </a:lnTo>
                  <a:lnTo>
                    <a:pt x="54" y="60"/>
                  </a:lnTo>
                  <a:lnTo>
                    <a:pt x="48" y="72"/>
                  </a:lnTo>
                  <a:lnTo>
                    <a:pt x="42" y="72"/>
                  </a:lnTo>
                  <a:lnTo>
                    <a:pt x="42" y="96"/>
                  </a:lnTo>
                  <a:lnTo>
                    <a:pt x="72" y="96"/>
                  </a:lnTo>
                  <a:lnTo>
                    <a:pt x="72" y="72"/>
                  </a:lnTo>
                  <a:lnTo>
                    <a:pt x="66" y="78"/>
                  </a:lnTo>
                  <a:lnTo>
                    <a:pt x="60" y="78"/>
                  </a:lnTo>
                  <a:lnTo>
                    <a:pt x="48" y="78"/>
                  </a:lnTo>
                  <a:lnTo>
                    <a:pt x="60" y="72"/>
                  </a:lnTo>
                  <a:lnTo>
                    <a:pt x="66" y="60"/>
                  </a:lnTo>
                  <a:lnTo>
                    <a:pt x="72" y="42"/>
                  </a:lnTo>
                  <a:lnTo>
                    <a:pt x="66" y="24"/>
                  </a:lnTo>
                  <a:lnTo>
                    <a:pt x="60" y="12"/>
                  </a:lnTo>
                  <a:lnTo>
                    <a:pt x="54" y="6"/>
                  </a:lnTo>
                  <a:lnTo>
                    <a:pt x="48" y="0"/>
                  </a:lnTo>
                  <a:lnTo>
                    <a:pt x="36" y="0"/>
                  </a:lnTo>
                  <a:lnTo>
                    <a:pt x="24" y="0"/>
                  </a:lnTo>
                  <a:lnTo>
                    <a:pt x="18" y="6"/>
                  </a:lnTo>
                  <a:lnTo>
                    <a:pt x="12" y="12"/>
                  </a:lnTo>
                  <a:lnTo>
                    <a:pt x="6" y="24"/>
                  </a:lnTo>
                  <a:lnTo>
                    <a:pt x="0" y="42"/>
                  </a:lnTo>
                  <a:lnTo>
                    <a:pt x="6" y="60"/>
                  </a:lnTo>
                  <a:lnTo>
                    <a:pt x="18" y="72"/>
                  </a:lnTo>
                  <a:lnTo>
                    <a:pt x="24" y="78"/>
                  </a:lnTo>
                  <a:lnTo>
                    <a:pt x="6" y="78"/>
                  </a:lnTo>
                  <a:lnTo>
                    <a:pt x="0" y="78"/>
                  </a:lnTo>
                  <a:lnTo>
                    <a:pt x="0" y="72"/>
                  </a:lnTo>
                  <a:lnTo>
                    <a:pt x="0" y="96"/>
                  </a:lnTo>
                  <a:lnTo>
                    <a:pt x="30" y="96"/>
                  </a:lnTo>
                  <a:lnTo>
                    <a:pt x="30" y="7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36" name="Freeform 159"/>
            <p:cNvSpPr>
              <a:spLocks noEditPoints="1"/>
            </p:cNvSpPr>
            <p:nvPr/>
          </p:nvSpPr>
          <p:spPr>
            <a:xfrm>
              <a:off x="4518" y="1580"/>
              <a:ext cx="42" cy="90"/>
            </a:xfrm>
            <a:custGeom>
              <a:avLst/>
              <a:gdLst>
                <a:gd name="txL" fmla="*/ 0 w 42"/>
                <a:gd name="txT" fmla="*/ 0 h 90"/>
                <a:gd name="txR" fmla="*/ 42 w 42"/>
                <a:gd name="txB" fmla="*/ 90 h 90"/>
              </a:gdLst>
              <a:ahLst/>
              <a:cxnLst>
                <a:cxn ang="0">
                  <a:pos x="18" y="48"/>
                </a:cxn>
                <a:cxn ang="0">
                  <a:pos x="30" y="60"/>
                </a:cxn>
                <a:cxn ang="0">
                  <a:pos x="30" y="72"/>
                </a:cxn>
                <a:cxn ang="0">
                  <a:pos x="30" y="84"/>
                </a:cxn>
                <a:cxn ang="0">
                  <a:pos x="24" y="90"/>
                </a:cxn>
                <a:cxn ang="0">
                  <a:pos x="12" y="84"/>
                </a:cxn>
                <a:cxn ang="0">
                  <a:pos x="6" y="66"/>
                </a:cxn>
                <a:cxn ang="0">
                  <a:pos x="12" y="54"/>
                </a:cxn>
                <a:cxn ang="0">
                  <a:pos x="18" y="48"/>
                </a:cxn>
                <a:cxn ang="0">
                  <a:pos x="18" y="48"/>
                </a:cxn>
                <a:cxn ang="0">
                  <a:pos x="0" y="72"/>
                </a:cxn>
                <a:cxn ang="0">
                  <a:pos x="6" y="84"/>
                </a:cxn>
                <a:cxn ang="0">
                  <a:pos x="18" y="90"/>
                </a:cxn>
                <a:cxn ang="0">
                  <a:pos x="36" y="84"/>
                </a:cxn>
                <a:cxn ang="0">
                  <a:pos x="42" y="66"/>
                </a:cxn>
                <a:cxn ang="0">
                  <a:pos x="36" y="54"/>
                </a:cxn>
                <a:cxn ang="0">
                  <a:pos x="24" y="36"/>
                </a:cxn>
                <a:cxn ang="0">
                  <a:pos x="30" y="30"/>
                </a:cxn>
                <a:cxn ang="0">
                  <a:pos x="36" y="18"/>
                </a:cxn>
                <a:cxn ang="0">
                  <a:pos x="30" y="6"/>
                </a:cxn>
                <a:cxn ang="0">
                  <a:pos x="18" y="0"/>
                </a:cxn>
                <a:cxn ang="0">
                  <a:pos x="6" y="6"/>
                </a:cxn>
                <a:cxn ang="0">
                  <a:pos x="0" y="18"/>
                </a:cxn>
                <a:cxn ang="0">
                  <a:pos x="6" y="30"/>
                </a:cxn>
                <a:cxn ang="0">
                  <a:pos x="12" y="42"/>
                </a:cxn>
                <a:cxn ang="0">
                  <a:pos x="6" y="60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6" y="12"/>
                </a:cxn>
                <a:cxn ang="0">
                  <a:pos x="12" y="6"/>
                </a:cxn>
                <a:cxn ang="0">
                  <a:pos x="18" y="0"/>
                </a:cxn>
                <a:cxn ang="0">
                  <a:pos x="30" y="6"/>
                </a:cxn>
                <a:cxn ang="0">
                  <a:pos x="30" y="18"/>
                </a:cxn>
                <a:cxn ang="0">
                  <a:pos x="30" y="30"/>
                </a:cxn>
                <a:cxn ang="0">
                  <a:pos x="24" y="36"/>
                </a:cxn>
                <a:cxn ang="0">
                  <a:pos x="12" y="30"/>
                </a:cxn>
                <a:cxn ang="0">
                  <a:pos x="6" y="12"/>
                </a:cxn>
                <a:cxn ang="0">
                  <a:pos x="6" y="12"/>
                </a:cxn>
              </a:cxnLst>
              <a:rect l="txL" t="txT" r="txR" b="txB"/>
              <a:pathLst>
                <a:path w="42" h="90">
                  <a:moveTo>
                    <a:pt x="18" y="48"/>
                  </a:moveTo>
                  <a:lnTo>
                    <a:pt x="30" y="60"/>
                  </a:lnTo>
                  <a:lnTo>
                    <a:pt x="30" y="72"/>
                  </a:lnTo>
                  <a:lnTo>
                    <a:pt x="30" y="84"/>
                  </a:lnTo>
                  <a:lnTo>
                    <a:pt x="24" y="90"/>
                  </a:lnTo>
                  <a:lnTo>
                    <a:pt x="12" y="84"/>
                  </a:lnTo>
                  <a:lnTo>
                    <a:pt x="6" y="66"/>
                  </a:lnTo>
                  <a:lnTo>
                    <a:pt x="12" y="54"/>
                  </a:lnTo>
                  <a:lnTo>
                    <a:pt x="18" y="48"/>
                  </a:lnTo>
                  <a:close/>
                  <a:moveTo>
                    <a:pt x="0" y="72"/>
                  </a:moveTo>
                  <a:lnTo>
                    <a:pt x="6" y="84"/>
                  </a:lnTo>
                  <a:lnTo>
                    <a:pt x="18" y="90"/>
                  </a:lnTo>
                  <a:lnTo>
                    <a:pt x="36" y="84"/>
                  </a:lnTo>
                  <a:lnTo>
                    <a:pt x="42" y="66"/>
                  </a:lnTo>
                  <a:lnTo>
                    <a:pt x="36" y="54"/>
                  </a:lnTo>
                  <a:lnTo>
                    <a:pt x="24" y="36"/>
                  </a:lnTo>
                  <a:lnTo>
                    <a:pt x="30" y="30"/>
                  </a:lnTo>
                  <a:lnTo>
                    <a:pt x="36" y="18"/>
                  </a:lnTo>
                  <a:lnTo>
                    <a:pt x="30" y="6"/>
                  </a:lnTo>
                  <a:lnTo>
                    <a:pt x="18" y="0"/>
                  </a:lnTo>
                  <a:lnTo>
                    <a:pt x="6" y="6"/>
                  </a:lnTo>
                  <a:lnTo>
                    <a:pt x="0" y="18"/>
                  </a:lnTo>
                  <a:lnTo>
                    <a:pt x="6" y="30"/>
                  </a:lnTo>
                  <a:lnTo>
                    <a:pt x="12" y="42"/>
                  </a:lnTo>
                  <a:lnTo>
                    <a:pt x="6" y="60"/>
                  </a:lnTo>
                  <a:lnTo>
                    <a:pt x="0" y="72"/>
                  </a:lnTo>
                  <a:close/>
                  <a:moveTo>
                    <a:pt x="6" y="12"/>
                  </a:moveTo>
                  <a:lnTo>
                    <a:pt x="12" y="6"/>
                  </a:lnTo>
                  <a:lnTo>
                    <a:pt x="18" y="0"/>
                  </a:lnTo>
                  <a:lnTo>
                    <a:pt x="30" y="6"/>
                  </a:lnTo>
                  <a:lnTo>
                    <a:pt x="30" y="18"/>
                  </a:lnTo>
                  <a:lnTo>
                    <a:pt x="30" y="30"/>
                  </a:lnTo>
                  <a:lnTo>
                    <a:pt x="24" y="36"/>
                  </a:lnTo>
                  <a:lnTo>
                    <a:pt x="12" y="30"/>
                  </a:lnTo>
                  <a:lnTo>
                    <a:pt x="6" y="1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37" name="Freeform 160"/>
            <p:cNvSpPr/>
            <p:nvPr/>
          </p:nvSpPr>
          <p:spPr>
            <a:xfrm>
              <a:off x="4596" y="1574"/>
              <a:ext cx="72" cy="96"/>
            </a:xfrm>
            <a:custGeom>
              <a:avLst/>
              <a:gdLst>
                <a:gd name="txL" fmla="*/ 0 w 72"/>
                <a:gd name="txT" fmla="*/ 0 h 96"/>
                <a:gd name="txR" fmla="*/ 72 w 72"/>
                <a:gd name="txB" fmla="*/ 96 h 96"/>
              </a:gdLst>
              <a:ahLst/>
              <a:cxnLst>
                <a:cxn ang="0">
                  <a:pos x="24" y="72"/>
                </a:cxn>
                <a:cxn ang="0">
                  <a:pos x="18" y="72"/>
                </a:cxn>
                <a:cxn ang="0">
                  <a:pos x="12" y="60"/>
                </a:cxn>
                <a:cxn ang="0">
                  <a:pos x="12" y="36"/>
                </a:cxn>
                <a:cxn ang="0">
                  <a:pos x="18" y="12"/>
                </a:cxn>
                <a:cxn ang="0">
                  <a:pos x="30" y="6"/>
                </a:cxn>
                <a:cxn ang="0">
                  <a:pos x="36" y="6"/>
                </a:cxn>
                <a:cxn ang="0">
                  <a:pos x="42" y="6"/>
                </a:cxn>
                <a:cxn ang="0">
                  <a:pos x="48" y="12"/>
                </a:cxn>
                <a:cxn ang="0">
                  <a:pos x="54" y="24"/>
                </a:cxn>
                <a:cxn ang="0">
                  <a:pos x="54" y="36"/>
                </a:cxn>
                <a:cxn ang="0">
                  <a:pos x="54" y="60"/>
                </a:cxn>
                <a:cxn ang="0">
                  <a:pos x="48" y="72"/>
                </a:cxn>
                <a:cxn ang="0">
                  <a:pos x="42" y="72"/>
                </a:cxn>
                <a:cxn ang="0">
                  <a:pos x="36" y="96"/>
                </a:cxn>
                <a:cxn ang="0">
                  <a:pos x="72" y="96"/>
                </a:cxn>
                <a:cxn ang="0">
                  <a:pos x="72" y="72"/>
                </a:cxn>
                <a:cxn ang="0">
                  <a:pos x="66" y="72"/>
                </a:cxn>
                <a:cxn ang="0">
                  <a:pos x="66" y="78"/>
                </a:cxn>
                <a:cxn ang="0">
                  <a:pos x="60" y="84"/>
                </a:cxn>
                <a:cxn ang="0">
                  <a:pos x="42" y="84"/>
                </a:cxn>
                <a:cxn ang="0">
                  <a:pos x="42" y="78"/>
                </a:cxn>
                <a:cxn ang="0">
                  <a:pos x="54" y="72"/>
                </a:cxn>
                <a:cxn ang="0">
                  <a:pos x="60" y="60"/>
                </a:cxn>
                <a:cxn ang="0">
                  <a:pos x="66" y="48"/>
                </a:cxn>
                <a:cxn ang="0">
                  <a:pos x="66" y="42"/>
                </a:cxn>
                <a:cxn ang="0">
                  <a:pos x="66" y="24"/>
                </a:cxn>
                <a:cxn ang="0">
                  <a:pos x="60" y="12"/>
                </a:cxn>
                <a:cxn ang="0">
                  <a:pos x="54" y="6"/>
                </a:cxn>
                <a:cxn ang="0">
                  <a:pos x="48" y="6"/>
                </a:cxn>
                <a:cxn ang="0">
                  <a:pos x="36" y="0"/>
                </a:cxn>
                <a:cxn ang="0">
                  <a:pos x="24" y="6"/>
                </a:cxn>
                <a:cxn ang="0">
                  <a:pos x="12" y="6"/>
                </a:cxn>
                <a:cxn ang="0">
                  <a:pos x="6" y="12"/>
                </a:cxn>
                <a:cxn ang="0">
                  <a:pos x="0" y="24"/>
                </a:cxn>
                <a:cxn ang="0">
                  <a:pos x="0" y="42"/>
                </a:cxn>
                <a:cxn ang="0">
                  <a:pos x="6" y="60"/>
                </a:cxn>
                <a:cxn ang="0">
                  <a:pos x="12" y="72"/>
                </a:cxn>
                <a:cxn ang="0">
                  <a:pos x="24" y="78"/>
                </a:cxn>
                <a:cxn ang="0">
                  <a:pos x="24" y="84"/>
                </a:cxn>
                <a:cxn ang="0">
                  <a:pos x="6" y="84"/>
                </a:cxn>
                <a:cxn ang="0">
                  <a:pos x="0" y="78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0" y="96"/>
                </a:cxn>
                <a:cxn ang="0">
                  <a:pos x="30" y="96"/>
                </a:cxn>
                <a:cxn ang="0">
                  <a:pos x="24" y="72"/>
                </a:cxn>
              </a:cxnLst>
              <a:rect l="txL" t="txT" r="txR" b="txB"/>
              <a:pathLst>
                <a:path w="72" h="96">
                  <a:moveTo>
                    <a:pt x="24" y="72"/>
                  </a:moveTo>
                  <a:lnTo>
                    <a:pt x="18" y="72"/>
                  </a:lnTo>
                  <a:lnTo>
                    <a:pt x="12" y="60"/>
                  </a:lnTo>
                  <a:lnTo>
                    <a:pt x="12" y="36"/>
                  </a:lnTo>
                  <a:lnTo>
                    <a:pt x="18" y="12"/>
                  </a:lnTo>
                  <a:lnTo>
                    <a:pt x="30" y="6"/>
                  </a:lnTo>
                  <a:lnTo>
                    <a:pt x="36" y="6"/>
                  </a:lnTo>
                  <a:lnTo>
                    <a:pt x="42" y="6"/>
                  </a:lnTo>
                  <a:lnTo>
                    <a:pt x="48" y="12"/>
                  </a:lnTo>
                  <a:lnTo>
                    <a:pt x="54" y="24"/>
                  </a:lnTo>
                  <a:lnTo>
                    <a:pt x="54" y="36"/>
                  </a:lnTo>
                  <a:lnTo>
                    <a:pt x="54" y="60"/>
                  </a:lnTo>
                  <a:lnTo>
                    <a:pt x="48" y="72"/>
                  </a:lnTo>
                  <a:lnTo>
                    <a:pt x="42" y="72"/>
                  </a:lnTo>
                  <a:lnTo>
                    <a:pt x="36" y="96"/>
                  </a:lnTo>
                  <a:lnTo>
                    <a:pt x="72" y="96"/>
                  </a:lnTo>
                  <a:lnTo>
                    <a:pt x="72" y="72"/>
                  </a:lnTo>
                  <a:lnTo>
                    <a:pt x="66" y="72"/>
                  </a:lnTo>
                  <a:lnTo>
                    <a:pt x="66" y="78"/>
                  </a:lnTo>
                  <a:lnTo>
                    <a:pt x="60" y="84"/>
                  </a:lnTo>
                  <a:lnTo>
                    <a:pt x="42" y="84"/>
                  </a:lnTo>
                  <a:lnTo>
                    <a:pt x="42" y="78"/>
                  </a:lnTo>
                  <a:lnTo>
                    <a:pt x="54" y="72"/>
                  </a:lnTo>
                  <a:lnTo>
                    <a:pt x="60" y="60"/>
                  </a:lnTo>
                  <a:lnTo>
                    <a:pt x="66" y="48"/>
                  </a:lnTo>
                  <a:lnTo>
                    <a:pt x="66" y="42"/>
                  </a:lnTo>
                  <a:lnTo>
                    <a:pt x="66" y="24"/>
                  </a:lnTo>
                  <a:lnTo>
                    <a:pt x="60" y="12"/>
                  </a:lnTo>
                  <a:lnTo>
                    <a:pt x="54" y="6"/>
                  </a:lnTo>
                  <a:lnTo>
                    <a:pt x="48" y="6"/>
                  </a:lnTo>
                  <a:lnTo>
                    <a:pt x="36" y="0"/>
                  </a:lnTo>
                  <a:lnTo>
                    <a:pt x="24" y="6"/>
                  </a:lnTo>
                  <a:lnTo>
                    <a:pt x="12" y="6"/>
                  </a:lnTo>
                  <a:lnTo>
                    <a:pt x="6" y="12"/>
                  </a:lnTo>
                  <a:lnTo>
                    <a:pt x="0" y="24"/>
                  </a:lnTo>
                  <a:lnTo>
                    <a:pt x="0" y="42"/>
                  </a:lnTo>
                  <a:lnTo>
                    <a:pt x="6" y="60"/>
                  </a:lnTo>
                  <a:lnTo>
                    <a:pt x="12" y="72"/>
                  </a:lnTo>
                  <a:lnTo>
                    <a:pt x="24" y="78"/>
                  </a:lnTo>
                  <a:lnTo>
                    <a:pt x="24" y="84"/>
                  </a:lnTo>
                  <a:lnTo>
                    <a:pt x="6" y="84"/>
                  </a:lnTo>
                  <a:lnTo>
                    <a:pt x="0" y="78"/>
                  </a:lnTo>
                  <a:lnTo>
                    <a:pt x="0" y="72"/>
                  </a:lnTo>
                  <a:lnTo>
                    <a:pt x="0" y="96"/>
                  </a:lnTo>
                  <a:lnTo>
                    <a:pt x="30" y="96"/>
                  </a:lnTo>
                  <a:lnTo>
                    <a:pt x="24" y="7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38" name="Freeform 161"/>
            <p:cNvSpPr>
              <a:spLocks noEditPoints="1"/>
            </p:cNvSpPr>
            <p:nvPr/>
          </p:nvSpPr>
          <p:spPr>
            <a:xfrm>
              <a:off x="3436" y="1449"/>
              <a:ext cx="24" cy="90"/>
            </a:xfrm>
            <a:custGeom>
              <a:avLst/>
              <a:gdLst>
                <a:gd name="txL" fmla="*/ 0 w 24"/>
                <a:gd name="txT" fmla="*/ 0 h 90"/>
                <a:gd name="txR" fmla="*/ 24 w 24"/>
                <a:gd name="txB" fmla="*/ 90 h 90"/>
              </a:gdLst>
              <a:ahLst/>
              <a:cxnLst>
                <a:cxn ang="0">
                  <a:pos x="18" y="78"/>
                </a:cxn>
                <a:cxn ang="0">
                  <a:pos x="12" y="84"/>
                </a:cxn>
                <a:cxn ang="0">
                  <a:pos x="6" y="84"/>
                </a:cxn>
                <a:cxn ang="0">
                  <a:pos x="6" y="84"/>
                </a:cxn>
                <a:cxn ang="0">
                  <a:pos x="6" y="84"/>
                </a:cxn>
                <a:cxn ang="0">
                  <a:pos x="6" y="78"/>
                </a:cxn>
                <a:cxn ang="0">
                  <a:pos x="18" y="30"/>
                </a:cxn>
                <a:cxn ang="0">
                  <a:pos x="18" y="30"/>
                </a:cxn>
                <a:cxn ang="0">
                  <a:pos x="12" y="36"/>
                </a:cxn>
                <a:cxn ang="0">
                  <a:pos x="0" y="36"/>
                </a:cxn>
                <a:cxn ang="0">
                  <a:pos x="0" y="36"/>
                </a:cxn>
                <a:cxn ang="0">
                  <a:pos x="6" y="36"/>
                </a:cxn>
                <a:cxn ang="0">
                  <a:pos x="6" y="42"/>
                </a:cxn>
                <a:cxn ang="0">
                  <a:pos x="6" y="48"/>
                </a:cxn>
                <a:cxn ang="0">
                  <a:pos x="6" y="60"/>
                </a:cxn>
                <a:cxn ang="0">
                  <a:pos x="0" y="78"/>
                </a:cxn>
                <a:cxn ang="0">
                  <a:pos x="0" y="84"/>
                </a:cxn>
                <a:cxn ang="0">
                  <a:pos x="0" y="90"/>
                </a:cxn>
                <a:cxn ang="0">
                  <a:pos x="6" y="90"/>
                </a:cxn>
                <a:cxn ang="0">
                  <a:pos x="12" y="84"/>
                </a:cxn>
                <a:cxn ang="0">
                  <a:pos x="18" y="78"/>
                </a:cxn>
                <a:cxn ang="0">
                  <a:pos x="18" y="78"/>
                </a:cxn>
                <a:cxn ang="0">
                  <a:pos x="24" y="12"/>
                </a:cxn>
                <a:cxn ang="0">
                  <a:pos x="24" y="6"/>
                </a:cxn>
                <a:cxn ang="0">
                  <a:pos x="18" y="0"/>
                </a:cxn>
                <a:cxn ang="0">
                  <a:pos x="12" y="6"/>
                </a:cxn>
                <a:cxn ang="0">
                  <a:pos x="12" y="12"/>
                </a:cxn>
                <a:cxn ang="0">
                  <a:pos x="12" y="18"/>
                </a:cxn>
                <a:cxn ang="0">
                  <a:pos x="18" y="18"/>
                </a:cxn>
                <a:cxn ang="0">
                  <a:pos x="24" y="18"/>
                </a:cxn>
                <a:cxn ang="0">
                  <a:pos x="24" y="12"/>
                </a:cxn>
                <a:cxn ang="0">
                  <a:pos x="24" y="12"/>
                </a:cxn>
              </a:cxnLst>
              <a:rect l="txL" t="txT" r="txR" b="txB"/>
              <a:pathLst>
                <a:path w="24" h="90">
                  <a:moveTo>
                    <a:pt x="18" y="78"/>
                  </a:moveTo>
                  <a:lnTo>
                    <a:pt x="12" y="84"/>
                  </a:lnTo>
                  <a:lnTo>
                    <a:pt x="6" y="84"/>
                  </a:lnTo>
                  <a:lnTo>
                    <a:pt x="6" y="78"/>
                  </a:lnTo>
                  <a:lnTo>
                    <a:pt x="18" y="30"/>
                  </a:lnTo>
                  <a:lnTo>
                    <a:pt x="12" y="36"/>
                  </a:lnTo>
                  <a:lnTo>
                    <a:pt x="0" y="36"/>
                  </a:lnTo>
                  <a:lnTo>
                    <a:pt x="6" y="36"/>
                  </a:lnTo>
                  <a:lnTo>
                    <a:pt x="6" y="42"/>
                  </a:lnTo>
                  <a:lnTo>
                    <a:pt x="6" y="48"/>
                  </a:lnTo>
                  <a:lnTo>
                    <a:pt x="6" y="60"/>
                  </a:lnTo>
                  <a:lnTo>
                    <a:pt x="0" y="78"/>
                  </a:lnTo>
                  <a:lnTo>
                    <a:pt x="0" y="84"/>
                  </a:lnTo>
                  <a:lnTo>
                    <a:pt x="0" y="90"/>
                  </a:lnTo>
                  <a:lnTo>
                    <a:pt x="6" y="90"/>
                  </a:lnTo>
                  <a:lnTo>
                    <a:pt x="12" y="84"/>
                  </a:lnTo>
                  <a:lnTo>
                    <a:pt x="18" y="78"/>
                  </a:lnTo>
                  <a:close/>
                  <a:moveTo>
                    <a:pt x="24" y="12"/>
                  </a:moveTo>
                  <a:lnTo>
                    <a:pt x="24" y="6"/>
                  </a:lnTo>
                  <a:lnTo>
                    <a:pt x="18" y="0"/>
                  </a:lnTo>
                  <a:lnTo>
                    <a:pt x="12" y="6"/>
                  </a:lnTo>
                  <a:lnTo>
                    <a:pt x="12" y="12"/>
                  </a:lnTo>
                  <a:lnTo>
                    <a:pt x="12" y="18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39" name="Freeform 162"/>
            <p:cNvSpPr/>
            <p:nvPr/>
          </p:nvSpPr>
          <p:spPr>
            <a:xfrm>
              <a:off x="3460" y="1503"/>
              <a:ext cx="24" cy="71"/>
            </a:xfrm>
            <a:custGeom>
              <a:avLst/>
              <a:gdLst>
                <a:gd name="txL" fmla="*/ 0 w 24"/>
                <a:gd name="txT" fmla="*/ 0 h 71"/>
                <a:gd name="txR" fmla="*/ 24 w 24"/>
                <a:gd name="txB" fmla="*/ 71 h 71"/>
              </a:gdLst>
              <a:ahLst/>
              <a:cxnLst>
                <a:cxn ang="0">
                  <a:pos x="0" y="71"/>
                </a:cxn>
                <a:cxn ang="0">
                  <a:pos x="24" y="71"/>
                </a:cxn>
                <a:cxn ang="0">
                  <a:pos x="24" y="71"/>
                </a:cxn>
                <a:cxn ang="0">
                  <a:pos x="18" y="71"/>
                </a:cxn>
                <a:cxn ang="0">
                  <a:pos x="18" y="65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0" y="12"/>
                </a:cxn>
                <a:cxn ang="0">
                  <a:pos x="0" y="12"/>
                </a:cxn>
                <a:cxn ang="0">
                  <a:pos x="6" y="12"/>
                </a:cxn>
                <a:cxn ang="0">
                  <a:pos x="6" y="12"/>
                </a:cxn>
                <a:cxn ang="0">
                  <a:pos x="12" y="12"/>
                </a:cxn>
                <a:cxn ang="0">
                  <a:pos x="12" y="18"/>
                </a:cxn>
                <a:cxn ang="0">
                  <a:pos x="12" y="59"/>
                </a:cxn>
                <a:cxn ang="0">
                  <a:pos x="6" y="71"/>
                </a:cxn>
                <a:cxn ang="0">
                  <a:pos x="0" y="71"/>
                </a:cxn>
                <a:cxn ang="0">
                  <a:pos x="0" y="71"/>
                </a:cxn>
              </a:cxnLst>
              <a:rect l="txL" t="txT" r="txR" b="txB"/>
              <a:pathLst>
                <a:path w="24" h="71">
                  <a:moveTo>
                    <a:pt x="0" y="71"/>
                  </a:moveTo>
                  <a:lnTo>
                    <a:pt x="24" y="71"/>
                  </a:lnTo>
                  <a:lnTo>
                    <a:pt x="18" y="71"/>
                  </a:lnTo>
                  <a:lnTo>
                    <a:pt x="18" y="65"/>
                  </a:lnTo>
                  <a:lnTo>
                    <a:pt x="18" y="0"/>
                  </a:lnTo>
                  <a:lnTo>
                    <a:pt x="0" y="12"/>
                  </a:lnTo>
                  <a:lnTo>
                    <a:pt x="6" y="12"/>
                  </a:lnTo>
                  <a:lnTo>
                    <a:pt x="12" y="12"/>
                  </a:lnTo>
                  <a:lnTo>
                    <a:pt x="12" y="18"/>
                  </a:lnTo>
                  <a:lnTo>
                    <a:pt x="12" y="59"/>
                  </a:lnTo>
                  <a:lnTo>
                    <a:pt x="6" y="71"/>
                  </a:lnTo>
                  <a:lnTo>
                    <a:pt x="0" y="7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40" name="Freeform 163"/>
            <p:cNvSpPr/>
            <p:nvPr/>
          </p:nvSpPr>
          <p:spPr>
            <a:xfrm>
              <a:off x="3173" y="1736"/>
              <a:ext cx="41" cy="53"/>
            </a:xfrm>
            <a:custGeom>
              <a:avLst/>
              <a:gdLst>
                <a:gd name="txL" fmla="*/ 0 w 41"/>
                <a:gd name="txT" fmla="*/ 0 h 53"/>
                <a:gd name="txR" fmla="*/ 41 w 41"/>
                <a:gd name="txB" fmla="*/ 53 h 53"/>
              </a:gdLst>
              <a:ahLst/>
              <a:cxnLst>
                <a:cxn ang="0">
                  <a:pos x="0" y="0"/>
                </a:cxn>
                <a:cxn ang="0">
                  <a:pos x="12" y="6"/>
                </a:cxn>
                <a:cxn ang="0">
                  <a:pos x="12" y="18"/>
                </a:cxn>
                <a:cxn ang="0">
                  <a:pos x="12" y="35"/>
                </a:cxn>
                <a:cxn ang="0">
                  <a:pos x="12" y="53"/>
                </a:cxn>
                <a:cxn ang="0">
                  <a:pos x="12" y="53"/>
                </a:cxn>
                <a:cxn ang="0">
                  <a:pos x="18" y="53"/>
                </a:cxn>
                <a:cxn ang="0">
                  <a:pos x="18" y="53"/>
                </a:cxn>
                <a:cxn ang="0">
                  <a:pos x="24" y="41"/>
                </a:cxn>
                <a:cxn ang="0">
                  <a:pos x="30" y="35"/>
                </a:cxn>
                <a:cxn ang="0">
                  <a:pos x="35" y="29"/>
                </a:cxn>
                <a:cxn ang="0">
                  <a:pos x="41" y="6"/>
                </a:cxn>
                <a:cxn ang="0">
                  <a:pos x="41" y="0"/>
                </a:cxn>
                <a:cxn ang="0">
                  <a:pos x="35" y="0"/>
                </a:cxn>
                <a:cxn ang="0">
                  <a:pos x="35" y="0"/>
                </a:cxn>
                <a:cxn ang="0">
                  <a:pos x="35" y="6"/>
                </a:cxn>
                <a:cxn ang="0">
                  <a:pos x="35" y="12"/>
                </a:cxn>
                <a:cxn ang="0">
                  <a:pos x="30" y="29"/>
                </a:cxn>
                <a:cxn ang="0">
                  <a:pos x="24" y="41"/>
                </a:cxn>
                <a:cxn ang="0">
                  <a:pos x="24" y="41"/>
                </a:cxn>
                <a:cxn ang="0">
                  <a:pos x="18" y="23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41" h="53">
                  <a:moveTo>
                    <a:pt x="0" y="0"/>
                  </a:moveTo>
                  <a:lnTo>
                    <a:pt x="12" y="6"/>
                  </a:lnTo>
                  <a:lnTo>
                    <a:pt x="12" y="18"/>
                  </a:lnTo>
                  <a:lnTo>
                    <a:pt x="12" y="35"/>
                  </a:lnTo>
                  <a:lnTo>
                    <a:pt x="12" y="53"/>
                  </a:lnTo>
                  <a:lnTo>
                    <a:pt x="18" y="53"/>
                  </a:lnTo>
                  <a:lnTo>
                    <a:pt x="24" y="41"/>
                  </a:lnTo>
                  <a:lnTo>
                    <a:pt x="30" y="35"/>
                  </a:lnTo>
                  <a:lnTo>
                    <a:pt x="35" y="29"/>
                  </a:lnTo>
                  <a:lnTo>
                    <a:pt x="41" y="6"/>
                  </a:lnTo>
                  <a:lnTo>
                    <a:pt x="41" y="0"/>
                  </a:lnTo>
                  <a:lnTo>
                    <a:pt x="35" y="0"/>
                  </a:lnTo>
                  <a:lnTo>
                    <a:pt x="35" y="6"/>
                  </a:lnTo>
                  <a:lnTo>
                    <a:pt x="35" y="12"/>
                  </a:lnTo>
                  <a:lnTo>
                    <a:pt x="30" y="29"/>
                  </a:lnTo>
                  <a:lnTo>
                    <a:pt x="24" y="41"/>
                  </a:lnTo>
                  <a:lnTo>
                    <a:pt x="18" y="23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41" name="Freeform 164"/>
            <p:cNvSpPr/>
            <p:nvPr/>
          </p:nvSpPr>
          <p:spPr>
            <a:xfrm>
              <a:off x="3226" y="1754"/>
              <a:ext cx="18" cy="71"/>
            </a:xfrm>
            <a:custGeom>
              <a:avLst/>
              <a:gdLst>
                <a:gd name="txL" fmla="*/ 0 w 18"/>
                <a:gd name="txT" fmla="*/ 0 h 71"/>
                <a:gd name="txR" fmla="*/ 18 w 18"/>
                <a:gd name="txB" fmla="*/ 71 h 71"/>
              </a:gdLst>
              <a:ahLst/>
              <a:cxnLst>
                <a:cxn ang="0">
                  <a:pos x="0" y="71"/>
                </a:cxn>
                <a:cxn ang="0">
                  <a:pos x="18" y="71"/>
                </a:cxn>
                <a:cxn ang="0">
                  <a:pos x="18" y="65"/>
                </a:cxn>
                <a:cxn ang="0">
                  <a:pos x="12" y="65"/>
                </a:cxn>
                <a:cxn ang="0">
                  <a:pos x="12" y="59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0" y="11"/>
                </a:cxn>
                <a:cxn ang="0">
                  <a:pos x="0" y="11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6" y="11"/>
                </a:cxn>
                <a:cxn ang="0">
                  <a:pos x="6" y="11"/>
                </a:cxn>
                <a:cxn ang="0">
                  <a:pos x="6" y="59"/>
                </a:cxn>
                <a:cxn ang="0">
                  <a:pos x="6" y="65"/>
                </a:cxn>
                <a:cxn ang="0">
                  <a:pos x="0" y="65"/>
                </a:cxn>
                <a:cxn ang="0">
                  <a:pos x="0" y="71"/>
                </a:cxn>
              </a:cxnLst>
              <a:rect l="txL" t="txT" r="txR" b="txB"/>
              <a:pathLst>
                <a:path w="18" h="71">
                  <a:moveTo>
                    <a:pt x="0" y="71"/>
                  </a:moveTo>
                  <a:lnTo>
                    <a:pt x="18" y="71"/>
                  </a:lnTo>
                  <a:lnTo>
                    <a:pt x="18" y="65"/>
                  </a:lnTo>
                  <a:lnTo>
                    <a:pt x="12" y="65"/>
                  </a:lnTo>
                  <a:lnTo>
                    <a:pt x="12" y="59"/>
                  </a:lnTo>
                  <a:lnTo>
                    <a:pt x="12" y="0"/>
                  </a:lnTo>
                  <a:lnTo>
                    <a:pt x="0" y="11"/>
                  </a:lnTo>
                  <a:lnTo>
                    <a:pt x="0" y="5"/>
                  </a:lnTo>
                  <a:lnTo>
                    <a:pt x="6" y="11"/>
                  </a:lnTo>
                  <a:lnTo>
                    <a:pt x="6" y="59"/>
                  </a:lnTo>
                  <a:lnTo>
                    <a:pt x="6" y="65"/>
                  </a:lnTo>
                  <a:lnTo>
                    <a:pt x="0" y="65"/>
                  </a:lnTo>
                  <a:lnTo>
                    <a:pt x="0" y="7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42" name="Freeform 165"/>
            <p:cNvSpPr/>
            <p:nvPr/>
          </p:nvSpPr>
          <p:spPr>
            <a:xfrm>
              <a:off x="4118" y="1628"/>
              <a:ext cx="42" cy="60"/>
            </a:xfrm>
            <a:custGeom>
              <a:avLst/>
              <a:gdLst>
                <a:gd name="txL" fmla="*/ 0 w 42"/>
                <a:gd name="txT" fmla="*/ 0 h 60"/>
                <a:gd name="txR" fmla="*/ 42 w 42"/>
                <a:gd name="txB" fmla="*/ 60 h 60"/>
              </a:gdLst>
              <a:ahLst/>
              <a:cxnLst>
                <a:cxn ang="0">
                  <a:pos x="0" y="6"/>
                </a:cxn>
                <a:cxn ang="0">
                  <a:pos x="12" y="6"/>
                </a:cxn>
                <a:cxn ang="0">
                  <a:pos x="12" y="18"/>
                </a:cxn>
                <a:cxn ang="0">
                  <a:pos x="12" y="24"/>
                </a:cxn>
                <a:cxn ang="0">
                  <a:pos x="12" y="36"/>
                </a:cxn>
                <a:cxn ang="0">
                  <a:pos x="12" y="48"/>
                </a:cxn>
                <a:cxn ang="0">
                  <a:pos x="12" y="54"/>
                </a:cxn>
                <a:cxn ang="0">
                  <a:pos x="12" y="60"/>
                </a:cxn>
                <a:cxn ang="0">
                  <a:pos x="18" y="60"/>
                </a:cxn>
                <a:cxn ang="0">
                  <a:pos x="18" y="54"/>
                </a:cxn>
                <a:cxn ang="0">
                  <a:pos x="24" y="48"/>
                </a:cxn>
                <a:cxn ang="0">
                  <a:pos x="30" y="42"/>
                </a:cxn>
                <a:cxn ang="0">
                  <a:pos x="36" y="30"/>
                </a:cxn>
                <a:cxn ang="0">
                  <a:pos x="42" y="6"/>
                </a:cxn>
                <a:cxn ang="0">
                  <a:pos x="42" y="6"/>
                </a:cxn>
                <a:cxn ang="0">
                  <a:pos x="36" y="0"/>
                </a:cxn>
                <a:cxn ang="0">
                  <a:pos x="36" y="0"/>
                </a:cxn>
                <a:cxn ang="0">
                  <a:pos x="30" y="6"/>
                </a:cxn>
                <a:cxn ang="0">
                  <a:pos x="36" y="12"/>
                </a:cxn>
                <a:cxn ang="0">
                  <a:pos x="36" y="12"/>
                </a:cxn>
                <a:cxn ang="0">
                  <a:pos x="30" y="30"/>
                </a:cxn>
                <a:cxn ang="0">
                  <a:pos x="24" y="42"/>
                </a:cxn>
                <a:cxn ang="0">
                  <a:pos x="24" y="48"/>
                </a:cxn>
                <a:cxn ang="0">
                  <a:pos x="18" y="24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0" y="6"/>
                </a:cxn>
                <a:cxn ang="0">
                  <a:pos x="0" y="6"/>
                </a:cxn>
              </a:cxnLst>
              <a:rect l="txL" t="txT" r="txR" b="txB"/>
              <a:pathLst>
                <a:path w="42" h="60">
                  <a:moveTo>
                    <a:pt x="0" y="6"/>
                  </a:moveTo>
                  <a:lnTo>
                    <a:pt x="12" y="6"/>
                  </a:lnTo>
                  <a:lnTo>
                    <a:pt x="12" y="18"/>
                  </a:lnTo>
                  <a:lnTo>
                    <a:pt x="12" y="24"/>
                  </a:lnTo>
                  <a:lnTo>
                    <a:pt x="12" y="36"/>
                  </a:lnTo>
                  <a:lnTo>
                    <a:pt x="12" y="48"/>
                  </a:lnTo>
                  <a:lnTo>
                    <a:pt x="12" y="54"/>
                  </a:lnTo>
                  <a:lnTo>
                    <a:pt x="12" y="60"/>
                  </a:lnTo>
                  <a:lnTo>
                    <a:pt x="18" y="60"/>
                  </a:lnTo>
                  <a:lnTo>
                    <a:pt x="18" y="54"/>
                  </a:lnTo>
                  <a:lnTo>
                    <a:pt x="24" y="48"/>
                  </a:lnTo>
                  <a:lnTo>
                    <a:pt x="30" y="42"/>
                  </a:lnTo>
                  <a:lnTo>
                    <a:pt x="36" y="30"/>
                  </a:lnTo>
                  <a:lnTo>
                    <a:pt x="42" y="6"/>
                  </a:lnTo>
                  <a:lnTo>
                    <a:pt x="36" y="0"/>
                  </a:lnTo>
                  <a:lnTo>
                    <a:pt x="30" y="6"/>
                  </a:lnTo>
                  <a:lnTo>
                    <a:pt x="36" y="12"/>
                  </a:lnTo>
                  <a:lnTo>
                    <a:pt x="30" y="30"/>
                  </a:lnTo>
                  <a:lnTo>
                    <a:pt x="24" y="42"/>
                  </a:lnTo>
                  <a:lnTo>
                    <a:pt x="24" y="48"/>
                  </a:lnTo>
                  <a:lnTo>
                    <a:pt x="18" y="24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43" name="Freeform 166"/>
            <p:cNvSpPr/>
            <p:nvPr/>
          </p:nvSpPr>
          <p:spPr>
            <a:xfrm>
              <a:off x="4166" y="1646"/>
              <a:ext cx="35" cy="72"/>
            </a:xfrm>
            <a:custGeom>
              <a:avLst/>
              <a:gdLst>
                <a:gd name="txL" fmla="*/ 0 w 35"/>
                <a:gd name="txT" fmla="*/ 0 h 72"/>
                <a:gd name="txR" fmla="*/ 35 w 35"/>
                <a:gd name="txB" fmla="*/ 72 h 72"/>
              </a:gdLst>
              <a:ahLst/>
              <a:cxnLst>
                <a:cxn ang="0">
                  <a:pos x="35" y="60"/>
                </a:cxn>
                <a:cxn ang="0">
                  <a:pos x="29" y="60"/>
                </a:cxn>
                <a:cxn ang="0">
                  <a:pos x="29" y="66"/>
                </a:cxn>
                <a:cxn ang="0">
                  <a:pos x="23" y="66"/>
                </a:cxn>
                <a:cxn ang="0">
                  <a:pos x="6" y="66"/>
                </a:cxn>
                <a:cxn ang="0">
                  <a:pos x="17" y="48"/>
                </a:cxn>
                <a:cxn ang="0">
                  <a:pos x="23" y="36"/>
                </a:cxn>
                <a:cxn ang="0">
                  <a:pos x="29" y="24"/>
                </a:cxn>
                <a:cxn ang="0">
                  <a:pos x="23" y="6"/>
                </a:cxn>
                <a:cxn ang="0">
                  <a:pos x="17" y="0"/>
                </a:cxn>
                <a:cxn ang="0">
                  <a:pos x="6" y="6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6" y="18"/>
                </a:cxn>
                <a:cxn ang="0">
                  <a:pos x="11" y="12"/>
                </a:cxn>
                <a:cxn ang="0">
                  <a:pos x="17" y="18"/>
                </a:cxn>
                <a:cxn ang="0">
                  <a:pos x="23" y="24"/>
                </a:cxn>
                <a:cxn ang="0">
                  <a:pos x="17" y="36"/>
                </a:cxn>
                <a:cxn ang="0">
                  <a:pos x="11" y="54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29" y="72"/>
                </a:cxn>
                <a:cxn ang="0">
                  <a:pos x="35" y="60"/>
                </a:cxn>
              </a:cxnLst>
              <a:rect l="txL" t="txT" r="txR" b="txB"/>
              <a:pathLst>
                <a:path w="35" h="72">
                  <a:moveTo>
                    <a:pt x="35" y="60"/>
                  </a:moveTo>
                  <a:lnTo>
                    <a:pt x="29" y="60"/>
                  </a:lnTo>
                  <a:lnTo>
                    <a:pt x="29" y="66"/>
                  </a:lnTo>
                  <a:lnTo>
                    <a:pt x="23" y="66"/>
                  </a:lnTo>
                  <a:lnTo>
                    <a:pt x="6" y="66"/>
                  </a:lnTo>
                  <a:lnTo>
                    <a:pt x="17" y="48"/>
                  </a:lnTo>
                  <a:lnTo>
                    <a:pt x="23" y="36"/>
                  </a:lnTo>
                  <a:lnTo>
                    <a:pt x="29" y="24"/>
                  </a:lnTo>
                  <a:lnTo>
                    <a:pt x="23" y="6"/>
                  </a:lnTo>
                  <a:lnTo>
                    <a:pt x="17" y="0"/>
                  </a:lnTo>
                  <a:lnTo>
                    <a:pt x="6" y="6"/>
                  </a:lnTo>
                  <a:lnTo>
                    <a:pt x="0" y="24"/>
                  </a:lnTo>
                  <a:lnTo>
                    <a:pt x="6" y="18"/>
                  </a:lnTo>
                  <a:lnTo>
                    <a:pt x="11" y="12"/>
                  </a:lnTo>
                  <a:lnTo>
                    <a:pt x="17" y="18"/>
                  </a:lnTo>
                  <a:lnTo>
                    <a:pt x="23" y="24"/>
                  </a:lnTo>
                  <a:lnTo>
                    <a:pt x="17" y="36"/>
                  </a:lnTo>
                  <a:lnTo>
                    <a:pt x="11" y="54"/>
                  </a:lnTo>
                  <a:lnTo>
                    <a:pt x="0" y="72"/>
                  </a:lnTo>
                  <a:lnTo>
                    <a:pt x="29" y="72"/>
                  </a:lnTo>
                  <a:lnTo>
                    <a:pt x="35" y="6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44" name="Freeform 167"/>
            <p:cNvSpPr>
              <a:spLocks noEditPoints="1"/>
            </p:cNvSpPr>
            <p:nvPr/>
          </p:nvSpPr>
          <p:spPr>
            <a:xfrm>
              <a:off x="4333" y="1509"/>
              <a:ext cx="24" cy="89"/>
            </a:xfrm>
            <a:custGeom>
              <a:avLst/>
              <a:gdLst>
                <a:gd name="txL" fmla="*/ 0 w 24"/>
                <a:gd name="txT" fmla="*/ 0 h 89"/>
                <a:gd name="txR" fmla="*/ 24 w 24"/>
                <a:gd name="txB" fmla="*/ 89 h 89"/>
              </a:gdLst>
              <a:ahLst/>
              <a:cxnLst>
                <a:cxn ang="0">
                  <a:pos x="18" y="71"/>
                </a:cxn>
                <a:cxn ang="0">
                  <a:pos x="18" y="83"/>
                </a:cxn>
                <a:cxn ang="0">
                  <a:pos x="12" y="83"/>
                </a:cxn>
                <a:cxn ang="0">
                  <a:pos x="12" y="83"/>
                </a:cxn>
                <a:cxn ang="0">
                  <a:pos x="12" y="77"/>
                </a:cxn>
                <a:cxn ang="0">
                  <a:pos x="12" y="71"/>
                </a:cxn>
                <a:cxn ang="0">
                  <a:pos x="24" y="30"/>
                </a:cxn>
                <a:cxn ang="0">
                  <a:pos x="24" y="30"/>
                </a:cxn>
                <a:cxn ang="0">
                  <a:pos x="12" y="36"/>
                </a:cxn>
                <a:cxn ang="0">
                  <a:pos x="6" y="36"/>
                </a:cxn>
                <a:cxn ang="0">
                  <a:pos x="6" y="36"/>
                </a:cxn>
                <a:cxn ang="0">
                  <a:pos x="12" y="36"/>
                </a:cxn>
                <a:cxn ang="0">
                  <a:pos x="12" y="42"/>
                </a:cxn>
                <a:cxn ang="0">
                  <a:pos x="12" y="47"/>
                </a:cxn>
                <a:cxn ang="0">
                  <a:pos x="6" y="59"/>
                </a:cxn>
                <a:cxn ang="0">
                  <a:pos x="0" y="77"/>
                </a:cxn>
                <a:cxn ang="0">
                  <a:pos x="0" y="83"/>
                </a:cxn>
                <a:cxn ang="0">
                  <a:pos x="0" y="89"/>
                </a:cxn>
                <a:cxn ang="0">
                  <a:pos x="6" y="89"/>
                </a:cxn>
                <a:cxn ang="0">
                  <a:pos x="18" y="83"/>
                </a:cxn>
                <a:cxn ang="0">
                  <a:pos x="24" y="77"/>
                </a:cxn>
                <a:cxn ang="0">
                  <a:pos x="18" y="71"/>
                </a:cxn>
                <a:cxn ang="0">
                  <a:pos x="24" y="12"/>
                </a:cxn>
                <a:cxn ang="0">
                  <a:pos x="24" y="6"/>
                </a:cxn>
                <a:cxn ang="0">
                  <a:pos x="18" y="0"/>
                </a:cxn>
                <a:cxn ang="0">
                  <a:pos x="18" y="6"/>
                </a:cxn>
                <a:cxn ang="0">
                  <a:pos x="18" y="6"/>
                </a:cxn>
                <a:cxn ang="0">
                  <a:pos x="18" y="12"/>
                </a:cxn>
                <a:cxn ang="0">
                  <a:pos x="18" y="18"/>
                </a:cxn>
                <a:cxn ang="0">
                  <a:pos x="24" y="18"/>
                </a:cxn>
                <a:cxn ang="0">
                  <a:pos x="24" y="12"/>
                </a:cxn>
                <a:cxn ang="0">
                  <a:pos x="24" y="12"/>
                </a:cxn>
              </a:cxnLst>
              <a:rect l="txL" t="txT" r="txR" b="txB"/>
              <a:pathLst>
                <a:path w="24" h="89">
                  <a:moveTo>
                    <a:pt x="18" y="71"/>
                  </a:moveTo>
                  <a:lnTo>
                    <a:pt x="18" y="83"/>
                  </a:lnTo>
                  <a:lnTo>
                    <a:pt x="12" y="83"/>
                  </a:lnTo>
                  <a:lnTo>
                    <a:pt x="12" y="77"/>
                  </a:lnTo>
                  <a:lnTo>
                    <a:pt x="12" y="71"/>
                  </a:lnTo>
                  <a:lnTo>
                    <a:pt x="24" y="30"/>
                  </a:lnTo>
                  <a:lnTo>
                    <a:pt x="12" y="36"/>
                  </a:lnTo>
                  <a:lnTo>
                    <a:pt x="6" y="36"/>
                  </a:lnTo>
                  <a:lnTo>
                    <a:pt x="12" y="36"/>
                  </a:lnTo>
                  <a:lnTo>
                    <a:pt x="12" y="42"/>
                  </a:lnTo>
                  <a:lnTo>
                    <a:pt x="12" y="47"/>
                  </a:lnTo>
                  <a:lnTo>
                    <a:pt x="6" y="59"/>
                  </a:lnTo>
                  <a:lnTo>
                    <a:pt x="0" y="77"/>
                  </a:lnTo>
                  <a:lnTo>
                    <a:pt x="0" y="83"/>
                  </a:lnTo>
                  <a:lnTo>
                    <a:pt x="0" y="89"/>
                  </a:lnTo>
                  <a:lnTo>
                    <a:pt x="6" y="89"/>
                  </a:lnTo>
                  <a:lnTo>
                    <a:pt x="18" y="83"/>
                  </a:lnTo>
                  <a:lnTo>
                    <a:pt x="24" y="77"/>
                  </a:lnTo>
                  <a:lnTo>
                    <a:pt x="18" y="71"/>
                  </a:lnTo>
                  <a:close/>
                  <a:moveTo>
                    <a:pt x="24" y="12"/>
                  </a:moveTo>
                  <a:lnTo>
                    <a:pt x="24" y="6"/>
                  </a:lnTo>
                  <a:lnTo>
                    <a:pt x="18" y="0"/>
                  </a:lnTo>
                  <a:lnTo>
                    <a:pt x="18" y="6"/>
                  </a:lnTo>
                  <a:lnTo>
                    <a:pt x="18" y="12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45" name="Freeform 168"/>
            <p:cNvSpPr/>
            <p:nvPr/>
          </p:nvSpPr>
          <p:spPr>
            <a:xfrm>
              <a:off x="4363" y="1562"/>
              <a:ext cx="30" cy="72"/>
            </a:xfrm>
            <a:custGeom>
              <a:avLst/>
              <a:gdLst>
                <a:gd name="txL" fmla="*/ 0 w 30"/>
                <a:gd name="txT" fmla="*/ 0 h 72"/>
                <a:gd name="txR" fmla="*/ 30 w 30"/>
                <a:gd name="txB" fmla="*/ 72 h 72"/>
              </a:gdLst>
              <a:ahLst/>
              <a:cxnLst>
                <a:cxn ang="0">
                  <a:pos x="30" y="54"/>
                </a:cxn>
                <a:cxn ang="0">
                  <a:pos x="30" y="54"/>
                </a:cxn>
                <a:cxn ang="0">
                  <a:pos x="30" y="60"/>
                </a:cxn>
                <a:cxn ang="0">
                  <a:pos x="24" y="60"/>
                </a:cxn>
                <a:cxn ang="0">
                  <a:pos x="6" y="60"/>
                </a:cxn>
                <a:cxn ang="0">
                  <a:pos x="18" y="42"/>
                </a:cxn>
                <a:cxn ang="0">
                  <a:pos x="24" y="36"/>
                </a:cxn>
                <a:cxn ang="0">
                  <a:pos x="30" y="18"/>
                </a:cxn>
                <a:cxn ang="0">
                  <a:pos x="24" y="6"/>
                </a:cxn>
                <a:cxn ang="0">
                  <a:pos x="18" y="0"/>
                </a:cxn>
                <a:cxn ang="0">
                  <a:pos x="6" y="6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6" y="18"/>
                </a:cxn>
                <a:cxn ang="0">
                  <a:pos x="12" y="12"/>
                </a:cxn>
                <a:cxn ang="0">
                  <a:pos x="18" y="18"/>
                </a:cxn>
                <a:cxn ang="0">
                  <a:pos x="24" y="24"/>
                </a:cxn>
                <a:cxn ang="0">
                  <a:pos x="18" y="36"/>
                </a:cxn>
                <a:cxn ang="0">
                  <a:pos x="12" y="48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30" y="72"/>
                </a:cxn>
                <a:cxn ang="0">
                  <a:pos x="30" y="54"/>
                </a:cxn>
              </a:cxnLst>
              <a:rect l="txL" t="txT" r="txR" b="txB"/>
              <a:pathLst>
                <a:path w="30" h="72">
                  <a:moveTo>
                    <a:pt x="30" y="54"/>
                  </a:moveTo>
                  <a:lnTo>
                    <a:pt x="30" y="54"/>
                  </a:lnTo>
                  <a:lnTo>
                    <a:pt x="30" y="60"/>
                  </a:lnTo>
                  <a:lnTo>
                    <a:pt x="24" y="60"/>
                  </a:lnTo>
                  <a:lnTo>
                    <a:pt x="6" y="60"/>
                  </a:lnTo>
                  <a:lnTo>
                    <a:pt x="18" y="42"/>
                  </a:lnTo>
                  <a:lnTo>
                    <a:pt x="24" y="36"/>
                  </a:lnTo>
                  <a:lnTo>
                    <a:pt x="30" y="18"/>
                  </a:lnTo>
                  <a:lnTo>
                    <a:pt x="24" y="6"/>
                  </a:lnTo>
                  <a:lnTo>
                    <a:pt x="18" y="0"/>
                  </a:lnTo>
                  <a:lnTo>
                    <a:pt x="6" y="6"/>
                  </a:lnTo>
                  <a:lnTo>
                    <a:pt x="0" y="24"/>
                  </a:lnTo>
                  <a:lnTo>
                    <a:pt x="6" y="18"/>
                  </a:lnTo>
                  <a:lnTo>
                    <a:pt x="12" y="12"/>
                  </a:lnTo>
                  <a:lnTo>
                    <a:pt x="18" y="18"/>
                  </a:lnTo>
                  <a:lnTo>
                    <a:pt x="24" y="24"/>
                  </a:lnTo>
                  <a:lnTo>
                    <a:pt x="18" y="36"/>
                  </a:lnTo>
                  <a:lnTo>
                    <a:pt x="12" y="48"/>
                  </a:lnTo>
                  <a:lnTo>
                    <a:pt x="0" y="72"/>
                  </a:lnTo>
                  <a:lnTo>
                    <a:pt x="30" y="72"/>
                  </a:lnTo>
                  <a:lnTo>
                    <a:pt x="30" y="5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46" name="Freeform 169"/>
            <p:cNvSpPr>
              <a:spLocks noEditPoints="1"/>
            </p:cNvSpPr>
            <p:nvPr/>
          </p:nvSpPr>
          <p:spPr>
            <a:xfrm>
              <a:off x="4829" y="1509"/>
              <a:ext cx="18" cy="89"/>
            </a:xfrm>
            <a:custGeom>
              <a:avLst/>
              <a:gdLst>
                <a:gd name="txL" fmla="*/ 0 w 18"/>
                <a:gd name="txT" fmla="*/ 0 h 89"/>
                <a:gd name="txR" fmla="*/ 18 w 18"/>
                <a:gd name="txB" fmla="*/ 89 h 89"/>
              </a:gdLst>
              <a:ahLst/>
              <a:cxnLst>
                <a:cxn ang="0">
                  <a:pos x="18" y="77"/>
                </a:cxn>
                <a:cxn ang="0">
                  <a:pos x="12" y="83"/>
                </a:cxn>
                <a:cxn ang="0">
                  <a:pos x="6" y="83"/>
                </a:cxn>
                <a:cxn ang="0">
                  <a:pos x="6" y="83"/>
                </a:cxn>
                <a:cxn ang="0">
                  <a:pos x="6" y="77"/>
                </a:cxn>
                <a:cxn ang="0">
                  <a:pos x="6" y="71"/>
                </a:cxn>
                <a:cxn ang="0">
                  <a:pos x="18" y="30"/>
                </a:cxn>
                <a:cxn ang="0">
                  <a:pos x="18" y="30"/>
                </a:cxn>
                <a:cxn ang="0">
                  <a:pos x="6" y="36"/>
                </a:cxn>
                <a:cxn ang="0">
                  <a:pos x="0" y="36"/>
                </a:cxn>
                <a:cxn ang="0">
                  <a:pos x="0" y="36"/>
                </a:cxn>
                <a:cxn ang="0">
                  <a:pos x="6" y="36"/>
                </a:cxn>
                <a:cxn ang="0">
                  <a:pos x="6" y="42"/>
                </a:cxn>
                <a:cxn ang="0">
                  <a:pos x="6" y="47"/>
                </a:cxn>
                <a:cxn ang="0">
                  <a:pos x="6" y="59"/>
                </a:cxn>
                <a:cxn ang="0">
                  <a:pos x="0" y="77"/>
                </a:cxn>
                <a:cxn ang="0">
                  <a:pos x="0" y="83"/>
                </a:cxn>
                <a:cxn ang="0">
                  <a:pos x="0" y="89"/>
                </a:cxn>
                <a:cxn ang="0">
                  <a:pos x="0" y="89"/>
                </a:cxn>
                <a:cxn ang="0">
                  <a:pos x="12" y="83"/>
                </a:cxn>
                <a:cxn ang="0">
                  <a:pos x="18" y="77"/>
                </a:cxn>
                <a:cxn ang="0">
                  <a:pos x="18" y="77"/>
                </a:cxn>
                <a:cxn ang="0">
                  <a:pos x="18" y="12"/>
                </a:cxn>
                <a:cxn ang="0">
                  <a:pos x="18" y="6"/>
                </a:cxn>
                <a:cxn ang="0">
                  <a:pos x="12" y="0"/>
                </a:cxn>
                <a:cxn ang="0">
                  <a:pos x="12" y="6"/>
                </a:cxn>
                <a:cxn ang="0">
                  <a:pos x="12" y="12"/>
                </a:cxn>
                <a:cxn ang="0">
                  <a:pos x="12" y="18"/>
                </a:cxn>
                <a:cxn ang="0">
                  <a:pos x="12" y="18"/>
                </a:cxn>
                <a:cxn ang="0">
                  <a:pos x="18" y="18"/>
                </a:cxn>
                <a:cxn ang="0">
                  <a:pos x="18" y="12"/>
                </a:cxn>
                <a:cxn ang="0">
                  <a:pos x="18" y="12"/>
                </a:cxn>
              </a:cxnLst>
              <a:rect l="txL" t="txT" r="txR" b="txB"/>
              <a:pathLst>
                <a:path w="18" h="89">
                  <a:moveTo>
                    <a:pt x="18" y="77"/>
                  </a:moveTo>
                  <a:lnTo>
                    <a:pt x="12" y="83"/>
                  </a:lnTo>
                  <a:lnTo>
                    <a:pt x="6" y="83"/>
                  </a:lnTo>
                  <a:lnTo>
                    <a:pt x="6" y="77"/>
                  </a:lnTo>
                  <a:lnTo>
                    <a:pt x="6" y="71"/>
                  </a:lnTo>
                  <a:lnTo>
                    <a:pt x="18" y="30"/>
                  </a:lnTo>
                  <a:lnTo>
                    <a:pt x="6" y="36"/>
                  </a:lnTo>
                  <a:lnTo>
                    <a:pt x="0" y="36"/>
                  </a:lnTo>
                  <a:lnTo>
                    <a:pt x="6" y="36"/>
                  </a:lnTo>
                  <a:lnTo>
                    <a:pt x="6" y="42"/>
                  </a:lnTo>
                  <a:lnTo>
                    <a:pt x="6" y="47"/>
                  </a:lnTo>
                  <a:lnTo>
                    <a:pt x="6" y="59"/>
                  </a:lnTo>
                  <a:lnTo>
                    <a:pt x="0" y="77"/>
                  </a:lnTo>
                  <a:lnTo>
                    <a:pt x="0" y="83"/>
                  </a:lnTo>
                  <a:lnTo>
                    <a:pt x="0" y="89"/>
                  </a:lnTo>
                  <a:lnTo>
                    <a:pt x="12" y="83"/>
                  </a:lnTo>
                  <a:lnTo>
                    <a:pt x="18" y="77"/>
                  </a:lnTo>
                  <a:close/>
                  <a:moveTo>
                    <a:pt x="18" y="12"/>
                  </a:moveTo>
                  <a:lnTo>
                    <a:pt x="18" y="6"/>
                  </a:lnTo>
                  <a:lnTo>
                    <a:pt x="12" y="0"/>
                  </a:lnTo>
                  <a:lnTo>
                    <a:pt x="12" y="6"/>
                  </a:lnTo>
                  <a:lnTo>
                    <a:pt x="12" y="12"/>
                  </a:lnTo>
                  <a:lnTo>
                    <a:pt x="12" y="18"/>
                  </a:lnTo>
                  <a:lnTo>
                    <a:pt x="18" y="18"/>
                  </a:lnTo>
                  <a:lnTo>
                    <a:pt x="18" y="1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47" name="Freeform 170"/>
            <p:cNvSpPr/>
            <p:nvPr/>
          </p:nvSpPr>
          <p:spPr>
            <a:xfrm>
              <a:off x="4853" y="1562"/>
              <a:ext cx="36" cy="72"/>
            </a:xfrm>
            <a:custGeom>
              <a:avLst/>
              <a:gdLst>
                <a:gd name="txL" fmla="*/ 0 w 36"/>
                <a:gd name="txT" fmla="*/ 0 h 72"/>
                <a:gd name="txR" fmla="*/ 36 w 36"/>
                <a:gd name="txB" fmla="*/ 72 h 72"/>
              </a:gdLst>
              <a:ahLst/>
              <a:cxnLst>
                <a:cxn ang="0">
                  <a:pos x="36" y="54"/>
                </a:cxn>
                <a:cxn ang="0">
                  <a:pos x="30" y="54"/>
                </a:cxn>
                <a:cxn ang="0">
                  <a:pos x="30" y="60"/>
                </a:cxn>
                <a:cxn ang="0">
                  <a:pos x="24" y="60"/>
                </a:cxn>
                <a:cxn ang="0">
                  <a:pos x="6" y="60"/>
                </a:cxn>
                <a:cxn ang="0">
                  <a:pos x="18" y="42"/>
                </a:cxn>
                <a:cxn ang="0">
                  <a:pos x="24" y="36"/>
                </a:cxn>
                <a:cxn ang="0">
                  <a:pos x="30" y="18"/>
                </a:cxn>
                <a:cxn ang="0">
                  <a:pos x="24" y="6"/>
                </a:cxn>
                <a:cxn ang="0">
                  <a:pos x="18" y="0"/>
                </a:cxn>
                <a:cxn ang="0">
                  <a:pos x="6" y="6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6" y="18"/>
                </a:cxn>
                <a:cxn ang="0">
                  <a:pos x="12" y="12"/>
                </a:cxn>
                <a:cxn ang="0">
                  <a:pos x="18" y="18"/>
                </a:cxn>
                <a:cxn ang="0">
                  <a:pos x="24" y="24"/>
                </a:cxn>
                <a:cxn ang="0">
                  <a:pos x="18" y="36"/>
                </a:cxn>
                <a:cxn ang="0">
                  <a:pos x="12" y="48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30" y="72"/>
                </a:cxn>
                <a:cxn ang="0">
                  <a:pos x="36" y="54"/>
                </a:cxn>
              </a:cxnLst>
              <a:rect l="txL" t="txT" r="txR" b="txB"/>
              <a:pathLst>
                <a:path w="36" h="72">
                  <a:moveTo>
                    <a:pt x="36" y="54"/>
                  </a:moveTo>
                  <a:lnTo>
                    <a:pt x="30" y="54"/>
                  </a:lnTo>
                  <a:lnTo>
                    <a:pt x="30" y="60"/>
                  </a:lnTo>
                  <a:lnTo>
                    <a:pt x="24" y="60"/>
                  </a:lnTo>
                  <a:lnTo>
                    <a:pt x="6" y="60"/>
                  </a:lnTo>
                  <a:lnTo>
                    <a:pt x="18" y="42"/>
                  </a:lnTo>
                  <a:lnTo>
                    <a:pt x="24" y="36"/>
                  </a:lnTo>
                  <a:lnTo>
                    <a:pt x="30" y="18"/>
                  </a:lnTo>
                  <a:lnTo>
                    <a:pt x="24" y="6"/>
                  </a:lnTo>
                  <a:lnTo>
                    <a:pt x="18" y="0"/>
                  </a:lnTo>
                  <a:lnTo>
                    <a:pt x="6" y="6"/>
                  </a:lnTo>
                  <a:lnTo>
                    <a:pt x="0" y="24"/>
                  </a:lnTo>
                  <a:lnTo>
                    <a:pt x="6" y="18"/>
                  </a:lnTo>
                  <a:lnTo>
                    <a:pt x="12" y="12"/>
                  </a:lnTo>
                  <a:lnTo>
                    <a:pt x="18" y="18"/>
                  </a:lnTo>
                  <a:lnTo>
                    <a:pt x="24" y="24"/>
                  </a:lnTo>
                  <a:lnTo>
                    <a:pt x="18" y="36"/>
                  </a:lnTo>
                  <a:lnTo>
                    <a:pt x="12" y="48"/>
                  </a:lnTo>
                  <a:lnTo>
                    <a:pt x="0" y="72"/>
                  </a:lnTo>
                  <a:lnTo>
                    <a:pt x="30" y="72"/>
                  </a:lnTo>
                  <a:lnTo>
                    <a:pt x="36" y="5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48" name="Freeform 171"/>
            <p:cNvSpPr>
              <a:spLocks noEditPoints="1"/>
            </p:cNvSpPr>
            <p:nvPr/>
          </p:nvSpPr>
          <p:spPr>
            <a:xfrm>
              <a:off x="5146" y="1443"/>
              <a:ext cx="24" cy="90"/>
            </a:xfrm>
            <a:custGeom>
              <a:avLst/>
              <a:gdLst>
                <a:gd name="txL" fmla="*/ 0 w 24"/>
                <a:gd name="txT" fmla="*/ 0 h 90"/>
                <a:gd name="txR" fmla="*/ 24 w 24"/>
                <a:gd name="txB" fmla="*/ 90 h 90"/>
              </a:gdLst>
              <a:ahLst/>
              <a:cxnLst>
                <a:cxn ang="0">
                  <a:pos x="18" y="72"/>
                </a:cxn>
                <a:cxn ang="0">
                  <a:pos x="12" y="78"/>
                </a:cxn>
                <a:cxn ang="0">
                  <a:pos x="12" y="84"/>
                </a:cxn>
                <a:cxn ang="0">
                  <a:pos x="12" y="84"/>
                </a:cxn>
                <a:cxn ang="0">
                  <a:pos x="6" y="78"/>
                </a:cxn>
                <a:cxn ang="0">
                  <a:pos x="12" y="78"/>
                </a:cxn>
                <a:cxn ang="0">
                  <a:pos x="12" y="72"/>
                </a:cxn>
                <a:cxn ang="0">
                  <a:pos x="18" y="30"/>
                </a:cxn>
                <a:cxn ang="0">
                  <a:pos x="18" y="30"/>
                </a:cxn>
                <a:cxn ang="0">
                  <a:pos x="0" y="30"/>
                </a:cxn>
                <a:cxn ang="0">
                  <a:pos x="0" y="36"/>
                </a:cxn>
                <a:cxn ang="0">
                  <a:pos x="6" y="36"/>
                </a:cxn>
                <a:cxn ang="0">
                  <a:pos x="6" y="36"/>
                </a:cxn>
                <a:cxn ang="0">
                  <a:pos x="6" y="42"/>
                </a:cxn>
                <a:cxn ang="0">
                  <a:pos x="6" y="60"/>
                </a:cxn>
                <a:cxn ang="0">
                  <a:pos x="0" y="72"/>
                </a:cxn>
                <a:cxn ang="0">
                  <a:pos x="0" y="78"/>
                </a:cxn>
                <a:cxn ang="0">
                  <a:pos x="0" y="84"/>
                </a:cxn>
                <a:cxn ang="0">
                  <a:pos x="6" y="90"/>
                </a:cxn>
                <a:cxn ang="0">
                  <a:pos x="12" y="84"/>
                </a:cxn>
                <a:cxn ang="0">
                  <a:pos x="18" y="72"/>
                </a:cxn>
                <a:cxn ang="0">
                  <a:pos x="18" y="72"/>
                </a:cxn>
                <a:cxn ang="0">
                  <a:pos x="24" y="6"/>
                </a:cxn>
                <a:cxn ang="0">
                  <a:pos x="24" y="6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2" y="6"/>
                </a:cxn>
                <a:cxn ang="0">
                  <a:pos x="18" y="12"/>
                </a:cxn>
                <a:cxn ang="0">
                  <a:pos x="18" y="12"/>
                </a:cxn>
                <a:cxn ang="0">
                  <a:pos x="24" y="12"/>
                </a:cxn>
                <a:cxn ang="0">
                  <a:pos x="24" y="6"/>
                </a:cxn>
                <a:cxn ang="0">
                  <a:pos x="24" y="6"/>
                </a:cxn>
              </a:cxnLst>
              <a:rect l="txL" t="txT" r="txR" b="txB"/>
              <a:pathLst>
                <a:path w="24" h="90">
                  <a:moveTo>
                    <a:pt x="18" y="72"/>
                  </a:moveTo>
                  <a:lnTo>
                    <a:pt x="12" y="78"/>
                  </a:lnTo>
                  <a:lnTo>
                    <a:pt x="12" y="84"/>
                  </a:lnTo>
                  <a:lnTo>
                    <a:pt x="6" y="78"/>
                  </a:lnTo>
                  <a:lnTo>
                    <a:pt x="12" y="78"/>
                  </a:lnTo>
                  <a:lnTo>
                    <a:pt x="12" y="72"/>
                  </a:lnTo>
                  <a:lnTo>
                    <a:pt x="18" y="30"/>
                  </a:lnTo>
                  <a:lnTo>
                    <a:pt x="0" y="30"/>
                  </a:lnTo>
                  <a:lnTo>
                    <a:pt x="0" y="36"/>
                  </a:lnTo>
                  <a:lnTo>
                    <a:pt x="6" y="36"/>
                  </a:lnTo>
                  <a:lnTo>
                    <a:pt x="6" y="42"/>
                  </a:lnTo>
                  <a:lnTo>
                    <a:pt x="6" y="60"/>
                  </a:lnTo>
                  <a:lnTo>
                    <a:pt x="0" y="72"/>
                  </a:lnTo>
                  <a:lnTo>
                    <a:pt x="0" y="78"/>
                  </a:lnTo>
                  <a:lnTo>
                    <a:pt x="0" y="84"/>
                  </a:lnTo>
                  <a:lnTo>
                    <a:pt x="6" y="90"/>
                  </a:lnTo>
                  <a:lnTo>
                    <a:pt x="12" y="84"/>
                  </a:lnTo>
                  <a:lnTo>
                    <a:pt x="18" y="72"/>
                  </a:lnTo>
                  <a:close/>
                  <a:moveTo>
                    <a:pt x="24" y="6"/>
                  </a:moveTo>
                  <a:lnTo>
                    <a:pt x="24" y="6"/>
                  </a:lnTo>
                  <a:lnTo>
                    <a:pt x="18" y="0"/>
                  </a:lnTo>
                  <a:lnTo>
                    <a:pt x="12" y="6"/>
                  </a:lnTo>
                  <a:lnTo>
                    <a:pt x="18" y="12"/>
                  </a:lnTo>
                  <a:lnTo>
                    <a:pt x="24" y="12"/>
                  </a:lnTo>
                  <a:lnTo>
                    <a:pt x="24" y="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49" name="Freeform 172"/>
            <p:cNvSpPr/>
            <p:nvPr/>
          </p:nvSpPr>
          <p:spPr>
            <a:xfrm>
              <a:off x="5170" y="1497"/>
              <a:ext cx="24" cy="65"/>
            </a:xfrm>
            <a:custGeom>
              <a:avLst/>
              <a:gdLst>
                <a:gd name="txL" fmla="*/ 0 w 24"/>
                <a:gd name="txT" fmla="*/ 0 h 65"/>
                <a:gd name="txR" fmla="*/ 24 w 24"/>
                <a:gd name="txB" fmla="*/ 65 h 65"/>
              </a:gdLst>
              <a:ahLst/>
              <a:cxnLst>
                <a:cxn ang="0">
                  <a:pos x="0" y="65"/>
                </a:cxn>
                <a:cxn ang="0">
                  <a:pos x="24" y="65"/>
                </a:cxn>
                <a:cxn ang="0">
                  <a:pos x="24" y="65"/>
                </a:cxn>
                <a:cxn ang="0">
                  <a:pos x="18" y="65"/>
                </a:cxn>
                <a:cxn ang="0">
                  <a:pos x="18" y="59"/>
                </a:cxn>
                <a:cxn ang="0">
                  <a:pos x="18" y="0"/>
                </a:cxn>
                <a:cxn ang="0">
                  <a:pos x="12" y="0"/>
                </a:cxn>
                <a:cxn ang="0">
                  <a:pos x="0" y="6"/>
                </a:cxn>
                <a:cxn ang="0">
                  <a:pos x="0" y="12"/>
                </a:cxn>
                <a:cxn ang="0">
                  <a:pos x="6" y="6"/>
                </a:cxn>
                <a:cxn ang="0">
                  <a:pos x="6" y="6"/>
                </a:cxn>
                <a:cxn ang="0">
                  <a:pos x="6" y="12"/>
                </a:cxn>
                <a:cxn ang="0">
                  <a:pos x="6" y="12"/>
                </a:cxn>
                <a:cxn ang="0">
                  <a:pos x="6" y="59"/>
                </a:cxn>
                <a:cxn ang="0">
                  <a:pos x="6" y="65"/>
                </a:cxn>
                <a:cxn ang="0">
                  <a:pos x="0" y="65"/>
                </a:cxn>
                <a:cxn ang="0">
                  <a:pos x="0" y="65"/>
                </a:cxn>
              </a:cxnLst>
              <a:rect l="txL" t="txT" r="txR" b="txB"/>
              <a:pathLst>
                <a:path w="24" h="65">
                  <a:moveTo>
                    <a:pt x="0" y="65"/>
                  </a:moveTo>
                  <a:lnTo>
                    <a:pt x="24" y="65"/>
                  </a:lnTo>
                  <a:lnTo>
                    <a:pt x="18" y="65"/>
                  </a:lnTo>
                  <a:lnTo>
                    <a:pt x="18" y="59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6"/>
                  </a:lnTo>
                  <a:lnTo>
                    <a:pt x="6" y="12"/>
                  </a:lnTo>
                  <a:lnTo>
                    <a:pt x="6" y="59"/>
                  </a:lnTo>
                  <a:lnTo>
                    <a:pt x="6" y="65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50" name="Freeform 173"/>
            <p:cNvSpPr/>
            <p:nvPr/>
          </p:nvSpPr>
          <p:spPr>
            <a:xfrm>
              <a:off x="5069" y="1742"/>
              <a:ext cx="42" cy="53"/>
            </a:xfrm>
            <a:custGeom>
              <a:avLst/>
              <a:gdLst>
                <a:gd name="txL" fmla="*/ 0 w 42"/>
                <a:gd name="txT" fmla="*/ 0 h 53"/>
                <a:gd name="txR" fmla="*/ 42 w 42"/>
                <a:gd name="txB" fmla="*/ 53 h 53"/>
              </a:gdLst>
              <a:ahLst/>
              <a:cxnLst>
                <a:cxn ang="0">
                  <a:pos x="0" y="0"/>
                </a:cxn>
                <a:cxn ang="0">
                  <a:pos x="6" y="6"/>
                </a:cxn>
                <a:cxn ang="0">
                  <a:pos x="12" y="17"/>
                </a:cxn>
                <a:cxn ang="0">
                  <a:pos x="12" y="35"/>
                </a:cxn>
                <a:cxn ang="0">
                  <a:pos x="12" y="53"/>
                </a:cxn>
                <a:cxn ang="0">
                  <a:pos x="12" y="53"/>
                </a:cxn>
                <a:cxn ang="0">
                  <a:pos x="18" y="53"/>
                </a:cxn>
                <a:cxn ang="0">
                  <a:pos x="24" y="41"/>
                </a:cxn>
                <a:cxn ang="0">
                  <a:pos x="30" y="35"/>
                </a:cxn>
                <a:cxn ang="0">
                  <a:pos x="36" y="29"/>
                </a:cxn>
                <a:cxn ang="0">
                  <a:pos x="42" y="17"/>
                </a:cxn>
                <a:cxn ang="0">
                  <a:pos x="42" y="6"/>
                </a:cxn>
                <a:cxn ang="0">
                  <a:pos x="42" y="0"/>
                </a:cxn>
                <a:cxn ang="0">
                  <a:pos x="36" y="0"/>
                </a:cxn>
                <a:cxn ang="0">
                  <a:pos x="30" y="0"/>
                </a:cxn>
                <a:cxn ang="0">
                  <a:pos x="30" y="0"/>
                </a:cxn>
                <a:cxn ang="0">
                  <a:pos x="36" y="6"/>
                </a:cxn>
                <a:cxn ang="0">
                  <a:pos x="36" y="12"/>
                </a:cxn>
                <a:cxn ang="0">
                  <a:pos x="30" y="29"/>
                </a:cxn>
                <a:cxn ang="0">
                  <a:pos x="24" y="41"/>
                </a:cxn>
                <a:cxn ang="0">
                  <a:pos x="18" y="41"/>
                </a:cxn>
                <a:cxn ang="0">
                  <a:pos x="18" y="23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6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42" h="53">
                  <a:moveTo>
                    <a:pt x="0" y="0"/>
                  </a:moveTo>
                  <a:lnTo>
                    <a:pt x="6" y="6"/>
                  </a:lnTo>
                  <a:lnTo>
                    <a:pt x="12" y="17"/>
                  </a:lnTo>
                  <a:lnTo>
                    <a:pt x="12" y="35"/>
                  </a:lnTo>
                  <a:lnTo>
                    <a:pt x="12" y="53"/>
                  </a:lnTo>
                  <a:lnTo>
                    <a:pt x="18" y="53"/>
                  </a:lnTo>
                  <a:lnTo>
                    <a:pt x="24" y="41"/>
                  </a:lnTo>
                  <a:lnTo>
                    <a:pt x="30" y="35"/>
                  </a:lnTo>
                  <a:lnTo>
                    <a:pt x="36" y="29"/>
                  </a:lnTo>
                  <a:lnTo>
                    <a:pt x="42" y="17"/>
                  </a:lnTo>
                  <a:lnTo>
                    <a:pt x="42" y="6"/>
                  </a:lnTo>
                  <a:lnTo>
                    <a:pt x="42" y="0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36" y="6"/>
                  </a:lnTo>
                  <a:lnTo>
                    <a:pt x="36" y="12"/>
                  </a:lnTo>
                  <a:lnTo>
                    <a:pt x="30" y="29"/>
                  </a:lnTo>
                  <a:lnTo>
                    <a:pt x="24" y="41"/>
                  </a:lnTo>
                  <a:lnTo>
                    <a:pt x="18" y="41"/>
                  </a:lnTo>
                  <a:lnTo>
                    <a:pt x="18" y="23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51" name="Freeform 174"/>
            <p:cNvSpPr/>
            <p:nvPr/>
          </p:nvSpPr>
          <p:spPr>
            <a:xfrm>
              <a:off x="5117" y="1759"/>
              <a:ext cx="29" cy="72"/>
            </a:xfrm>
            <a:custGeom>
              <a:avLst/>
              <a:gdLst>
                <a:gd name="txL" fmla="*/ 0 w 29"/>
                <a:gd name="txT" fmla="*/ 0 h 72"/>
                <a:gd name="txR" fmla="*/ 29 w 29"/>
                <a:gd name="txB" fmla="*/ 72 h 72"/>
              </a:gdLst>
              <a:ahLst/>
              <a:cxnLst>
                <a:cxn ang="0">
                  <a:pos x="6" y="36"/>
                </a:cxn>
                <a:cxn ang="0">
                  <a:pos x="12" y="36"/>
                </a:cxn>
                <a:cxn ang="0">
                  <a:pos x="18" y="36"/>
                </a:cxn>
                <a:cxn ang="0">
                  <a:pos x="24" y="48"/>
                </a:cxn>
                <a:cxn ang="0">
                  <a:pos x="24" y="54"/>
                </a:cxn>
                <a:cxn ang="0">
                  <a:pos x="18" y="60"/>
                </a:cxn>
                <a:cxn ang="0">
                  <a:pos x="12" y="66"/>
                </a:cxn>
                <a:cxn ang="0">
                  <a:pos x="6" y="66"/>
                </a:cxn>
                <a:cxn ang="0">
                  <a:pos x="0" y="60"/>
                </a:cxn>
                <a:cxn ang="0">
                  <a:pos x="0" y="60"/>
                </a:cxn>
                <a:cxn ang="0">
                  <a:pos x="0" y="66"/>
                </a:cxn>
                <a:cxn ang="0">
                  <a:pos x="6" y="72"/>
                </a:cxn>
                <a:cxn ang="0">
                  <a:pos x="6" y="72"/>
                </a:cxn>
                <a:cxn ang="0">
                  <a:pos x="24" y="66"/>
                </a:cxn>
                <a:cxn ang="0">
                  <a:pos x="29" y="48"/>
                </a:cxn>
                <a:cxn ang="0">
                  <a:pos x="24" y="36"/>
                </a:cxn>
                <a:cxn ang="0">
                  <a:pos x="18" y="30"/>
                </a:cxn>
                <a:cxn ang="0">
                  <a:pos x="24" y="24"/>
                </a:cxn>
                <a:cxn ang="0">
                  <a:pos x="24" y="12"/>
                </a:cxn>
                <a:cxn ang="0">
                  <a:pos x="24" y="6"/>
                </a:cxn>
                <a:cxn ang="0">
                  <a:pos x="12" y="0"/>
                </a:cxn>
                <a:cxn ang="0">
                  <a:pos x="6" y="6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6" y="12"/>
                </a:cxn>
                <a:cxn ang="0">
                  <a:pos x="12" y="6"/>
                </a:cxn>
                <a:cxn ang="0">
                  <a:pos x="18" y="12"/>
                </a:cxn>
                <a:cxn ang="0">
                  <a:pos x="18" y="18"/>
                </a:cxn>
                <a:cxn ang="0">
                  <a:pos x="12" y="30"/>
                </a:cxn>
                <a:cxn ang="0">
                  <a:pos x="6" y="36"/>
                </a:cxn>
                <a:cxn ang="0">
                  <a:pos x="6" y="36"/>
                </a:cxn>
              </a:cxnLst>
              <a:rect l="txL" t="txT" r="txR" b="txB"/>
              <a:pathLst>
                <a:path w="29" h="72">
                  <a:moveTo>
                    <a:pt x="6" y="36"/>
                  </a:moveTo>
                  <a:lnTo>
                    <a:pt x="12" y="36"/>
                  </a:lnTo>
                  <a:lnTo>
                    <a:pt x="18" y="36"/>
                  </a:lnTo>
                  <a:lnTo>
                    <a:pt x="24" y="48"/>
                  </a:lnTo>
                  <a:lnTo>
                    <a:pt x="24" y="54"/>
                  </a:lnTo>
                  <a:lnTo>
                    <a:pt x="18" y="60"/>
                  </a:lnTo>
                  <a:lnTo>
                    <a:pt x="12" y="66"/>
                  </a:lnTo>
                  <a:lnTo>
                    <a:pt x="6" y="66"/>
                  </a:lnTo>
                  <a:lnTo>
                    <a:pt x="0" y="60"/>
                  </a:lnTo>
                  <a:lnTo>
                    <a:pt x="0" y="66"/>
                  </a:lnTo>
                  <a:lnTo>
                    <a:pt x="6" y="72"/>
                  </a:lnTo>
                  <a:lnTo>
                    <a:pt x="24" y="66"/>
                  </a:lnTo>
                  <a:lnTo>
                    <a:pt x="29" y="48"/>
                  </a:lnTo>
                  <a:lnTo>
                    <a:pt x="24" y="36"/>
                  </a:lnTo>
                  <a:lnTo>
                    <a:pt x="18" y="30"/>
                  </a:lnTo>
                  <a:lnTo>
                    <a:pt x="24" y="24"/>
                  </a:lnTo>
                  <a:lnTo>
                    <a:pt x="24" y="12"/>
                  </a:lnTo>
                  <a:lnTo>
                    <a:pt x="24" y="6"/>
                  </a:lnTo>
                  <a:lnTo>
                    <a:pt x="12" y="0"/>
                  </a:lnTo>
                  <a:lnTo>
                    <a:pt x="6" y="6"/>
                  </a:lnTo>
                  <a:lnTo>
                    <a:pt x="0" y="18"/>
                  </a:lnTo>
                  <a:lnTo>
                    <a:pt x="6" y="12"/>
                  </a:lnTo>
                  <a:lnTo>
                    <a:pt x="12" y="6"/>
                  </a:lnTo>
                  <a:lnTo>
                    <a:pt x="18" y="12"/>
                  </a:lnTo>
                  <a:lnTo>
                    <a:pt x="18" y="18"/>
                  </a:lnTo>
                  <a:lnTo>
                    <a:pt x="12" y="30"/>
                  </a:lnTo>
                  <a:lnTo>
                    <a:pt x="6" y="3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52" name="Freeform 175"/>
            <p:cNvSpPr/>
            <p:nvPr/>
          </p:nvSpPr>
          <p:spPr>
            <a:xfrm>
              <a:off x="3029" y="2207"/>
              <a:ext cx="36" cy="96"/>
            </a:xfrm>
            <a:custGeom>
              <a:avLst/>
              <a:gdLst>
                <a:gd name="txL" fmla="*/ 0 w 36"/>
                <a:gd name="txT" fmla="*/ 0 h 96"/>
                <a:gd name="txR" fmla="*/ 36 w 36"/>
                <a:gd name="txB" fmla="*/ 96 h 96"/>
              </a:gdLst>
              <a:ahLst/>
              <a:cxnLst>
                <a:cxn ang="0">
                  <a:pos x="12" y="48"/>
                </a:cxn>
                <a:cxn ang="0">
                  <a:pos x="18" y="48"/>
                </a:cxn>
                <a:cxn ang="0">
                  <a:pos x="24" y="48"/>
                </a:cxn>
                <a:cxn ang="0">
                  <a:pos x="30" y="60"/>
                </a:cxn>
                <a:cxn ang="0">
                  <a:pos x="30" y="66"/>
                </a:cxn>
                <a:cxn ang="0">
                  <a:pos x="24" y="84"/>
                </a:cxn>
                <a:cxn ang="0">
                  <a:pos x="18" y="90"/>
                </a:cxn>
                <a:cxn ang="0">
                  <a:pos x="12" y="84"/>
                </a:cxn>
                <a:cxn ang="0">
                  <a:pos x="0" y="78"/>
                </a:cxn>
                <a:cxn ang="0">
                  <a:pos x="0" y="84"/>
                </a:cxn>
                <a:cxn ang="0">
                  <a:pos x="0" y="84"/>
                </a:cxn>
                <a:cxn ang="0">
                  <a:pos x="6" y="90"/>
                </a:cxn>
                <a:cxn ang="0">
                  <a:pos x="12" y="96"/>
                </a:cxn>
                <a:cxn ang="0">
                  <a:pos x="30" y="90"/>
                </a:cxn>
                <a:cxn ang="0">
                  <a:pos x="36" y="60"/>
                </a:cxn>
                <a:cxn ang="0">
                  <a:pos x="36" y="48"/>
                </a:cxn>
                <a:cxn ang="0">
                  <a:pos x="30" y="42"/>
                </a:cxn>
                <a:cxn ang="0">
                  <a:pos x="24" y="36"/>
                </a:cxn>
                <a:cxn ang="0">
                  <a:pos x="30" y="30"/>
                </a:cxn>
                <a:cxn ang="0">
                  <a:pos x="36" y="18"/>
                </a:cxn>
                <a:cxn ang="0">
                  <a:pos x="30" y="6"/>
                </a:cxn>
                <a:cxn ang="0">
                  <a:pos x="18" y="0"/>
                </a:cxn>
                <a:cxn ang="0">
                  <a:pos x="6" y="6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6" y="12"/>
                </a:cxn>
                <a:cxn ang="0">
                  <a:pos x="18" y="6"/>
                </a:cxn>
                <a:cxn ang="0">
                  <a:pos x="24" y="12"/>
                </a:cxn>
                <a:cxn ang="0">
                  <a:pos x="24" y="24"/>
                </a:cxn>
                <a:cxn ang="0">
                  <a:pos x="18" y="36"/>
                </a:cxn>
                <a:cxn ang="0">
                  <a:pos x="12" y="42"/>
                </a:cxn>
                <a:cxn ang="0">
                  <a:pos x="12" y="48"/>
                </a:cxn>
              </a:cxnLst>
              <a:rect l="txL" t="txT" r="txR" b="txB"/>
              <a:pathLst>
                <a:path w="36" h="96">
                  <a:moveTo>
                    <a:pt x="12" y="48"/>
                  </a:moveTo>
                  <a:lnTo>
                    <a:pt x="18" y="48"/>
                  </a:lnTo>
                  <a:lnTo>
                    <a:pt x="24" y="48"/>
                  </a:lnTo>
                  <a:lnTo>
                    <a:pt x="30" y="60"/>
                  </a:lnTo>
                  <a:lnTo>
                    <a:pt x="30" y="66"/>
                  </a:lnTo>
                  <a:lnTo>
                    <a:pt x="24" y="84"/>
                  </a:lnTo>
                  <a:lnTo>
                    <a:pt x="18" y="90"/>
                  </a:lnTo>
                  <a:lnTo>
                    <a:pt x="12" y="84"/>
                  </a:lnTo>
                  <a:lnTo>
                    <a:pt x="0" y="78"/>
                  </a:lnTo>
                  <a:lnTo>
                    <a:pt x="0" y="84"/>
                  </a:lnTo>
                  <a:lnTo>
                    <a:pt x="6" y="90"/>
                  </a:lnTo>
                  <a:lnTo>
                    <a:pt x="12" y="96"/>
                  </a:lnTo>
                  <a:lnTo>
                    <a:pt x="30" y="90"/>
                  </a:lnTo>
                  <a:lnTo>
                    <a:pt x="36" y="60"/>
                  </a:lnTo>
                  <a:lnTo>
                    <a:pt x="36" y="48"/>
                  </a:lnTo>
                  <a:lnTo>
                    <a:pt x="30" y="42"/>
                  </a:lnTo>
                  <a:lnTo>
                    <a:pt x="24" y="36"/>
                  </a:lnTo>
                  <a:lnTo>
                    <a:pt x="30" y="30"/>
                  </a:lnTo>
                  <a:lnTo>
                    <a:pt x="36" y="18"/>
                  </a:lnTo>
                  <a:lnTo>
                    <a:pt x="30" y="6"/>
                  </a:lnTo>
                  <a:lnTo>
                    <a:pt x="18" y="0"/>
                  </a:lnTo>
                  <a:lnTo>
                    <a:pt x="6" y="6"/>
                  </a:lnTo>
                  <a:lnTo>
                    <a:pt x="0" y="24"/>
                  </a:lnTo>
                  <a:lnTo>
                    <a:pt x="6" y="12"/>
                  </a:lnTo>
                  <a:lnTo>
                    <a:pt x="18" y="6"/>
                  </a:lnTo>
                  <a:lnTo>
                    <a:pt x="24" y="12"/>
                  </a:lnTo>
                  <a:lnTo>
                    <a:pt x="24" y="24"/>
                  </a:lnTo>
                  <a:lnTo>
                    <a:pt x="18" y="36"/>
                  </a:lnTo>
                  <a:lnTo>
                    <a:pt x="12" y="42"/>
                  </a:lnTo>
                  <a:lnTo>
                    <a:pt x="12" y="4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53" name="Freeform 176"/>
            <p:cNvSpPr>
              <a:spLocks noEditPoints="1"/>
            </p:cNvSpPr>
            <p:nvPr/>
          </p:nvSpPr>
          <p:spPr>
            <a:xfrm>
              <a:off x="3095" y="2207"/>
              <a:ext cx="72" cy="90"/>
            </a:xfrm>
            <a:custGeom>
              <a:avLst/>
              <a:gdLst>
                <a:gd name="txL" fmla="*/ 0 w 72"/>
                <a:gd name="txT" fmla="*/ 0 h 90"/>
                <a:gd name="txR" fmla="*/ 72 w 72"/>
                <a:gd name="txB" fmla="*/ 90 h 90"/>
              </a:gdLst>
              <a:ahLst/>
              <a:cxnLst>
                <a:cxn ang="0">
                  <a:pos x="72" y="90"/>
                </a:cxn>
                <a:cxn ang="0">
                  <a:pos x="66" y="84"/>
                </a:cxn>
                <a:cxn ang="0">
                  <a:pos x="60" y="78"/>
                </a:cxn>
                <a:cxn ang="0">
                  <a:pos x="36" y="0"/>
                </a:cxn>
                <a:cxn ang="0">
                  <a:pos x="36" y="0"/>
                </a:cxn>
                <a:cxn ang="0">
                  <a:pos x="12" y="66"/>
                </a:cxn>
                <a:cxn ang="0">
                  <a:pos x="12" y="78"/>
                </a:cxn>
                <a:cxn ang="0">
                  <a:pos x="6" y="84"/>
                </a:cxn>
                <a:cxn ang="0">
                  <a:pos x="6" y="90"/>
                </a:cxn>
                <a:cxn ang="0">
                  <a:pos x="0" y="90"/>
                </a:cxn>
                <a:cxn ang="0">
                  <a:pos x="0" y="90"/>
                </a:cxn>
                <a:cxn ang="0">
                  <a:pos x="18" y="90"/>
                </a:cxn>
                <a:cxn ang="0">
                  <a:pos x="18" y="90"/>
                </a:cxn>
                <a:cxn ang="0">
                  <a:pos x="18" y="90"/>
                </a:cxn>
                <a:cxn ang="0">
                  <a:pos x="12" y="84"/>
                </a:cxn>
                <a:cxn ang="0">
                  <a:pos x="12" y="84"/>
                </a:cxn>
                <a:cxn ang="0">
                  <a:pos x="12" y="78"/>
                </a:cxn>
                <a:cxn ang="0">
                  <a:pos x="18" y="60"/>
                </a:cxn>
                <a:cxn ang="0">
                  <a:pos x="48" y="60"/>
                </a:cxn>
                <a:cxn ang="0">
                  <a:pos x="48" y="78"/>
                </a:cxn>
                <a:cxn ang="0">
                  <a:pos x="54" y="84"/>
                </a:cxn>
                <a:cxn ang="0">
                  <a:pos x="54" y="84"/>
                </a:cxn>
                <a:cxn ang="0">
                  <a:pos x="54" y="90"/>
                </a:cxn>
                <a:cxn ang="0">
                  <a:pos x="48" y="90"/>
                </a:cxn>
                <a:cxn ang="0">
                  <a:pos x="48" y="90"/>
                </a:cxn>
                <a:cxn ang="0">
                  <a:pos x="72" y="90"/>
                </a:cxn>
                <a:cxn ang="0">
                  <a:pos x="72" y="90"/>
                </a:cxn>
                <a:cxn ang="0">
                  <a:pos x="24" y="54"/>
                </a:cxn>
                <a:cxn ang="0">
                  <a:pos x="30" y="18"/>
                </a:cxn>
                <a:cxn ang="0">
                  <a:pos x="42" y="54"/>
                </a:cxn>
                <a:cxn ang="0">
                  <a:pos x="24" y="54"/>
                </a:cxn>
              </a:cxnLst>
              <a:rect l="txL" t="txT" r="txR" b="txB"/>
              <a:pathLst>
                <a:path w="72" h="90">
                  <a:moveTo>
                    <a:pt x="72" y="90"/>
                  </a:moveTo>
                  <a:lnTo>
                    <a:pt x="66" y="84"/>
                  </a:lnTo>
                  <a:lnTo>
                    <a:pt x="60" y="78"/>
                  </a:lnTo>
                  <a:lnTo>
                    <a:pt x="36" y="0"/>
                  </a:lnTo>
                  <a:lnTo>
                    <a:pt x="12" y="66"/>
                  </a:lnTo>
                  <a:lnTo>
                    <a:pt x="12" y="78"/>
                  </a:lnTo>
                  <a:lnTo>
                    <a:pt x="6" y="84"/>
                  </a:lnTo>
                  <a:lnTo>
                    <a:pt x="6" y="90"/>
                  </a:lnTo>
                  <a:lnTo>
                    <a:pt x="0" y="90"/>
                  </a:lnTo>
                  <a:lnTo>
                    <a:pt x="18" y="90"/>
                  </a:lnTo>
                  <a:lnTo>
                    <a:pt x="12" y="84"/>
                  </a:lnTo>
                  <a:lnTo>
                    <a:pt x="12" y="78"/>
                  </a:lnTo>
                  <a:lnTo>
                    <a:pt x="18" y="60"/>
                  </a:lnTo>
                  <a:lnTo>
                    <a:pt x="48" y="60"/>
                  </a:lnTo>
                  <a:lnTo>
                    <a:pt x="48" y="78"/>
                  </a:lnTo>
                  <a:lnTo>
                    <a:pt x="54" y="84"/>
                  </a:lnTo>
                  <a:lnTo>
                    <a:pt x="54" y="90"/>
                  </a:lnTo>
                  <a:lnTo>
                    <a:pt x="48" y="90"/>
                  </a:lnTo>
                  <a:lnTo>
                    <a:pt x="72" y="90"/>
                  </a:lnTo>
                  <a:close/>
                  <a:moveTo>
                    <a:pt x="24" y="54"/>
                  </a:moveTo>
                  <a:lnTo>
                    <a:pt x="30" y="18"/>
                  </a:lnTo>
                  <a:lnTo>
                    <a:pt x="42" y="54"/>
                  </a:lnTo>
                  <a:lnTo>
                    <a:pt x="24" y="5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54" name="Freeform 177"/>
            <p:cNvSpPr/>
            <p:nvPr/>
          </p:nvSpPr>
          <p:spPr>
            <a:xfrm>
              <a:off x="3029" y="1951"/>
              <a:ext cx="42" cy="89"/>
            </a:xfrm>
            <a:custGeom>
              <a:avLst/>
              <a:gdLst>
                <a:gd name="txL" fmla="*/ 0 w 42"/>
                <a:gd name="txT" fmla="*/ 0 h 89"/>
                <a:gd name="txR" fmla="*/ 42 w 42"/>
                <a:gd name="txB" fmla="*/ 89 h 89"/>
              </a:gdLst>
              <a:ahLst/>
              <a:cxnLst>
                <a:cxn ang="0">
                  <a:pos x="12" y="47"/>
                </a:cxn>
                <a:cxn ang="0">
                  <a:pos x="18" y="47"/>
                </a:cxn>
                <a:cxn ang="0">
                  <a:pos x="24" y="47"/>
                </a:cxn>
                <a:cxn ang="0">
                  <a:pos x="30" y="59"/>
                </a:cxn>
                <a:cxn ang="0">
                  <a:pos x="30" y="65"/>
                </a:cxn>
                <a:cxn ang="0">
                  <a:pos x="30" y="83"/>
                </a:cxn>
                <a:cxn ang="0">
                  <a:pos x="18" y="89"/>
                </a:cxn>
                <a:cxn ang="0">
                  <a:pos x="12" y="83"/>
                </a:cxn>
                <a:cxn ang="0">
                  <a:pos x="6" y="77"/>
                </a:cxn>
                <a:cxn ang="0">
                  <a:pos x="0" y="77"/>
                </a:cxn>
                <a:cxn ang="0">
                  <a:pos x="0" y="83"/>
                </a:cxn>
                <a:cxn ang="0">
                  <a:pos x="6" y="89"/>
                </a:cxn>
                <a:cxn ang="0">
                  <a:pos x="12" y="89"/>
                </a:cxn>
                <a:cxn ang="0">
                  <a:pos x="36" y="83"/>
                </a:cxn>
                <a:cxn ang="0">
                  <a:pos x="42" y="59"/>
                </a:cxn>
                <a:cxn ang="0">
                  <a:pos x="36" y="41"/>
                </a:cxn>
                <a:cxn ang="0">
                  <a:pos x="30" y="35"/>
                </a:cxn>
                <a:cxn ang="0">
                  <a:pos x="36" y="29"/>
                </a:cxn>
                <a:cxn ang="0">
                  <a:pos x="36" y="17"/>
                </a:cxn>
                <a:cxn ang="0">
                  <a:pos x="36" y="6"/>
                </a:cxn>
                <a:cxn ang="0">
                  <a:pos x="30" y="0"/>
                </a:cxn>
                <a:cxn ang="0">
                  <a:pos x="18" y="0"/>
                </a:cxn>
                <a:cxn ang="0">
                  <a:pos x="12" y="0"/>
                </a:cxn>
                <a:cxn ang="0">
                  <a:pos x="6" y="6"/>
                </a:cxn>
                <a:cxn ang="0">
                  <a:pos x="0" y="17"/>
                </a:cxn>
                <a:cxn ang="0">
                  <a:pos x="0" y="23"/>
                </a:cxn>
                <a:cxn ang="0">
                  <a:pos x="6" y="11"/>
                </a:cxn>
                <a:cxn ang="0">
                  <a:pos x="18" y="6"/>
                </a:cxn>
                <a:cxn ang="0">
                  <a:pos x="24" y="11"/>
                </a:cxn>
                <a:cxn ang="0">
                  <a:pos x="30" y="17"/>
                </a:cxn>
                <a:cxn ang="0">
                  <a:pos x="24" y="35"/>
                </a:cxn>
                <a:cxn ang="0">
                  <a:pos x="12" y="41"/>
                </a:cxn>
                <a:cxn ang="0">
                  <a:pos x="12" y="47"/>
                </a:cxn>
              </a:cxnLst>
              <a:rect l="txL" t="txT" r="txR" b="txB"/>
              <a:pathLst>
                <a:path w="42" h="89">
                  <a:moveTo>
                    <a:pt x="12" y="47"/>
                  </a:moveTo>
                  <a:lnTo>
                    <a:pt x="18" y="47"/>
                  </a:lnTo>
                  <a:lnTo>
                    <a:pt x="24" y="47"/>
                  </a:lnTo>
                  <a:lnTo>
                    <a:pt x="30" y="59"/>
                  </a:lnTo>
                  <a:lnTo>
                    <a:pt x="30" y="65"/>
                  </a:lnTo>
                  <a:lnTo>
                    <a:pt x="30" y="83"/>
                  </a:lnTo>
                  <a:lnTo>
                    <a:pt x="18" y="89"/>
                  </a:lnTo>
                  <a:lnTo>
                    <a:pt x="12" y="83"/>
                  </a:lnTo>
                  <a:lnTo>
                    <a:pt x="6" y="77"/>
                  </a:lnTo>
                  <a:lnTo>
                    <a:pt x="0" y="77"/>
                  </a:lnTo>
                  <a:lnTo>
                    <a:pt x="0" y="83"/>
                  </a:lnTo>
                  <a:lnTo>
                    <a:pt x="6" y="89"/>
                  </a:lnTo>
                  <a:lnTo>
                    <a:pt x="12" y="89"/>
                  </a:lnTo>
                  <a:lnTo>
                    <a:pt x="36" y="83"/>
                  </a:lnTo>
                  <a:lnTo>
                    <a:pt x="42" y="59"/>
                  </a:lnTo>
                  <a:lnTo>
                    <a:pt x="36" y="41"/>
                  </a:lnTo>
                  <a:lnTo>
                    <a:pt x="30" y="35"/>
                  </a:lnTo>
                  <a:lnTo>
                    <a:pt x="36" y="29"/>
                  </a:lnTo>
                  <a:lnTo>
                    <a:pt x="36" y="17"/>
                  </a:lnTo>
                  <a:lnTo>
                    <a:pt x="36" y="6"/>
                  </a:lnTo>
                  <a:lnTo>
                    <a:pt x="30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6"/>
                  </a:lnTo>
                  <a:lnTo>
                    <a:pt x="0" y="17"/>
                  </a:lnTo>
                  <a:lnTo>
                    <a:pt x="0" y="23"/>
                  </a:lnTo>
                  <a:lnTo>
                    <a:pt x="6" y="11"/>
                  </a:lnTo>
                  <a:lnTo>
                    <a:pt x="18" y="6"/>
                  </a:lnTo>
                  <a:lnTo>
                    <a:pt x="24" y="11"/>
                  </a:lnTo>
                  <a:lnTo>
                    <a:pt x="30" y="17"/>
                  </a:lnTo>
                  <a:lnTo>
                    <a:pt x="24" y="35"/>
                  </a:lnTo>
                  <a:lnTo>
                    <a:pt x="12" y="41"/>
                  </a:lnTo>
                  <a:lnTo>
                    <a:pt x="12" y="4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55" name="Freeform 178"/>
            <p:cNvSpPr>
              <a:spLocks noEditPoints="1"/>
            </p:cNvSpPr>
            <p:nvPr/>
          </p:nvSpPr>
          <p:spPr>
            <a:xfrm>
              <a:off x="3095" y="1951"/>
              <a:ext cx="72" cy="89"/>
            </a:xfrm>
            <a:custGeom>
              <a:avLst/>
              <a:gdLst>
                <a:gd name="txL" fmla="*/ 0 w 72"/>
                <a:gd name="txT" fmla="*/ 0 h 89"/>
                <a:gd name="txR" fmla="*/ 72 w 72"/>
                <a:gd name="txB" fmla="*/ 89 h 89"/>
              </a:gdLst>
              <a:ahLst/>
              <a:cxnLst>
                <a:cxn ang="0">
                  <a:pos x="72" y="89"/>
                </a:cxn>
                <a:cxn ang="0">
                  <a:pos x="72" y="83"/>
                </a:cxn>
                <a:cxn ang="0">
                  <a:pos x="66" y="77"/>
                </a:cxn>
                <a:cxn ang="0">
                  <a:pos x="36" y="0"/>
                </a:cxn>
                <a:cxn ang="0">
                  <a:pos x="36" y="0"/>
                </a:cxn>
                <a:cxn ang="0">
                  <a:pos x="18" y="65"/>
                </a:cxn>
                <a:cxn ang="0">
                  <a:pos x="12" y="77"/>
                </a:cxn>
                <a:cxn ang="0">
                  <a:pos x="6" y="83"/>
                </a:cxn>
                <a:cxn ang="0">
                  <a:pos x="6" y="89"/>
                </a:cxn>
                <a:cxn ang="0">
                  <a:pos x="0" y="89"/>
                </a:cxn>
                <a:cxn ang="0">
                  <a:pos x="0" y="89"/>
                </a:cxn>
                <a:cxn ang="0">
                  <a:pos x="24" y="89"/>
                </a:cxn>
                <a:cxn ang="0">
                  <a:pos x="24" y="89"/>
                </a:cxn>
                <a:cxn ang="0">
                  <a:pos x="18" y="89"/>
                </a:cxn>
                <a:cxn ang="0">
                  <a:pos x="18" y="83"/>
                </a:cxn>
                <a:cxn ang="0">
                  <a:pos x="18" y="77"/>
                </a:cxn>
                <a:cxn ang="0">
                  <a:pos x="18" y="77"/>
                </a:cxn>
                <a:cxn ang="0">
                  <a:pos x="24" y="59"/>
                </a:cxn>
                <a:cxn ang="0">
                  <a:pos x="48" y="59"/>
                </a:cxn>
                <a:cxn ang="0">
                  <a:pos x="54" y="71"/>
                </a:cxn>
                <a:cxn ang="0">
                  <a:pos x="54" y="77"/>
                </a:cxn>
                <a:cxn ang="0">
                  <a:pos x="54" y="83"/>
                </a:cxn>
                <a:cxn ang="0">
                  <a:pos x="54" y="89"/>
                </a:cxn>
                <a:cxn ang="0">
                  <a:pos x="48" y="89"/>
                </a:cxn>
                <a:cxn ang="0">
                  <a:pos x="48" y="89"/>
                </a:cxn>
                <a:cxn ang="0">
                  <a:pos x="72" y="89"/>
                </a:cxn>
                <a:cxn ang="0">
                  <a:pos x="72" y="89"/>
                </a:cxn>
                <a:cxn ang="0">
                  <a:pos x="24" y="53"/>
                </a:cxn>
                <a:cxn ang="0">
                  <a:pos x="36" y="17"/>
                </a:cxn>
                <a:cxn ang="0">
                  <a:pos x="48" y="53"/>
                </a:cxn>
                <a:cxn ang="0">
                  <a:pos x="24" y="53"/>
                </a:cxn>
              </a:cxnLst>
              <a:rect l="txL" t="txT" r="txR" b="txB"/>
              <a:pathLst>
                <a:path w="72" h="89">
                  <a:moveTo>
                    <a:pt x="72" y="89"/>
                  </a:moveTo>
                  <a:lnTo>
                    <a:pt x="72" y="83"/>
                  </a:lnTo>
                  <a:lnTo>
                    <a:pt x="66" y="77"/>
                  </a:lnTo>
                  <a:lnTo>
                    <a:pt x="36" y="0"/>
                  </a:lnTo>
                  <a:lnTo>
                    <a:pt x="18" y="65"/>
                  </a:lnTo>
                  <a:lnTo>
                    <a:pt x="12" y="77"/>
                  </a:lnTo>
                  <a:lnTo>
                    <a:pt x="6" y="83"/>
                  </a:lnTo>
                  <a:lnTo>
                    <a:pt x="6" y="89"/>
                  </a:lnTo>
                  <a:lnTo>
                    <a:pt x="0" y="89"/>
                  </a:lnTo>
                  <a:lnTo>
                    <a:pt x="24" y="89"/>
                  </a:lnTo>
                  <a:lnTo>
                    <a:pt x="18" y="89"/>
                  </a:lnTo>
                  <a:lnTo>
                    <a:pt x="18" y="83"/>
                  </a:lnTo>
                  <a:lnTo>
                    <a:pt x="18" y="77"/>
                  </a:lnTo>
                  <a:lnTo>
                    <a:pt x="24" y="59"/>
                  </a:lnTo>
                  <a:lnTo>
                    <a:pt x="48" y="59"/>
                  </a:lnTo>
                  <a:lnTo>
                    <a:pt x="54" y="71"/>
                  </a:lnTo>
                  <a:lnTo>
                    <a:pt x="54" y="77"/>
                  </a:lnTo>
                  <a:lnTo>
                    <a:pt x="54" y="83"/>
                  </a:lnTo>
                  <a:lnTo>
                    <a:pt x="54" y="89"/>
                  </a:lnTo>
                  <a:lnTo>
                    <a:pt x="48" y="89"/>
                  </a:lnTo>
                  <a:lnTo>
                    <a:pt x="72" y="89"/>
                  </a:lnTo>
                  <a:close/>
                  <a:moveTo>
                    <a:pt x="24" y="53"/>
                  </a:moveTo>
                  <a:lnTo>
                    <a:pt x="36" y="17"/>
                  </a:lnTo>
                  <a:lnTo>
                    <a:pt x="48" y="53"/>
                  </a:lnTo>
                  <a:lnTo>
                    <a:pt x="24" y="5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56" name="Freeform 179"/>
            <p:cNvSpPr/>
            <p:nvPr/>
          </p:nvSpPr>
          <p:spPr>
            <a:xfrm>
              <a:off x="5188" y="2177"/>
              <a:ext cx="42" cy="96"/>
            </a:xfrm>
            <a:custGeom>
              <a:avLst/>
              <a:gdLst>
                <a:gd name="txL" fmla="*/ 0 w 42"/>
                <a:gd name="txT" fmla="*/ 0 h 96"/>
                <a:gd name="txR" fmla="*/ 42 w 42"/>
                <a:gd name="txB" fmla="*/ 96 h 96"/>
              </a:gdLst>
              <a:ahLst/>
              <a:cxnLst>
                <a:cxn ang="0">
                  <a:pos x="42" y="72"/>
                </a:cxn>
                <a:cxn ang="0">
                  <a:pos x="42" y="72"/>
                </a:cxn>
                <a:cxn ang="0">
                  <a:pos x="36" y="84"/>
                </a:cxn>
                <a:cxn ang="0">
                  <a:pos x="30" y="84"/>
                </a:cxn>
                <a:cxn ang="0">
                  <a:pos x="6" y="84"/>
                </a:cxn>
                <a:cxn ang="0">
                  <a:pos x="24" y="60"/>
                </a:cxn>
                <a:cxn ang="0">
                  <a:pos x="30" y="48"/>
                </a:cxn>
                <a:cxn ang="0">
                  <a:pos x="36" y="24"/>
                </a:cxn>
                <a:cxn ang="0">
                  <a:pos x="30" y="6"/>
                </a:cxn>
                <a:cxn ang="0">
                  <a:pos x="18" y="0"/>
                </a:cxn>
                <a:cxn ang="0">
                  <a:pos x="6" y="6"/>
                </a:cxn>
                <a:cxn ang="0">
                  <a:pos x="0" y="18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6" y="18"/>
                </a:cxn>
                <a:cxn ang="0">
                  <a:pos x="18" y="12"/>
                </a:cxn>
                <a:cxn ang="0">
                  <a:pos x="30" y="18"/>
                </a:cxn>
                <a:cxn ang="0">
                  <a:pos x="30" y="30"/>
                </a:cxn>
                <a:cxn ang="0">
                  <a:pos x="24" y="48"/>
                </a:cxn>
                <a:cxn ang="0">
                  <a:pos x="18" y="66"/>
                </a:cxn>
                <a:cxn ang="0">
                  <a:pos x="0" y="90"/>
                </a:cxn>
                <a:cxn ang="0">
                  <a:pos x="0" y="96"/>
                </a:cxn>
                <a:cxn ang="0">
                  <a:pos x="36" y="96"/>
                </a:cxn>
                <a:cxn ang="0">
                  <a:pos x="42" y="72"/>
                </a:cxn>
              </a:cxnLst>
              <a:rect l="txL" t="txT" r="txR" b="txB"/>
              <a:pathLst>
                <a:path w="42" h="96">
                  <a:moveTo>
                    <a:pt x="42" y="72"/>
                  </a:moveTo>
                  <a:lnTo>
                    <a:pt x="42" y="72"/>
                  </a:lnTo>
                  <a:lnTo>
                    <a:pt x="36" y="84"/>
                  </a:lnTo>
                  <a:lnTo>
                    <a:pt x="30" y="84"/>
                  </a:lnTo>
                  <a:lnTo>
                    <a:pt x="6" y="84"/>
                  </a:lnTo>
                  <a:lnTo>
                    <a:pt x="24" y="60"/>
                  </a:lnTo>
                  <a:lnTo>
                    <a:pt x="30" y="48"/>
                  </a:lnTo>
                  <a:lnTo>
                    <a:pt x="36" y="24"/>
                  </a:lnTo>
                  <a:lnTo>
                    <a:pt x="30" y="6"/>
                  </a:lnTo>
                  <a:lnTo>
                    <a:pt x="18" y="0"/>
                  </a:lnTo>
                  <a:lnTo>
                    <a:pt x="6" y="6"/>
                  </a:lnTo>
                  <a:lnTo>
                    <a:pt x="0" y="18"/>
                  </a:lnTo>
                  <a:lnTo>
                    <a:pt x="0" y="30"/>
                  </a:lnTo>
                  <a:lnTo>
                    <a:pt x="6" y="18"/>
                  </a:lnTo>
                  <a:lnTo>
                    <a:pt x="18" y="12"/>
                  </a:lnTo>
                  <a:lnTo>
                    <a:pt x="30" y="18"/>
                  </a:lnTo>
                  <a:lnTo>
                    <a:pt x="30" y="30"/>
                  </a:lnTo>
                  <a:lnTo>
                    <a:pt x="24" y="48"/>
                  </a:lnTo>
                  <a:lnTo>
                    <a:pt x="18" y="66"/>
                  </a:lnTo>
                  <a:lnTo>
                    <a:pt x="0" y="90"/>
                  </a:lnTo>
                  <a:lnTo>
                    <a:pt x="0" y="96"/>
                  </a:lnTo>
                  <a:lnTo>
                    <a:pt x="36" y="96"/>
                  </a:lnTo>
                  <a:lnTo>
                    <a:pt x="42" y="7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57" name="Freeform 180"/>
            <p:cNvSpPr>
              <a:spLocks noEditPoints="1"/>
            </p:cNvSpPr>
            <p:nvPr/>
          </p:nvSpPr>
          <p:spPr>
            <a:xfrm>
              <a:off x="5242" y="2183"/>
              <a:ext cx="18" cy="90"/>
            </a:xfrm>
            <a:custGeom>
              <a:avLst/>
              <a:gdLst>
                <a:gd name="txL" fmla="*/ 0 w 18"/>
                <a:gd name="txT" fmla="*/ 0 h 90"/>
                <a:gd name="txR" fmla="*/ 18 w 18"/>
                <a:gd name="txB" fmla="*/ 90 h 90"/>
              </a:gdLst>
              <a:ahLst/>
              <a:cxnLst>
                <a:cxn ang="0">
                  <a:pos x="18" y="72"/>
                </a:cxn>
                <a:cxn ang="0">
                  <a:pos x="12" y="78"/>
                </a:cxn>
                <a:cxn ang="0">
                  <a:pos x="6" y="84"/>
                </a:cxn>
                <a:cxn ang="0">
                  <a:pos x="6" y="84"/>
                </a:cxn>
                <a:cxn ang="0">
                  <a:pos x="6" y="78"/>
                </a:cxn>
                <a:cxn ang="0">
                  <a:pos x="6" y="78"/>
                </a:cxn>
                <a:cxn ang="0">
                  <a:pos x="6" y="72"/>
                </a:cxn>
                <a:cxn ang="0">
                  <a:pos x="18" y="30"/>
                </a:cxn>
                <a:cxn ang="0">
                  <a:pos x="18" y="30"/>
                </a:cxn>
                <a:cxn ang="0">
                  <a:pos x="0" y="30"/>
                </a:cxn>
                <a:cxn ang="0">
                  <a:pos x="0" y="36"/>
                </a:cxn>
                <a:cxn ang="0">
                  <a:pos x="6" y="36"/>
                </a:cxn>
                <a:cxn ang="0">
                  <a:pos x="6" y="36"/>
                </a:cxn>
                <a:cxn ang="0">
                  <a:pos x="6" y="42"/>
                </a:cxn>
                <a:cxn ang="0">
                  <a:pos x="6" y="60"/>
                </a:cxn>
                <a:cxn ang="0">
                  <a:pos x="0" y="72"/>
                </a:cxn>
                <a:cxn ang="0">
                  <a:pos x="0" y="78"/>
                </a:cxn>
                <a:cxn ang="0">
                  <a:pos x="0" y="84"/>
                </a:cxn>
                <a:cxn ang="0">
                  <a:pos x="0" y="90"/>
                </a:cxn>
                <a:cxn ang="0">
                  <a:pos x="12" y="84"/>
                </a:cxn>
                <a:cxn ang="0">
                  <a:pos x="18" y="72"/>
                </a:cxn>
                <a:cxn ang="0">
                  <a:pos x="18" y="72"/>
                </a:cxn>
                <a:cxn ang="0">
                  <a:pos x="18" y="6"/>
                </a:cxn>
                <a:cxn ang="0">
                  <a:pos x="18" y="6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6"/>
                </a:cxn>
                <a:cxn ang="0">
                  <a:pos x="12" y="12"/>
                </a:cxn>
                <a:cxn ang="0">
                  <a:pos x="12" y="12"/>
                </a:cxn>
                <a:cxn ang="0">
                  <a:pos x="18" y="12"/>
                </a:cxn>
                <a:cxn ang="0">
                  <a:pos x="18" y="6"/>
                </a:cxn>
                <a:cxn ang="0">
                  <a:pos x="18" y="6"/>
                </a:cxn>
              </a:cxnLst>
              <a:rect l="txL" t="txT" r="txR" b="txB"/>
              <a:pathLst>
                <a:path w="18" h="90">
                  <a:moveTo>
                    <a:pt x="18" y="72"/>
                  </a:moveTo>
                  <a:lnTo>
                    <a:pt x="12" y="78"/>
                  </a:lnTo>
                  <a:lnTo>
                    <a:pt x="6" y="84"/>
                  </a:lnTo>
                  <a:lnTo>
                    <a:pt x="6" y="78"/>
                  </a:lnTo>
                  <a:lnTo>
                    <a:pt x="6" y="72"/>
                  </a:lnTo>
                  <a:lnTo>
                    <a:pt x="18" y="30"/>
                  </a:lnTo>
                  <a:lnTo>
                    <a:pt x="0" y="30"/>
                  </a:lnTo>
                  <a:lnTo>
                    <a:pt x="0" y="36"/>
                  </a:lnTo>
                  <a:lnTo>
                    <a:pt x="6" y="36"/>
                  </a:lnTo>
                  <a:lnTo>
                    <a:pt x="6" y="42"/>
                  </a:lnTo>
                  <a:lnTo>
                    <a:pt x="6" y="60"/>
                  </a:lnTo>
                  <a:lnTo>
                    <a:pt x="0" y="72"/>
                  </a:lnTo>
                  <a:lnTo>
                    <a:pt x="0" y="78"/>
                  </a:lnTo>
                  <a:lnTo>
                    <a:pt x="0" y="84"/>
                  </a:lnTo>
                  <a:lnTo>
                    <a:pt x="0" y="90"/>
                  </a:lnTo>
                  <a:lnTo>
                    <a:pt x="12" y="84"/>
                  </a:lnTo>
                  <a:lnTo>
                    <a:pt x="18" y="72"/>
                  </a:lnTo>
                  <a:close/>
                  <a:moveTo>
                    <a:pt x="18" y="6"/>
                  </a:moveTo>
                  <a:lnTo>
                    <a:pt x="18" y="6"/>
                  </a:lnTo>
                  <a:lnTo>
                    <a:pt x="12" y="0"/>
                  </a:lnTo>
                  <a:lnTo>
                    <a:pt x="12" y="6"/>
                  </a:lnTo>
                  <a:lnTo>
                    <a:pt x="12" y="12"/>
                  </a:lnTo>
                  <a:lnTo>
                    <a:pt x="18" y="12"/>
                  </a:lnTo>
                  <a:lnTo>
                    <a:pt x="18" y="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58" name="Freeform 181"/>
            <p:cNvSpPr/>
            <p:nvPr/>
          </p:nvSpPr>
          <p:spPr>
            <a:xfrm>
              <a:off x="5260" y="2261"/>
              <a:ext cx="36" cy="42"/>
            </a:xfrm>
            <a:custGeom>
              <a:avLst/>
              <a:gdLst>
                <a:gd name="txL" fmla="*/ 0 w 36"/>
                <a:gd name="txT" fmla="*/ 0 h 42"/>
                <a:gd name="txR" fmla="*/ 36 w 36"/>
                <a:gd name="txB" fmla="*/ 42 h 42"/>
              </a:gdLst>
              <a:ahLst/>
              <a:cxnLst>
                <a:cxn ang="0">
                  <a:pos x="36" y="30"/>
                </a:cxn>
                <a:cxn ang="0">
                  <a:pos x="30" y="36"/>
                </a:cxn>
                <a:cxn ang="0">
                  <a:pos x="30" y="36"/>
                </a:cxn>
                <a:cxn ang="0">
                  <a:pos x="30" y="36"/>
                </a:cxn>
                <a:cxn ang="0">
                  <a:pos x="24" y="36"/>
                </a:cxn>
                <a:cxn ang="0">
                  <a:pos x="24" y="24"/>
                </a:cxn>
                <a:cxn ang="0">
                  <a:pos x="24" y="18"/>
                </a:cxn>
                <a:cxn ang="0">
                  <a:pos x="30" y="12"/>
                </a:cxn>
                <a:cxn ang="0">
                  <a:pos x="30" y="6"/>
                </a:cxn>
                <a:cxn ang="0">
                  <a:pos x="36" y="6"/>
                </a:cxn>
                <a:cxn ang="0">
                  <a:pos x="36" y="6"/>
                </a:cxn>
                <a:cxn ang="0">
                  <a:pos x="36" y="6"/>
                </a:cxn>
                <a:cxn ang="0">
                  <a:pos x="36" y="0"/>
                </a:cxn>
                <a:cxn ang="0">
                  <a:pos x="36" y="0"/>
                </a:cxn>
                <a:cxn ang="0">
                  <a:pos x="30" y="6"/>
                </a:cxn>
                <a:cxn ang="0">
                  <a:pos x="24" y="12"/>
                </a:cxn>
                <a:cxn ang="0">
                  <a:pos x="24" y="6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2" y="0"/>
                </a:cxn>
                <a:cxn ang="0">
                  <a:pos x="6" y="0"/>
                </a:cxn>
                <a:cxn ang="0">
                  <a:pos x="6" y="6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6"/>
                </a:cxn>
                <a:cxn ang="0">
                  <a:pos x="18" y="6"/>
                </a:cxn>
                <a:cxn ang="0">
                  <a:pos x="18" y="12"/>
                </a:cxn>
                <a:cxn ang="0">
                  <a:pos x="18" y="24"/>
                </a:cxn>
                <a:cxn ang="0">
                  <a:pos x="12" y="36"/>
                </a:cxn>
                <a:cxn ang="0">
                  <a:pos x="6" y="36"/>
                </a:cxn>
                <a:cxn ang="0">
                  <a:pos x="6" y="36"/>
                </a:cxn>
                <a:cxn ang="0">
                  <a:pos x="0" y="36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6" y="42"/>
                </a:cxn>
                <a:cxn ang="0">
                  <a:pos x="6" y="42"/>
                </a:cxn>
                <a:cxn ang="0">
                  <a:pos x="12" y="42"/>
                </a:cxn>
                <a:cxn ang="0">
                  <a:pos x="18" y="36"/>
                </a:cxn>
                <a:cxn ang="0">
                  <a:pos x="18" y="24"/>
                </a:cxn>
                <a:cxn ang="0">
                  <a:pos x="24" y="36"/>
                </a:cxn>
                <a:cxn ang="0">
                  <a:pos x="24" y="42"/>
                </a:cxn>
                <a:cxn ang="0">
                  <a:pos x="24" y="42"/>
                </a:cxn>
                <a:cxn ang="0">
                  <a:pos x="30" y="42"/>
                </a:cxn>
                <a:cxn ang="0">
                  <a:pos x="36" y="30"/>
                </a:cxn>
                <a:cxn ang="0">
                  <a:pos x="36" y="30"/>
                </a:cxn>
              </a:cxnLst>
              <a:rect l="txL" t="txT" r="txR" b="txB"/>
              <a:pathLst>
                <a:path w="36" h="42">
                  <a:moveTo>
                    <a:pt x="36" y="30"/>
                  </a:moveTo>
                  <a:lnTo>
                    <a:pt x="30" y="36"/>
                  </a:lnTo>
                  <a:lnTo>
                    <a:pt x="24" y="36"/>
                  </a:lnTo>
                  <a:lnTo>
                    <a:pt x="24" y="24"/>
                  </a:lnTo>
                  <a:lnTo>
                    <a:pt x="24" y="18"/>
                  </a:lnTo>
                  <a:lnTo>
                    <a:pt x="30" y="12"/>
                  </a:lnTo>
                  <a:lnTo>
                    <a:pt x="30" y="6"/>
                  </a:lnTo>
                  <a:lnTo>
                    <a:pt x="36" y="6"/>
                  </a:lnTo>
                  <a:lnTo>
                    <a:pt x="36" y="0"/>
                  </a:lnTo>
                  <a:lnTo>
                    <a:pt x="30" y="6"/>
                  </a:lnTo>
                  <a:lnTo>
                    <a:pt x="24" y="12"/>
                  </a:lnTo>
                  <a:lnTo>
                    <a:pt x="24" y="6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6" y="6"/>
                  </a:lnTo>
                  <a:lnTo>
                    <a:pt x="12" y="0"/>
                  </a:lnTo>
                  <a:lnTo>
                    <a:pt x="12" y="6"/>
                  </a:lnTo>
                  <a:lnTo>
                    <a:pt x="18" y="6"/>
                  </a:lnTo>
                  <a:lnTo>
                    <a:pt x="18" y="12"/>
                  </a:lnTo>
                  <a:lnTo>
                    <a:pt x="18" y="24"/>
                  </a:lnTo>
                  <a:lnTo>
                    <a:pt x="12" y="36"/>
                  </a:lnTo>
                  <a:lnTo>
                    <a:pt x="6" y="36"/>
                  </a:lnTo>
                  <a:lnTo>
                    <a:pt x="0" y="36"/>
                  </a:lnTo>
                  <a:lnTo>
                    <a:pt x="0" y="42"/>
                  </a:lnTo>
                  <a:lnTo>
                    <a:pt x="6" y="42"/>
                  </a:lnTo>
                  <a:lnTo>
                    <a:pt x="12" y="42"/>
                  </a:lnTo>
                  <a:lnTo>
                    <a:pt x="18" y="36"/>
                  </a:lnTo>
                  <a:lnTo>
                    <a:pt x="18" y="24"/>
                  </a:lnTo>
                  <a:lnTo>
                    <a:pt x="24" y="36"/>
                  </a:lnTo>
                  <a:lnTo>
                    <a:pt x="24" y="42"/>
                  </a:lnTo>
                  <a:lnTo>
                    <a:pt x="30" y="42"/>
                  </a:lnTo>
                  <a:lnTo>
                    <a:pt x="36" y="3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59" name="Freeform 182"/>
            <p:cNvSpPr/>
            <p:nvPr/>
          </p:nvSpPr>
          <p:spPr>
            <a:xfrm>
              <a:off x="4106" y="3145"/>
              <a:ext cx="24" cy="113"/>
            </a:xfrm>
            <a:custGeom>
              <a:avLst/>
              <a:gdLst>
                <a:gd name="txL" fmla="*/ 0 w 24"/>
                <a:gd name="txT" fmla="*/ 0 h 113"/>
                <a:gd name="txR" fmla="*/ 24 w 24"/>
                <a:gd name="txB" fmla="*/ 113 h 113"/>
              </a:gdLst>
              <a:ahLst/>
              <a:cxnLst>
                <a:cxn ang="0">
                  <a:pos x="24" y="0"/>
                </a:cxn>
                <a:cxn ang="0">
                  <a:pos x="6" y="24"/>
                </a:cxn>
                <a:cxn ang="0">
                  <a:pos x="0" y="53"/>
                </a:cxn>
                <a:cxn ang="0">
                  <a:pos x="0" y="77"/>
                </a:cxn>
                <a:cxn ang="0">
                  <a:pos x="6" y="89"/>
                </a:cxn>
                <a:cxn ang="0">
                  <a:pos x="18" y="101"/>
                </a:cxn>
                <a:cxn ang="0">
                  <a:pos x="24" y="113"/>
                </a:cxn>
                <a:cxn ang="0">
                  <a:pos x="24" y="107"/>
                </a:cxn>
                <a:cxn ang="0">
                  <a:pos x="12" y="95"/>
                </a:cxn>
                <a:cxn ang="0">
                  <a:pos x="6" y="83"/>
                </a:cxn>
                <a:cxn ang="0">
                  <a:pos x="6" y="65"/>
                </a:cxn>
                <a:cxn ang="0">
                  <a:pos x="6" y="53"/>
                </a:cxn>
                <a:cxn ang="0">
                  <a:pos x="6" y="29"/>
                </a:cxn>
                <a:cxn ang="0">
                  <a:pos x="12" y="18"/>
                </a:cxn>
                <a:cxn ang="0">
                  <a:pos x="24" y="0"/>
                </a:cxn>
                <a:cxn ang="0">
                  <a:pos x="24" y="0"/>
                </a:cxn>
              </a:cxnLst>
              <a:rect l="txL" t="txT" r="txR" b="txB"/>
              <a:pathLst>
                <a:path w="24" h="113">
                  <a:moveTo>
                    <a:pt x="24" y="0"/>
                  </a:moveTo>
                  <a:lnTo>
                    <a:pt x="6" y="24"/>
                  </a:lnTo>
                  <a:lnTo>
                    <a:pt x="0" y="53"/>
                  </a:lnTo>
                  <a:lnTo>
                    <a:pt x="0" y="77"/>
                  </a:lnTo>
                  <a:lnTo>
                    <a:pt x="6" y="89"/>
                  </a:lnTo>
                  <a:lnTo>
                    <a:pt x="18" y="101"/>
                  </a:lnTo>
                  <a:lnTo>
                    <a:pt x="24" y="113"/>
                  </a:lnTo>
                  <a:lnTo>
                    <a:pt x="24" y="107"/>
                  </a:lnTo>
                  <a:lnTo>
                    <a:pt x="12" y="95"/>
                  </a:lnTo>
                  <a:lnTo>
                    <a:pt x="6" y="83"/>
                  </a:lnTo>
                  <a:lnTo>
                    <a:pt x="6" y="65"/>
                  </a:lnTo>
                  <a:lnTo>
                    <a:pt x="6" y="53"/>
                  </a:lnTo>
                  <a:lnTo>
                    <a:pt x="6" y="29"/>
                  </a:lnTo>
                  <a:lnTo>
                    <a:pt x="12" y="18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60" name="Freeform 183"/>
            <p:cNvSpPr>
              <a:spLocks noEditPoints="1"/>
            </p:cNvSpPr>
            <p:nvPr/>
          </p:nvSpPr>
          <p:spPr>
            <a:xfrm>
              <a:off x="4136" y="3139"/>
              <a:ext cx="47" cy="95"/>
            </a:xfrm>
            <a:custGeom>
              <a:avLst/>
              <a:gdLst>
                <a:gd name="txL" fmla="*/ 0 w 47"/>
                <a:gd name="txT" fmla="*/ 0 h 95"/>
                <a:gd name="txR" fmla="*/ 47 w 47"/>
                <a:gd name="txB" fmla="*/ 95 h 95"/>
              </a:gdLst>
              <a:ahLst/>
              <a:cxnLst>
                <a:cxn ang="0">
                  <a:pos x="12" y="53"/>
                </a:cxn>
                <a:cxn ang="0">
                  <a:pos x="18" y="41"/>
                </a:cxn>
                <a:cxn ang="0">
                  <a:pos x="24" y="41"/>
                </a:cxn>
                <a:cxn ang="0">
                  <a:pos x="36" y="47"/>
                </a:cxn>
                <a:cxn ang="0">
                  <a:pos x="36" y="65"/>
                </a:cxn>
                <a:cxn ang="0">
                  <a:pos x="36" y="83"/>
                </a:cxn>
                <a:cxn ang="0">
                  <a:pos x="24" y="89"/>
                </a:cxn>
                <a:cxn ang="0">
                  <a:pos x="18" y="89"/>
                </a:cxn>
                <a:cxn ang="0">
                  <a:pos x="12" y="83"/>
                </a:cxn>
                <a:cxn ang="0">
                  <a:pos x="12" y="53"/>
                </a:cxn>
                <a:cxn ang="0">
                  <a:pos x="6" y="89"/>
                </a:cxn>
                <a:cxn ang="0">
                  <a:pos x="12" y="95"/>
                </a:cxn>
                <a:cxn ang="0">
                  <a:pos x="24" y="95"/>
                </a:cxn>
                <a:cxn ang="0">
                  <a:pos x="36" y="89"/>
                </a:cxn>
                <a:cxn ang="0">
                  <a:pos x="41" y="83"/>
                </a:cxn>
                <a:cxn ang="0">
                  <a:pos x="47" y="59"/>
                </a:cxn>
                <a:cxn ang="0">
                  <a:pos x="41" y="41"/>
                </a:cxn>
                <a:cxn ang="0">
                  <a:pos x="36" y="35"/>
                </a:cxn>
                <a:cxn ang="0">
                  <a:pos x="30" y="30"/>
                </a:cxn>
                <a:cxn ang="0">
                  <a:pos x="18" y="35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6" y="6"/>
                </a:cxn>
                <a:cxn ang="0">
                  <a:pos x="0" y="6"/>
                </a:cxn>
                <a:cxn ang="0">
                  <a:pos x="0" y="12"/>
                </a:cxn>
                <a:cxn ang="0">
                  <a:pos x="0" y="12"/>
                </a:cxn>
                <a:cxn ang="0">
                  <a:pos x="6" y="12"/>
                </a:cxn>
                <a:cxn ang="0">
                  <a:pos x="6" y="18"/>
                </a:cxn>
                <a:cxn ang="0">
                  <a:pos x="6" y="89"/>
                </a:cxn>
              </a:cxnLst>
              <a:rect l="txL" t="txT" r="txR" b="txB"/>
              <a:pathLst>
                <a:path w="47" h="95">
                  <a:moveTo>
                    <a:pt x="12" y="53"/>
                  </a:moveTo>
                  <a:lnTo>
                    <a:pt x="18" y="41"/>
                  </a:lnTo>
                  <a:lnTo>
                    <a:pt x="24" y="41"/>
                  </a:lnTo>
                  <a:lnTo>
                    <a:pt x="36" y="47"/>
                  </a:lnTo>
                  <a:lnTo>
                    <a:pt x="36" y="65"/>
                  </a:lnTo>
                  <a:lnTo>
                    <a:pt x="36" y="83"/>
                  </a:lnTo>
                  <a:lnTo>
                    <a:pt x="24" y="89"/>
                  </a:lnTo>
                  <a:lnTo>
                    <a:pt x="18" y="89"/>
                  </a:lnTo>
                  <a:lnTo>
                    <a:pt x="12" y="83"/>
                  </a:lnTo>
                  <a:lnTo>
                    <a:pt x="12" y="53"/>
                  </a:lnTo>
                  <a:close/>
                  <a:moveTo>
                    <a:pt x="6" y="89"/>
                  </a:moveTo>
                  <a:lnTo>
                    <a:pt x="12" y="95"/>
                  </a:lnTo>
                  <a:lnTo>
                    <a:pt x="24" y="95"/>
                  </a:lnTo>
                  <a:lnTo>
                    <a:pt x="36" y="89"/>
                  </a:lnTo>
                  <a:lnTo>
                    <a:pt x="41" y="83"/>
                  </a:lnTo>
                  <a:lnTo>
                    <a:pt x="47" y="59"/>
                  </a:lnTo>
                  <a:lnTo>
                    <a:pt x="41" y="41"/>
                  </a:lnTo>
                  <a:lnTo>
                    <a:pt x="36" y="35"/>
                  </a:lnTo>
                  <a:lnTo>
                    <a:pt x="30" y="30"/>
                  </a:lnTo>
                  <a:lnTo>
                    <a:pt x="18" y="35"/>
                  </a:lnTo>
                  <a:lnTo>
                    <a:pt x="12" y="41"/>
                  </a:lnTo>
                  <a:lnTo>
                    <a:pt x="12" y="0"/>
                  </a:lnTo>
                  <a:lnTo>
                    <a:pt x="6" y="6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2"/>
                  </a:lnTo>
                  <a:lnTo>
                    <a:pt x="6" y="18"/>
                  </a:lnTo>
                  <a:lnTo>
                    <a:pt x="6" y="8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61" name="Freeform 184"/>
            <p:cNvSpPr/>
            <p:nvPr/>
          </p:nvSpPr>
          <p:spPr>
            <a:xfrm>
              <a:off x="4189" y="3145"/>
              <a:ext cx="24" cy="113"/>
            </a:xfrm>
            <a:custGeom>
              <a:avLst/>
              <a:gdLst>
                <a:gd name="txL" fmla="*/ 0 w 24"/>
                <a:gd name="txT" fmla="*/ 0 h 113"/>
                <a:gd name="txR" fmla="*/ 24 w 24"/>
                <a:gd name="txB" fmla="*/ 113 h 113"/>
              </a:gdLst>
              <a:ahLst/>
              <a:cxnLst>
                <a:cxn ang="0">
                  <a:pos x="0" y="113"/>
                </a:cxn>
                <a:cxn ang="0">
                  <a:pos x="18" y="89"/>
                </a:cxn>
                <a:cxn ang="0">
                  <a:pos x="24" y="53"/>
                </a:cxn>
                <a:cxn ang="0">
                  <a:pos x="24" y="35"/>
                </a:cxn>
                <a:cxn ang="0">
                  <a:pos x="18" y="18"/>
                </a:cxn>
                <a:cxn ang="0">
                  <a:pos x="12" y="6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2" y="12"/>
                </a:cxn>
                <a:cxn ang="0">
                  <a:pos x="18" y="29"/>
                </a:cxn>
                <a:cxn ang="0">
                  <a:pos x="18" y="59"/>
                </a:cxn>
                <a:cxn ang="0">
                  <a:pos x="18" y="77"/>
                </a:cxn>
                <a:cxn ang="0">
                  <a:pos x="12" y="95"/>
                </a:cxn>
                <a:cxn ang="0">
                  <a:pos x="0" y="107"/>
                </a:cxn>
                <a:cxn ang="0">
                  <a:pos x="0" y="113"/>
                </a:cxn>
              </a:cxnLst>
              <a:rect l="txL" t="txT" r="txR" b="txB"/>
              <a:pathLst>
                <a:path w="24" h="113">
                  <a:moveTo>
                    <a:pt x="0" y="113"/>
                  </a:moveTo>
                  <a:lnTo>
                    <a:pt x="18" y="89"/>
                  </a:lnTo>
                  <a:lnTo>
                    <a:pt x="24" y="53"/>
                  </a:lnTo>
                  <a:lnTo>
                    <a:pt x="24" y="35"/>
                  </a:lnTo>
                  <a:lnTo>
                    <a:pt x="18" y="18"/>
                  </a:lnTo>
                  <a:lnTo>
                    <a:pt x="12" y="6"/>
                  </a:lnTo>
                  <a:lnTo>
                    <a:pt x="0" y="0"/>
                  </a:lnTo>
                  <a:lnTo>
                    <a:pt x="12" y="12"/>
                  </a:lnTo>
                  <a:lnTo>
                    <a:pt x="18" y="29"/>
                  </a:lnTo>
                  <a:lnTo>
                    <a:pt x="18" y="59"/>
                  </a:lnTo>
                  <a:lnTo>
                    <a:pt x="18" y="77"/>
                  </a:lnTo>
                  <a:lnTo>
                    <a:pt x="12" y="95"/>
                  </a:lnTo>
                  <a:lnTo>
                    <a:pt x="0" y="107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62" name="Freeform 185"/>
            <p:cNvSpPr/>
            <p:nvPr/>
          </p:nvSpPr>
          <p:spPr>
            <a:xfrm>
              <a:off x="3214" y="2148"/>
              <a:ext cx="174" cy="226"/>
            </a:xfrm>
            <a:custGeom>
              <a:avLst/>
              <a:gdLst>
                <a:gd name="txL" fmla="*/ 0 w 174"/>
                <a:gd name="txT" fmla="*/ 0 h 226"/>
                <a:gd name="txR" fmla="*/ 174 w 174"/>
                <a:gd name="txB" fmla="*/ 226 h 226"/>
              </a:gdLst>
              <a:ahLst/>
              <a:cxnLst>
                <a:cxn ang="0">
                  <a:pos x="90" y="226"/>
                </a:cxn>
                <a:cxn ang="0">
                  <a:pos x="120" y="220"/>
                </a:cxn>
                <a:cxn ang="0">
                  <a:pos x="150" y="197"/>
                </a:cxn>
                <a:cxn ang="0">
                  <a:pos x="168" y="161"/>
                </a:cxn>
                <a:cxn ang="0">
                  <a:pos x="174" y="113"/>
                </a:cxn>
                <a:cxn ang="0">
                  <a:pos x="168" y="71"/>
                </a:cxn>
                <a:cxn ang="0">
                  <a:pos x="150" y="35"/>
                </a:cxn>
                <a:cxn ang="0">
                  <a:pos x="120" y="12"/>
                </a:cxn>
                <a:cxn ang="0">
                  <a:pos x="90" y="0"/>
                </a:cxn>
                <a:cxn ang="0">
                  <a:pos x="54" y="12"/>
                </a:cxn>
                <a:cxn ang="0">
                  <a:pos x="30" y="35"/>
                </a:cxn>
                <a:cxn ang="0">
                  <a:pos x="6" y="71"/>
                </a:cxn>
                <a:cxn ang="0">
                  <a:pos x="0" y="113"/>
                </a:cxn>
                <a:cxn ang="0">
                  <a:pos x="6" y="161"/>
                </a:cxn>
                <a:cxn ang="0">
                  <a:pos x="30" y="197"/>
                </a:cxn>
                <a:cxn ang="0">
                  <a:pos x="54" y="220"/>
                </a:cxn>
                <a:cxn ang="0">
                  <a:pos x="90" y="226"/>
                </a:cxn>
                <a:cxn ang="0">
                  <a:pos x="90" y="226"/>
                </a:cxn>
              </a:cxnLst>
              <a:rect l="txL" t="txT" r="txR" b="txB"/>
              <a:pathLst>
                <a:path w="174" h="226">
                  <a:moveTo>
                    <a:pt x="90" y="226"/>
                  </a:moveTo>
                  <a:lnTo>
                    <a:pt x="120" y="220"/>
                  </a:lnTo>
                  <a:lnTo>
                    <a:pt x="150" y="197"/>
                  </a:lnTo>
                  <a:lnTo>
                    <a:pt x="168" y="161"/>
                  </a:lnTo>
                  <a:lnTo>
                    <a:pt x="174" y="113"/>
                  </a:lnTo>
                  <a:lnTo>
                    <a:pt x="168" y="71"/>
                  </a:lnTo>
                  <a:lnTo>
                    <a:pt x="150" y="35"/>
                  </a:lnTo>
                  <a:lnTo>
                    <a:pt x="120" y="12"/>
                  </a:lnTo>
                  <a:lnTo>
                    <a:pt x="90" y="0"/>
                  </a:lnTo>
                  <a:lnTo>
                    <a:pt x="54" y="12"/>
                  </a:lnTo>
                  <a:lnTo>
                    <a:pt x="30" y="35"/>
                  </a:lnTo>
                  <a:lnTo>
                    <a:pt x="6" y="71"/>
                  </a:lnTo>
                  <a:lnTo>
                    <a:pt x="0" y="113"/>
                  </a:lnTo>
                  <a:lnTo>
                    <a:pt x="6" y="161"/>
                  </a:lnTo>
                  <a:lnTo>
                    <a:pt x="30" y="197"/>
                  </a:lnTo>
                  <a:lnTo>
                    <a:pt x="54" y="220"/>
                  </a:lnTo>
                  <a:lnTo>
                    <a:pt x="90" y="226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63" name="Freeform 186"/>
            <p:cNvSpPr/>
            <p:nvPr/>
          </p:nvSpPr>
          <p:spPr>
            <a:xfrm>
              <a:off x="3304" y="2261"/>
              <a:ext cx="84" cy="113"/>
            </a:xfrm>
            <a:custGeom>
              <a:avLst/>
              <a:gdLst>
                <a:gd name="txL" fmla="*/ 0 w 84"/>
                <a:gd name="txT" fmla="*/ 0 h 113"/>
                <a:gd name="txR" fmla="*/ 84 w 84"/>
                <a:gd name="txB" fmla="*/ 113 h 113"/>
              </a:gdLst>
              <a:ahLst/>
              <a:cxnLst>
                <a:cxn ang="0">
                  <a:pos x="0" y="113"/>
                </a:cxn>
                <a:cxn ang="0">
                  <a:pos x="30" y="107"/>
                </a:cxn>
                <a:cxn ang="0">
                  <a:pos x="60" y="84"/>
                </a:cxn>
                <a:cxn ang="0">
                  <a:pos x="78" y="48"/>
                </a:cxn>
                <a:cxn ang="0">
                  <a:pos x="84" y="0"/>
                </a:cxn>
                <a:cxn ang="0">
                  <a:pos x="84" y="0"/>
                </a:cxn>
                <a:cxn ang="0">
                  <a:pos x="78" y="48"/>
                </a:cxn>
                <a:cxn ang="0">
                  <a:pos x="60" y="84"/>
                </a:cxn>
                <a:cxn ang="0">
                  <a:pos x="30" y="107"/>
                </a:cxn>
                <a:cxn ang="0">
                  <a:pos x="0" y="113"/>
                </a:cxn>
                <a:cxn ang="0">
                  <a:pos x="0" y="113"/>
                </a:cxn>
              </a:cxnLst>
              <a:rect l="txL" t="txT" r="txR" b="txB"/>
              <a:pathLst>
                <a:path w="84" h="113">
                  <a:moveTo>
                    <a:pt x="0" y="113"/>
                  </a:moveTo>
                  <a:lnTo>
                    <a:pt x="30" y="107"/>
                  </a:lnTo>
                  <a:lnTo>
                    <a:pt x="60" y="84"/>
                  </a:lnTo>
                  <a:lnTo>
                    <a:pt x="78" y="48"/>
                  </a:lnTo>
                  <a:lnTo>
                    <a:pt x="84" y="0"/>
                  </a:lnTo>
                  <a:lnTo>
                    <a:pt x="78" y="48"/>
                  </a:lnTo>
                  <a:lnTo>
                    <a:pt x="60" y="84"/>
                  </a:lnTo>
                  <a:lnTo>
                    <a:pt x="30" y="107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64" name="Freeform 187"/>
            <p:cNvSpPr>
              <a:spLocks noEditPoints="1"/>
            </p:cNvSpPr>
            <p:nvPr/>
          </p:nvSpPr>
          <p:spPr>
            <a:xfrm>
              <a:off x="3304" y="2148"/>
              <a:ext cx="84" cy="113"/>
            </a:xfrm>
            <a:custGeom>
              <a:avLst/>
              <a:gdLst>
                <a:gd name="txL" fmla="*/ 0 w 84"/>
                <a:gd name="txT" fmla="*/ 0 h 113"/>
                <a:gd name="txR" fmla="*/ 84 w 84"/>
                <a:gd name="txB" fmla="*/ 113 h 113"/>
              </a:gdLst>
              <a:ahLst/>
              <a:cxnLst>
                <a:cxn ang="0">
                  <a:pos x="84" y="113"/>
                </a:cxn>
                <a:cxn ang="0">
                  <a:pos x="78" y="71"/>
                </a:cxn>
                <a:cxn ang="0">
                  <a:pos x="60" y="35"/>
                </a:cxn>
                <a:cxn ang="0">
                  <a:pos x="30" y="1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30" y="12"/>
                </a:cxn>
                <a:cxn ang="0">
                  <a:pos x="60" y="35"/>
                </a:cxn>
                <a:cxn ang="0">
                  <a:pos x="78" y="71"/>
                </a:cxn>
                <a:cxn ang="0">
                  <a:pos x="84" y="113"/>
                </a:cxn>
                <a:cxn ang="0">
                  <a:pos x="84" y="113"/>
                </a:cxn>
                <a:cxn ang="0">
                  <a:pos x="84" y="113"/>
                </a:cxn>
                <a:cxn ang="0">
                  <a:pos x="84" y="113"/>
                </a:cxn>
                <a:cxn ang="0">
                  <a:pos x="84" y="113"/>
                </a:cxn>
              </a:cxnLst>
              <a:rect l="txL" t="txT" r="txR" b="txB"/>
              <a:pathLst>
                <a:path w="84" h="113">
                  <a:moveTo>
                    <a:pt x="84" y="113"/>
                  </a:moveTo>
                  <a:lnTo>
                    <a:pt x="78" y="71"/>
                  </a:lnTo>
                  <a:lnTo>
                    <a:pt x="60" y="35"/>
                  </a:lnTo>
                  <a:lnTo>
                    <a:pt x="30" y="12"/>
                  </a:lnTo>
                  <a:lnTo>
                    <a:pt x="0" y="0"/>
                  </a:lnTo>
                  <a:lnTo>
                    <a:pt x="30" y="12"/>
                  </a:lnTo>
                  <a:lnTo>
                    <a:pt x="60" y="35"/>
                  </a:lnTo>
                  <a:lnTo>
                    <a:pt x="78" y="71"/>
                  </a:lnTo>
                  <a:lnTo>
                    <a:pt x="84" y="113"/>
                  </a:lnTo>
                  <a:close/>
                  <a:moveTo>
                    <a:pt x="84" y="113"/>
                  </a:moveTo>
                  <a:lnTo>
                    <a:pt x="84" y="11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65" name="Freeform 188"/>
            <p:cNvSpPr>
              <a:spLocks noEditPoints="1"/>
            </p:cNvSpPr>
            <p:nvPr/>
          </p:nvSpPr>
          <p:spPr>
            <a:xfrm>
              <a:off x="3214" y="2148"/>
              <a:ext cx="90" cy="113"/>
            </a:xfrm>
            <a:custGeom>
              <a:avLst/>
              <a:gdLst>
                <a:gd name="txL" fmla="*/ 0 w 90"/>
                <a:gd name="txT" fmla="*/ 0 h 113"/>
                <a:gd name="txR" fmla="*/ 90 w 90"/>
                <a:gd name="txB" fmla="*/ 113 h 113"/>
              </a:gdLst>
              <a:ahLst/>
              <a:cxnLst>
                <a:cxn ang="0">
                  <a:pos x="90" y="0"/>
                </a:cxn>
                <a:cxn ang="0">
                  <a:pos x="54" y="12"/>
                </a:cxn>
                <a:cxn ang="0">
                  <a:pos x="30" y="35"/>
                </a:cxn>
                <a:cxn ang="0">
                  <a:pos x="6" y="71"/>
                </a:cxn>
                <a:cxn ang="0">
                  <a:pos x="0" y="113"/>
                </a:cxn>
                <a:cxn ang="0">
                  <a:pos x="0" y="113"/>
                </a:cxn>
                <a:cxn ang="0">
                  <a:pos x="6" y="71"/>
                </a:cxn>
                <a:cxn ang="0">
                  <a:pos x="30" y="35"/>
                </a:cxn>
                <a:cxn ang="0">
                  <a:pos x="54" y="12"/>
                </a:cxn>
                <a:cxn ang="0">
                  <a:pos x="90" y="0"/>
                </a:cxn>
                <a:cxn ang="0">
                  <a:pos x="90" y="0"/>
                </a:cxn>
                <a:cxn ang="0">
                  <a:pos x="90" y="0"/>
                </a:cxn>
                <a:cxn ang="0">
                  <a:pos x="90" y="0"/>
                </a:cxn>
                <a:cxn ang="0">
                  <a:pos x="90" y="0"/>
                </a:cxn>
              </a:cxnLst>
              <a:rect l="txL" t="txT" r="txR" b="txB"/>
              <a:pathLst>
                <a:path w="90" h="113">
                  <a:moveTo>
                    <a:pt x="90" y="0"/>
                  </a:moveTo>
                  <a:lnTo>
                    <a:pt x="54" y="12"/>
                  </a:lnTo>
                  <a:lnTo>
                    <a:pt x="30" y="35"/>
                  </a:lnTo>
                  <a:lnTo>
                    <a:pt x="6" y="71"/>
                  </a:lnTo>
                  <a:lnTo>
                    <a:pt x="0" y="113"/>
                  </a:lnTo>
                  <a:lnTo>
                    <a:pt x="6" y="71"/>
                  </a:lnTo>
                  <a:lnTo>
                    <a:pt x="30" y="35"/>
                  </a:lnTo>
                  <a:lnTo>
                    <a:pt x="54" y="12"/>
                  </a:lnTo>
                  <a:lnTo>
                    <a:pt x="90" y="0"/>
                  </a:lnTo>
                  <a:close/>
                  <a:moveTo>
                    <a:pt x="90" y="0"/>
                  </a:moveTo>
                  <a:lnTo>
                    <a:pt x="9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66" name="Freeform 189"/>
            <p:cNvSpPr>
              <a:spLocks noEditPoints="1"/>
            </p:cNvSpPr>
            <p:nvPr/>
          </p:nvSpPr>
          <p:spPr>
            <a:xfrm>
              <a:off x="3214" y="2261"/>
              <a:ext cx="90" cy="113"/>
            </a:xfrm>
            <a:custGeom>
              <a:avLst/>
              <a:gdLst>
                <a:gd name="txL" fmla="*/ 0 w 90"/>
                <a:gd name="txT" fmla="*/ 0 h 113"/>
                <a:gd name="txR" fmla="*/ 90 w 90"/>
                <a:gd name="txB" fmla="*/ 113 h 113"/>
              </a:gdLst>
              <a:ahLst/>
              <a:cxnLst>
                <a:cxn ang="0">
                  <a:pos x="0" y="0"/>
                </a:cxn>
                <a:cxn ang="0">
                  <a:pos x="6" y="48"/>
                </a:cxn>
                <a:cxn ang="0">
                  <a:pos x="30" y="84"/>
                </a:cxn>
                <a:cxn ang="0">
                  <a:pos x="54" y="107"/>
                </a:cxn>
                <a:cxn ang="0">
                  <a:pos x="90" y="113"/>
                </a:cxn>
                <a:cxn ang="0">
                  <a:pos x="90" y="113"/>
                </a:cxn>
                <a:cxn ang="0">
                  <a:pos x="54" y="107"/>
                </a:cxn>
                <a:cxn ang="0">
                  <a:pos x="30" y="84"/>
                </a:cxn>
                <a:cxn ang="0">
                  <a:pos x="6" y="4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90" h="113">
                  <a:moveTo>
                    <a:pt x="0" y="0"/>
                  </a:moveTo>
                  <a:lnTo>
                    <a:pt x="6" y="48"/>
                  </a:lnTo>
                  <a:lnTo>
                    <a:pt x="30" y="84"/>
                  </a:lnTo>
                  <a:lnTo>
                    <a:pt x="54" y="107"/>
                  </a:lnTo>
                  <a:lnTo>
                    <a:pt x="90" y="113"/>
                  </a:lnTo>
                  <a:lnTo>
                    <a:pt x="54" y="107"/>
                  </a:lnTo>
                  <a:lnTo>
                    <a:pt x="30" y="84"/>
                  </a:lnTo>
                  <a:lnTo>
                    <a:pt x="6" y="48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67" name="Freeform 190"/>
            <p:cNvSpPr/>
            <p:nvPr/>
          </p:nvSpPr>
          <p:spPr>
            <a:xfrm>
              <a:off x="3304" y="2374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68" name="Freeform 191"/>
            <p:cNvSpPr/>
            <p:nvPr/>
          </p:nvSpPr>
          <p:spPr>
            <a:xfrm>
              <a:off x="3298" y="2261"/>
              <a:ext cx="1" cy="90"/>
            </a:xfrm>
            <a:custGeom>
              <a:avLst/>
              <a:gdLst>
                <a:gd name="txL" fmla="*/ 0 w 1"/>
                <a:gd name="txT" fmla="*/ 0 h 90"/>
                <a:gd name="txR" fmla="*/ 1 w 1"/>
                <a:gd name="txB" fmla="*/ 90 h 90"/>
              </a:gdLst>
              <a:ahLst/>
              <a:cxnLst>
                <a:cxn ang="0">
                  <a:pos x="0" y="90"/>
                </a:cxn>
                <a:cxn ang="0">
                  <a:pos x="0" y="0"/>
                </a:cxn>
                <a:cxn ang="0">
                  <a:pos x="0" y="90"/>
                </a:cxn>
                <a:cxn ang="0">
                  <a:pos x="0" y="90"/>
                </a:cxn>
              </a:cxnLst>
              <a:rect l="txL" t="txT" r="txR" b="txB"/>
              <a:pathLst>
                <a:path w="1" h="90">
                  <a:moveTo>
                    <a:pt x="0" y="90"/>
                  </a:moveTo>
                  <a:lnTo>
                    <a:pt x="0" y="0"/>
                  </a:lnTo>
                  <a:lnTo>
                    <a:pt x="0" y="9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69" name="Freeform 192"/>
            <p:cNvSpPr/>
            <p:nvPr/>
          </p:nvSpPr>
          <p:spPr>
            <a:xfrm>
              <a:off x="3280" y="2177"/>
              <a:ext cx="42" cy="102"/>
            </a:xfrm>
            <a:custGeom>
              <a:avLst/>
              <a:gdLst>
                <a:gd name="txL" fmla="*/ 0 w 42"/>
                <a:gd name="txT" fmla="*/ 0 h 102"/>
                <a:gd name="txR" fmla="*/ 42 w 42"/>
                <a:gd name="txB" fmla="*/ 102 h 102"/>
              </a:gdLst>
              <a:ahLst/>
              <a:cxnLst>
                <a:cxn ang="0">
                  <a:pos x="42" y="102"/>
                </a:cxn>
                <a:cxn ang="0">
                  <a:pos x="18" y="0"/>
                </a:cxn>
                <a:cxn ang="0">
                  <a:pos x="0" y="102"/>
                </a:cxn>
                <a:cxn ang="0">
                  <a:pos x="42" y="102"/>
                </a:cxn>
                <a:cxn ang="0">
                  <a:pos x="42" y="102"/>
                </a:cxn>
              </a:cxnLst>
              <a:rect l="txL" t="txT" r="txR" b="txB"/>
              <a:pathLst>
                <a:path w="42" h="102">
                  <a:moveTo>
                    <a:pt x="42" y="102"/>
                  </a:moveTo>
                  <a:lnTo>
                    <a:pt x="18" y="0"/>
                  </a:lnTo>
                  <a:lnTo>
                    <a:pt x="0" y="102"/>
                  </a:lnTo>
                  <a:lnTo>
                    <a:pt x="42" y="10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70" name="Freeform 193"/>
            <p:cNvSpPr/>
            <p:nvPr/>
          </p:nvSpPr>
          <p:spPr>
            <a:xfrm>
              <a:off x="4907" y="2106"/>
              <a:ext cx="228" cy="304"/>
            </a:xfrm>
            <a:custGeom>
              <a:avLst/>
              <a:gdLst>
                <a:gd name="txL" fmla="*/ 0 w 228"/>
                <a:gd name="txT" fmla="*/ 0 h 304"/>
                <a:gd name="txR" fmla="*/ 228 w 228"/>
                <a:gd name="txB" fmla="*/ 304 h 304"/>
              </a:gdLst>
              <a:ahLst/>
              <a:cxnLst>
                <a:cxn ang="0">
                  <a:pos x="0" y="149"/>
                </a:cxn>
                <a:cxn ang="0">
                  <a:pos x="114" y="304"/>
                </a:cxn>
                <a:cxn ang="0">
                  <a:pos x="228" y="149"/>
                </a:cxn>
                <a:cxn ang="0">
                  <a:pos x="114" y="0"/>
                </a:cxn>
                <a:cxn ang="0">
                  <a:pos x="0" y="149"/>
                </a:cxn>
                <a:cxn ang="0">
                  <a:pos x="0" y="149"/>
                </a:cxn>
              </a:cxnLst>
              <a:rect l="txL" t="txT" r="txR" b="txB"/>
              <a:pathLst>
                <a:path w="228" h="304">
                  <a:moveTo>
                    <a:pt x="0" y="149"/>
                  </a:moveTo>
                  <a:lnTo>
                    <a:pt x="114" y="304"/>
                  </a:lnTo>
                  <a:lnTo>
                    <a:pt x="228" y="149"/>
                  </a:lnTo>
                  <a:lnTo>
                    <a:pt x="114" y="0"/>
                  </a:lnTo>
                  <a:lnTo>
                    <a:pt x="0" y="14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71" name="Freeform 194"/>
            <p:cNvSpPr/>
            <p:nvPr/>
          </p:nvSpPr>
          <p:spPr>
            <a:xfrm>
              <a:off x="4907" y="2255"/>
              <a:ext cx="114" cy="155"/>
            </a:xfrm>
            <a:custGeom>
              <a:avLst/>
              <a:gdLst>
                <a:gd name="txL" fmla="*/ 0 w 114"/>
                <a:gd name="txT" fmla="*/ 0 h 155"/>
                <a:gd name="txR" fmla="*/ 114 w 114"/>
                <a:gd name="txB" fmla="*/ 155 h 155"/>
              </a:gdLst>
              <a:ahLst/>
              <a:cxnLst>
                <a:cxn ang="0">
                  <a:pos x="0" y="0"/>
                </a:cxn>
                <a:cxn ang="0">
                  <a:pos x="114" y="155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14" h="155">
                  <a:moveTo>
                    <a:pt x="0" y="0"/>
                  </a:moveTo>
                  <a:lnTo>
                    <a:pt x="114" y="1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72" name="Freeform 195"/>
            <p:cNvSpPr>
              <a:spLocks noEditPoints="1"/>
            </p:cNvSpPr>
            <p:nvPr/>
          </p:nvSpPr>
          <p:spPr>
            <a:xfrm>
              <a:off x="5021" y="2255"/>
              <a:ext cx="114" cy="155"/>
            </a:xfrm>
            <a:custGeom>
              <a:avLst/>
              <a:gdLst>
                <a:gd name="txL" fmla="*/ 0 w 114"/>
                <a:gd name="txT" fmla="*/ 0 h 155"/>
                <a:gd name="txR" fmla="*/ 114 w 114"/>
                <a:gd name="txB" fmla="*/ 155 h 155"/>
              </a:gdLst>
              <a:ahLst/>
              <a:cxnLst>
                <a:cxn ang="0">
                  <a:pos x="0" y="155"/>
                </a:cxn>
                <a:cxn ang="0">
                  <a:pos x="114" y="0"/>
                </a:cxn>
                <a:cxn ang="0">
                  <a:pos x="0" y="155"/>
                </a:cxn>
                <a:cxn ang="0">
                  <a:pos x="0" y="155"/>
                </a:cxn>
                <a:cxn ang="0">
                  <a:pos x="0" y="155"/>
                </a:cxn>
                <a:cxn ang="0">
                  <a:pos x="0" y="155"/>
                </a:cxn>
                <a:cxn ang="0">
                  <a:pos x="0" y="155"/>
                </a:cxn>
              </a:cxnLst>
              <a:rect l="txL" t="txT" r="txR" b="txB"/>
              <a:pathLst>
                <a:path w="114" h="155">
                  <a:moveTo>
                    <a:pt x="0" y="155"/>
                  </a:moveTo>
                  <a:lnTo>
                    <a:pt x="114" y="0"/>
                  </a:lnTo>
                  <a:lnTo>
                    <a:pt x="0" y="155"/>
                  </a:lnTo>
                  <a:close/>
                  <a:moveTo>
                    <a:pt x="0" y="155"/>
                  </a:moveTo>
                  <a:lnTo>
                    <a:pt x="0" y="15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73" name="Freeform 196"/>
            <p:cNvSpPr>
              <a:spLocks noEditPoints="1"/>
            </p:cNvSpPr>
            <p:nvPr/>
          </p:nvSpPr>
          <p:spPr>
            <a:xfrm>
              <a:off x="5021" y="2106"/>
              <a:ext cx="114" cy="149"/>
            </a:xfrm>
            <a:custGeom>
              <a:avLst/>
              <a:gdLst>
                <a:gd name="txL" fmla="*/ 0 w 114"/>
                <a:gd name="txT" fmla="*/ 0 h 149"/>
                <a:gd name="txR" fmla="*/ 114 w 114"/>
                <a:gd name="txB" fmla="*/ 149 h 149"/>
              </a:gdLst>
              <a:ahLst/>
              <a:cxnLst>
                <a:cxn ang="0">
                  <a:pos x="114" y="149"/>
                </a:cxn>
                <a:cxn ang="0">
                  <a:pos x="0" y="0"/>
                </a:cxn>
                <a:cxn ang="0">
                  <a:pos x="114" y="149"/>
                </a:cxn>
                <a:cxn ang="0">
                  <a:pos x="114" y="149"/>
                </a:cxn>
                <a:cxn ang="0">
                  <a:pos x="114" y="149"/>
                </a:cxn>
                <a:cxn ang="0">
                  <a:pos x="114" y="149"/>
                </a:cxn>
                <a:cxn ang="0">
                  <a:pos x="114" y="149"/>
                </a:cxn>
              </a:cxnLst>
              <a:rect l="txL" t="txT" r="txR" b="txB"/>
              <a:pathLst>
                <a:path w="114" h="149">
                  <a:moveTo>
                    <a:pt x="114" y="149"/>
                  </a:moveTo>
                  <a:lnTo>
                    <a:pt x="0" y="0"/>
                  </a:lnTo>
                  <a:lnTo>
                    <a:pt x="114" y="149"/>
                  </a:lnTo>
                  <a:close/>
                  <a:moveTo>
                    <a:pt x="114" y="149"/>
                  </a:moveTo>
                  <a:lnTo>
                    <a:pt x="114" y="14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74" name="Freeform 197"/>
            <p:cNvSpPr>
              <a:spLocks noEditPoints="1"/>
            </p:cNvSpPr>
            <p:nvPr/>
          </p:nvSpPr>
          <p:spPr>
            <a:xfrm>
              <a:off x="4907" y="2106"/>
              <a:ext cx="114" cy="149"/>
            </a:xfrm>
            <a:custGeom>
              <a:avLst/>
              <a:gdLst>
                <a:gd name="txL" fmla="*/ 0 w 114"/>
                <a:gd name="txT" fmla="*/ 0 h 149"/>
                <a:gd name="txR" fmla="*/ 114 w 114"/>
                <a:gd name="txB" fmla="*/ 149 h 149"/>
              </a:gdLst>
              <a:ahLst/>
              <a:cxnLst>
                <a:cxn ang="0">
                  <a:pos x="114" y="0"/>
                </a:cxn>
                <a:cxn ang="0">
                  <a:pos x="0" y="149"/>
                </a:cxn>
                <a:cxn ang="0">
                  <a:pos x="114" y="0"/>
                </a:cxn>
                <a:cxn ang="0">
                  <a:pos x="114" y="0"/>
                </a:cxn>
                <a:cxn ang="0">
                  <a:pos x="114" y="0"/>
                </a:cxn>
                <a:cxn ang="0">
                  <a:pos x="114" y="0"/>
                </a:cxn>
                <a:cxn ang="0">
                  <a:pos x="114" y="0"/>
                </a:cxn>
              </a:cxnLst>
              <a:rect l="txL" t="txT" r="txR" b="txB"/>
              <a:pathLst>
                <a:path w="114" h="149">
                  <a:moveTo>
                    <a:pt x="114" y="0"/>
                  </a:moveTo>
                  <a:lnTo>
                    <a:pt x="0" y="149"/>
                  </a:lnTo>
                  <a:lnTo>
                    <a:pt x="114" y="0"/>
                  </a:lnTo>
                  <a:close/>
                  <a:moveTo>
                    <a:pt x="114" y="0"/>
                  </a:moveTo>
                  <a:lnTo>
                    <a:pt x="114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75" name="Freeform 198"/>
            <p:cNvSpPr/>
            <p:nvPr/>
          </p:nvSpPr>
          <p:spPr>
            <a:xfrm>
              <a:off x="4907" y="2255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76" name="Freeform 199"/>
            <p:cNvSpPr/>
            <p:nvPr/>
          </p:nvSpPr>
          <p:spPr>
            <a:xfrm>
              <a:off x="5021" y="2171"/>
              <a:ext cx="1" cy="90"/>
            </a:xfrm>
            <a:custGeom>
              <a:avLst/>
              <a:gdLst>
                <a:gd name="txL" fmla="*/ 0 w 1"/>
                <a:gd name="txT" fmla="*/ 0 h 90"/>
                <a:gd name="txR" fmla="*/ 1 w 1"/>
                <a:gd name="txB" fmla="*/ 90 h 90"/>
              </a:gdLst>
              <a:ahLst/>
              <a:cxnLst>
                <a:cxn ang="0">
                  <a:pos x="0" y="0"/>
                </a:cxn>
                <a:cxn ang="0">
                  <a:pos x="0" y="9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90">
                  <a:moveTo>
                    <a:pt x="0" y="0"/>
                  </a:moveTo>
                  <a:lnTo>
                    <a:pt x="0" y="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77" name="Freeform 200"/>
            <p:cNvSpPr/>
            <p:nvPr/>
          </p:nvSpPr>
          <p:spPr>
            <a:xfrm>
              <a:off x="4997" y="2243"/>
              <a:ext cx="42" cy="102"/>
            </a:xfrm>
            <a:custGeom>
              <a:avLst/>
              <a:gdLst>
                <a:gd name="txL" fmla="*/ 0 w 42"/>
                <a:gd name="txT" fmla="*/ 0 h 102"/>
                <a:gd name="txR" fmla="*/ 42 w 42"/>
                <a:gd name="txB" fmla="*/ 102 h 102"/>
              </a:gdLst>
              <a:ahLst/>
              <a:cxnLst>
                <a:cxn ang="0">
                  <a:pos x="0" y="0"/>
                </a:cxn>
                <a:cxn ang="0">
                  <a:pos x="24" y="102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42" h="102">
                  <a:moveTo>
                    <a:pt x="0" y="0"/>
                  </a:moveTo>
                  <a:lnTo>
                    <a:pt x="24" y="102"/>
                  </a:lnTo>
                  <a:lnTo>
                    <a:pt x="4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78" name="Freeform 201"/>
            <p:cNvSpPr/>
            <p:nvPr/>
          </p:nvSpPr>
          <p:spPr>
            <a:xfrm>
              <a:off x="4148" y="2124"/>
              <a:ext cx="24" cy="268"/>
            </a:xfrm>
            <a:custGeom>
              <a:avLst/>
              <a:gdLst>
                <a:gd name="txL" fmla="*/ 0 w 24"/>
                <a:gd name="txT" fmla="*/ 0 h 268"/>
                <a:gd name="txR" fmla="*/ 24 w 24"/>
                <a:gd name="txB" fmla="*/ 268 h 268"/>
              </a:gdLst>
              <a:ahLst/>
              <a:cxnLst>
                <a:cxn ang="0">
                  <a:pos x="0" y="0"/>
                </a:cxn>
                <a:cxn ang="0">
                  <a:pos x="24" y="0"/>
                </a:cxn>
                <a:cxn ang="0">
                  <a:pos x="24" y="268"/>
                </a:cxn>
                <a:cxn ang="0">
                  <a:pos x="0" y="268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4" h="268">
                  <a:moveTo>
                    <a:pt x="0" y="0"/>
                  </a:moveTo>
                  <a:lnTo>
                    <a:pt x="24" y="0"/>
                  </a:lnTo>
                  <a:lnTo>
                    <a:pt x="24" y="268"/>
                  </a:lnTo>
                  <a:lnTo>
                    <a:pt x="0" y="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79" name="Freeform 202"/>
            <p:cNvSpPr/>
            <p:nvPr/>
          </p:nvSpPr>
          <p:spPr>
            <a:xfrm>
              <a:off x="4130" y="2380"/>
              <a:ext cx="30" cy="18"/>
            </a:xfrm>
            <a:custGeom>
              <a:avLst/>
              <a:gdLst>
                <a:gd name="txL" fmla="*/ 0 w 30"/>
                <a:gd name="txT" fmla="*/ 0 h 18"/>
                <a:gd name="txR" fmla="*/ 30 w 30"/>
                <a:gd name="txB" fmla="*/ 18 h 18"/>
              </a:gdLst>
              <a:ahLst/>
              <a:cxnLst>
                <a:cxn ang="0">
                  <a:pos x="30" y="18"/>
                </a:cxn>
                <a:cxn ang="0">
                  <a:pos x="0" y="0"/>
                </a:cxn>
                <a:cxn ang="0">
                  <a:pos x="30" y="18"/>
                </a:cxn>
                <a:cxn ang="0">
                  <a:pos x="30" y="18"/>
                </a:cxn>
              </a:cxnLst>
              <a:rect l="txL" t="txT" r="txR" b="txB"/>
              <a:pathLst>
                <a:path w="30" h="18">
                  <a:moveTo>
                    <a:pt x="30" y="18"/>
                  </a:moveTo>
                  <a:lnTo>
                    <a:pt x="0" y="0"/>
                  </a:lnTo>
                  <a:lnTo>
                    <a:pt x="3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80" name="Freeform 203"/>
            <p:cNvSpPr>
              <a:spLocks noEditPoints="1"/>
            </p:cNvSpPr>
            <p:nvPr/>
          </p:nvSpPr>
          <p:spPr>
            <a:xfrm>
              <a:off x="4130" y="2362"/>
              <a:ext cx="30" cy="18"/>
            </a:xfrm>
            <a:custGeom>
              <a:avLst/>
              <a:gdLst>
                <a:gd name="txL" fmla="*/ 0 w 30"/>
                <a:gd name="txT" fmla="*/ 0 h 18"/>
                <a:gd name="txR" fmla="*/ 30 w 30"/>
                <a:gd name="txB" fmla="*/ 18 h 18"/>
              </a:gdLst>
              <a:ahLst/>
              <a:cxnLst>
                <a:cxn ang="0">
                  <a:pos x="0" y="18"/>
                </a:cxn>
                <a:cxn ang="0">
                  <a:pos x="30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</a:cxnLst>
              <a:rect l="txL" t="txT" r="txR" b="txB"/>
              <a:pathLst>
                <a:path w="30" h="18">
                  <a:moveTo>
                    <a:pt x="0" y="18"/>
                  </a:moveTo>
                  <a:lnTo>
                    <a:pt x="30" y="0"/>
                  </a:lnTo>
                  <a:lnTo>
                    <a:pt x="0" y="18"/>
                  </a:lnTo>
                  <a:close/>
                  <a:moveTo>
                    <a:pt x="0" y="18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81" name="Freeform 204"/>
            <p:cNvSpPr>
              <a:spLocks noEditPoints="1"/>
            </p:cNvSpPr>
            <p:nvPr/>
          </p:nvSpPr>
          <p:spPr>
            <a:xfrm>
              <a:off x="4160" y="2345"/>
              <a:ext cx="29" cy="17"/>
            </a:xfrm>
            <a:custGeom>
              <a:avLst/>
              <a:gdLst>
                <a:gd name="txL" fmla="*/ 0 w 29"/>
                <a:gd name="txT" fmla="*/ 0 h 17"/>
                <a:gd name="txR" fmla="*/ 29 w 29"/>
                <a:gd name="txB" fmla="*/ 17 h 17"/>
              </a:gdLst>
              <a:ahLst/>
              <a:cxnLst>
                <a:cxn ang="0">
                  <a:pos x="0" y="17"/>
                </a:cxn>
                <a:cxn ang="0">
                  <a:pos x="29" y="0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0" y="17"/>
                </a:cxn>
              </a:cxnLst>
              <a:rect l="txL" t="txT" r="txR" b="txB"/>
              <a:pathLst>
                <a:path w="29" h="17">
                  <a:moveTo>
                    <a:pt x="0" y="17"/>
                  </a:moveTo>
                  <a:lnTo>
                    <a:pt x="29" y="0"/>
                  </a:lnTo>
                  <a:lnTo>
                    <a:pt x="0" y="17"/>
                  </a:lnTo>
                  <a:close/>
                  <a:moveTo>
                    <a:pt x="0" y="17"/>
                  </a:moveTo>
                  <a:lnTo>
                    <a:pt x="0" y="1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82" name="Freeform 205"/>
            <p:cNvSpPr>
              <a:spLocks noEditPoints="1"/>
            </p:cNvSpPr>
            <p:nvPr/>
          </p:nvSpPr>
          <p:spPr>
            <a:xfrm>
              <a:off x="4160" y="2327"/>
              <a:ext cx="29" cy="18"/>
            </a:xfrm>
            <a:custGeom>
              <a:avLst/>
              <a:gdLst>
                <a:gd name="txL" fmla="*/ 0 w 29"/>
                <a:gd name="txT" fmla="*/ 0 h 18"/>
                <a:gd name="txR" fmla="*/ 29 w 29"/>
                <a:gd name="txB" fmla="*/ 18 h 18"/>
              </a:gdLst>
              <a:ahLst/>
              <a:cxnLst>
                <a:cxn ang="0">
                  <a:pos x="29" y="18"/>
                </a:cxn>
                <a:cxn ang="0">
                  <a:pos x="0" y="0"/>
                </a:cxn>
                <a:cxn ang="0">
                  <a:pos x="29" y="18"/>
                </a:cxn>
                <a:cxn ang="0">
                  <a:pos x="29" y="18"/>
                </a:cxn>
                <a:cxn ang="0">
                  <a:pos x="29" y="18"/>
                </a:cxn>
                <a:cxn ang="0">
                  <a:pos x="29" y="18"/>
                </a:cxn>
                <a:cxn ang="0">
                  <a:pos x="29" y="18"/>
                </a:cxn>
              </a:cxnLst>
              <a:rect l="txL" t="txT" r="txR" b="txB"/>
              <a:pathLst>
                <a:path w="29" h="18">
                  <a:moveTo>
                    <a:pt x="29" y="18"/>
                  </a:moveTo>
                  <a:lnTo>
                    <a:pt x="0" y="0"/>
                  </a:lnTo>
                  <a:lnTo>
                    <a:pt x="29" y="18"/>
                  </a:lnTo>
                  <a:close/>
                  <a:moveTo>
                    <a:pt x="29" y="18"/>
                  </a:moveTo>
                  <a:lnTo>
                    <a:pt x="29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83" name="Freeform 206"/>
            <p:cNvSpPr>
              <a:spLocks noEditPoints="1"/>
            </p:cNvSpPr>
            <p:nvPr/>
          </p:nvSpPr>
          <p:spPr>
            <a:xfrm>
              <a:off x="4160" y="2327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84" name="Freeform 207"/>
            <p:cNvSpPr>
              <a:spLocks noEditPoints="1"/>
            </p:cNvSpPr>
            <p:nvPr/>
          </p:nvSpPr>
          <p:spPr>
            <a:xfrm>
              <a:off x="4130" y="2309"/>
              <a:ext cx="30" cy="18"/>
            </a:xfrm>
            <a:custGeom>
              <a:avLst/>
              <a:gdLst>
                <a:gd name="txL" fmla="*/ 0 w 30"/>
                <a:gd name="txT" fmla="*/ 0 h 18"/>
                <a:gd name="txR" fmla="*/ 30 w 30"/>
                <a:gd name="txB" fmla="*/ 18 h 18"/>
              </a:gdLst>
              <a:ahLst/>
              <a:cxnLst>
                <a:cxn ang="0">
                  <a:pos x="30" y="18"/>
                </a:cxn>
                <a:cxn ang="0">
                  <a:pos x="0" y="0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</a:cxnLst>
              <a:rect l="txL" t="txT" r="txR" b="txB"/>
              <a:pathLst>
                <a:path w="30" h="18">
                  <a:moveTo>
                    <a:pt x="30" y="18"/>
                  </a:moveTo>
                  <a:lnTo>
                    <a:pt x="0" y="0"/>
                  </a:lnTo>
                  <a:lnTo>
                    <a:pt x="30" y="18"/>
                  </a:lnTo>
                  <a:close/>
                  <a:moveTo>
                    <a:pt x="30" y="18"/>
                  </a:moveTo>
                  <a:lnTo>
                    <a:pt x="3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85" name="Freeform 208"/>
            <p:cNvSpPr>
              <a:spLocks noEditPoints="1"/>
            </p:cNvSpPr>
            <p:nvPr/>
          </p:nvSpPr>
          <p:spPr>
            <a:xfrm>
              <a:off x="4130" y="2291"/>
              <a:ext cx="30" cy="18"/>
            </a:xfrm>
            <a:custGeom>
              <a:avLst/>
              <a:gdLst>
                <a:gd name="txL" fmla="*/ 0 w 30"/>
                <a:gd name="txT" fmla="*/ 0 h 18"/>
                <a:gd name="txR" fmla="*/ 30 w 30"/>
                <a:gd name="txB" fmla="*/ 18 h 18"/>
              </a:gdLst>
              <a:ahLst/>
              <a:cxnLst>
                <a:cxn ang="0">
                  <a:pos x="0" y="18"/>
                </a:cxn>
                <a:cxn ang="0">
                  <a:pos x="30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</a:cxnLst>
              <a:rect l="txL" t="txT" r="txR" b="txB"/>
              <a:pathLst>
                <a:path w="30" h="18">
                  <a:moveTo>
                    <a:pt x="0" y="18"/>
                  </a:moveTo>
                  <a:lnTo>
                    <a:pt x="30" y="0"/>
                  </a:lnTo>
                  <a:lnTo>
                    <a:pt x="0" y="18"/>
                  </a:lnTo>
                  <a:close/>
                  <a:moveTo>
                    <a:pt x="0" y="18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86" name="Freeform 209"/>
            <p:cNvSpPr>
              <a:spLocks noEditPoints="1"/>
            </p:cNvSpPr>
            <p:nvPr/>
          </p:nvSpPr>
          <p:spPr>
            <a:xfrm>
              <a:off x="4160" y="2273"/>
              <a:ext cx="29" cy="18"/>
            </a:xfrm>
            <a:custGeom>
              <a:avLst/>
              <a:gdLst>
                <a:gd name="txL" fmla="*/ 0 w 29"/>
                <a:gd name="txT" fmla="*/ 0 h 18"/>
                <a:gd name="txR" fmla="*/ 29 w 29"/>
                <a:gd name="txB" fmla="*/ 18 h 18"/>
              </a:gdLst>
              <a:ahLst/>
              <a:cxnLst>
                <a:cxn ang="0">
                  <a:pos x="0" y="18"/>
                </a:cxn>
                <a:cxn ang="0">
                  <a:pos x="29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</a:cxnLst>
              <a:rect l="txL" t="txT" r="txR" b="txB"/>
              <a:pathLst>
                <a:path w="29" h="18">
                  <a:moveTo>
                    <a:pt x="0" y="18"/>
                  </a:moveTo>
                  <a:lnTo>
                    <a:pt x="29" y="0"/>
                  </a:lnTo>
                  <a:lnTo>
                    <a:pt x="0" y="18"/>
                  </a:lnTo>
                  <a:close/>
                  <a:moveTo>
                    <a:pt x="0" y="18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87" name="Freeform 210"/>
            <p:cNvSpPr>
              <a:spLocks noEditPoints="1"/>
            </p:cNvSpPr>
            <p:nvPr/>
          </p:nvSpPr>
          <p:spPr>
            <a:xfrm>
              <a:off x="4160" y="2255"/>
              <a:ext cx="29" cy="18"/>
            </a:xfrm>
            <a:custGeom>
              <a:avLst/>
              <a:gdLst>
                <a:gd name="txL" fmla="*/ 0 w 29"/>
                <a:gd name="txT" fmla="*/ 0 h 18"/>
                <a:gd name="txR" fmla="*/ 29 w 29"/>
                <a:gd name="txB" fmla="*/ 18 h 18"/>
              </a:gdLst>
              <a:ahLst/>
              <a:cxnLst>
                <a:cxn ang="0">
                  <a:pos x="29" y="18"/>
                </a:cxn>
                <a:cxn ang="0">
                  <a:pos x="0" y="0"/>
                </a:cxn>
                <a:cxn ang="0">
                  <a:pos x="29" y="18"/>
                </a:cxn>
                <a:cxn ang="0">
                  <a:pos x="29" y="18"/>
                </a:cxn>
                <a:cxn ang="0">
                  <a:pos x="29" y="18"/>
                </a:cxn>
                <a:cxn ang="0">
                  <a:pos x="29" y="18"/>
                </a:cxn>
                <a:cxn ang="0">
                  <a:pos x="29" y="18"/>
                </a:cxn>
              </a:cxnLst>
              <a:rect l="txL" t="txT" r="txR" b="txB"/>
              <a:pathLst>
                <a:path w="29" h="18">
                  <a:moveTo>
                    <a:pt x="29" y="18"/>
                  </a:moveTo>
                  <a:lnTo>
                    <a:pt x="0" y="0"/>
                  </a:lnTo>
                  <a:lnTo>
                    <a:pt x="29" y="18"/>
                  </a:lnTo>
                  <a:close/>
                  <a:moveTo>
                    <a:pt x="29" y="18"/>
                  </a:moveTo>
                  <a:lnTo>
                    <a:pt x="29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88" name="Freeform 211"/>
            <p:cNvSpPr>
              <a:spLocks noEditPoints="1"/>
            </p:cNvSpPr>
            <p:nvPr/>
          </p:nvSpPr>
          <p:spPr>
            <a:xfrm>
              <a:off x="4130" y="2237"/>
              <a:ext cx="30" cy="18"/>
            </a:xfrm>
            <a:custGeom>
              <a:avLst/>
              <a:gdLst>
                <a:gd name="txL" fmla="*/ 0 w 30"/>
                <a:gd name="txT" fmla="*/ 0 h 18"/>
                <a:gd name="txR" fmla="*/ 30 w 30"/>
                <a:gd name="txB" fmla="*/ 18 h 18"/>
              </a:gdLst>
              <a:ahLst/>
              <a:cxnLst>
                <a:cxn ang="0">
                  <a:pos x="30" y="18"/>
                </a:cxn>
                <a:cxn ang="0">
                  <a:pos x="0" y="0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</a:cxnLst>
              <a:rect l="txL" t="txT" r="txR" b="txB"/>
              <a:pathLst>
                <a:path w="30" h="18">
                  <a:moveTo>
                    <a:pt x="30" y="18"/>
                  </a:moveTo>
                  <a:lnTo>
                    <a:pt x="0" y="0"/>
                  </a:lnTo>
                  <a:lnTo>
                    <a:pt x="30" y="18"/>
                  </a:lnTo>
                  <a:close/>
                  <a:moveTo>
                    <a:pt x="30" y="18"/>
                  </a:moveTo>
                  <a:lnTo>
                    <a:pt x="3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89" name="Freeform 212"/>
            <p:cNvSpPr>
              <a:spLocks noEditPoints="1"/>
            </p:cNvSpPr>
            <p:nvPr/>
          </p:nvSpPr>
          <p:spPr>
            <a:xfrm>
              <a:off x="4130" y="2225"/>
              <a:ext cx="30" cy="12"/>
            </a:xfrm>
            <a:custGeom>
              <a:avLst/>
              <a:gdLst>
                <a:gd name="txL" fmla="*/ 0 w 30"/>
                <a:gd name="txT" fmla="*/ 0 h 12"/>
                <a:gd name="txR" fmla="*/ 30 w 30"/>
                <a:gd name="txB" fmla="*/ 12 h 12"/>
              </a:gdLst>
              <a:ahLst/>
              <a:cxnLst>
                <a:cxn ang="0">
                  <a:pos x="0" y="12"/>
                </a:cxn>
                <a:cxn ang="0">
                  <a:pos x="30" y="0"/>
                </a:cxn>
                <a:cxn ang="0">
                  <a:pos x="0" y="12"/>
                </a:cxn>
                <a:cxn ang="0">
                  <a:pos x="0" y="12"/>
                </a:cxn>
                <a:cxn ang="0">
                  <a:pos x="0" y="12"/>
                </a:cxn>
                <a:cxn ang="0">
                  <a:pos x="0" y="12"/>
                </a:cxn>
                <a:cxn ang="0">
                  <a:pos x="0" y="12"/>
                </a:cxn>
              </a:cxnLst>
              <a:rect l="txL" t="txT" r="txR" b="txB"/>
              <a:pathLst>
                <a:path w="30" h="12">
                  <a:moveTo>
                    <a:pt x="0" y="12"/>
                  </a:moveTo>
                  <a:lnTo>
                    <a:pt x="30" y="0"/>
                  </a:lnTo>
                  <a:lnTo>
                    <a:pt x="0" y="12"/>
                  </a:lnTo>
                  <a:close/>
                  <a:moveTo>
                    <a:pt x="0" y="12"/>
                  </a:moveTo>
                  <a:lnTo>
                    <a:pt x="0" y="1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90" name="Freeform 213"/>
            <p:cNvSpPr>
              <a:spLocks noEditPoints="1"/>
            </p:cNvSpPr>
            <p:nvPr/>
          </p:nvSpPr>
          <p:spPr>
            <a:xfrm>
              <a:off x="4160" y="2207"/>
              <a:ext cx="29" cy="18"/>
            </a:xfrm>
            <a:custGeom>
              <a:avLst/>
              <a:gdLst>
                <a:gd name="txL" fmla="*/ 0 w 29"/>
                <a:gd name="txT" fmla="*/ 0 h 18"/>
                <a:gd name="txR" fmla="*/ 29 w 29"/>
                <a:gd name="txB" fmla="*/ 18 h 18"/>
              </a:gdLst>
              <a:ahLst/>
              <a:cxnLst>
                <a:cxn ang="0">
                  <a:pos x="0" y="18"/>
                </a:cxn>
                <a:cxn ang="0">
                  <a:pos x="29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</a:cxnLst>
              <a:rect l="txL" t="txT" r="txR" b="txB"/>
              <a:pathLst>
                <a:path w="29" h="18">
                  <a:moveTo>
                    <a:pt x="0" y="18"/>
                  </a:moveTo>
                  <a:lnTo>
                    <a:pt x="29" y="0"/>
                  </a:lnTo>
                  <a:lnTo>
                    <a:pt x="0" y="18"/>
                  </a:lnTo>
                  <a:close/>
                  <a:moveTo>
                    <a:pt x="0" y="18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91" name="Freeform 214"/>
            <p:cNvSpPr>
              <a:spLocks noEditPoints="1"/>
            </p:cNvSpPr>
            <p:nvPr/>
          </p:nvSpPr>
          <p:spPr>
            <a:xfrm>
              <a:off x="4160" y="2189"/>
              <a:ext cx="29" cy="18"/>
            </a:xfrm>
            <a:custGeom>
              <a:avLst/>
              <a:gdLst>
                <a:gd name="txL" fmla="*/ 0 w 29"/>
                <a:gd name="txT" fmla="*/ 0 h 18"/>
                <a:gd name="txR" fmla="*/ 29 w 29"/>
                <a:gd name="txB" fmla="*/ 18 h 18"/>
              </a:gdLst>
              <a:ahLst/>
              <a:cxnLst>
                <a:cxn ang="0">
                  <a:pos x="29" y="18"/>
                </a:cxn>
                <a:cxn ang="0">
                  <a:pos x="0" y="0"/>
                </a:cxn>
                <a:cxn ang="0">
                  <a:pos x="29" y="18"/>
                </a:cxn>
                <a:cxn ang="0">
                  <a:pos x="29" y="18"/>
                </a:cxn>
                <a:cxn ang="0">
                  <a:pos x="29" y="18"/>
                </a:cxn>
                <a:cxn ang="0">
                  <a:pos x="29" y="18"/>
                </a:cxn>
                <a:cxn ang="0">
                  <a:pos x="29" y="18"/>
                </a:cxn>
              </a:cxnLst>
              <a:rect l="txL" t="txT" r="txR" b="txB"/>
              <a:pathLst>
                <a:path w="29" h="18">
                  <a:moveTo>
                    <a:pt x="29" y="18"/>
                  </a:moveTo>
                  <a:lnTo>
                    <a:pt x="0" y="0"/>
                  </a:lnTo>
                  <a:lnTo>
                    <a:pt x="29" y="18"/>
                  </a:lnTo>
                  <a:close/>
                  <a:moveTo>
                    <a:pt x="29" y="18"/>
                  </a:moveTo>
                  <a:lnTo>
                    <a:pt x="29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92" name="Freeform 215"/>
            <p:cNvSpPr>
              <a:spLocks noEditPoints="1"/>
            </p:cNvSpPr>
            <p:nvPr/>
          </p:nvSpPr>
          <p:spPr>
            <a:xfrm>
              <a:off x="4130" y="2171"/>
              <a:ext cx="30" cy="18"/>
            </a:xfrm>
            <a:custGeom>
              <a:avLst/>
              <a:gdLst>
                <a:gd name="txL" fmla="*/ 0 w 30"/>
                <a:gd name="txT" fmla="*/ 0 h 18"/>
                <a:gd name="txR" fmla="*/ 30 w 30"/>
                <a:gd name="txB" fmla="*/ 18 h 18"/>
              </a:gdLst>
              <a:ahLst/>
              <a:cxnLst>
                <a:cxn ang="0">
                  <a:pos x="30" y="18"/>
                </a:cxn>
                <a:cxn ang="0">
                  <a:pos x="0" y="0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</a:cxnLst>
              <a:rect l="txL" t="txT" r="txR" b="txB"/>
              <a:pathLst>
                <a:path w="30" h="18">
                  <a:moveTo>
                    <a:pt x="30" y="18"/>
                  </a:moveTo>
                  <a:lnTo>
                    <a:pt x="0" y="0"/>
                  </a:lnTo>
                  <a:lnTo>
                    <a:pt x="30" y="18"/>
                  </a:lnTo>
                  <a:close/>
                  <a:moveTo>
                    <a:pt x="30" y="18"/>
                  </a:moveTo>
                  <a:lnTo>
                    <a:pt x="3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93" name="Freeform 216"/>
            <p:cNvSpPr>
              <a:spLocks noEditPoints="1"/>
            </p:cNvSpPr>
            <p:nvPr/>
          </p:nvSpPr>
          <p:spPr>
            <a:xfrm>
              <a:off x="4130" y="2154"/>
              <a:ext cx="30" cy="17"/>
            </a:xfrm>
            <a:custGeom>
              <a:avLst/>
              <a:gdLst>
                <a:gd name="txL" fmla="*/ 0 w 30"/>
                <a:gd name="txT" fmla="*/ 0 h 17"/>
                <a:gd name="txR" fmla="*/ 30 w 30"/>
                <a:gd name="txB" fmla="*/ 17 h 17"/>
              </a:gdLst>
              <a:ahLst/>
              <a:cxnLst>
                <a:cxn ang="0">
                  <a:pos x="0" y="17"/>
                </a:cxn>
                <a:cxn ang="0">
                  <a:pos x="30" y="0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0" y="17"/>
                </a:cxn>
              </a:cxnLst>
              <a:rect l="txL" t="txT" r="txR" b="txB"/>
              <a:pathLst>
                <a:path w="30" h="17">
                  <a:moveTo>
                    <a:pt x="0" y="17"/>
                  </a:moveTo>
                  <a:lnTo>
                    <a:pt x="30" y="0"/>
                  </a:lnTo>
                  <a:lnTo>
                    <a:pt x="0" y="17"/>
                  </a:lnTo>
                  <a:close/>
                  <a:moveTo>
                    <a:pt x="0" y="17"/>
                  </a:moveTo>
                  <a:lnTo>
                    <a:pt x="0" y="1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94" name="Freeform 217"/>
            <p:cNvSpPr>
              <a:spLocks noEditPoints="1"/>
            </p:cNvSpPr>
            <p:nvPr/>
          </p:nvSpPr>
          <p:spPr>
            <a:xfrm>
              <a:off x="4160" y="2136"/>
              <a:ext cx="29" cy="18"/>
            </a:xfrm>
            <a:custGeom>
              <a:avLst/>
              <a:gdLst>
                <a:gd name="txL" fmla="*/ 0 w 29"/>
                <a:gd name="txT" fmla="*/ 0 h 18"/>
                <a:gd name="txR" fmla="*/ 29 w 29"/>
                <a:gd name="txB" fmla="*/ 18 h 18"/>
              </a:gdLst>
              <a:ahLst/>
              <a:cxnLst>
                <a:cxn ang="0">
                  <a:pos x="0" y="18"/>
                </a:cxn>
                <a:cxn ang="0">
                  <a:pos x="29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</a:cxnLst>
              <a:rect l="txL" t="txT" r="txR" b="txB"/>
              <a:pathLst>
                <a:path w="29" h="18">
                  <a:moveTo>
                    <a:pt x="0" y="18"/>
                  </a:moveTo>
                  <a:lnTo>
                    <a:pt x="29" y="0"/>
                  </a:lnTo>
                  <a:lnTo>
                    <a:pt x="0" y="18"/>
                  </a:lnTo>
                  <a:close/>
                  <a:moveTo>
                    <a:pt x="0" y="18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95" name="Freeform 218"/>
            <p:cNvSpPr>
              <a:spLocks noEditPoints="1"/>
            </p:cNvSpPr>
            <p:nvPr/>
          </p:nvSpPr>
          <p:spPr>
            <a:xfrm>
              <a:off x="4160" y="2118"/>
              <a:ext cx="29" cy="18"/>
            </a:xfrm>
            <a:custGeom>
              <a:avLst/>
              <a:gdLst>
                <a:gd name="txL" fmla="*/ 0 w 29"/>
                <a:gd name="txT" fmla="*/ 0 h 18"/>
                <a:gd name="txR" fmla="*/ 29 w 29"/>
                <a:gd name="txB" fmla="*/ 18 h 18"/>
              </a:gdLst>
              <a:ahLst/>
              <a:cxnLst>
                <a:cxn ang="0">
                  <a:pos x="29" y="18"/>
                </a:cxn>
                <a:cxn ang="0">
                  <a:pos x="0" y="0"/>
                </a:cxn>
                <a:cxn ang="0">
                  <a:pos x="29" y="18"/>
                </a:cxn>
                <a:cxn ang="0">
                  <a:pos x="29" y="18"/>
                </a:cxn>
                <a:cxn ang="0">
                  <a:pos x="29" y="18"/>
                </a:cxn>
                <a:cxn ang="0">
                  <a:pos x="29" y="18"/>
                </a:cxn>
                <a:cxn ang="0">
                  <a:pos x="29" y="18"/>
                </a:cxn>
              </a:cxnLst>
              <a:rect l="txL" t="txT" r="txR" b="txB"/>
              <a:pathLst>
                <a:path w="29" h="18">
                  <a:moveTo>
                    <a:pt x="29" y="18"/>
                  </a:moveTo>
                  <a:lnTo>
                    <a:pt x="0" y="0"/>
                  </a:lnTo>
                  <a:lnTo>
                    <a:pt x="29" y="18"/>
                  </a:lnTo>
                  <a:close/>
                  <a:moveTo>
                    <a:pt x="29" y="18"/>
                  </a:moveTo>
                  <a:lnTo>
                    <a:pt x="29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96" name="Freeform 219"/>
            <p:cNvSpPr/>
            <p:nvPr/>
          </p:nvSpPr>
          <p:spPr>
            <a:xfrm>
              <a:off x="3621" y="1765"/>
              <a:ext cx="204" cy="36"/>
            </a:xfrm>
            <a:custGeom>
              <a:avLst/>
              <a:gdLst>
                <a:gd name="txL" fmla="*/ 0 w 204"/>
                <a:gd name="txT" fmla="*/ 0 h 36"/>
                <a:gd name="txR" fmla="*/ 204 w 204"/>
                <a:gd name="txB" fmla="*/ 36 h 36"/>
              </a:gdLst>
              <a:ahLst/>
              <a:cxnLst>
                <a:cxn ang="0">
                  <a:pos x="0" y="36"/>
                </a:cxn>
                <a:cxn ang="0">
                  <a:pos x="0" y="0"/>
                </a:cxn>
                <a:cxn ang="0">
                  <a:pos x="204" y="0"/>
                </a:cxn>
                <a:cxn ang="0">
                  <a:pos x="204" y="36"/>
                </a:cxn>
                <a:cxn ang="0">
                  <a:pos x="0" y="36"/>
                </a:cxn>
                <a:cxn ang="0">
                  <a:pos x="0" y="36"/>
                </a:cxn>
              </a:cxnLst>
              <a:rect l="txL" t="txT" r="txR" b="txB"/>
              <a:pathLst>
                <a:path w="204" h="36">
                  <a:moveTo>
                    <a:pt x="0" y="36"/>
                  </a:moveTo>
                  <a:lnTo>
                    <a:pt x="0" y="0"/>
                  </a:lnTo>
                  <a:lnTo>
                    <a:pt x="204" y="0"/>
                  </a:lnTo>
                  <a:lnTo>
                    <a:pt x="204" y="36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97" name="Freeform 220"/>
            <p:cNvSpPr/>
            <p:nvPr/>
          </p:nvSpPr>
          <p:spPr>
            <a:xfrm>
              <a:off x="3819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98" name="Freeform 221"/>
            <p:cNvSpPr>
              <a:spLocks noEditPoints="1"/>
            </p:cNvSpPr>
            <p:nvPr/>
          </p:nvSpPr>
          <p:spPr>
            <a:xfrm>
              <a:off x="3807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99" name="Freeform 222"/>
            <p:cNvSpPr>
              <a:spLocks noEditPoints="1"/>
            </p:cNvSpPr>
            <p:nvPr/>
          </p:nvSpPr>
          <p:spPr>
            <a:xfrm>
              <a:off x="3789" y="1742"/>
              <a:ext cx="18" cy="41"/>
            </a:xfrm>
            <a:custGeom>
              <a:avLst/>
              <a:gdLst>
                <a:gd name="txL" fmla="*/ 0 w 18"/>
                <a:gd name="txT" fmla="*/ 0 h 41"/>
                <a:gd name="txR" fmla="*/ 18 w 18"/>
                <a:gd name="txB" fmla="*/ 41 h 41"/>
              </a:gdLst>
              <a:ahLst/>
              <a:cxnLst>
                <a:cxn ang="0">
                  <a:pos x="18" y="41"/>
                </a:cxn>
                <a:cxn ang="0">
                  <a:pos x="0" y="0"/>
                </a:cxn>
                <a:cxn ang="0">
                  <a:pos x="18" y="41"/>
                </a:cxn>
                <a:cxn ang="0">
                  <a:pos x="18" y="41"/>
                </a:cxn>
                <a:cxn ang="0">
                  <a:pos x="18" y="41"/>
                </a:cxn>
                <a:cxn ang="0">
                  <a:pos x="18" y="41"/>
                </a:cxn>
                <a:cxn ang="0">
                  <a:pos x="18" y="41"/>
                </a:cxn>
              </a:cxnLst>
              <a:rect l="txL" t="txT" r="txR" b="txB"/>
              <a:pathLst>
                <a:path w="18" h="41">
                  <a:moveTo>
                    <a:pt x="18" y="41"/>
                  </a:moveTo>
                  <a:lnTo>
                    <a:pt x="0" y="0"/>
                  </a:lnTo>
                  <a:lnTo>
                    <a:pt x="18" y="41"/>
                  </a:lnTo>
                  <a:close/>
                  <a:moveTo>
                    <a:pt x="18" y="41"/>
                  </a:moveTo>
                  <a:lnTo>
                    <a:pt x="18" y="41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00" name="Freeform 223"/>
            <p:cNvSpPr>
              <a:spLocks noEditPoints="1"/>
            </p:cNvSpPr>
            <p:nvPr/>
          </p:nvSpPr>
          <p:spPr>
            <a:xfrm>
              <a:off x="3777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0"/>
                </a:cxn>
                <a:cxn ang="0">
                  <a:pos x="0" y="41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1">
                  <a:moveTo>
                    <a:pt x="12" y="0"/>
                  </a:moveTo>
                  <a:lnTo>
                    <a:pt x="0" y="41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01" name="Freeform 224"/>
            <p:cNvSpPr>
              <a:spLocks noEditPoints="1"/>
            </p:cNvSpPr>
            <p:nvPr/>
          </p:nvSpPr>
          <p:spPr>
            <a:xfrm>
              <a:off x="3777" y="1783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02" name="Freeform 225"/>
            <p:cNvSpPr>
              <a:spLocks noEditPoints="1"/>
            </p:cNvSpPr>
            <p:nvPr/>
          </p:nvSpPr>
          <p:spPr>
            <a:xfrm>
              <a:off x="3765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03" name="Freeform 226"/>
            <p:cNvSpPr>
              <a:spLocks noEditPoints="1"/>
            </p:cNvSpPr>
            <p:nvPr/>
          </p:nvSpPr>
          <p:spPr>
            <a:xfrm>
              <a:off x="3753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04" name="Freeform 227"/>
            <p:cNvSpPr>
              <a:spLocks noEditPoints="1"/>
            </p:cNvSpPr>
            <p:nvPr/>
          </p:nvSpPr>
          <p:spPr>
            <a:xfrm>
              <a:off x="3735" y="1742"/>
              <a:ext cx="18" cy="41"/>
            </a:xfrm>
            <a:custGeom>
              <a:avLst/>
              <a:gdLst>
                <a:gd name="txL" fmla="*/ 0 w 18"/>
                <a:gd name="txT" fmla="*/ 0 h 41"/>
                <a:gd name="txR" fmla="*/ 18 w 18"/>
                <a:gd name="txB" fmla="*/ 41 h 41"/>
              </a:gdLst>
              <a:ahLst/>
              <a:cxnLst>
                <a:cxn ang="0">
                  <a:pos x="18" y="41"/>
                </a:cxn>
                <a:cxn ang="0">
                  <a:pos x="0" y="0"/>
                </a:cxn>
                <a:cxn ang="0">
                  <a:pos x="18" y="41"/>
                </a:cxn>
                <a:cxn ang="0">
                  <a:pos x="18" y="41"/>
                </a:cxn>
                <a:cxn ang="0">
                  <a:pos x="18" y="41"/>
                </a:cxn>
                <a:cxn ang="0">
                  <a:pos x="18" y="41"/>
                </a:cxn>
                <a:cxn ang="0">
                  <a:pos x="18" y="41"/>
                </a:cxn>
              </a:cxnLst>
              <a:rect l="txL" t="txT" r="txR" b="txB"/>
              <a:pathLst>
                <a:path w="18" h="41">
                  <a:moveTo>
                    <a:pt x="18" y="41"/>
                  </a:moveTo>
                  <a:lnTo>
                    <a:pt x="0" y="0"/>
                  </a:lnTo>
                  <a:lnTo>
                    <a:pt x="18" y="41"/>
                  </a:lnTo>
                  <a:close/>
                  <a:moveTo>
                    <a:pt x="18" y="41"/>
                  </a:moveTo>
                  <a:lnTo>
                    <a:pt x="18" y="41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05" name="Freeform 228"/>
            <p:cNvSpPr>
              <a:spLocks noEditPoints="1"/>
            </p:cNvSpPr>
            <p:nvPr/>
          </p:nvSpPr>
          <p:spPr>
            <a:xfrm>
              <a:off x="3723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0"/>
                </a:cxn>
                <a:cxn ang="0">
                  <a:pos x="0" y="41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1">
                  <a:moveTo>
                    <a:pt x="12" y="0"/>
                  </a:moveTo>
                  <a:lnTo>
                    <a:pt x="0" y="41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06" name="Freeform 229"/>
            <p:cNvSpPr>
              <a:spLocks noEditPoints="1"/>
            </p:cNvSpPr>
            <p:nvPr/>
          </p:nvSpPr>
          <p:spPr>
            <a:xfrm>
              <a:off x="3711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07" name="Freeform 230"/>
            <p:cNvSpPr>
              <a:spLocks noEditPoints="1"/>
            </p:cNvSpPr>
            <p:nvPr/>
          </p:nvSpPr>
          <p:spPr>
            <a:xfrm>
              <a:off x="3699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08" name="Freeform 231"/>
            <p:cNvSpPr>
              <a:spLocks noEditPoints="1"/>
            </p:cNvSpPr>
            <p:nvPr/>
          </p:nvSpPr>
          <p:spPr>
            <a:xfrm>
              <a:off x="3687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41"/>
                </a:cxn>
                <a:cxn ang="0">
                  <a:pos x="0" y="0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</a:cxnLst>
              <a:rect l="txL" t="txT" r="txR" b="txB"/>
              <a:pathLst>
                <a:path w="12" h="41">
                  <a:moveTo>
                    <a:pt x="12" y="41"/>
                  </a:moveTo>
                  <a:lnTo>
                    <a:pt x="0" y="0"/>
                  </a:lnTo>
                  <a:lnTo>
                    <a:pt x="12" y="41"/>
                  </a:lnTo>
                  <a:close/>
                  <a:moveTo>
                    <a:pt x="12" y="41"/>
                  </a:moveTo>
                  <a:lnTo>
                    <a:pt x="12" y="41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09" name="Freeform 232"/>
            <p:cNvSpPr>
              <a:spLocks noEditPoints="1"/>
            </p:cNvSpPr>
            <p:nvPr/>
          </p:nvSpPr>
          <p:spPr>
            <a:xfrm>
              <a:off x="3669" y="1742"/>
              <a:ext cx="18" cy="41"/>
            </a:xfrm>
            <a:custGeom>
              <a:avLst/>
              <a:gdLst>
                <a:gd name="txL" fmla="*/ 0 w 18"/>
                <a:gd name="txT" fmla="*/ 0 h 41"/>
                <a:gd name="txR" fmla="*/ 18 w 18"/>
                <a:gd name="txB" fmla="*/ 41 h 41"/>
              </a:gdLst>
              <a:ahLst/>
              <a:cxnLst>
                <a:cxn ang="0">
                  <a:pos x="18" y="0"/>
                </a:cxn>
                <a:cxn ang="0">
                  <a:pos x="0" y="41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</a:cxnLst>
              <a:rect l="txL" t="txT" r="txR" b="txB"/>
              <a:pathLst>
                <a:path w="18" h="41">
                  <a:moveTo>
                    <a:pt x="18" y="0"/>
                  </a:moveTo>
                  <a:lnTo>
                    <a:pt x="0" y="41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10" name="Freeform 233"/>
            <p:cNvSpPr>
              <a:spLocks noEditPoints="1"/>
            </p:cNvSpPr>
            <p:nvPr/>
          </p:nvSpPr>
          <p:spPr>
            <a:xfrm>
              <a:off x="3657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11" name="Freeform 234"/>
            <p:cNvSpPr>
              <a:spLocks noEditPoints="1"/>
            </p:cNvSpPr>
            <p:nvPr/>
          </p:nvSpPr>
          <p:spPr>
            <a:xfrm>
              <a:off x="3645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12" name="Freeform 235"/>
            <p:cNvSpPr>
              <a:spLocks noEditPoints="1"/>
            </p:cNvSpPr>
            <p:nvPr/>
          </p:nvSpPr>
          <p:spPr>
            <a:xfrm>
              <a:off x="3633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41"/>
                </a:cxn>
                <a:cxn ang="0">
                  <a:pos x="0" y="0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</a:cxnLst>
              <a:rect l="txL" t="txT" r="txR" b="txB"/>
              <a:pathLst>
                <a:path w="12" h="41">
                  <a:moveTo>
                    <a:pt x="12" y="41"/>
                  </a:moveTo>
                  <a:lnTo>
                    <a:pt x="0" y="0"/>
                  </a:lnTo>
                  <a:lnTo>
                    <a:pt x="12" y="41"/>
                  </a:lnTo>
                  <a:close/>
                  <a:moveTo>
                    <a:pt x="12" y="41"/>
                  </a:moveTo>
                  <a:lnTo>
                    <a:pt x="12" y="41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13" name="Freeform 236"/>
            <p:cNvSpPr>
              <a:spLocks noEditPoints="1"/>
            </p:cNvSpPr>
            <p:nvPr/>
          </p:nvSpPr>
          <p:spPr>
            <a:xfrm>
              <a:off x="3615" y="1742"/>
              <a:ext cx="18" cy="41"/>
            </a:xfrm>
            <a:custGeom>
              <a:avLst/>
              <a:gdLst>
                <a:gd name="txL" fmla="*/ 0 w 18"/>
                <a:gd name="txT" fmla="*/ 0 h 41"/>
                <a:gd name="txR" fmla="*/ 18 w 18"/>
                <a:gd name="txB" fmla="*/ 41 h 41"/>
              </a:gdLst>
              <a:ahLst/>
              <a:cxnLst>
                <a:cxn ang="0">
                  <a:pos x="18" y="0"/>
                </a:cxn>
                <a:cxn ang="0">
                  <a:pos x="0" y="41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</a:cxnLst>
              <a:rect l="txL" t="txT" r="txR" b="txB"/>
              <a:pathLst>
                <a:path w="18" h="41">
                  <a:moveTo>
                    <a:pt x="18" y="0"/>
                  </a:moveTo>
                  <a:lnTo>
                    <a:pt x="0" y="41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14" name="Freeform 237"/>
            <p:cNvSpPr/>
            <p:nvPr/>
          </p:nvSpPr>
          <p:spPr>
            <a:xfrm>
              <a:off x="4489" y="1765"/>
              <a:ext cx="203" cy="36"/>
            </a:xfrm>
            <a:custGeom>
              <a:avLst/>
              <a:gdLst>
                <a:gd name="txL" fmla="*/ 0 w 203"/>
                <a:gd name="txT" fmla="*/ 0 h 36"/>
                <a:gd name="txR" fmla="*/ 203 w 203"/>
                <a:gd name="txB" fmla="*/ 36 h 36"/>
              </a:gdLst>
              <a:ahLst/>
              <a:cxnLst>
                <a:cxn ang="0">
                  <a:pos x="0" y="36"/>
                </a:cxn>
                <a:cxn ang="0">
                  <a:pos x="0" y="0"/>
                </a:cxn>
                <a:cxn ang="0">
                  <a:pos x="203" y="0"/>
                </a:cxn>
                <a:cxn ang="0">
                  <a:pos x="203" y="36"/>
                </a:cxn>
                <a:cxn ang="0">
                  <a:pos x="0" y="36"/>
                </a:cxn>
                <a:cxn ang="0">
                  <a:pos x="0" y="36"/>
                </a:cxn>
              </a:cxnLst>
              <a:rect l="txL" t="txT" r="txR" b="txB"/>
              <a:pathLst>
                <a:path w="203" h="36">
                  <a:moveTo>
                    <a:pt x="0" y="36"/>
                  </a:moveTo>
                  <a:lnTo>
                    <a:pt x="0" y="0"/>
                  </a:lnTo>
                  <a:lnTo>
                    <a:pt x="203" y="0"/>
                  </a:lnTo>
                  <a:lnTo>
                    <a:pt x="203" y="36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15" name="Freeform 238"/>
            <p:cNvSpPr/>
            <p:nvPr/>
          </p:nvSpPr>
          <p:spPr>
            <a:xfrm>
              <a:off x="4680" y="1783"/>
              <a:ext cx="18" cy="42"/>
            </a:xfrm>
            <a:custGeom>
              <a:avLst/>
              <a:gdLst>
                <a:gd name="txL" fmla="*/ 0 w 18"/>
                <a:gd name="txT" fmla="*/ 0 h 42"/>
                <a:gd name="txR" fmla="*/ 18 w 18"/>
                <a:gd name="txB" fmla="*/ 42 h 42"/>
              </a:gdLst>
              <a:ahLst/>
              <a:cxnLst>
                <a:cxn ang="0">
                  <a:pos x="18" y="0"/>
                </a:cxn>
                <a:cxn ang="0">
                  <a:pos x="0" y="42"/>
                </a:cxn>
                <a:cxn ang="0">
                  <a:pos x="18" y="0"/>
                </a:cxn>
                <a:cxn ang="0">
                  <a:pos x="18" y="0"/>
                </a:cxn>
              </a:cxnLst>
              <a:rect l="txL" t="txT" r="txR" b="txB"/>
              <a:pathLst>
                <a:path w="18" h="42">
                  <a:moveTo>
                    <a:pt x="18" y="0"/>
                  </a:moveTo>
                  <a:lnTo>
                    <a:pt x="0" y="42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16" name="Freeform 239"/>
            <p:cNvSpPr>
              <a:spLocks noEditPoints="1"/>
            </p:cNvSpPr>
            <p:nvPr/>
          </p:nvSpPr>
          <p:spPr>
            <a:xfrm>
              <a:off x="4668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17" name="Freeform 240"/>
            <p:cNvSpPr>
              <a:spLocks noEditPoints="1"/>
            </p:cNvSpPr>
            <p:nvPr/>
          </p:nvSpPr>
          <p:spPr>
            <a:xfrm>
              <a:off x="4656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41"/>
                </a:cxn>
                <a:cxn ang="0">
                  <a:pos x="0" y="0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</a:cxnLst>
              <a:rect l="txL" t="txT" r="txR" b="txB"/>
              <a:pathLst>
                <a:path w="12" h="41">
                  <a:moveTo>
                    <a:pt x="12" y="41"/>
                  </a:moveTo>
                  <a:lnTo>
                    <a:pt x="0" y="0"/>
                  </a:lnTo>
                  <a:lnTo>
                    <a:pt x="12" y="41"/>
                  </a:lnTo>
                  <a:close/>
                  <a:moveTo>
                    <a:pt x="12" y="41"/>
                  </a:moveTo>
                  <a:lnTo>
                    <a:pt x="12" y="4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18" name="Freeform 241"/>
            <p:cNvSpPr>
              <a:spLocks noEditPoints="1"/>
            </p:cNvSpPr>
            <p:nvPr/>
          </p:nvSpPr>
          <p:spPr>
            <a:xfrm>
              <a:off x="4644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0"/>
                </a:cxn>
                <a:cxn ang="0">
                  <a:pos x="0" y="41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1">
                  <a:moveTo>
                    <a:pt x="12" y="0"/>
                  </a:moveTo>
                  <a:lnTo>
                    <a:pt x="0" y="41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19" name="Freeform 242"/>
            <p:cNvSpPr>
              <a:spLocks noEditPoints="1"/>
            </p:cNvSpPr>
            <p:nvPr/>
          </p:nvSpPr>
          <p:spPr>
            <a:xfrm>
              <a:off x="4644" y="1783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20" name="Freeform 243"/>
            <p:cNvSpPr>
              <a:spLocks noEditPoints="1"/>
            </p:cNvSpPr>
            <p:nvPr/>
          </p:nvSpPr>
          <p:spPr>
            <a:xfrm>
              <a:off x="4632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21" name="Freeform 244"/>
            <p:cNvSpPr>
              <a:spLocks noEditPoints="1"/>
            </p:cNvSpPr>
            <p:nvPr/>
          </p:nvSpPr>
          <p:spPr>
            <a:xfrm>
              <a:off x="4614" y="1783"/>
              <a:ext cx="18" cy="42"/>
            </a:xfrm>
            <a:custGeom>
              <a:avLst/>
              <a:gdLst>
                <a:gd name="txL" fmla="*/ 0 w 18"/>
                <a:gd name="txT" fmla="*/ 0 h 42"/>
                <a:gd name="txR" fmla="*/ 18 w 18"/>
                <a:gd name="txB" fmla="*/ 42 h 42"/>
              </a:gdLst>
              <a:ahLst/>
              <a:cxnLst>
                <a:cxn ang="0">
                  <a:pos x="18" y="42"/>
                </a:cxn>
                <a:cxn ang="0">
                  <a:pos x="0" y="0"/>
                </a:cxn>
                <a:cxn ang="0">
                  <a:pos x="18" y="42"/>
                </a:cxn>
                <a:cxn ang="0">
                  <a:pos x="18" y="42"/>
                </a:cxn>
                <a:cxn ang="0">
                  <a:pos x="18" y="42"/>
                </a:cxn>
                <a:cxn ang="0">
                  <a:pos x="18" y="42"/>
                </a:cxn>
                <a:cxn ang="0">
                  <a:pos x="18" y="42"/>
                </a:cxn>
              </a:cxnLst>
              <a:rect l="txL" t="txT" r="txR" b="txB"/>
              <a:pathLst>
                <a:path w="18" h="42">
                  <a:moveTo>
                    <a:pt x="18" y="42"/>
                  </a:moveTo>
                  <a:lnTo>
                    <a:pt x="0" y="0"/>
                  </a:lnTo>
                  <a:lnTo>
                    <a:pt x="18" y="42"/>
                  </a:lnTo>
                  <a:close/>
                  <a:moveTo>
                    <a:pt x="18" y="42"/>
                  </a:moveTo>
                  <a:lnTo>
                    <a:pt x="18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22" name="Freeform 245"/>
            <p:cNvSpPr>
              <a:spLocks noEditPoints="1"/>
            </p:cNvSpPr>
            <p:nvPr/>
          </p:nvSpPr>
          <p:spPr>
            <a:xfrm>
              <a:off x="4602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41"/>
                </a:cxn>
                <a:cxn ang="0">
                  <a:pos x="0" y="0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</a:cxnLst>
              <a:rect l="txL" t="txT" r="txR" b="txB"/>
              <a:pathLst>
                <a:path w="12" h="41">
                  <a:moveTo>
                    <a:pt x="12" y="41"/>
                  </a:moveTo>
                  <a:lnTo>
                    <a:pt x="0" y="0"/>
                  </a:lnTo>
                  <a:lnTo>
                    <a:pt x="12" y="41"/>
                  </a:lnTo>
                  <a:close/>
                  <a:moveTo>
                    <a:pt x="12" y="41"/>
                  </a:moveTo>
                  <a:lnTo>
                    <a:pt x="12" y="4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23" name="Freeform 246"/>
            <p:cNvSpPr>
              <a:spLocks noEditPoints="1"/>
            </p:cNvSpPr>
            <p:nvPr/>
          </p:nvSpPr>
          <p:spPr>
            <a:xfrm>
              <a:off x="4590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0"/>
                </a:cxn>
                <a:cxn ang="0">
                  <a:pos x="0" y="41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1">
                  <a:moveTo>
                    <a:pt x="12" y="0"/>
                  </a:moveTo>
                  <a:lnTo>
                    <a:pt x="0" y="41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24" name="Freeform 247"/>
            <p:cNvSpPr>
              <a:spLocks noEditPoints="1"/>
            </p:cNvSpPr>
            <p:nvPr/>
          </p:nvSpPr>
          <p:spPr>
            <a:xfrm>
              <a:off x="4578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25" name="Freeform 248"/>
            <p:cNvSpPr>
              <a:spLocks noEditPoints="1"/>
            </p:cNvSpPr>
            <p:nvPr/>
          </p:nvSpPr>
          <p:spPr>
            <a:xfrm>
              <a:off x="4560" y="1783"/>
              <a:ext cx="18" cy="42"/>
            </a:xfrm>
            <a:custGeom>
              <a:avLst/>
              <a:gdLst>
                <a:gd name="txL" fmla="*/ 0 w 18"/>
                <a:gd name="txT" fmla="*/ 0 h 42"/>
                <a:gd name="txR" fmla="*/ 18 w 18"/>
                <a:gd name="txB" fmla="*/ 42 h 42"/>
              </a:gdLst>
              <a:ahLst/>
              <a:cxnLst>
                <a:cxn ang="0">
                  <a:pos x="18" y="42"/>
                </a:cxn>
                <a:cxn ang="0">
                  <a:pos x="0" y="0"/>
                </a:cxn>
                <a:cxn ang="0">
                  <a:pos x="18" y="42"/>
                </a:cxn>
                <a:cxn ang="0">
                  <a:pos x="18" y="42"/>
                </a:cxn>
                <a:cxn ang="0">
                  <a:pos x="18" y="42"/>
                </a:cxn>
                <a:cxn ang="0">
                  <a:pos x="18" y="42"/>
                </a:cxn>
                <a:cxn ang="0">
                  <a:pos x="18" y="42"/>
                </a:cxn>
              </a:cxnLst>
              <a:rect l="txL" t="txT" r="txR" b="txB"/>
              <a:pathLst>
                <a:path w="18" h="42">
                  <a:moveTo>
                    <a:pt x="18" y="42"/>
                  </a:moveTo>
                  <a:lnTo>
                    <a:pt x="0" y="0"/>
                  </a:lnTo>
                  <a:lnTo>
                    <a:pt x="18" y="42"/>
                  </a:lnTo>
                  <a:close/>
                  <a:moveTo>
                    <a:pt x="18" y="42"/>
                  </a:moveTo>
                  <a:lnTo>
                    <a:pt x="18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26" name="Freeform 249"/>
            <p:cNvSpPr>
              <a:spLocks noEditPoints="1"/>
            </p:cNvSpPr>
            <p:nvPr/>
          </p:nvSpPr>
          <p:spPr>
            <a:xfrm>
              <a:off x="4548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41"/>
                </a:cxn>
                <a:cxn ang="0">
                  <a:pos x="0" y="0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</a:cxnLst>
              <a:rect l="txL" t="txT" r="txR" b="txB"/>
              <a:pathLst>
                <a:path w="12" h="41">
                  <a:moveTo>
                    <a:pt x="12" y="41"/>
                  </a:moveTo>
                  <a:lnTo>
                    <a:pt x="0" y="0"/>
                  </a:lnTo>
                  <a:lnTo>
                    <a:pt x="12" y="41"/>
                  </a:lnTo>
                  <a:close/>
                  <a:moveTo>
                    <a:pt x="12" y="41"/>
                  </a:moveTo>
                  <a:lnTo>
                    <a:pt x="12" y="4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27" name="Freeform 250"/>
            <p:cNvSpPr>
              <a:spLocks noEditPoints="1"/>
            </p:cNvSpPr>
            <p:nvPr/>
          </p:nvSpPr>
          <p:spPr>
            <a:xfrm>
              <a:off x="4536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0"/>
                </a:cxn>
                <a:cxn ang="0">
                  <a:pos x="0" y="41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1">
                  <a:moveTo>
                    <a:pt x="12" y="0"/>
                  </a:moveTo>
                  <a:lnTo>
                    <a:pt x="0" y="41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28" name="Freeform 251"/>
            <p:cNvSpPr>
              <a:spLocks noEditPoints="1"/>
            </p:cNvSpPr>
            <p:nvPr/>
          </p:nvSpPr>
          <p:spPr>
            <a:xfrm>
              <a:off x="4524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29" name="Freeform 252"/>
            <p:cNvSpPr>
              <a:spLocks noEditPoints="1"/>
            </p:cNvSpPr>
            <p:nvPr/>
          </p:nvSpPr>
          <p:spPr>
            <a:xfrm>
              <a:off x="4512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30" name="Freeform 253"/>
            <p:cNvSpPr>
              <a:spLocks noEditPoints="1"/>
            </p:cNvSpPr>
            <p:nvPr/>
          </p:nvSpPr>
          <p:spPr>
            <a:xfrm>
              <a:off x="4495" y="1742"/>
              <a:ext cx="17" cy="41"/>
            </a:xfrm>
            <a:custGeom>
              <a:avLst/>
              <a:gdLst>
                <a:gd name="txL" fmla="*/ 0 w 17"/>
                <a:gd name="txT" fmla="*/ 0 h 41"/>
                <a:gd name="txR" fmla="*/ 17 w 17"/>
                <a:gd name="txB" fmla="*/ 41 h 41"/>
              </a:gdLst>
              <a:ahLst/>
              <a:cxnLst>
                <a:cxn ang="0">
                  <a:pos x="17" y="41"/>
                </a:cxn>
                <a:cxn ang="0">
                  <a:pos x="0" y="0"/>
                </a:cxn>
                <a:cxn ang="0">
                  <a:pos x="17" y="41"/>
                </a:cxn>
                <a:cxn ang="0">
                  <a:pos x="17" y="41"/>
                </a:cxn>
                <a:cxn ang="0">
                  <a:pos x="17" y="41"/>
                </a:cxn>
                <a:cxn ang="0">
                  <a:pos x="17" y="41"/>
                </a:cxn>
                <a:cxn ang="0">
                  <a:pos x="17" y="41"/>
                </a:cxn>
              </a:cxnLst>
              <a:rect l="txL" t="txT" r="txR" b="txB"/>
              <a:pathLst>
                <a:path w="17" h="41">
                  <a:moveTo>
                    <a:pt x="17" y="41"/>
                  </a:moveTo>
                  <a:lnTo>
                    <a:pt x="0" y="0"/>
                  </a:lnTo>
                  <a:lnTo>
                    <a:pt x="17" y="41"/>
                  </a:lnTo>
                  <a:close/>
                  <a:moveTo>
                    <a:pt x="17" y="41"/>
                  </a:moveTo>
                  <a:lnTo>
                    <a:pt x="17" y="4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31" name="Freeform 254"/>
            <p:cNvSpPr>
              <a:spLocks noEditPoints="1"/>
            </p:cNvSpPr>
            <p:nvPr/>
          </p:nvSpPr>
          <p:spPr>
            <a:xfrm>
              <a:off x="4483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0"/>
                </a:cxn>
                <a:cxn ang="0">
                  <a:pos x="0" y="41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1">
                  <a:moveTo>
                    <a:pt x="12" y="0"/>
                  </a:moveTo>
                  <a:lnTo>
                    <a:pt x="0" y="41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32" name="Freeform 255"/>
            <p:cNvSpPr/>
            <p:nvPr/>
          </p:nvSpPr>
          <p:spPr>
            <a:xfrm>
              <a:off x="4052" y="1276"/>
              <a:ext cx="203" cy="30"/>
            </a:xfrm>
            <a:custGeom>
              <a:avLst/>
              <a:gdLst>
                <a:gd name="txL" fmla="*/ 0 w 203"/>
                <a:gd name="txT" fmla="*/ 0 h 30"/>
                <a:gd name="txR" fmla="*/ 203 w 203"/>
                <a:gd name="txB" fmla="*/ 30 h 30"/>
              </a:gdLst>
              <a:ahLst/>
              <a:cxnLst>
                <a:cxn ang="0">
                  <a:pos x="0" y="30"/>
                </a:cxn>
                <a:cxn ang="0">
                  <a:pos x="0" y="0"/>
                </a:cxn>
                <a:cxn ang="0">
                  <a:pos x="203" y="0"/>
                </a:cxn>
                <a:cxn ang="0">
                  <a:pos x="203" y="30"/>
                </a:cxn>
                <a:cxn ang="0">
                  <a:pos x="0" y="30"/>
                </a:cxn>
                <a:cxn ang="0">
                  <a:pos x="0" y="30"/>
                </a:cxn>
              </a:cxnLst>
              <a:rect l="txL" t="txT" r="txR" b="txB"/>
              <a:pathLst>
                <a:path w="203" h="30">
                  <a:moveTo>
                    <a:pt x="0" y="30"/>
                  </a:moveTo>
                  <a:lnTo>
                    <a:pt x="0" y="0"/>
                  </a:lnTo>
                  <a:lnTo>
                    <a:pt x="203" y="0"/>
                  </a:lnTo>
                  <a:lnTo>
                    <a:pt x="203" y="30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33" name="Freeform 256"/>
            <p:cNvSpPr/>
            <p:nvPr/>
          </p:nvSpPr>
          <p:spPr>
            <a:xfrm>
              <a:off x="4249" y="1288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34" name="Freeform 257"/>
            <p:cNvSpPr>
              <a:spLocks noEditPoints="1"/>
            </p:cNvSpPr>
            <p:nvPr/>
          </p:nvSpPr>
          <p:spPr>
            <a:xfrm>
              <a:off x="4237" y="1288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35" name="Freeform 258"/>
            <p:cNvSpPr>
              <a:spLocks noEditPoints="1"/>
            </p:cNvSpPr>
            <p:nvPr/>
          </p:nvSpPr>
          <p:spPr>
            <a:xfrm>
              <a:off x="4219" y="1252"/>
              <a:ext cx="18" cy="36"/>
            </a:xfrm>
            <a:custGeom>
              <a:avLst/>
              <a:gdLst>
                <a:gd name="txL" fmla="*/ 0 w 18"/>
                <a:gd name="txT" fmla="*/ 0 h 36"/>
                <a:gd name="txR" fmla="*/ 18 w 18"/>
                <a:gd name="txB" fmla="*/ 36 h 36"/>
              </a:gdLst>
              <a:ahLst/>
              <a:cxnLst>
                <a:cxn ang="0">
                  <a:pos x="18" y="36"/>
                </a:cxn>
                <a:cxn ang="0">
                  <a:pos x="0" y="0"/>
                </a:cxn>
                <a:cxn ang="0">
                  <a:pos x="18" y="36"/>
                </a:cxn>
                <a:cxn ang="0">
                  <a:pos x="18" y="36"/>
                </a:cxn>
                <a:cxn ang="0">
                  <a:pos x="18" y="36"/>
                </a:cxn>
                <a:cxn ang="0">
                  <a:pos x="18" y="36"/>
                </a:cxn>
                <a:cxn ang="0">
                  <a:pos x="18" y="36"/>
                </a:cxn>
              </a:cxnLst>
              <a:rect l="txL" t="txT" r="txR" b="txB"/>
              <a:pathLst>
                <a:path w="18" h="36">
                  <a:moveTo>
                    <a:pt x="18" y="36"/>
                  </a:moveTo>
                  <a:lnTo>
                    <a:pt x="0" y="0"/>
                  </a:lnTo>
                  <a:lnTo>
                    <a:pt x="18" y="36"/>
                  </a:lnTo>
                  <a:close/>
                  <a:moveTo>
                    <a:pt x="18" y="36"/>
                  </a:moveTo>
                  <a:lnTo>
                    <a:pt x="18" y="36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36" name="Freeform 259"/>
            <p:cNvSpPr>
              <a:spLocks noEditPoints="1"/>
            </p:cNvSpPr>
            <p:nvPr/>
          </p:nvSpPr>
          <p:spPr>
            <a:xfrm>
              <a:off x="4207" y="1252"/>
              <a:ext cx="12" cy="36"/>
            </a:xfrm>
            <a:custGeom>
              <a:avLst/>
              <a:gdLst>
                <a:gd name="txL" fmla="*/ 0 w 12"/>
                <a:gd name="txT" fmla="*/ 0 h 36"/>
                <a:gd name="txR" fmla="*/ 12 w 12"/>
                <a:gd name="txB" fmla="*/ 36 h 36"/>
              </a:gdLst>
              <a:ahLst/>
              <a:cxnLst>
                <a:cxn ang="0">
                  <a:pos x="12" y="0"/>
                </a:cxn>
                <a:cxn ang="0">
                  <a:pos x="0" y="36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36">
                  <a:moveTo>
                    <a:pt x="12" y="0"/>
                  </a:moveTo>
                  <a:lnTo>
                    <a:pt x="0" y="36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37" name="Freeform 260"/>
            <p:cNvSpPr>
              <a:spLocks noEditPoints="1"/>
            </p:cNvSpPr>
            <p:nvPr/>
          </p:nvSpPr>
          <p:spPr>
            <a:xfrm>
              <a:off x="4207" y="1288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38" name="Freeform 261"/>
            <p:cNvSpPr>
              <a:spLocks noEditPoints="1"/>
            </p:cNvSpPr>
            <p:nvPr/>
          </p:nvSpPr>
          <p:spPr>
            <a:xfrm>
              <a:off x="4195" y="1288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39" name="Freeform 262"/>
            <p:cNvSpPr>
              <a:spLocks noEditPoints="1"/>
            </p:cNvSpPr>
            <p:nvPr/>
          </p:nvSpPr>
          <p:spPr>
            <a:xfrm>
              <a:off x="4183" y="1288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40" name="Freeform 263"/>
            <p:cNvSpPr>
              <a:spLocks noEditPoints="1"/>
            </p:cNvSpPr>
            <p:nvPr/>
          </p:nvSpPr>
          <p:spPr>
            <a:xfrm>
              <a:off x="4166" y="1252"/>
              <a:ext cx="17" cy="36"/>
            </a:xfrm>
            <a:custGeom>
              <a:avLst/>
              <a:gdLst>
                <a:gd name="txL" fmla="*/ 0 w 17"/>
                <a:gd name="txT" fmla="*/ 0 h 36"/>
                <a:gd name="txR" fmla="*/ 17 w 17"/>
                <a:gd name="txB" fmla="*/ 36 h 36"/>
              </a:gdLst>
              <a:ahLst/>
              <a:cxnLst>
                <a:cxn ang="0">
                  <a:pos x="17" y="36"/>
                </a:cxn>
                <a:cxn ang="0">
                  <a:pos x="0" y="0"/>
                </a:cxn>
                <a:cxn ang="0">
                  <a:pos x="17" y="36"/>
                </a:cxn>
                <a:cxn ang="0">
                  <a:pos x="17" y="36"/>
                </a:cxn>
                <a:cxn ang="0">
                  <a:pos x="17" y="36"/>
                </a:cxn>
                <a:cxn ang="0">
                  <a:pos x="17" y="36"/>
                </a:cxn>
                <a:cxn ang="0">
                  <a:pos x="17" y="36"/>
                </a:cxn>
              </a:cxnLst>
              <a:rect l="txL" t="txT" r="txR" b="txB"/>
              <a:pathLst>
                <a:path w="17" h="36">
                  <a:moveTo>
                    <a:pt x="17" y="36"/>
                  </a:moveTo>
                  <a:lnTo>
                    <a:pt x="0" y="0"/>
                  </a:lnTo>
                  <a:lnTo>
                    <a:pt x="17" y="36"/>
                  </a:lnTo>
                  <a:close/>
                  <a:moveTo>
                    <a:pt x="17" y="36"/>
                  </a:moveTo>
                  <a:lnTo>
                    <a:pt x="17" y="36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41" name="Freeform 264"/>
            <p:cNvSpPr>
              <a:spLocks noEditPoints="1"/>
            </p:cNvSpPr>
            <p:nvPr/>
          </p:nvSpPr>
          <p:spPr>
            <a:xfrm>
              <a:off x="4154" y="1252"/>
              <a:ext cx="12" cy="36"/>
            </a:xfrm>
            <a:custGeom>
              <a:avLst/>
              <a:gdLst>
                <a:gd name="txL" fmla="*/ 0 w 12"/>
                <a:gd name="txT" fmla="*/ 0 h 36"/>
                <a:gd name="txR" fmla="*/ 12 w 12"/>
                <a:gd name="txB" fmla="*/ 36 h 36"/>
              </a:gdLst>
              <a:ahLst/>
              <a:cxnLst>
                <a:cxn ang="0">
                  <a:pos x="12" y="0"/>
                </a:cxn>
                <a:cxn ang="0">
                  <a:pos x="0" y="36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36">
                  <a:moveTo>
                    <a:pt x="12" y="0"/>
                  </a:moveTo>
                  <a:lnTo>
                    <a:pt x="0" y="36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42" name="Freeform 265"/>
            <p:cNvSpPr>
              <a:spLocks noEditPoints="1"/>
            </p:cNvSpPr>
            <p:nvPr/>
          </p:nvSpPr>
          <p:spPr>
            <a:xfrm>
              <a:off x="4142" y="1288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43" name="Freeform 266"/>
            <p:cNvSpPr>
              <a:spLocks noEditPoints="1"/>
            </p:cNvSpPr>
            <p:nvPr/>
          </p:nvSpPr>
          <p:spPr>
            <a:xfrm>
              <a:off x="4130" y="1288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44" name="Freeform 267"/>
            <p:cNvSpPr>
              <a:spLocks noEditPoints="1"/>
            </p:cNvSpPr>
            <p:nvPr/>
          </p:nvSpPr>
          <p:spPr>
            <a:xfrm>
              <a:off x="4118" y="1252"/>
              <a:ext cx="12" cy="36"/>
            </a:xfrm>
            <a:custGeom>
              <a:avLst/>
              <a:gdLst>
                <a:gd name="txL" fmla="*/ 0 w 12"/>
                <a:gd name="txT" fmla="*/ 0 h 36"/>
                <a:gd name="txR" fmla="*/ 12 w 12"/>
                <a:gd name="txB" fmla="*/ 36 h 36"/>
              </a:gdLst>
              <a:ahLst/>
              <a:cxnLst>
                <a:cxn ang="0">
                  <a:pos x="12" y="36"/>
                </a:cxn>
                <a:cxn ang="0">
                  <a:pos x="0" y="0"/>
                </a:cxn>
                <a:cxn ang="0">
                  <a:pos x="12" y="36"/>
                </a:cxn>
                <a:cxn ang="0">
                  <a:pos x="12" y="36"/>
                </a:cxn>
                <a:cxn ang="0">
                  <a:pos x="12" y="36"/>
                </a:cxn>
                <a:cxn ang="0">
                  <a:pos x="12" y="36"/>
                </a:cxn>
                <a:cxn ang="0">
                  <a:pos x="12" y="36"/>
                </a:cxn>
              </a:cxnLst>
              <a:rect l="txL" t="txT" r="txR" b="txB"/>
              <a:pathLst>
                <a:path w="12" h="36">
                  <a:moveTo>
                    <a:pt x="12" y="36"/>
                  </a:moveTo>
                  <a:lnTo>
                    <a:pt x="0" y="0"/>
                  </a:lnTo>
                  <a:lnTo>
                    <a:pt x="12" y="36"/>
                  </a:lnTo>
                  <a:close/>
                  <a:moveTo>
                    <a:pt x="12" y="36"/>
                  </a:moveTo>
                  <a:lnTo>
                    <a:pt x="12" y="36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45" name="Freeform 268"/>
            <p:cNvSpPr>
              <a:spLocks noEditPoints="1"/>
            </p:cNvSpPr>
            <p:nvPr/>
          </p:nvSpPr>
          <p:spPr>
            <a:xfrm>
              <a:off x="4100" y="1252"/>
              <a:ext cx="18" cy="36"/>
            </a:xfrm>
            <a:custGeom>
              <a:avLst/>
              <a:gdLst>
                <a:gd name="txL" fmla="*/ 0 w 18"/>
                <a:gd name="txT" fmla="*/ 0 h 36"/>
                <a:gd name="txR" fmla="*/ 18 w 18"/>
                <a:gd name="txB" fmla="*/ 36 h 36"/>
              </a:gdLst>
              <a:ahLst/>
              <a:cxnLst>
                <a:cxn ang="0">
                  <a:pos x="18" y="0"/>
                </a:cxn>
                <a:cxn ang="0">
                  <a:pos x="0" y="36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</a:cxnLst>
              <a:rect l="txL" t="txT" r="txR" b="txB"/>
              <a:pathLst>
                <a:path w="18" h="36">
                  <a:moveTo>
                    <a:pt x="18" y="0"/>
                  </a:moveTo>
                  <a:lnTo>
                    <a:pt x="0" y="36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46" name="Freeform 269"/>
            <p:cNvSpPr>
              <a:spLocks noEditPoints="1"/>
            </p:cNvSpPr>
            <p:nvPr/>
          </p:nvSpPr>
          <p:spPr>
            <a:xfrm>
              <a:off x="4088" y="1288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47" name="Freeform 270"/>
            <p:cNvSpPr>
              <a:spLocks noEditPoints="1"/>
            </p:cNvSpPr>
            <p:nvPr/>
          </p:nvSpPr>
          <p:spPr>
            <a:xfrm>
              <a:off x="4076" y="1288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48" name="Freeform 271"/>
            <p:cNvSpPr>
              <a:spLocks noEditPoints="1"/>
            </p:cNvSpPr>
            <p:nvPr/>
          </p:nvSpPr>
          <p:spPr>
            <a:xfrm>
              <a:off x="4064" y="1252"/>
              <a:ext cx="12" cy="36"/>
            </a:xfrm>
            <a:custGeom>
              <a:avLst/>
              <a:gdLst>
                <a:gd name="txL" fmla="*/ 0 w 12"/>
                <a:gd name="txT" fmla="*/ 0 h 36"/>
                <a:gd name="txR" fmla="*/ 12 w 12"/>
                <a:gd name="txB" fmla="*/ 36 h 36"/>
              </a:gdLst>
              <a:ahLst/>
              <a:cxnLst>
                <a:cxn ang="0">
                  <a:pos x="12" y="36"/>
                </a:cxn>
                <a:cxn ang="0">
                  <a:pos x="0" y="0"/>
                </a:cxn>
                <a:cxn ang="0">
                  <a:pos x="12" y="36"/>
                </a:cxn>
                <a:cxn ang="0">
                  <a:pos x="12" y="36"/>
                </a:cxn>
                <a:cxn ang="0">
                  <a:pos x="12" y="36"/>
                </a:cxn>
                <a:cxn ang="0">
                  <a:pos x="12" y="36"/>
                </a:cxn>
                <a:cxn ang="0">
                  <a:pos x="12" y="36"/>
                </a:cxn>
              </a:cxnLst>
              <a:rect l="txL" t="txT" r="txR" b="txB"/>
              <a:pathLst>
                <a:path w="12" h="36">
                  <a:moveTo>
                    <a:pt x="12" y="36"/>
                  </a:moveTo>
                  <a:lnTo>
                    <a:pt x="0" y="0"/>
                  </a:lnTo>
                  <a:lnTo>
                    <a:pt x="12" y="36"/>
                  </a:lnTo>
                  <a:close/>
                  <a:moveTo>
                    <a:pt x="12" y="36"/>
                  </a:moveTo>
                  <a:lnTo>
                    <a:pt x="12" y="36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49" name="Freeform 272"/>
            <p:cNvSpPr>
              <a:spLocks noEditPoints="1"/>
            </p:cNvSpPr>
            <p:nvPr/>
          </p:nvSpPr>
          <p:spPr>
            <a:xfrm>
              <a:off x="4046" y="1252"/>
              <a:ext cx="18" cy="42"/>
            </a:xfrm>
            <a:custGeom>
              <a:avLst/>
              <a:gdLst>
                <a:gd name="txL" fmla="*/ 0 w 18"/>
                <a:gd name="txT" fmla="*/ 0 h 42"/>
                <a:gd name="txR" fmla="*/ 18 w 18"/>
                <a:gd name="txB" fmla="*/ 42 h 42"/>
              </a:gdLst>
              <a:ahLst/>
              <a:cxnLst>
                <a:cxn ang="0">
                  <a:pos x="18" y="0"/>
                </a:cxn>
                <a:cxn ang="0">
                  <a:pos x="0" y="42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</a:cxnLst>
              <a:rect l="txL" t="txT" r="txR" b="txB"/>
              <a:pathLst>
                <a:path w="18" h="42">
                  <a:moveTo>
                    <a:pt x="18" y="0"/>
                  </a:moveTo>
                  <a:lnTo>
                    <a:pt x="0" y="42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50" name="Freeform 273"/>
            <p:cNvSpPr/>
            <p:nvPr/>
          </p:nvSpPr>
          <p:spPr>
            <a:xfrm>
              <a:off x="4160" y="2745"/>
              <a:ext cx="1" cy="143"/>
            </a:xfrm>
            <a:custGeom>
              <a:avLst/>
              <a:gdLst>
                <a:gd name="txL" fmla="*/ 0 w 1"/>
                <a:gd name="txT" fmla="*/ 0 h 143"/>
                <a:gd name="txR" fmla="*/ 1 w 1"/>
                <a:gd name="txB" fmla="*/ 143 h 143"/>
              </a:gdLst>
              <a:ahLst/>
              <a:cxnLst>
                <a:cxn ang="0">
                  <a:pos x="0" y="0"/>
                </a:cxn>
                <a:cxn ang="0">
                  <a:pos x="0" y="143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43">
                  <a:moveTo>
                    <a:pt x="0" y="0"/>
                  </a:moveTo>
                  <a:lnTo>
                    <a:pt x="0" y="1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51" name="Freeform 274"/>
            <p:cNvSpPr/>
            <p:nvPr/>
          </p:nvSpPr>
          <p:spPr>
            <a:xfrm>
              <a:off x="4118" y="2888"/>
              <a:ext cx="77" cy="83"/>
            </a:xfrm>
            <a:custGeom>
              <a:avLst/>
              <a:gdLst>
                <a:gd name="txL" fmla="*/ 0 w 77"/>
                <a:gd name="txT" fmla="*/ 0 h 83"/>
                <a:gd name="txR" fmla="*/ 77 w 77"/>
                <a:gd name="txB" fmla="*/ 83 h 83"/>
              </a:gdLst>
              <a:ahLst/>
              <a:cxnLst>
                <a:cxn ang="0">
                  <a:pos x="0" y="83"/>
                </a:cxn>
                <a:cxn ang="0">
                  <a:pos x="0" y="0"/>
                </a:cxn>
                <a:cxn ang="0">
                  <a:pos x="77" y="0"/>
                </a:cxn>
                <a:cxn ang="0">
                  <a:pos x="77" y="83"/>
                </a:cxn>
                <a:cxn ang="0">
                  <a:pos x="0" y="83"/>
                </a:cxn>
                <a:cxn ang="0">
                  <a:pos x="0" y="83"/>
                </a:cxn>
              </a:cxnLst>
              <a:rect l="txL" t="txT" r="txR" b="txB"/>
              <a:pathLst>
                <a:path w="77" h="83">
                  <a:moveTo>
                    <a:pt x="0" y="83"/>
                  </a:moveTo>
                  <a:lnTo>
                    <a:pt x="0" y="0"/>
                  </a:lnTo>
                  <a:lnTo>
                    <a:pt x="77" y="0"/>
                  </a:lnTo>
                  <a:lnTo>
                    <a:pt x="77" y="83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52" name="Freeform 275"/>
            <p:cNvSpPr/>
            <p:nvPr/>
          </p:nvSpPr>
          <p:spPr>
            <a:xfrm>
              <a:off x="4160" y="2888"/>
              <a:ext cx="71" cy="1"/>
            </a:xfrm>
            <a:custGeom>
              <a:avLst/>
              <a:gdLst>
                <a:gd name="txL" fmla="*/ 0 w 71"/>
                <a:gd name="txT" fmla="*/ 0 h 1"/>
                <a:gd name="txR" fmla="*/ 71 w 7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71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71" h="1">
                  <a:moveTo>
                    <a:pt x="0" y="0"/>
                  </a:moveTo>
                  <a:lnTo>
                    <a:pt x="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53" name="Freeform 276"/>
            <p:cNvSpPr/>
            <p:nvPr/>
          </p:nvSpPr>
          <p:spPr>
            <a:xfrm>
              <a:off x="4160" y="2930"/>
              <a:ext cx="41" cy="1"/>
            </a:xfrm>
            <a:custGeom>
              <a:avLst/>
              <a:gdLst>
                <a:gd name="txL" fmla="*/ 0 w 41"/>
                <a:gd name="txT" fmla="*/ 0 h 1"/>
                <a:gd name="txR" fmla="*/ 41 w 4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1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41" h="1">
                  <a:moveTo>
                    <a:pt x="0" y="0"/>
                  </a:moveTo>
                  <a:lnTo>
                    <a:pt x="4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54" name="Freeform 277"/>
            <p:cNvSpPr/>
            <p:nvPr/>
          </p:nvSpPr>
          <p:spPr>
            <a:xfrm>
              <a:off x="4160" y="2971"/>
              <a:ext cx="17" cy="1"/>
            </a:xfrm>
            <a:custGeom>
              <a:avLst/>
              <a:gdLst>
                <a:gd name="txL" fmla="*/ 0 w 17"/>
                <a:gd name="txT" fmla="*/ 0 h 1"/>
                <a:gd name="txR" fmla="*/ 17 w 17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7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7" h="1">
                  <a:moveTo>
                    <a:pt x="0" y="0"/>
                  </a:moveTo>
                  <a:lnTo>
                    <a:pt x="1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55" name="Freeform 278"/>
            <p:cNvSpPr/>
            <p:nvPr/>
          </p:nvSpPr>
          <p:spPr>
            <a:xfrm>
              <a:off x="4088" y="2888"/>
              <a:ext cx="72" cy="1"/>
            </a:xfrm>
            <a:custGeom>
              <a:avLst/>
              <a:gdLst>
                <a:gd name="txL" fmla="*/ 0 w 72"/>
                <a:gd name="txT" fmla="*/ 0 h 1"/>
                <a:gd name="txR" fmla="*/ 72 w 72"/>
                <a:gd name="txB" fmla="*/ 1 h 1"/>
              </a:gdLst>
              <a:ahLst/>
              <a:cxnLst>
                <a:cxn ang="0">
                  <a:pos x="72" y="0"/>
                </a:cxn>
                <a:cxn ang="0">
                  <a:pos x="0" y="0"/>
                </a:cxn>
                <a:cxn ang="0">
                  <a:pos x="72" y="0"/>
                </a:cxn>
                <a:cxn ang="0">
                  <a:pos x="72" y="0"/>
                </a:cxn>
              </a:cxnLst>
              <a:rect l="txL" t="txT" r="txR" b="txB"/>
              <a:pathLst>
                <a:path w="72" h="1">
                  <a:moveTo>
                    <a:pt x="72" y="0"/>
                  </a:moveTo>
                  <a:lnTo>
                    <a:pt x="0" y="0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56" name="Freeform 279"/>
            <p:cNvSpPr/>
            <p:nvPr/>
          </p:nvSpPr>
          <p:spPr>
            <a:xfrm>
              <a:off x="4118" y="2930"/>
              <a:ext cx="42" cy="1"/>
            </a:xfrm>
            <a:custGeom>
              <a:avLst/>
              <a:gdLst>
                <a:gd name="txL" fmla="*/ 0 w 42"/>
                <a:gd name="txT" fmla="*/ 0 h 1"/>
                <a:gd name="txR" fmla="*/ 42 w 42"/>
                <a:gd name="txB" fmla="*/ 1 h 1"/>
              </a:gdLst>
              <a:ahLst/>
              <a:cxnLst>
                <a:cxn ang="0">
                  <a:pos x="42" y="0"/>
                </a:cxn>
                <a:cxn ang="0">
                  <a:pos x="0" y="0"/>
                </a:cxn>
                <a:cxn ang="0">
                  <a:pos x="42" y="0"/>
                </a:cxn>
                <a:cxn ang="0">
                  <a:pos x="42" y="0"/>
                </a:cxn>
              </a:cxnLst>
              <a:rect l="txL" t="txT" r="txR" b="txB"/>
              <a:pathLst>
                <a:path w="42" h="1">
                  <a:moveTo>
                    <a:pt x="42" y="0"/>
                  </a:moveTo>
                  <a:lnTo>
                    <a:pt x="0" y="0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57" name="Freeform 280"/>
            <p:cNvSpPr/>
            <p:nvPr/>
          </p:nvSpPr>
          <p:spPr>
            <a:xfrm>
              <a:off x="4142" y="2971"/>
              <a:ext cx="18" cy="1"/>
            </a:xfrm>
            <a:custGeom>
              <a:avLst/>
              <a:gdLst>
                <a:gd name="txL" fmla="*/ 0 w 18"/>
                <a:gd name="txT" fmla="*/ 0 h 1"/>
                <a:gd name="txR" fmla="*/ 18 w 18"/>
                <a:gd name="txB" fmla="*/ 1 h 1"/>
              </a:gdLst>
              <a:ahLst/>
              <a:cxnLst>
                <a:cxn ang="0">
                  <a:pos x="18" y="0"/>
                </a:cxn>
                <a:cxn ang="0">
                  <a:pos x="0" y="0"/>
                </a:cxn>
                <a:cxn ang="0">
                  <a:pos x="18" y="0"/>
                </a:cxn>
                <a:cxn ang="0">
                  <a:pos x="18" y="0"/>
                </a:cxn>
              </a:cxnLst>
              <a:rect l="txL" t="txT" r="txR" b="txB"/>
              <a:pathLst>
                <a:path w="18" h="1">
                  <a:moveTo>
                    <a:pt x="18" y="0"/>
                  </a:move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58" name="Freeform 281"/>
            <p:cNvSpPr/>
            <p:nvPr/>
          </p:nvSpPr>
          <p:spPr>
            <a:xfrm>
              <a:off x="774" y="1682"/>
              <a:ext cx="114" cy="1"/>
            </a:xfrm>
            <a:custGeom>
              <a:avLst/>
              <a:gdLst>
                <a:gd name="txL" fmla="*/ 0 w 114"/>
                <a:gd name="txT" fmla="*/ 0 h 1"/>
                <a:gd name="txR" fmla="*/ 114 w 114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14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14" h="1">
                  <a:moveTo>
                    <a:pt x="0" y="0"/>
                  </a:moveTo>
                  <a:lnTo>
                    <a:pt x="1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59" name="Freeform 282"/>
            <p:cNvSpPr/>
            <p:nvPr/>
          </p:nvSpPr>
          <p:spPr>
            <a:xfrm>
              <a:off x="876" y="1658"/>
              <a:ext cx="77" cy="54"/>
            </a:xfrm>
            <a:custGeom>
              <a:avLst/>
              <a:gdLst>
                <a:gd name="txL" fmla="*/ 0 w 77"/>
                <a:gd name="txT" fmla="*/ 0 h 54"/>
                <a:gd name="txR" fmla="*/ 77 w 77"/>
                <a:gd name="txB" fmla="*/ 54 h 54"/>
              </a:gdLst>
              <a:ahLst/>
              <a:cxnLst>
                <a:cxn ang="0">
                  <a:pos x="0" y="54"/>
                </a:cxn>
                <a:cxn ang="0">
                  <a:pos x="77" y="24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txL" t="txT" r="txR" b="txB"/>
              <a:pathLst>
                <a:path w="77" h="54">
                  <a:moveTo>
                    <a:pt x="0" y="54"/>
                  </a:moveTo>
                  <a:lnTo>
                    <a:pt x="77" y="24"/>
                  </a:lnTo>
                  <a:lnTo>
                    <a:pt x="0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60" name="Freeform 283"/>
            <p:cNvSpPr/>
            <p:nvPr/>
          </p:nvSpPr>
          <p:spPr>
            <a:xfrm>
              <a:off x="3376" y="1467"/>
              <a:ext cx="1" cy="149"/>
            </a:xfrm>
            <a:custGeom>
              <a:avLst/>
              <a:gdLst>
                <a:gd name="txL" fmla="*/ 0 w 1"/>
                <a:gd name="txT" fmla="*/ 0 h 149"/>
                <a:gd name="txR" fmla="*/ 1 w 1"/>
                <a:gd name="txB" fmla="*/ 149 h 149"/>
              </a:gdLst>
              <a:ahLst/>
              <a:cxnLst>
                <a:cxn ang="0">
                  <a:pos x="0" y="149"/>
                </a:cxn>
                <a:cxn ang="0">
                  <a:pos x="0" y="0"/>
                </a:cxn>
                <a:cxn ang="0">
                  <a:pos x="0" y="149"/>
                </a:cxn>
                <a:cxn ang="0">
                  <a:pos x="0" y="149"/>
                </a:cxn>
              </a:cxnLst>
              <a:rect l="txL" t="txT" r="txR" b="txB"/>
              <a:pathLst>
                <a:path w="1" h="149">
                  <a:moveTo>
                    <a:pt x="0" y="149"/>
                  </a:moveTo>
                  <a:lnTo>
                    <a:pt x="0" y="0"/>
                  </a:lnTo>
                  <a:lnTo>
                    <a:pt x="0" y="14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61" name="Freeform 284"/>
            <p:cNvSpPr/>
            <p:nvPr/>
          </p:nvSpPr>
          <p:spPr>
            <a:xfrm>
              <a:off x="3358" y="1383"/>
              <a:ext cx="42" cy="102"/>
            </a:xfrm>
            <a:custGeom>
              <a:avLst/>
              <a:gdLst>
                <a:gd name="txL" fmla="*/ 0 w 42"/>
                <a:gd name="txT" fmla="*/ 0 h 102"/>
                <a:gd name="txR" fmla="*/ 42 w 42"/>
                <a:gd name="txB" fmla="*/ 102 h 102"/>
              </a:gdLst>
              <a:ahLst/>
              <a:cxnLst>
                <a:cxn ang="0">
                  <a:pos x="42" y="102"/>
                </a:cxn>
                <a:cxn ang="0">
                  <a:pos x="18" y="0"/>
                </a:cxn>
                <a:cxn ang="0">
                  <a:pos x="0" y="102"/>
                </a:cxn>
                <a:cxn ang="0">
                  <a:pos x="42" y="102"/>
                </a:cxn>
                <a:cxn ang="0">
                  <a:pos x="42" y="102"/>
                </a:cxn>
              </a:cxnLst>
              <a:rect l="txL" t="txT" r="txR" b="txB"/>
              <a:pathLst>
                <a:path w="42" h="102">
                  <a:moveTo>
                    <a:pt x="42" y="102"/>
                  </a:moveTo>
                  <a:lnTo>
                    <a:pt x="18" y="0"/>
                  </a:lnTo>
                  <a:lnTo>
                    <a:pt x="0" y="102"/>
                  </a:lnTo>
                  <a:lnTo>
                    <a:pt x="42" y="10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62" name="Freeform 285"/>
            <p:cNvSpPr/>
            <p:nvPr/>
          </p:nvSpPr>
          <p:spPr>
            <a:xfrm>
              <a:off x="3358" y="1885"/>
              <a:ext cx="114" cy="1"/>
            </a:xfrm>
            <a:custGeom>
              <a:avLst/>
              <a:gdLst>
                <a:gd name="txL" fmla="*/ 0 w 114"/>
                <a:gd name="txT" fmla="*/ 0 h 1"/>
                <a:gd name="txR" fmla="*/ 114 w 114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14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14" h="1">
                  <a:moveTo>
                    <a:pt x="0" y="0"/>
                  </a:moveTo>
                  <a:lnTo>
                    <a:pt x="1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63" name="Freeform 286"/>
            <p:cNvSpPr/>
            <p:nvPr/>
          </p:nvSpPr>
          <p:spPr>
            <a:xfrm>
              <a:off x="3460" y="1855"/>
              <a:ext cx="77" cy="54"/>
            </a:xfrm>
            <a:custGeom>
              <a:avLst/>
              <a:gdLst>
                <a:gd name="txL" fmla="*/ 0 w 77"/>
                <a:gd name="txT" fmla="*/ 0 h 54"/>
                <a:gd name="txR" fmla="*/ 77 w 77"/>
                <a:gd name="txB" fmla="*/ 54 h 54"/>
              </a:gdLst>
              <a:ahLst/>
              <a:cxnLst>
                <a:cxn ang="0">
                  <a:pos x="0" y="54"/>
                </a:cxn>
                <a:cxn ang="0">
                  <a:pos x="77" y="3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txL" t="txT" r="txR" b="txB"/>
              <a:pathLst>
                <a:path w="77" h="54">
                  <a:moveTo>
                    <a:pt x="0" y="54"/>
                  </a:moveTo>
                  <a:lnTo>
                    <a:pt x="77" y="30"/>
                  </a:lnTo>
                  <a:lnTo>
                    <a:pt x="0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64" name="Freeform 287"/>
            <p:cNvSpPr/>
            <p:nvPr/>
          </p:nvSpPr>
          <p:spPr>
            <a:xfrm>
              <a:off x="3226" y="1962"/>
              <a:ext cx="1" cy="150"/>
            </a:xfrm>
            <a:custGeom>
              <a:avLst/>
              <a:gdLst>
                <a:gd name="txL" fmla="*/ 0 w 1"/>
                <a:gd name="txT" fmla="*/ 0 h 150"/>
                <a:gd name="txR" fmla="*/ 1 w 1"/>
                <a:gd name="txB" fmla="*/ 150 h 150"/>
              </a:gdLst>
              <a:ahLst/>
              <a:cxnLst>
                <a:cxn ang="0">
                  <a:pos x="0" y="150"/>
                </a:cxn>
                <a:cxn ang="0">
                  <a:pos x="0" y="0"/>
                </a:cxn>
                <a:cxn ang="0">
                  <a:pos x="0" y="150"/>
                </a:cxn>
                <a:cxn ang="0">
                  <a:pos x="0" y="150"/>
                </a:cxn>
              </a:cxnLst>
              <a:rect l="txL" t="txT" r="txR" b="txB"/>
              <a:pathLst>
                <a:path w="1" h="150">
                  <a:moveTo>
                    <a:pt x="0" y="150"/>
                  </a:moveTo>
                  <a:lnTo>
                    <a:pt x="0" y="0"/>
                  </a:lnTo>
                  <a:lnTo>
                    <a:pt x="0" y="15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65" name="Freeform 288"/>
            <p:cNvSpPr/>
            <p:nvPr/>
          </p:nvSpPr>
          <p:spPr>
            <a:xfrm>
              <a:off x="3203" y="1873"/>
              <a:ext cx="41" cy="107"/>
            </a:xfrm>
            <a:custGeom>
              <a:avLst/>
              <a:gdLst>
                <a:gd name="txL" fmla="*/ 0 w 41"/>
                <a:gd name="txT" fmla="*/ 0 h 107"/>
                <a:gd name="txR" fmla="*/ 41 w 41"/>
                <a:gd name="txB" fmla="*/ 107 h 107"/>
              </a:gdLst>
              <a:ahLst/>
              <a:cxnLst>
                <a:cxn ang="0">
                  <a:pos x="41" y="107"/>
                </a:cxn>
                <a:cxn ang="0">
                  <a:pos x="23" y="0"/>
                </a:cxn>
                <a:cxn ang="0">
                  <a:pos x="0" y="107"/>
                </a:cxn>
                <a:cxn ang="0">
                  <a:pos x="41" y="107"/>
                </a:cxn>
                <a:cxn ang="0">
                  <a:pos x="41" y="107"/>
                </a:cxn>
              </a:cxnLst>
              <a:rect l="txL" t="txT" r="txR" b="txB"/>
              <a:pathLst>
                <a:path w="41" h="107">
                  <a:moveTo>
                    <a:pt x="41" y="107"/>
                  </a:moveTo>
                  <a:lnTo>
                    <a:pt x="23" y="0"/>
                  </a:lnTo>
                  <a:lnTo>
                    <a:pt x="0" y="107"/>
                  </a:lnTo>
                  <a:lnTo>
                    <a:pt x="41" y="10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66" name="Freeform 289"/>
            <p:cNvSpPr/>
            <p:nvPr/>
          </p:nvSpPr>
          <p:spPr>
            <a:xfrm>
              <a:off x="3908" y="1885"/>
              <a:ext cx="114" cy="1"/>
            </a:xfrm>
            <a:custGeom>
              <a:avLst/>
              <a:gdLst>
                <a:gd name="txL" fmla="*/ 0 w 114"/>
                <a:gd name="txT" fmla="*/ 0 h 1"/>
                <a:gd name="txR" fmla="*/ 114 w 114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14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14" h="1">
                  <a:moveTo>
                    <a:pt x="0" y="0"/>
                  </a:moveTo>
                  <a:lnTo>
                    <a:pt x="1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67" name="Freeform 290"/>
            <p:cNvSpPr/>
            <p:nvPr/>
          </p:nvSpPr>
          <p:spPr>
            <a:xfrm>
              <a:off x="4004" y="1855"/>
              <a:ext cx="78" cy="54"/>
            </a:xfrm>
            <a:custGeom>
              <a:avLst/>
              <a:gdLst>
                <a:gd name="txL" fmla="*/ 0 w 78"/>
                <a:gd name="txT" fmla="*/ 0 h 54"/>
                <a:gd name="txR" fmla="*/ 78 w 78"/>
                <a:gd name="txB" fmla="*/ 54 h 54"/>
              </a:gdLst>
              <a:ahLst/>
              <a:cxnLst>
                <a:cxn ang="0">
                  <a:pos x="0" y="54"/>
                </a:cxn>
                <a:cxn ang="0">
                  <a:pos x="78" y="3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txL" t="txT" r="txR" b="txB"/>
              <a:pathLst>
                <a:path w="78" h="54">
                  <a:moveTo>
                    <a:pt x="0" y="54"/>
                  </a:moveTo>
                  <a:lnTo>
                    <a:pt x="78" y="30"/>
                  </a:lnTo>
                  <a:lnTo>
                    <a:pt x="0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68" name="Freeform 291"/>
            <p:cNvSpPr/>
            <p:nvPr/>
          </p:nvSpPr>
          <p:spPr>
            <a:xfrm>
              <a:off x="4231" y="1879"/>
              <a:ext cx="1" cy="149"/>
            </a:xfrm>
            <a:custGeom>
              <a:avLst/>
              <a:gdLst>
                <a:gd name="txL" fmla="*/ 0 w 1"/>
                <a:gd name="txT" fmla="*/ 0 h 149"/>
                <a:gd name="txR" fmla="*/ 1 w 1"/>
                <a:gd name="txB" fmla="*/ 149 h 149"/>
              </a:gdLst>
              <a:ahLst/>
              <a:cxnLst>
                <a:cxn ang="0">
                  <a:pos x="0" y="0"/>
                </a:cxn>
                <a:cxn ang="0">
                  <a:pos x="0" y="149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49">
                  <a:moveTo>
                    <a:pt x="0" y="0"/>
                  </a:moveTo>
                  <a:lnTo>
                    <a:pt x="0" y="1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69" name="Freeform 292"/>
            <p:cNvSpPr/>
            <p:nvPr/>
          </p:nvSpPr>
          <p:spPr>
            <a:xfrm>
              <a:off x="4213" y="2010"/>
              <a:ext cx="42" cy="102"/>
            </a:xfrm>
            <a:custGeom>
              <a:avLst/>
              <a:gdLst>
                <a:gd name="txL" fmla="*/ 0 w 42"/>
                <a:gd name="txT" fmla="*/ 0 h 102"/>
                <a:gd name="txR" fmla="*/ 42 w 42"/>
                <a:gd name="txB" fmla="*/ 102 h 102"/>
              </a:gdLst>
              <a:ahLst/>
              <a:cxnLst>
                <a:cxn ang="0">
                  <a:pos x="0" y="0"/>
                </a:cxn>
                <a:cxn ang="0">
                  <a:pos x="18" y="102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42" h="102">
                  <a:moveTo>
                    <a:pt x="0" y="0"/>
                  </a:moveTo>
                  <a:lnTo>
                    <a:pt x="18" y="102"/>
                  </a:lnTo>
                  <a:lnTo>
                    <a:pt x="4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70" name="Freeform 293"/>
            <p:cNvSpPr/>
            <p:nvPr/>
          </p:nvSpPr>
          <p:spPr>
            <a:xfrm>
              <a:off x="4273" y="1688"/>
              <a:ext cx="114" cy="1"/>
            </a:xfrm>
            <a:custGeom>
              <a:avLst/>
              <a:gdLst>
                <a:gd name="txL" fmla="*/ 0 w 114"/>
                <a:gd name="txT" fmla="*/ 0 h 1"/>
                <a:gd name="txR" fmla="*/ 114 w 114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14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14" h="1">
                  <a:moveTo>
                    <a:pt x="0" y="0"/>
                  </a:moveTo>
                  <a:lnTo>
                    <a:pt x="1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71" name="Freeform 294"/>
            <p:cNvSpPr/>
            <p:nvPr/>
          </p:nvSpPr>
          <p:spPr>
            <a:xfrm>
              <a:off x="4375" y="1658"/>
              <a:ext cx="78" cy="54"/>
            </a:xfrm>
            <a:custGeom>
              <a:avLst/>
              <a:gdLst>
                <a:gd name="txL" fmla="*/ 0 w 78"/>
                <a:gd name="txT" fmla="*/ 0 h 54"/>
                <a:gd name="txR" fmla="*/ 78 w 78"/>
                <a:gd name="txB" fmla="*/ 54 h 54"/>
              </a:gdLst>
              <a:ahLst/>
              <a:cxnLst>
                <a:cxn ang="0">
                  <a:pos x="0" y="54"/>
                </a:cxn>
                <a:cxn ang="0">
                  <a:pos x="78" y="3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txL" t="txT" r="txR" b="txB"/>
              <a:pathLst>
                <a:path w="78" h="54">
                  <a:moveTo>
                    <a:pt x="0" y="54"/>
                  </a:moveTo>
                  <a:lnTo>
                    <a:pt x="78" y="30"/>
                  </a:lnTo>
                  <a:lnTo>
                    <a:pt x="0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72" name="Freeform 295"/>
            <p:cNvSpPr/>
            <p:nvPr/>
          </p:nvSpPr>
          <p:spPr>
            <a:xfrm>
              <a:off x="4764" y="1688"/>
              <a:ext cx="113" cy="1"/>
            </a:xfrm>
            <a:custGeom>
              <a:avLst/>
              <a:gdLst>
                <a:gd name="txL" fmla="*/ 0 w 113"/>
                <a:gd name="txT" fmla="*/ 0 h 1"/>
                <a:gd name="txR" fmla="*/ 113 w 113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13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13" h="1">
                  <a:moveTo>
                    <a:pt x="0" y="0"/>
                  </a:moveTo>
                  <a:lnTo>
                    <a:pt x="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73" name="Freeform 296"/>
            <p:cNvSpPr/>
            <p:nvPr/>
          </p:nvSpPr>
          <p:spPr>
            <a:xfrm>
              <a:off x="4865" y="1658"/>
              <a:ext cx="78" cy="54"/>
            </a:xfrm>
            <a:custGeom>
              <a:avLst/>
              <a:gdLst>
                <a:gd name="txL" fmla="*/ 0 w 78"/>
                <a:gd name="txT" fmla="*/ 0 h 54"/>
                <a:gd name="txR" fmla="*/ 78 w 78"/>
                <a:gd name="txB" fmla="*/ 54 h 54"/>
              </a:gdLst>
              <a:ahLst/>
              <a:cxnLst>
                <a:cxn ang="0">
                  <a:pos x="0" y="54"/>
                </a:cxn>
                <a:cxn ang="0">
                  <a:pos x="78" y="24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txL" t="txT" r="txR" b="txB"/>
              <a:pathLst>
                <a:path w="78" h="54">
                  <a:moveTo>
                    <a:pt x="0" y="54"/>
                  </a:moveTo>
                  <a:lnTo>
                    <a:pt x="78" y="24"/>
                  </a:lnTo>
                  <a:lnTo>
                    <a:pt x="0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74" name="Freeform 297"/>
            <p:cNvSpPr/>
            <p:nvPr/>
          </p:nvSpPr>
          <p:spPr>
            <a:xfrm>
              <a:off x="5093" y="1389"/>
              <a:ext cx="1" cy="150"/>
            </a:xfrm>
            <a:custGeom>
              <a:avLst/>
              <a:gdLst>
                <a:gd name="txL" fmla="*/ 0 w 1"/>
                <a:gd name="txT" fmla="*/ 0 h 150"/>
                <a:gd name="txR" fmla="*/ 1 w 1"/>
                <a:gd name="txB" fmla="*/ 150 h 150"/>
              </a:gdLst>
              <a:ahLst/>
              <a:cxnLst>
                <a:cxn ang="0">
                  <a:pos x="0" y="0"/>
                </a:cxn>
                <a:cxn ang="0">
                  <a:pos x="0" y="15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50">
                  <a:moveTo>
                    <a:pt x="0" y="0"/>
                  </a:moveTo>
                  <a:lnTo>
                    <a:pt x="0" y="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75" name="Freeform 298"/>
            <p:cNvSpPr/>
            <p:nvPr/>
          </p:nvSpPr>
          <p:spPr>
            <a:xfrm>
              <a:off x="5075" y="1521"/>
              <a:ext cx="42" cy="101"/>
            </a:xfrm>
            <a:custGeom>
              <a:avLst/>
              <a:gdLst>
                <a:gd name="txL" fmla="*/ 0 w 42"/>
                <a:gd name="txT" fmla="*/ 0 h 101"/>
                <a:gd name="txR" fmla="*/ 42 w 42"/>
                <a:gd name="txB" fmla="*/ 101 h 101"/>
              </a:gdLst>
              <a:ahLst/>
              <a:cxnLst>
                <a:cxn ang="0">
                  <a:pos x="0" y="0"/>
                </a:cxn>
                <a:cxn ang="0">
                  <a:pos x="18" y="101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42" h="101">
                  <a:moveTo>
                    <a:pt x="0" y="0"/>
                  </a:moveTo>
                  <a:lnTo>
                    <a:pt x="18" y="101"/>
                  </a:lnTo>
                  <a:lnTo>
                    <a:pt x="4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5363" name="Object 3"/>
          <p:cNvGraphicFramePr>
            <a:graphicFrameLocks noChangeAspect="1"/>
          </p:cNvGraphicFramePr>
          <p:nvPr/>
        </p:nvGraphicFramePr>
        <p:xfrm>
          <a:off x="1870075" y="3751263"/>
          <a:ext cx="1136650" cy="463550"/>
        </p:xfrm>
        <a:graphic>
          <a:graphicData uri="http://schemas.openxmlformats.org/presentationml/2006/ole">
            <p:oleObj spid="_x0000_s4111" r:id="rId3" imgW="571252" imgH="228501" progId="">
              <p:embed/>
            </p:oleObj>
          </a:graphicData>
        </a:graphic>
      </p:graphicFrame>
      <p:graphicFrame>
        <p:nvGraphicFramePr>
          <p:cNvPr id="15364" name="Object 12"/>
          <p:cNvGraphicFramePr>
            <a:graphicFrameLocks noChangeAspect="1"/>
          </p:cNvGraphicFramePr>
          <p:nvPr/>
        </p:nvGraphicFramePr>
        <p:xfrm>
          <a:off x="1820863" y="4397375"/>
          <a:ext cx="1368425" cy="490538"/>
        </p:xfrm>
        <a:graphic>
          <a:graphicData uri="http://schemas.openxmlformats.org/presentationml/2006/ole">
            <p:oleObj spid="_x0000_s4112" r:id="rId4" imgW="634725" imgH="228501" progId="">
              <p:embed/>
            </p:oleObj>
          </a:graphicData>
        </a:graphic>
      </p:graphicFrame>
      <p:graphicFrame>
        <p:nvGraphicFramePr>
          <p:cNvPr id="15365" name="Object 21"/>
          <p:cNvGraphicFramePr>
            <a:graphicFrameLocks noChangeAspect="1"/>
          </p:cNvGraphicFramePr>
          <p:nvPr/>
        </p:nvGraphicFramePr>
        <p:xfrm>
          <a:off x="1820863" y="5202238"/>
          <a:ext cx="1479550" cy="485775"/>
        </p:xfrm>
        <a:graphic>
          <a:graphicData uri="http://schemas.openxmlformats.org/presentationml/2006/ole">
            <p:oleObj spid="_x0000_s4113" r:id="rId5" imgW="698500" imgH="228600" progId="">
              <p:embed/>
            </p:oleObj>
          </a:graphicData>
        </a:graphic>
      </p:graphicFrame>
      <p:graphicFrame>
        <p:nvGraphicFramePr>
          <p:cNvPr id="15366" name="Object 7"/>
          <p:cNvGraphicFramePr>
            <a:graphicFrameLocks noChangeAspect="1"/>
          </p:cNvGraphicFramePr>
          <p:nvPr/>
        </p:nvGraphicFramePr>
        <p:xfrm>
          <a:off x="6396038" y="3435350"/>
          <a:ext cx="1289050" cy="709613"/>
        </p:xfrm>
        <a:graphic>
          <a:graphicData uri="http://schemas.openxmlformats.org/presentationml/2006/ole">
            <p:oleObj spid="_x0000_s4114" r:id="rId6" imgW="710891" imgH="393529" progId="">
              <p:embed/>
            </p:oleObj>
          </a:graphicData>
        </a:graphic>
      </p:graphicFrame>
      <p:graphicFrame>
        <p:nvGraphicFramePr>
          <p:cNvPr id="15367" name="Object 7"/>
          <p:cNvGraphicFramePr>
            <a:graphicFrameLocks noChangeAspect="1"/>
          </p:cNvGraphicFramePr>
          <p:nvPr/>
        </p:nvGraphicFramePr>
        <p:xfrm>
          <a:off x="6362700" y="5083175"/>
          <a:ext cx="1335088" cy="709613"/>
        </p:xfrm>
        <a:graphic>
          <a:graphicData uri="http://schemas.openxmlformats.org/presentationml/2006/ole">
            <p:oleObj spid="_x0000_s4115" r:id="rId7" imgW="736280" imgH="393529" progId="">
              <p:embed/>
            </p:oleObj>
          </a:graphicData>
        </a:graphic>
      </p:graphicFrame>
      <p:graphicFrame>
        <p:nvGraphicFramePr>
          <p:cNvPr id="15368" name="Object 7"/>
          <p:cNvGraphicFramePr>
            <a:graphicFrameLocks noChangeAspect="1"/>
          </p:cNvGraphicFramePr>
          <p:nvPr/>
        </p:nvGraphicFramePr>
        <p:xfrm>
          <a:off x="6399213" y="5962650"/>
          <a:ext cx="1243012" cy="709613"/>
        </p:xfrm>
        <a:graphic>
          <a:graphicData uri="http://schemas.openxmlformats.org/presentationml/2006/ole">
            <p:oleObj spid="_x0000_s4116" r:id="rId8" imgW="685800" imgH="393700" progId="">
              <p:embed/>
            </p:oleObj>
          </a:graphicData>
        </a:graphic>
      </p:graphicFrame>
      <p:graphicFrame>
        <p:nvGraphicFramePr>
          <p:cNvPr id="15369" name="Object 7"/>
          <p:cNvGraphicFramePr>
            <a:graphicFrameLocks noChangeAspect="1"/>
          </p:cNvGraphicFramePr>
          <p:nvPr/>
        </p:nvGraphicFramePr>
        <p:xfrm>
          <a:off x="6384925" y="4251325"/>
          <a:ext cx="1311275" cy="709613"/>
        </p:xfrm>
        <a:graphic>
          <a:graphicData uri="http://schemas.openxmlformats.org/presentationml/2006/ole">
            <p:oleObj spid="_x0000_s4117" r:id="rId9" imgW="723586" imgH="393529" progId="">
              <p:embed/>
            </p:oleObj>
          </a:graphicData>
        </a:graphic>
      </p:graphicFrame>
      <p:sp>
        <p:nvSpPr>
          <p:cNvPr id="15370" name="矩形 26"/>
          <p:cNvSpPr/>
          <p:nvPr/>
        </p:nvSpPr>
        <p:spPr>
          <a:xfrm>
            <a:off x="1327150" y="3762375"/>
            <a:ext cx="442913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cs typeface="Arial" panose="020B0604020202020204" pitchFamily="34" charset="0"/>
              </a:rPr>
              <a:t>①</a:t>
            </a:r>
            <a:endParaRPr lang="zh-CN" altLang="en-US" sz="2000" b="1" dirty="0">
              <a:ea typeface="Arial" panose="020B0604020202020204" pitchFamily="34" charset="0"/>
            </a:endParaRPr>
          </a:p>
        </p:txBody>
      </p:sp>
      <p:sp>
        <p:nvSpPr>
          <p:cNvPr id="15371" name="矩形 26"/>
          <p:cNvSpPr/>
          <p:nvPr/>
        </p:nvSpPr>
        <p:spPr>
          <a:xfrm>
            <a:off x="1335088" y="4478338"/>
            <a:ext cx="442912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宋体" panose="02010600030101010101" pitchFamily="2" charset="-122"/>
                <a:cs typeface="Arial" panose="020B0604020202020204" pitchFamily="34" charset="0"/>
              </a:rPr>
              <a:t>②</a:t>
            </a:r>
            <a:endParaRPr lang="zh-CN" altLang="en-US" sz="2000" b="1" dirty="0">
              <a:ea typeface="Arial" panose="020B0604020202020204" pitchFamily="34" charset="0"/>
            </a:endParaRPr>
          </a:p>
        </p:txBody>
      </p:sp>
      <p:sp>
        <p:nvSpPr>
          <p:cNvPr id="15372" name="矩形 26"/>
          <p:cNvSpPr/>
          <p:nvPr/>
        </p:nvSpPr>
        <p:spPr>
          <a:xfrm>
            <a:off x="1327150" y="5254625"/>
            <a:ext cx="442913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宋体" panose="02010600030101010101" pitchFamily="2" charset="-122"/>
                <a:cs typeface="Arial" panose="020B0604020202020204" pitchFamily="34" charset="0"/>
              </a:rPr>
              <a:t>③</a:t>
            </a:r>
            <a:endParaRPr lang="zh-CN" altLang="en-US" sz="2000" b="1" dirty="0">
              <a:ea typeface="Arial" panose="020B0604020202020204" pitchFamily="34" charset="0"/>
            </a:endParaRPr>
          </a:p>
        </p:txBody>
      </p:sp>
      <p:sp>
        <p:nvSpPr>
          <p:cNvPr id="15373" name="矩形 26"/>
          <p:cNvSpPr/>
          <p:nvPr/>
        </p:nvSpPr>
        <p:spPr>
          <a:xfrm>
            <a:off x="5756275" y="3562350"/>
            <a:ext cx="442913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宋体" panose="02010600030101010101" pitchFamily="2" charset="-122"/>
                <a:cs typeface="Arial" panose="020B0604020202020204" pitchFamily="34" charset="0"/>
              </a:rPr>
              <a:t>④</a:t>
            </a:r>
            <a:endParaRPr lang="zh-CN" altLang="en-US" sz="2000" b="1" dirty="0">
              <a:ea typeface="Arial" panose="020B0604020202020204" pitchFamily="34" charset="0"/>
            </a:endParaRPr>
          </a:p>
        </p:txBody>
      </p:sp>
      <p:sp>
        <p:nvSpPr>
          <p:cNvPr id="15374" name="矩形 26"/>
          <p:cNvSpPr/>
          <p:nvPr/>
        </p:nvSpPr>
        <p:spPr>
          <a:xfrm>
            <a:off x="5762625" y="4368800"/>
            <a:ext cx="442913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宋体" panose="02010600030101010101" pitchFamily="2" charset="-122"/>
                <a:cs typeface="Arial" panose="020B0604020202020204" pitchFamily="34" charset="0"/>
              </a:rPr>
              <a:t>⑤</a:t>
            </a:r>
            <a:endParaRPr lang="zh-CN" altLang="en-US" sz="2000" b="1" dirty="0">
              <a:ea typeface="Arial" panose="020B0604020202020204" pitchFamily="34" charset="0"/>
            </a:endParaRPr>
          </a:p>
        </p:txBody>
      </p:sp>
      <p:sp>
        <p:nvSpPr>
          <p:cNvPr id="15375" name="矩形 26"/>
          <p:cNvSpPr/>
          <p:nvPr/>
        </p:nvSpPr>
        <p:spPr>
          <a:xfrm>
            <a:off x="5756275" y="5229225"/>
            <a:ext cx="442913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宋体" panose="02010600030101010101" pitchFamily="2" charset="-122"/>
                <a:cs typeface="Arial" panose="020B0604020202020204" pitchFamily="34" charset="0"/>
              </a:rPr>
              <a:t>⑥</a:t>
            </a:r>
            <a:endParaRPr lang="zh-CN" altLang="en-US" sz="2000" b="1" dirty="0">
              <a:ea typeface="Arial" panose="020B0604020202020204" pitchFamily="34" charset="0"/>
            </a:endParaRPr>
          </a:p>
        </p:txBody>
      </p:sp>
      <p:sp>
        <p:nvSpPr>
          <p:cNvPr id="15376" name="矩形 26"/>
          <p:cNvSpPr/>
          <p:nvPr/>
        </p:nvSpPr>
        <p:spPr>
          <a:xfrm>
            <a:off x="5756275" y="6116638"/>
            <a:ext cx="442913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cs typeface="Arial" panose="020B0604020202020204" pitchFamily="34" charset="0"/>
              </a:rPr>
              <a:t>⑦</a:t>
            </a:r>
            <a:endParaRPr lang="zh-CN" altLang="en-US" sz="2000" b="1" dirty="0">
              <a:ea typeface="Arial" panose="020B0604020202020204" pitchFamily="34" charset="0"/>
            </a:endParaRPr>
          </a:p>
        </p:txBody>
      </p:sp>
      <p:sp>
        <p:nvSpPr>
          <p:cNvPr id="15377" name="文本框 324"/>
          <p:cNvSpPr txBox="1"/>
          <p:nvPr/>
        </p:nvSpPr>
        <p:spPr>
          <a:xfrm>
            <a:off x="-11112" y="4397375"/>
            <a:ext cx="1230312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FF0000"/>
                </a:solidFill>
              </a:rPr>
              <a:t>KCL</a:t>
            </a:r>
            <a:r>
              <a:rPr lang="zh-CN" altLang="en-US" sz="2000" b="1" dirty="0">
                <a:solidFill>
                  <a:srgbClr val="FF0000"/>
                </a:solidFill>
              </a:rPr>
              <a:t>方程</a:t>
            </a:r>
          </a:p>
        </p:txBody>
      </p:sp>
      <p:sp>
        <p:nvSpPr>
          <p:cNvPr id="15378" name="文本框 325"/>
          <p:cNvSpPr txBox="1"/>
          <p:nvPr/>
        </p:nvSpPr>
        <p:spPr>
          <a:xfrm>
            <a:off x="4203700" y="4384675"/>
            <a:ext cx="1244600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FF0000"/>
                </a:solidFill>
              </a:rPr>
              <a:t>VCR</a:t>
            </a:r>
            <a:r>
              <a:rPr lang="zh-CN" altLang="en-US" sz="2000" b="1" dirty="0">
                <a:solidFill>
                  <a:srgbClr val="FF0000"/>
                </a:solidFill>
              </a:rPr>
              <a:t>方程</a:t>
            </a:r>
          </a:p>
        </p:txBody>
      </p:sp>
      <p:sp>
        <p:nvSpPr>
          <p:cNvPr id="15379" name="文本框 304"/>
          <p:cNvSpPr txBox="1"/>
          <p:nvPr/>
        </p:nvSpPr>
        <p:spPr>
          <a:xfrm>
            <a:off x="6561138" y="2962275"/>
            <a:ext cx="1231900" cy="338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cs typeface="Arial" panose="020B0604020202020204" pitchFamily="34" charset="0"/>
              </a:rPr>
              <a:t>电路分析</a:t>
            </a:r>
            <a:endParaRPr lang="zh-CN" altLang="en-US" sz="1600" baseline="-25000" dirty="0"/>
          </a:p>
        </p:txBody>
      </p:sp>
      <p:sp>
        <p:nvSpPr>
          <p:cNvPr id="15380" name="文本框 302"/>
          <p:cNvSpPr txBox="1"/>
          <p:nvPr/>
        </p:nvSpPr>
        <p:spPr>
          <a:xfrm>
            <a:off x="2554288" y="2941638"/>
            <a:ext cx="1089025" cy="3381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cs typeface="Arial" panose="020B0604020202020204" pitchFamily="34" charset="0"/>
              </a:rPr>
              <a:t>题图</a:t>
            </a:r>
            <a:endParaRPr lang="zh-CN" altLang="en-US" sz="1600" baseline="-25000" dirty="0"/>
          </a:p>
        </p:txBody>
      </p:sp>
      <p:sp>
        <p:nvSpPr>
          <p:cNvPr id="15381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baseline="0" dirty="0">
                <a:latin typeface="Arial Black" panose="020B0A04020102020204" pitchFamily="34" charset="0"/>
                <a:cs typeface="Arial" panose="020B0604020202020204" pitchFamily="34" charset="0"/>
              </a:rPr>
              <a:pPr lvl="0" algn="r" eaLnBrk="1" hangingPunct="1">
                <a:buNone/>
              </a:pPr>
              <a:t>10</a:t>
            </a:fld>
            <a:endParaRPr lang="en-US" altLang="zh-CN" sz="1200" baseline="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idx="1"/>
          </p:nvPr>
        </p:nvSpPr>
        <p:spPr>
          <a:xfrm>
            <a:off x="539750" y="620713"/>
            <a:ext cx="1511300" cy="576262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在节点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</a:rPr>
              <a:t>,</a:t>
            </a:r>
          </a:p>
        </p:txBody>
      </p:sp>
      <p:graphicFrame>
        <p:nvGraphicFramePr>
          <p:cNvPr id="16387" name="Object 3"/>
          <p:cNvGraphicFramePr>
            <a:graphicFrameLocks noChangeAspect="1"/>
          </p:cNvGraphicFramePr>
          <p:nvPr/>
        </p:nvGraphicFramePr>
        <p:xfrm>
          <a:off x="1692275" y="1125538"/>
          <a:ext cx="1136650" cy="463550"/>
        </p:xfrm>
        <a:graphic>
          <a:graphicData uri="http://schemas.openxmlformats.org/presentationml/2006/ole">
            <p:oleObj spid="_x0000_s5139" r:id="rId3" imgW="571252" imgH="228501" progId="">
              <p:embed/>
            </p:oleObj>
          </a:graphicData>
        </a:graphic>
      </p:graphicFrame>
      <p:sp>
        <p:nvSpPr>
          <p:cNvPr id="16388" name="Line 4"/>
          <p:cNvSpPr/>
          <p:nvPr/>
        </p:nvSpPr>
        <p:spPr>
          <a:xfrm>
            <a:off x="3348038" y="1341438"/>
            <a:ext cx="1655762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389" name="Rectangle 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aseline="-25000" dirty="0">
              <a:ea typeface="Arial" panose="020B0604020202020204" pitchFamily="34" charset="0"/>
            </a:endParaRPr>
          </a:p>
        </p:txBody>
      </p:sp>
      <p:graphicFrame>
        <p:nvGraphicFramePr>
          <p:cNvPr id="16390" name="Object 7"/>
          <p:cNvGraphicFramePr>
            <a:graphicFrameLocks noChangeAspect="1"/>
          </p:cNvGraphicFramePr>
          <p:nvPr/>
        </p:nvGraphicFramePr>
        <p:xfrm>
          <a:off x="5292725" y="981075"/>
          <a:ext cx="2232025" cy="709613"/>
        </p:xfrm>
        <a:graphic>
          <a:graphicData uri="http://schemas.openxmlformats.org/presentationml/2006/ole">
            <p:oleObj spid="_x0000_s5140" r:id="rId4" imgW="1231366" imgH="393529" progId="">
              <p:embed/>
            </p:oleObj>
          </a:graphicData>
        </a:graphic>
      </p:graphicFrame>
      <p:sp>
        <p:nvSpPr>
          <p:cNvPr id="16391" name="Rectangle 9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aseline="-25000" dirty="0">
              <a:ea typeface="Arial" panose="020B0604020202020204" pitchFamily="34" charset="0"/>
            </a:endParaRPr>
          </a:p>
        </p:txBody>
      </p:sp>
      <p:graphicFrame>
        <p:nvGraphicFramePr>
          <p:cNvPr id="16392" name="Object 10"/>
          <p:cNvGraphicFramePr>
            <a:graphicFrameLocks noChangeAspect="1"/>
          </p:cNvGraphicFramePr>
          <p:nvPr/>
        </p:nvGraphicFramePr>
        <p:xfrm>
          <a:off x="3924300" y="1916113"/>
          <a:ext cx="2087563" cy="420687"/>
        </p:xfrm>
        <a:graphic>
          <a:graphicData uri="http://schemas.openxmlformats.org/presentationml/2006/ole">
            <p:oleObj spid="_x0000_s5141" r:id="rId5" imgW="1130300" imgH="228600" progId="">
              <p:embed/>
            </p:oleObj>
          </a:graphicData>
        </a:graphic>
      </p:graphicFrame>
      <p:sp>
        <p:nvSpPr>
          <p:cNvPr id="16393" name="Text Box 11"/>
          <p:cNvSpPr txBox="1"/>
          <p:nvPr/>
        </p:nvSpPr>
        <p:spPr>
          <a:xfrm>
            <a:off x="539750" y="2708275"/>
            <a:ext cx="1439863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Arial" panose="020B0604020202020204" pitchFamily="34" charset="0"/>
              </a:rPr>
              <a:t>在节点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Arial" panose="020B0604020202020204" pitchFamily="34" charset="0"/>
              </a:rPr>
              <a:t>,</a:t>
            </a:r>
            <a:endParaRPr lang="en-US" altLang="zh-CN" sz="2400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graphicFrame>
        <p:nvGraphicFramePr>
          <p:cNvPr id="16394" name="Object 12"/>
          <p:cNvGraphicFramePr>
            <a:graphicFrameLocks noChangeAspect="1"/>
          </p:cNvGraphicFramePr>
          <p:nvPr/>
        </p:nvGraphicFramePr>
        <p:xfrm>
          <a:off x="1619250" y="3284538"/>
          <a:ext cx="1368425" cy="490537"/>
        </p:xfrm>
        <a:graphic>
          <a:graphicData uri="http://schemas.openxmlformats.org/presentationml/2006/ole">
            <p:oleObj spid="_x0000_s5142" r:id="rId6" imgW="634725" imgH="228501" progId="">
              <p:embed/>
            </p:oleObj>
          </a:graphicData>
        </a:graphic>
      </p:graphicFrame>
      <p:sp>
        <p:nvSpPr>
          <p:cNvPr id="16395" name="Line 13"/>
          <p:cNvSpPr/>
          <p:nvPr/>
        </p:nvSpPr>
        <p:spPr>
          <a:xfrm>
            <a:off x="3348038" y="3500438"/>
            <a:ext cx="1655762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396" name="Rectangle 14"/>
          <p:cNvSpPr/>
          <p:nvPr/>
        </p:nvSpPr>
        <p:spPr>
          <a:xfrm>
            <a:off x="0" y="32337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aseline="-25000" dirty="0">
              <a:ea typeface="Arial" panose="020B0604020202020204" pitchFamily="34" charset="0"/>
            </a:endParaRPr>
          </a:p>
        </p:txBody>
      </p:sp>
      <p:graphicFrame>
        <p:nvGraphicFramePr>
          <p:cNvPr id="16397" name="Object 15"/>
          <p:cNvGraphicFramePr>
            <a:graphicFrameLocks noChangeAspect="1"/>
          </p:cNvGraphicFramePr>
          <p:nvPr/>
        </p:nvGraphicFramePr>
        <p:xfrm>
          <a:off x="5292725" y="3068638"/>
          <a:ext cx="2879725" cy="727075"/>
        </p:xfrm>
        <a:graphic>
          <a:graphicData uri="http://schemas.openxmlformats.org/presentationml/2006/ole">
            <p:oleObj spid="_x0000_s5143" r:id="rId7" imgW="1548728" imgH="393529" progId="">
              <p:embed/>
            </p:oleObj>
          </a:graphicData>
        </a:graphic>
      </p:graphicFrame>
      <p:sp>
        <p:nvSpPr>
          <p:cNvPr id="16398" name="Rectangle 17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aseline="-25000" dirty="0">
              <a:ea typeface="Arial" panose="020B0604020202020204" pitchFamily="34" charset="0"/>
            </a:endParaRPr>
          </a:p>
        </p:txBody>
      </p:sp>
      <p:graphicFrame>
        <p:nvGraphicFramePr>
          <p:cNvPr id="16399" name="Object 18"/>
          <p:cNvGraphicFramePr>
            <a:graphicFrameLocks noChangeAspect="1"/>
          </p:cNvGraphicFramePr>
          <p:nvPr/>
        </p:nvGraphicFramePr>
        <p:xfrm>
          <a:off x="3995738" y="4221163"/>
          <a:ext cx="2303462" cy="441325"/>
        </p:xfrm>
        <a:graphic>
          <a:graphicData uri="http://schemas.openxmlformats.org/presentationml/2006/ole">
            <p:oleObj spid="_x0000_s5144" r:id="rId8" imgW="1193800" imgH="228600" progId="">
              <p:embed/>
            </p:oleObj>
          </a:graphicData>
        </a:graphic>
      </p:graphicFrame>
      <p:sp>
        <p:nvSpPr>
          <p:cNvPr id="16400" name="Text Box 19"/>
          <p:cNvSpPr txBox="1"/>
          <p:nvPr/>
        </p:nvSpPr>
        <p:spPr>
          <a:xfrm>
            <a:off x="684213" y="4868863"/>
            <a:ext cx="15843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Arial" panose="020B0604020202020204" pitchFamily="34" charset="0"/>
              </a:rPr>
              <a:t>在节点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3</a:t>
            </a:r>
            <a:r>
              <a:rPr lang="en-US" altLang="zh-CN" sz="2400" dirty="0">
                <a:latin typeface="Times New Roman" panose="02020603050405020304" pitchFamily="18" charset="0"/>
                <a:cs typeface="Arial" panose="020B0604020202020204" pitchFamily="34" charset="0"/>
              </a:rPr>
              <a:t>,</a:t>
            </a:r>
            <a:endParaRPr lang="en-US" altLang="zh-CN" sz="2400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sp>
        <p:nvSpPr>
          <p:cNvPr id="16401" name="Rectangle 20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aseline="-25000" dirty="0">
              <a:ea typeface="Arial" panose="020B0604020202020204" pitchFamily="34" charset="0"/>
            </a:endParaRPr>
          </a:p>
        </p:txBody>
      </p:sp>
      <p:sp>
        <p:nvSpPr>
          <p:cNvPr id="16402" name="Line 22"/>
          <p:cNvSpPr/>
          <p:nvPr/>
        </p:nvSpPr>
        <p:spPr>
          <a:xfrm>
            <a:off x="3348038" y="5661025"/>
            <a:ext cx="1655762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403" name="Rectangle 23"/>
          <p:cNvSpPr/>
          <p:nvPr/>
        </p:nvSpPr>
        <p:spPr>
          <a:xfrm>
            <a:off x="0" y="32337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aseline="-25000" dirty="0">
              <a:ea typeface="Arial" panose="020B0604020202020204" pitchFamily="34" charset="0"/>
            </a:endParaRPr>
          </a:p>
        </p:txBody>
      </p:sp>
      <p:graphicFrame>
        <p:nvGraphicFramePr>
          <p:cNvPr id="16404" name="Object 21"/>
          <p:cNvGraphicFramePr>
            <a:graphicFrameLocks noChangeAspect="1"/>
          </p:cNvGraphicFramePr>
          <p:nvPr/>
        </p:nvGraphicFramePr>
        <p:xfrm>
          <a:off x="1619250" y="5445125"/>
          <a:ext cx="1512888" cy="496888"/>
        </p:xfrm>
        <a:graphic>
          <a:graphicData uri="http://schemas.openxmlformats.org/presentationml/2006/ole">
            <p:oleObj spid="_x0000_s5145" r:id="rId9" imgW="698500" imgH="228600" progId="">
              <p:embed/>
            </p:oleObj>
          </a:graphicData>
        </a:graphic>
      </p:graphicFrame>
      <p:graphicFrame>
        <p:nvGraphicFramePr>
          <p:cNvPr id="16405" name="Object 24"/>
          <p:cNvGraphicFramePr>
            <a:graphicFrameLocks noChangeAspect="1"/>
          </p:cNvGraphicFramePr>
          <p:nvPr/>
        </p:nvGraphicFramePr>
        <p:xfrm>
          <a:off x="5364163" y="5300663"/>
          <a:ext cx="3024187" cy="669925"/>
        </p:xfrm>
        <a:graphic>
          <a:graphicData uri="http://schemas.openxmlformats.org/presentationml/2006/ole">
            <p:oleObj spid="_x0000_s5146" r:id="rId10" imgW="1765300" imgH="393700" progId="">
              <p:embed/>
            </p:oleObj>
          </a:graphicData>
        </a:graphic>
      </p:graphicFrame>
      <p:graphicFrame>
        <p:nvGraphicFramePr>
          <p:cNvPr id="16406" name="Object 26"/>
          <p:cNvGraphicFramePr>
            <a:graphicFrameLocks noChangeAspect="1"/>
          </p:cNvGraphicFramePr>
          <p:nvPr/>
        </p:nvGraphicFramePr>
        <p:xfrm>
          <a:off x="3995738" y="6165850"/>
          <a:ext cx="2087562" cy="444500"/>
        </p:xfrm>
        <a:graphic>
          <a:graphicData uri="http://schemas.openxmlformats.org/presentationml/2006/ole">
            <p:oleObj spid="_x0000_s5147" r:id="rId11" imgW="1079500" imgH="228600" progId="">
              <p:embed/>
            </p:oleObj>
          </a:graphicData>
        </a:graphic>
      </p:graphicFrame>
      <p:sp>
        <p:nvSpPr>
          <p:cNvPr id="16407" name="矩形 26"/>
          <p:cNvSpPr/>
          <p:nvPr/>
        </p:nvSpPr>
        <p:spPr>
          <a:xfrm>
            <a:off x="971550" y="1196975"/>
            <a:ext cx="49212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cs typeface="Arial" panose="020B0604020202020204" pitchFamily="34" charset="0"/>
              </a:rPr>
              <a:t>①</a:t>
            </a:r>
            <a:endParaRPr lang="zh-CN" altLang="en-US" sz="2400" b="1" dirty="0">
              <a:ea typeface="Arial" panose="020B0604020202020204" pitchFamily="34" charset="0"/>
            </a:endParaRPr>
          </a:p>
        </p:txBody>
      </p:sp>
      <p:sp>
        <p:nvSpPr>
          <p:cNvPr id="16408" name="矩形 28"/>
          <p:cNvSpPr/>
          <p:nvPr/>
        </p:nvSpPr>
        <p:spPr>
          <a:xfrm>
            <a:off x="971550" y="5516563"/>
            <a:ext cx="49212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cs typeface="Arial" panose="020B0604020202020204" pitchFamily="34" charset="0"/>
              </a:rPr>
              <a:t>③</a:t>
            </a:r>
            <a:endParaRPr lang="zh-CN" altLang="en-US" sz="2400" b="1" dirty="0">
              <a:ea typeface="Arial" panose="020B0604020202020204" pitchFamily="34" charset="0"/>
            </a:endParaRPr>
          </a:p>
        </p:txBody>
      </p:sp>
      <p:sp>
        <p:nvSpPr>
          <p:cNvPr id="16409" name="矩形 29"/>
          <p:cNvSpPr/>
          <p:nvPr/>
        </p:nvSpPr>
        <p:spPr>
          <a:xfrm>
            <a:off x="971550" y="3429000"/>
            <a:ext cx="49212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cs typeface="Arial" panose="020B0604020202020204" pitchFamily="34" charset="0"/>
              </a:rPr>
              <a:t>②</a:t>
            </a:r>
            <a:endParaRPr lang="zh-CN" altLang="en-US" sz="2400" b="1" dirty="0">
              <a:ea typeface="Arial" panose="020B0604020202020204" pitchFamily="34" charset="0"/>
            </a:endParaRPr>
          </a:p>
        </p:txBody>
      </p:sp>
      <p:sp>
        <p:nvSpPr>
          <p:cNvPr id="16410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baseline="0" dirty="0">
                <a:latin typeface="Arial Black" panose="020B0A04020102020204" pitchFamily="34" charset="0"/>
                <a:cs typeface="Arial" panose="020B0604020202020204" pitchFamily="34" charset="0"/>
              </a:rPr>
              <a:pPr lvl="0" algn="r" eaLnBrk="1" hangingPunct="1">
                <a:buNone/>
              </a:pPr>
              <a:t>11</a:t>
            </a:fld>
            <a:endParaRPr lang="en-US" altLang="zh-CN" sz="1200" baseline="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5"/>
          <p:cNvSpPr txBox="1"/>
          <p:nvPr/>
        </p:nvSpPr>
        <p:spPr>
          <a:xfrm>
            <a:off x="492125" y="4065588"/>
            <a:ext cx="2009775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Times New Roman" panose="02020603050405020304" pitchFamily="18" charset="0"/>
                <a:cs typeface="Arial" panose="020B0604020202020204" pitchFamily="34" charset="0"/>
              </a:rPr>
              <a:t>解方程组，得</a:t>
            </a:r>
            <a:r>
              <a:rPr lang="en-US" altLang="zh-CN" sz="2000" b="1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n-US" altLang="zh-CN" sz="2000" b="1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sp>
        <p:nvSpPr>
          <p:cNvPr id="17411" name="Rectangle 6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aseline="-25000" dirty="0">
              <a:ea typeface="Arial" panose="020B0604020202020204" pitchFamily="34" charset="0"/>
            </a:endParaRPr>
          </a:p>
        </p:txBody>
      </p:sp>
      <p:graphicFrame>
        <p:nvGraphicFramePr>
          <p:cNvPr id="17412" name="Object 7"/>
          <p:cNvGraphicFramePr>
            <a:graphicFrameLocks noChangeAspect="1"/>
          </p:cNvGraphicFramePr>
          <p:nvPr/>
        </p:nvGraphicFramePr>
        <p:xfrm>
          <a:off x="2363788" y="4073525"/>
          <a:ext cx="4038600" cy="2238375"/>
        </p:xfrm>
        <a:graphic>
          <a:graphicData uri="http://schemas.openxmlformats.org/presentationml/2006/ole">
            <p:oleObj spid="_x0000_s6147" r:id="rId4" imgW="2070100" imgH="1143000" progId="">
              <p:embed/>
            </p:oleObj>
          </a:graphicData>
        </a:graphic>
      </p:graphicFrame>
      <p:grpSp>
        <p:nvGrpSpPr>
          <p:cNvPr id="17413" name="Group 4"/>
          <p:cNvGrpSpPr/>
          <p:nvPr/>
        </p:nvGrpSpPr>
        <p:grpSpPr>
          <a:xfrm>
            <a:off x="684213" y="717550"/>
            <a:ext cx="7632700" cy="2841625"/>
            <a:chOff x="457" y="1091"/>
            <a:chExt cx="4839" cy="2167"/>
          </a:xfrm>
        </p:grpSpPr>
        <p:sp>
          <p:nvSpPr>
            <p:cNvPr id="17416" name="Freeform 5"/>
            <p:cNvSpPr/>
            <p:nvPr/>
          </p:nvSpPr>
          <p:spPr>
            <a:xfrm>
              <a:off x="1593" y="1783"/>
              <a:ext cx="1" cy="962"/>
            </a:xfrm>
            <a:custGeom>
              <a:avLst/>
              <a:gdLst>
                <a:gd name="txL" fmla="*/ 0 w 1"/>
                <a:gd name="txT" fmla="*/ 0 h 962"/>
                <a:gd name="txR" fmla="*/ 1 w 1"/>
                <a:gd name="txB" fmla="*/ 962 h 962"/>
              </a:gdLst>
              <a:ahLst/>
              <a:cxnLst>
                <a:cxn ang="0">
                  <a:pos x="0" y="962"/>
                </a:cxn>
                <a:cxn ang="0">
                  <a:pos x="0" y="0"/>
                </a:cxn>
                <a:cxn ang="0">
                  <a:pos x="0" y="962"/>
                </a:cxn>
                <a:cxn ang="0">
                  <a:pos x="0" y="962"/>
                </a:cxn>
              </a:cxnLst>
              <a:rect l="txL" t="txT" r="txR" b="txB"/>
              <a:pathLst>
                <a:path w="1" h="962">
                  <a:moveTo>
                    <a:pt x="0" y="962"/>
                  </a:moveTo>
                  <a:lnTo>
                    <a:pt x="0" y="0"/>
                  </a:lnTo>
                  <a:lnTo>
                    <a:pt x="0" y="96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17" name="Freeform 6"/>
            <p:cNvSpPr>
              <a:spLocks noEditPoints="1"/>
            </p:cNvSpPr>
            <p:nvPr/>
          </p:nvSpPr>
          <p:spPr>
            <a:xfrm>
              <a:off x="732" y="1783"/>
              <a:ext cx="861" cy="1"/>
            </a:xfrm>
            <a:custGeom>
              <a:avLst/>
              <a:gdLst>
                <a:gd name="txL" fmla="*/ 0 w 861"/>
                <a:gd name="txT" fmla="*/ 0 h 1"/>
                <a:gd name="txR" fmla="*/ 861 w 861"/>
                <a:gd name="txB" fmla="*/ 1 h 1"/>
              </a:gdLst>
              <a:ahLst/>
              <a:cxnLst>
                <a:cxn ang="0">
                  <a:pos x="861" y="0"/>
                </a:cxn>
                <a:cxn ang="0">
                  <a:pos x="0" y="0"/>
                </a:cxn>
                <a:cxn ang="0">
                  <a:pos x="861" y="0"/>
                </a:cxn>
                <a:cxn ang="0">
                  <a:pos x="861" y="0"/>
                </a:cxn>
                <a:cxn ang="0">
                  <a:pos x="861" y="0"/>
                </a:cxn>
                <a:cxn ang="0">
                  <a:pos x="861" y="0"/>
                </a:cxn>
                <a:cxn ang="0">
                  <a:pos x="861" y="0"/>
                </a:cxn>
              </a:cxnLst>
              <a:rect l="txL" t="txT" r="txR" b="txB"/>
              <a:pathLst>
                <a:path w="861" h="1">
                  <a:moveTo>
                    <a:pt x="861" y="0"/>
                  </a:moveTo>
                  <a:lnTo>
                    <a:pt x="0" y="0"/>
                  </a:lnTo>
                  <a:lnTo>
                    <a:pt x="861" y="0"/>
                  </a:lnTo>
                  <a:close/>
                  <a:moveTo>
                    <a:pt x="861" y="0"/>
                  </a:moveTo>
                  <a:lnTo>
                    <a:pt x="861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18" name="Freeform 7"/>
            <p:cNvSpPr>
              <a:spLocks noEditPoints="1"/>
            </p:cNvSpPr>
            <p:nvPr/>
          </p:nvSpPr>
          <p:spPr>
            <a:xfrm>
              <a:off x="732" y="1783"/>
              <a:ext cx="1" cy="962"/>
            </a:xfrm>
            <a:custGeom>
              <a:avLst/>
              <a:gdLst>
                <a:gd name="txL" fmla="*/ 0 w 1"/>
                <a:gd name="txT" fmla="*/ 0 h 962"/>
                <a:gd name="txR" fmla="*/ 1 w 1"/>
                <a:gd name="txB" fmla="*/ 962 h 962"/>
              </a:gdLst>
              <a:ahLst/>
              <a:cxnLst>
                <a:cxn ang="0">
                  <a:pos x="0" y="0"/>
                </a:cxn>
                <a:cxn ang="0">
                  <a:pos x="0" y="96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962">
                  <a:moveTo>
                    <a:pt x="0" y="0"/>
                  </a:moveTo>
                  <a:lnTo>
                    <a:pt x="0" y="962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19" name="Freeform 8"/>
            <p:cNvSpPr>
              <a:spLocks noEditPoints="1"/>
            </p:cNvSpPr>
            <p:nvPr/>
          </p:nvSpPr>
          <p:spPr>
            <a:xfrm>
              <a:off x="732" y="2745"/>
              <a:ext cx="861" cy="1"/>
            </a:xfrm>
            <a:custGeom>
              <a:avLst/>
              <a:gdLst>
                <a:gd name="txL" fmla="*/ 0 w 861"/>
                <a:gd name="txT" fmla="*/ 0 h 1"/>
                <a:gd name="txR" fmla="*/ 861 w 86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86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861" h="1">
                  <a:moveTo>
                    <a:pt x="0" y="0"/>
                  </a:moveTo>
                  <a:lnTo>
                    <a:pt x="861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0" name="Freeform 9"/>
            <p:cNvSpPr/>
            <p:nvPr/>
          </p:nvSpPr>
          <p:spPr>
            <a:xfrm>
              <a:off x="1593" y="2745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1" name="Freeform 10"/>
            <p:cNvSpPr/>
            <p:nvPr/>
          </p:nvSpPr>
          <p:spPr>
            <a:xfrm>
              <a:off x="1593" y="2745"/>
              <a:ext cx="856" cy="1"/>
            </a:xfrm>
            <a:custGeom>
              <a:avLst/>
              <a:gdLst>
                <a:gd name="txL" fmla="*/ 0 w 856"/>
                <a:gd name="txT" fmla="*/ 0 h 1"/>
                <a:gd name="txR" fmla="*/ 856 w 856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856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856" h="1">
                  <a:moveTo>
                    <a:pt x="0" y="0"/>
                  </a:moveTo>
                  <a:lnTo>
                    <a:pt x="8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2" name="Freeform 11"/>
            <p:cNvSpPr>
              <a:spLocks noEditPoints="1"/>
            </p:cNvSpPr>
            <p:nvPr/>
          </p:nvSpPr>
          <p:spPr>
            <a:xfrm>
              <a:off x="2449" y="1783"/>
              <a:ext cx="1" cy="962"/>
            </a:xfrm>
            <a:custGeom>
              <a:avLst/>
              <a:gdLst>
                <a:gd name="txL" fmla="*/ 0 w 1"/>
                <a:gd name="txT" fmla="*/ 0 h 962"/>
                <a:gd name="txR" fmla="*/ 1 w 1"/>
                <a:gd name="txB" fmla="*/ 962 h 962"/>
              </a:gdLst>
              <a:ahLst/>
              <a:cxnLst>
                <a:cxn ang="0">
                  <a:pos x="0" y="962"/>
                </a:cxn>
                <a:cxn ang="0">
                  <a:pos x="0" y="0"/>
                </a:cxn>
                <a:cxn ang="0">
                  <a:pos x="0" y="962"/>
                </a:cxn>
                <a:cxn ang="0">
                  <a:pos x="0" y="962"/>
                </a:cxn>
                <a:cxn ang="0">
                  <a:pos x="0" y="962"/>
                </a:cxn>
                <a:cxn ang="0">
                  <a:pos x="0" y="962"/>
                </a:cxn>
                <a:cxn ang="0">
                  <a:pos x="0" y="962"/>
                </a:cxn>
              </a:cxnLst>
              <a:rect l="txL" t="txT" r="txR" b="txB"/>
              <a:pathLst>
                <a:path w="1" h="962">
                  <a:moveTo>
                    <a:pt x="0" y="962"/>
                  </a:moveTo>
                  <a:lnTo>
                    <a:pt x="0" y="0"/>
                  </a:lnTo>
                  <a:lnTo>
                    <a:pt x="0" y="962"/>
                  </a:lnTo>
                  <a:close/>
                  <a:moveTo>
                    <a:pt x="0" y="962"/>
                  </a:moveTo>
                  <a:lnTo>
                    <a:pt x="0" y="96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3" name="Freeform 12"/>
            <p:cNvSpPr>
              <a:spLocks noEditPoints="1"/>
            </p:cNvSpPr>
            <p:nvPr/>
          </p:nvSpPr>
          <p:spPr>
            <a:xfrm>
              <a:off x="1593" y="1783"/>
              <a:ext cx="856" cy="1"/>
            </a:xfrm>
            <a:custGeom>
              <a:avLst/>
              <a:gdLst>
                <a:gd name="txL" fmla="*/ 0 w 856"/>
                <a:gd name="txT" fmla="*/ 0 h 1"/>
                <a:gd name="txR" fmla="*/ 856 w 856"/>
                <a:gd name="txB" fmla="*/ 1 h 1"/>
              </a:gdLst>
              <a:ahLst/>
              <a:cxnLst>
                <a:cxn ang="0">
                  <a:pos x="856" y="0"/>
                </a:cxn>
                <a:cxn ang="0">
                  <a:pos x="0" y="0"/>
                </a:cxn>
                <a:cxn ang="0">
                  <a:pos x="856" y="0"/>
                </a:cxn>
                <a:cxn ang="0">
                  <a:pos x="856" y="0"/>
                </a:cxn>
                <a:cxn ang="0">
                  <a:pos x="856" y="0"/>
                </a:cxn>
                <a:cxn ang="0">
                  <a:pos x="856" y="0"/>
                </a:cxn>
                <a:cxn ang="0">
                  <a:pos x="856" y="0"/>
                </a:cxn>
              </a:cxnLst>
              <a:rect l="txL" t="txT" r="txR" b="txB"/>
              <a:pathLst>
                <a:path w="856" h="1">
                  <a:moveTo>
                    <a:pt x="856" y="0"/>
                  </a:moveTo>
                  <a:lnTo>
                    <a:pt x="0" y="0"/>
                  </a:lnTo>
                  <a:lnTo>
                    <a:pt x="856" y="0"/>
                  </a:lnTo>
                  <a:close/>
                  <a:moveTo>
                    <a:pt x="856" y="0"/>
                  </a:moveTo>
                  <a:lnTo>
                    <a:pt x="856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4" name="Freeform 13"/>
            <p:cNvSpPr/>
            <p:nvPr/>
          </p:nvSpPr>
          <p:spPr>
            <a:xfrm>
              <a:off x="732" y="1294"/>
              <a:ext cx="861" cy="1"/>
            </a:xfrm>
            <a:custGeom>
              <a:avLst/>
              <a:gdLst>
                <a:gd name="txL" fmla="*/ 0 w 861"/>
                <a:gd name="txT" fmla="*/ 0 h 1"/>
                <a:gd name="txR" fmla="*/ 861 w 861"/>
                <a:gd name="txB" fmla="*/ 1 h 1"/>
              </a:gdLst>
              <a:ahLst/>
              <a:cxnLst>
                <a:cxn ang="0">
                  <a:pos x="861" y="0"/>
                </a:cxn>
                <a:cxn ang="0">
                  <a:pos x="0" y="0"/>
                </a:cxn>
                <a:cxn ang="0">
                  <a:pos x="861" y="0"/>
                </a:cxn>
                <a:cxn ang="0">
                  <a:pos x="861" y="0"/>
                </a:cxn>
              </a:cxnLst>
              <a:rect l="txL" t="txT" r="txR" b="txB"/>
              <a:pathLst>
                <a:path w="861" h="1">
                  <a:moveTo>
                    <a:pt x="861" y="0"/>
                  </a:moveTo>
                  <a:lnTo>
                    <a:pt x="0" y="0"/>
                  </a:lnTo>
                  <a:lnTo>
                    <a:pt x="861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5" name="Freeform 14"/>
            <p:cNvSpPr>
              <a:spLocks noEditPoints="1"/>
            </p:cNvSpPr>
            <p:nvPr/>
          </p:nvSpPr>
          <p:spPr>
            <a:xfrm>
              <a:off x="732" y="1294"/>
              <a:ext cx="1" cy="489"/>
            </a:xfrm>
            <a:custGeom>
              <a:avLst/>
              <a:gdLst>
                <a:gd name="txL" fmla="*/ 0 w 1"/>
                <a:gd name="txT" fmla="*/ 0 h 489"/>
                <a:gd name="txR" fmla="*/ 1 w 1"/>
                <a:gd name="txB" fmla="*/ 489 h 489"/>
              </a:gdLst>
              <a:ahLst/>
              <a:cxnLst>
                <a:cxn ang="0">
                  <a:pos x="0" y="0"/>
                </a:cxn>
                <a:cxn ang="0">
                  <a:pos x="0" y="489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489">
                  <a:moveTo>
                    <a:pt x="0" y="0"/>
                  </a:moveTo>
                  <a:lnTo>
                    <a:pt x="0" y="489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6" name="Freeform 15"/>
            <p:cNvSpPr/>
            <p:nvPr/>
          </p:nvSpPr>
          <p:spPr>
            <a:xfrm>
              <a:off x="2449" y="1294"/>
              <a:ext cx="1" cy="489"/>
            </a:xfrm>
            <a:custGeom>
              <a:avLst/>
              <a:gdLst>
                <a:gd name="txL" fmla="*/ 0 w 1"/>
                <a:gd name="txT" fmla="*/ 0 h 489"/>
                <a:gd name="txR" fmla="*/ 1 w 1"/>
                <a:gd name="txB" fmla="*/ 489 h 489"/>
              </a:gdLst>
              <a:ahLst/>
              <a:cxnLst>
                <a:cxn ang="0">
                  <a:pos x="0" y="489"/>
                </a:cxn>
                <a:cxn ang="0">
                  <a:pos x="0" y="0"/>
                </a:cxn>
                <a:cxn ang="0">
                  <a:pos x="0" y="489"/>
                </a:cxn>
                <a:cxn ang="0">
                  <a:pos x="0" y="489"/>
                </a:cxn>
              </a:cxnLst>
              <a:rect l="txL" t="txT" r="txR" b="txB"/>
              <a:pathLst>
                <a:path w="1" h="489">
                  <a:moveTo>
                    <a:pt x="0" y="489"/>
                  </a:moveTo>
                  <a:lnTo>
                    <a:pt x="0" y="0"/>
                  </a:lnTo>
                  <a:lnTo>
                    <a:pt x="0" y="48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7" name="Freeform 16"/>
            <p:cNvSpPr>
              <a:spLocks noEditPoints="1"/>
            </p:cNvSpPr>
            <p:nvPr/>
          </p:nvSpPr>
          <p:spPr>
            <a:xfrm>
              <a:off x="1593" y="1294"/>
              <a:ext cx="856" cy="1"/>
            </a:xfrm>
            <a:custGeom>
              <a:avLst/>
              <a:gdLst>
                <a:gd name="txL" fmla="*/ 0 w 856"/>
                <a:gd name="txT" fmla="*/ 0 h 1"/>
                <a:gd name="txR" fmla="*/ 856 w 856"/>
                <a:gd name="txB" fmla="*/ 1 h 1"/>
              </a:gdLst>
              <a:ahLst/>
              <a:cxnLst>
                <a:cxn ang="0">
                  <a:pos x="856" y="0"/>
                </a:cxn>
                <a:cxn ang="0">
                  <a:pos x="0" y="0"/>
                </a:cxn>
                <a:cxn ang="0">
                  <a:pos x="856" y="0"/>
                </a:cxn>
                <a:cxn ang="0">
                  <a:pos x="856" y="0"/>
                </a:cxn>
                <a:cxn ang="0">
                  <a:pos x="856" y="0"/>
                </a:cxn>
                <a:cxn ang="0">
                  <a:pos x="856" y="0"/>
                </a:cxn>
                <a:cxn ang="0">
                  <a:pos x="856" y="0"/>
                </a:cxn>
              </a:cxnLst>
              <a:rect l="txL" t="txT" r="txR" b="txB"/>
              <a:pathLst>
                <a:path w="856" h="1">
                  <a:moveTo>
                    <a:pt x="856" y="0"/>
                  </a:moveTo>
                  <a:lnTo>
                    <a:pt x="0" y="0"/>
                  </a:lnTo>
                  <a:lnTo>
                    <a:pt x="856" y="0"/>
                  </a:lnTo>
                  <a:close/>
                  <a:moveTo>
                    <a:pt x="856" y="0"/>
                  </a:moveTo>
                  <a:lnTo>
                    <a:pt x="856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8" name="Freeform 17"/>
            <p:cNvSpPr>
              <a:spLocks noEditPoints="1"/>
            </p:cNvSpPr>
            <p:nvPr/>
          </p:nvSpPr>
          <p:spPr>
            <a:xfrm>
              <a:off x="1522" y="1091"/>
              <a:ext cx="48" cy="89"/>
            </a:xfrm>
            <a:custGeom>
              <a:avLst/>
              <a:gdLst>
                <a:gd name="txL" fmla="*/ 0 w 48"/>
                <a:gd name="txT" fmla="*/ 0 h 89"/>
                <a:gd name="txR" fmla="*/ 48 w 48"/>
                <a:gd name="txB" fmla="*/ 89 h 89"/>
              </a:gdLst>
              <a:ahLst/>
              <a:cxnLst>
                <a:cxn ang="0">
                  <a:pos x="48" y="59"/>
                </a:cxn>
                <a:cxn ang="0">
                  <a:pos x="36" y="59"/>
                </a:cxn>
                <a:cxn ang="0">
                  <a:pos x="36" y="0"/>
                </a:cxn>
                <a:cxn ang="0">
                  <a:pos x="30" y="0"/>
                </a:cxn>
                <a:cxn ang="0">
                  <a:pos x="0" y="59"/>
                </a:cxn>
                <a:cxn ang="0">
                  <a:pos x="0" y="65"/>
                </a:cxn>
                <a:cxn ang="0">
                  <a:pos x="30" y="65"/>
                </a:cxn>
                <a:cxn ang="0">
                  <a:pos x="30" y="89"/>
                </a:cxn>
                <a:cxn ang="0">
                  <a:pos x="36" y="89"/>
                </a:cxn>
                <a:cxn ang="0">
                  <a:pos x="36" y="65"/>
                </a:cxn>
                <a:cxn ang="0">
                  <a:pos x="48" y="65"/>
                </a:cxn>
                <a:cxn ang="0">
                  <a:pos x="48" y="59"/>
                </a:cxn>
                <a:cxn ang="0">
                  <a:pos x="30" y="59"/>
                </a:cxn>
                <a:cxn ang="0">
                  <a:pos x="0" y="59"/>
                </a:cxn>
                <a:cxn ang="0">
                  <a:pos x="24" y="12"/>
                </a:cxn>
                <a:cxn ang="0">
                  <a:pos x="30" y="12"/>
                </a:cxn>
                <a:cxn ang="0">
                  <a:pos x="30" y="59"/>
                </a:cxn>
              </a:cxnLst>
              <a:rect l="txL" t="txT" r="txR" b="txB"/>
              <a:pathLst>
                <a:path w="48" h="89">
                  <a:moveTo>
                    <a:pt x="48" y="59"/>
                  </a:moveTo>
                  <a:lnTo>
                    <a:pt x="36" y="59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0" y="59"/>
                  </a:lnTo>
                  <a:lnTo>
                    <a:pt x="0" y="65"/>
                  </a:lnTo>
                  <a:lnTo>
                    <a:pt x="30" y="65"/>
                  </a:lnTo>
                  <a:lnTo>
                    <a:pt x="30" y="89"/>
                  </a:lnTo>
                  <a:lnTo>
                    <a:pt x="36" y="89"/>
                  </a:lnTo>
                  <a:lnTo>
                    <a:pt x="36" y="65"/>
                  </a:lnTo>
                  <a:lnTo>
                    <a:pt x="48" y="65"/>
                  </a:lnTo>
                  <a:lnTo>
                    <a:pt x="48" y="59"/>
                  </a:lnTo>
                  <a:close/>
                  <a:moveTo>
                    <a:pt x="30" y="59"/>
                  </a:moveTo>
                  <a:lnTo>
                    <a:pt x="0" y="59"/>
                  </a:lnTo>
                  <a:lnTo>
                    <a:pt x="24" y="12"/>
                  </a:lnTo>
                  <a:lnTo>
                    <a:pt x="30" y="12"/>
                  </a:lnTo>
                  <a:lnTo>
                    <a:pt x="30" y="5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9" name="Freeform 18"/>
            <p:cNvSpPr/>
            <p:nvPr/>
          </p:nvSpPr>
          <p:spPr>
            <a:xfrm>
              <a:off x="1599" y="1091"/>
              <a:ext cx="72" cy="89"/>
            </a:xfrm>
            <a:custGeom>
              <a:avLst/>
              <a:gdLst>
                <a:gd name="txL" fmla="*/ 0 w 72"/>
                <a:gd name="txT" fmla="*/ 0 h 89"/>
                <a:gd name="txR" fmla="*/ 72 w 72"/>
                <a:gd name="txB" fmla="*/ 89 h 89"/>
              </a:gdLst>
              <a:ahLst/>
              <a:cxnLst>
                <a:cxn ang="0">
                  <a:pos x="30" y="71"/>
                </a:cxn>
                <a:cxn ang="0">
                  <a:pos x="24" y="65"/>
                </a:cxn>
                <a:cxn ang="0">
                  <a:pos x="18" y="54"/>
                </a:cxn>
                <a:cxn ang="0">
                  <a:pos x="12" y="48"/>
                </a:cxn>
                <a:cxn ang="0">
                  <a:pos x="12" y="36"/>
                </a:cxn>
                <a:cxn ang="0">
                  <a:pos x="18" y="12"/>
                </a:cxn>
                <a:cxn ang="0">
                  <a:pos x="30" y="6"/>
                </a:cxn>
                <a:cxn ang="0">
                  <a:pos x="36" y="0"/>
                </a:cxn>
                <a:cxn ang="0">
                  <a:pos x="42" y="6"/>
                </a:cxn>
                <a:cxn ang="0">
                  <a:pos x="48" y="12"/>
                </a:cxn>
                <a:cxn ang="0">
                  <a:pos x="60" y="36"/>
                </a:cxn>
                <a:cxn ang="0">
                  <a:pos x="60" y="48"/>
                </a:cxn>
                <a:cxn ang="0">
                  <a:pos x="54" y="54"/>
                </a:cxn>
                <a:cxn ang="0">
                  <a:pos x="48" y="65"/>
                </a:cxn>
                <a:cxn ang="0">
                  <a:pos x="42" y="71"/>
                </a:cxn>
                <a:cxn ang="0">
                  <a:pos x="42" y="89"/>
                </a:cxn>
                <a:cxn ang="0">
                  <a:pos x="72" y="89"/>
                </a:cxn>
                <a:cxn ang="0">
                  <a:pos x="72" y="71"/>
                </a:cxn>
                <a:cxn ang="0">
                  <a:pos x="72" y="71"/>
                </a:cxn>
                <a:cxn ang="0">
                  <a:pos x="66" y="77"/>
                </a:cxn>
                <a:cxn ang="0">
                  <a:pos x="66" y="77"/>
                </a:cxn>
                <a:cxn ang="0">
                  <a:pos x="48" y="77"/>
                </a:cxn>
                <a:cxn ang="0">
                  <a:pos x="48" y="71"/>
                </a:cxn>
                <a:cxn ang="0">
                  <a:pos x="60" y="65"/>
                </a:cxn>
                <a:cxn ang="0">
                  <a:pos x="66" y="59"/>
                </a:cxn>
                <a:cxn ang="0">
                  <a:pos x="72" y="42"/>
                </a:cxn>
                <a:cxn ang="0">
                  <a:pos x="66" y="18"/>
                </a:cxn>
                <a:cxn ang="0">
                  <a:pos x="60" y="12"/>
                </a:cxn>
                <a:cxn ang="0">
                  <a:pos x="54" y="6"/>
                </a:cxn>
                <a:cxn ang="0">
                  <a:pos x="48" y="0"/>
                </a:cxn>
                <a:cxn ang="0">
                  <a:pos x="36" y="0"/>
                </a:cxn>
                <a:cxn ang="0">
                  <a:pos x="30" y="0"/>
                </a:cxn>
                <a:cxn ang="0">
                  <a:pos x="18" y="6"/>
                </a:cxn>
                <a:cxn ang="0">
                  <a:pos x="12" y="12"/>
                </a:cxn>
                <a:cxn ang="0">
                  <a:pos x="6" y="18"/>
                </a:cxn>
                <a:cxn ang="0">
                  <a:pos x="0" y="42"/>
                </a:cxn>
                <a:cxn ang="0">
                  <a:pos x="6" y="59"/>
                </a:cxn>
                <a:cxn ang="0">
                  <a:pos x="18" y="65"/>
                </a:cxn>
                <a:cxn ang="0">
                  <a:pos x="24" y="71"/>
                </a:cxn>
                <a:cxn ang="0">
                  <a:pos x="24" y="77"/>
                </a:cxn>
                <a:cxn ang="0">
                  <a:pos x="6" y="77"/>
                </a:cxn>
                <a:cxn ang="0">
                  <a:pos x="6" y="77"/>
                </a:cxn>
                <a:cxn ang="0">
                  <a:pos x="0" y="71"/>
                </a:cxn>
                <a:cxn ang="0">
                  <a:pos x="0" y="71"/>
                </a:cxn>
                <a:cxn ang="0">
                  <a:pos x="0" y="89"/>
                </a:cxn>
                <a:cxn ang="0">
                  <a:pos x="30" y="89"/>
                </a:cxn>
                <a:cxn ang="0">
                  <a:pos x="30" y="71"/>
                </a:cxn>
              </a:cxnLst>
              <a:rect l="txL" t="txT" r="txR" b="txB"/>
              <a:pathLst>
                <a:path w="72" h="89">
                  <a:moveTo>
                    <a:pt x="30" y="71"/>
                  </a:moveTo>
                  <a:lnTo>
                    <a:pt x="24" y="65"/>
                  </a:lnTo>
                  <a:lnTo>
                    <a:pt x="18" y="54"/>
                  </a:lnTo>
                  <a:lnTo>
                    <a:pt x="12" y="48"/>
                  </a:lnTo>
                  <a:lnTo>
                    <a:pt x="12" y="36"/>
                  </a:lnTo>
                  <a:lnTo>
                    <a:pt x="18" y="12"/>
                  </a:lnTo>
                  <a:lnTo>
                    <a:pt x="30" y="6"/>
                  </a:lnTo>
                  <a:lnTo>
                    <a:pt x="36" y="0"/>
                  </a:lnTo>
                  <a:lnTo>
                    <a:pt x="42" y="6"/>
                  </a:lnTo>
                  <a:lnTo>
                    <a:pt x="48" y="12"/>
                  </a:lnTo>
                  <a:lnTo>
                    <a:pt x="60" y="36"/>
                  </a:lnTo>
                  <a:lnTo>
                    <a:pt x="60" y="48"/>
                  </a:lnTo>
                  <a:lnTo>
                    <a:pt x="54" y="54"/>
                  </a:lnTo>
                  <a:lnTo>
                    <a:pt x="48" y="65"/>
                  </a:lnTo>
                  <a:lnTo>
                    <a:pt x="42" y="71"/>
                  </a:lnTo>
                  <a:lnTo>
                    <a:pt x="42" y="89"/>
                  </a:lnTo>
                  <a:lnTo>
                    <a:pt x="72" y="89"/>
                  </a:lnTo>
                  <a:lnTo>
                    <a:pt x="72" y="71"/>
                  </a:lnTo>
                  <a:lnTo>
                    <a:pt x="66" y="77"/>
                  </a:lnTo>
                  <a:lnTo>
                    <a:pt x="48" y="77"/>
                  </a:lnTo>
                  <a:lnTo>
                    <a:pt x="48" y="71"/>
                  </a:lnTo>
                  <a:lnTo>
                    <a:pt x="60" y="65"/>
                  </a:lnTo>
                  <a:lnTo>
                    <a:pt x="66" y="59"/>
                  </a:lnTo>
                  <a:lnTo>
                    <a:pt x="72" y="42"/>
                  </a:lnTo>
                  <a:lnTo>
                    <a:pt x="66" y="18"/>
                  </a:lnTo>
                  <a:lnTo>
                    <a:pt x="60" y="12"/>
                  </a:lnTo>
                  <a:lnTo>
                    <a:pt x="54" y="6"/>
                  </a:lnTo>
                  <a:lnTo>
                    <a:pt x="48" y="0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18" y="6"/>
                  </a:lnTo>
                  <a:lnTo>
                    <a:pt x="12" y="12"/>
                  </a:lnTo>
                  <a:lnTo>
                    <a:pt x="6" y="18"/>
                  </a:lnTo>
                  <a:lnTo>
                    <a:pt x="0" y="42"/>
                  </a:lnTo>
                  <a:lnTo>
                    <a:pt x="6" y="59"/>
                  </a:lnTo>
                  <a:lnTo>
                    <a:pt x="18" y="65"/>
                  </a:lnTo>
                  <a:lnTo>
                    <a:pt x="24" y="71"/>
                  </a:lnTo>
                  <a:lnTo>
                    <a:pt x="24" y="77"/>
                  </a:lnTo>
                  <a:lnTo>
                    <a:pt x="6" y="77"/>
                  </a:lnTo>
                  <a:lnTo>
                    <a:pt x="0" y="71"/>
                  </a:lnTo>
                  <a:lnTo>
                    <a:pt x="0" y="89"/>
                  </a:lnTo>
                  <a:lnTo>
                    <a:pt x="30" y="89"/>
                  </a:lnTo>
                  <a:lnTo>
                    <a:pt x="30" y="7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0" name="Freeform 19"/>
            <p:cNvSpPr>
              <a:spLocks noEditPoints="1"/>
            </p:cNvSpPr>
            <p:nvPr/>
          </p:nvSpPr>
          <p:spPr>
            <a:xfrm>
              <a:off x="1671" y="2207"/>
              <a:ext cx="48" cy="96"/>
            </a:xfrm>
            <a:custGeom>
              <a:avLst/>
              <a:gdLst>
                <a:gd name="txL" fmla="*/ 0 w 48"/>
                <a:gd name="txT" fmla="*/ 0 h 96"/>
                <a:gd name="txR" fmla="*/ 48 w 48"/>
                <a:gd name="txB" fmla="*/ 96 h 96"/>
              </a:gdLst>
              <a:ahLst/>
              <a:cxnLst>
                <a:cxn ang="0">
                  <a:pos x="48" y="60"/>
                </a:cxn>
                <a:cxn ang="0">
                  <a:pos x="42" y="60"/>
                </a:cxn>
                <a:cxn ang="0">
                  <a:pos x="42" y="0"/>
                </a:cxn>
                <a:cxn ang="0">
                  <a:pos x="36" y="0"/>
                </a:cxn>
                <a:cxn ang="0">
                  <a:pos x="0" y="60"/>
                </a:cxn>
                <a:cxn ang="0">
                  <a:pos x="0" y="72"/>
                </a:cxn>
                <a:cxn ang="0">
                  <a:pos x="30" y="72"/>
                </a:cxn>
                <a:cxn ang="0">
                  <a:pos x="30" y="96"/>
                </a:cxn>
                <a:cxn ang="0">
                  <a:pos x="42" y="96"/>
                </a:cxn>
                <a:cxn ang="0">
                  <a:pos x="42" y="72"/>
                </a:cxn>
                <a:cxn ang="0">
                  <a:pos x="48" y="72"/>
                </a:cxn>
                <a:cxn ang="0">
                  <a:pos x="48" y="60"/>
                </a:cxn>
                <a:cxn ang="0">
                  <a:pos x="30" y="60"/>
                </a:cxn>
                <a:cxn ang="0">
                  <a:pos x="6" y="60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60"/>
                </a:cxn>
              </a:cxnLst>
              <a:rect l="txL" t="txT" r="txR" b="txB"/>
              <a:pathLst>
                <a:path w="48" h="96">
                  <a:moveTo>
                    <a:pt x="48" y="60"/>
                  </a:moveTo>
                  <a:lnTo>
                    <a:pt x="42" y="60"/>
                  </a:lnTo>
                  <a:lnTo>
                    <a:pt x="42" y="0"/>
                  </a:lnTo>
                  <a:lnTo>
                    <a:pt x="36" y="0"/>
                  </a:lnTo>
                  <a:lnTo>
                    <a:pt x="0" y="60"/>
                  </a:lnTo>
                  <a:lnTo>
                    <a:pt x="0" y="72"/>
                  </a:lnTo>
                  <a:lnTo>
                    <a:pt x="30" y="72"/>
                  </a:lnTo>
                  <a:lnTo>
                    <a:pt x="30" y="96"/>
                  </a:lnTo>
                  <a:lnTo>
                    <a:pt x="42" y="96"/>
                  </a:lnTo>
                  <a:lnTo>
                    <a:pt x="42" y="72"/>
                  </a:lnTo>
                  <a:lnTo>
                    <a:pt x="48" y="72"/>
                  </a:lnTo>
                  <a:lnTo>
                    <a:pt x="48" y="60"/>
                  </a:lnTo>
                  <a:close/>
                  <a:moveTo>
                    <a:pt x="30" y="60"/>
                  </a:moveTo>
                  <a:lnTo>
                    <a:pt x="6" y="60"/>
                  </a:lnTo>
                  <a:lnTo>
                    <a:pt x="30" y="18"/>
                  </a:lnTo>
                  <a:lnTo>
                    <a:pt x="30" y="6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1" name="Freeform 20"/>
            <p:cNvSpPr/>
            <p:nvPr/>
          </p:nvSpPr>
          <p:spPr>
            <a:xfrm>
              <a:off x="1755" y="2207"/>
              <a:ext cx="72" cy="96"/>
            </a:xfrm>
            <a:custGeom>
              <a:avLst/>
              <a:gdLst>
                <a:gd name="txL" fmla="*/ 0 w 72"/>
                <a:gd name="txT" fmla="*/ 0 h 96"/>
                <a:gd name="txR" fmla="*/ 72 w 72"/>
                <a:gd name="txB" fmla="*/ 96 h 96"/>
              </a:gdLst>
              <a:ahLst/>
              <a:cxnLst>
                <a:cxn ang="0">
                  <a:pos x="24" y="72"/>
                </a:cxn>
                <a:cxn ang="0">
                  <a:pos x="18" y="72"/>
                </a:cxn>
                <a:cxn ang="0">
                  <a:pos x="12" y="60"/>
                </a:cxn>
                <a:cxn ang="0">
                  <a:pos x="12" y="36"/>
                </a:cxn>
                <a:cxn ang="0">
                  <a:pos x="18" y="12"/>
                </a:cxn>
                <a:cxn ang="0">
                  <a:pos x="30" y="6"/>
                </a:cxn>
                <a:cxn ang="0">
                  <a:pos x="36" y="6"/>
                </a:cxn>
                <a:cxn ang="0">
                  <a:pos x="42" y="6"/>
                </a:cxn>
                <a:cxn ang="0">
                  <a:pos x="48" y="12"/>
                </a:cxn>
                <a:cxn ang="0">
                  <a:pos x="54" y="24"/>
                </a:cxn>
                <a:cxn ang="0">
                  <a:pos x="54" y="36"/>
                </a:cxn>
                <a:cxn ang="0">
                  <a:pos x="54" y="60"/>
                </a:cxn>
                <a:cxn ang="0">
                  <a:pos x="48" y="72"/>
                </a:cxn>
                <a:cxn ang="0">
                  <a:pos x="42" y="72"/>
                </a:cxn>
                <a:cxn ang="0">
                  <a:pos x="42" y="96"/>
                </a:cxn>
                <a:cxn ang="0">
                  <a:pos x="72" y="96"/>
                </a:cxn>
                <a:cxn ang="0">
                  <a:pos x="72" y="72"/>
                </a:cxn>
                <a:cxn ang="0">
                  <a:pos x="66" y="72"/>
                </a:cxn>
                <a:cxn ang="0">
                  <a:pos x="66" y="78"/>
                </a:cxn>
                <a:cxn ang="0">
                  <a:pos x="60" y="78"/>
                </a:cxn>
                <a:cxn ang="0">
                  <a:pos x="48" y="78"/>
                </a:cxn>
                <a:cxn ang="0">
                  <a:pos x="48" y="78"/>
                </a:cxn>
                <a:cxn ang="0">
                  <a:pos x="54" y="72"/>
                </a:cxn>
                <a:cxn ang="0">
                  <a:pos x="60" y="60"/>
                </a:cxn>
                <a:cxn ang="0">
                  <a:pos x="66" y="48"/>
                </a:cxn>
                <a:cxn ang="0">
                  <a:pos x="66" y="42"/>
                </a:cxn>
                <a:cxn ang="0">
                  <a:pos x="66" y="18"/>
                </a:cxn>
                <a:cxn ang="0">
                  <a:pos x="60" y="12"/>
                </a:cxn>
                <a:cxn ang="0">
                  <a:pos x="54" y="6"/>
                </a:cxn>
                <a:cxn ang="0">
                  <a:pos x="48" y="0"/>
                </a:cxn>
                <a:cxn ang="0">
                  <a:pos x="36" y="0"/>
                </a:cxn>
                <a:cxn ang="0">
                  <a:pos x="24" y="0"/>
                </a:cxn>
                <a:cxn ang="0">
                  <a:pos x="12" y="6"/>
                </a:cxn>
                <a:cxn ang="0">
                  <a:pos x="12" y="12"/>
                </a:cxn>
                <a:cxn ang="0">
                  <a:pos x="6" y="18"/>
                </a:cxn>
                <a:cxn ang="0">
                  <a:pos x="0" y="42"/>
                </a:cxn>
                <a:cxn ang="0">
                  <a:pos x="6" y="60"/>
                </a:cxn>
                <a:cxn ang="0">
                  <a:pos x="12" y="72"/>
                </a:cxn>
                <a:cxn ang="0">
                  <a:pos x="24" y="78"/>
                </a:cxn>
                <a:cxn ang="0">
                  <a:pos x="24" y="78"/>
                </a:cxn>
                <a:cxn ang="0">
                  <a:pos x="6" y="78"/>
                </a:cxn>
                <a:cxn ang="0">
                  <a:pos x="0" y="78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0" y="96"/>
                </a:cxn>
                <a:cxn ang="0">
                  <a:pos x="30" y="96"/>
                </a:cxn>
                <a:cxn ang="0">
                  <a:pos x="24" y="72"/>
                </a:cxn>
              </a:cxnLst>
              <a:rect l="txL" t="txT" r="txR" b="txB"/>
              <a:pathLst>
                <a:path w="72" h="96">
                  <a:moveTo>
                    <a:pt x="24" y="72"/>
                  </a:moveTo>
                  <a:lnTo>
                    <a:pt x="18" y="72"/>
                  </a:lnTo>
                  <a:lnTo>
                    <a:pt x="12" y="60"/>
                  </a:lnTo>
                  <a:lnTo>
                    <a:pt x="12" y="36"/>
                  </a:lnTo>
                  <a:lnTo>
                    <a:pt x="18" y="12"/>
                  </a:lnTo>
                  <a:lnTo>
                    <a:pt x="30" y="6"/>
                  </a:lnTo>
                  <a:lnTo>
                    <a:pt x="36" y="6"/>
                  </a:lnTo>
                  <a:lnTo>
                    <a:pt x="42" y="6"/>
                  </a:lnTo>
                  <a:lnTo>
                    <a:pt x="48" y="12"/>
                  </a:lnTo>
                  <a:lnTo>
                    <a:pt x="54" y="24"/>
                  </a:lnTo>
                  <a:lnTo>
                    <a:pt x="54" y="36"/>
                  </a:lnTo>
                  <a:lnTo>
                    <a:pt x="54" y="60"/>
                  </a:lnTo>
                  <a:lnTo>
                    <a:pt x="48" y="72"/>
                  </a:lnTo>
                  <a:lnTo>
                    <a:pt x="42" y="72"/>
                  </a:lnTo>
                  <a:lnTo>
                    <a:pt x="42" y="96"/>
                  </a:lnTo>
                  <a:lnTo>
                    <a:pt x="72" y="96"/>
                  </a:lnTo>
                  <a:lnTo>
                    <a:pt x="72" y="72"/>
                  </a:lnTo>
                  <a:lnTo>
                    <a:pt x="66" y="72"/>
                  </a:lnTo>
                  <a:lnTo>
                    <a:pt x="66" y="78"/>
                  </a:lnTo>
                  <a:lnTo>
                    <a:pt x="60" y="78"/>
                  </a:lnTo>
                  <a:lnTo>
                    <a:pt x="48" y="78"/>
                  </a:lnTo>
                  <a:lnTo>
                    <a:pt x="54" y="72"/>
                  </a:lnTo>
                  <a:lnTo>
                    <a:pt x="60" y="60"/>
                  </a:lnTo>
                  <a:lnTo>
                    <a:pt x="66" y="48"/>
                  </a:lnTo>
                  <a:lnTo>
                    <a:pt x="66" y="42"/>
                  </a:lnTo>
                  <a:lnTo>
                    <a:pt x="66" y="18"/>
                  </a:lnTo>
                  <a:lnTo>
                    <a:pt x="60" y="12"/>
                  </a:lnTo>
                  <a:lnTo>
                    <a:pt x="54" y="6"/>
                  </a:lnTo>
                  <a:lnTo>
                    <a:pt x="48" y="0"/>
                  </a:lnTo>
                  <a:lnTo>
                    <a:pt x="36" y="0"/>
                  </a:lnTo>
                  <a:lnTo>
                    <a:pt x="24" y="0"/>
                  </a:lnTo>
                  <a:lnTo>
                    <a:pt x="12" y="6"/>
                  </a:lnTo>
                  <a:lnTo>
                    <a:pt x="12" y="12"/>
                  </a:lnTo>
                  <a:lnTo>
                    <a:pt x="6" y="18"/>
                  </a:lnTo>
                  <a:lnTo>
                    <a:pt x="0" y="42"/>
                  </a:lnTo>
                  <a:lnTo>
                    <a:pt x="6" y="60"/>
                  </a:lnTo>
                  <a:lnTo>
                    <a:pt x="12" y="72"/>
                  </a:lnTo>
                  <a:lnTo>
                    <a:pt x="24" y="78"/>
                  </a:lnTo>
                  <a:lnTo>
                    <a:pt x="6" y="78"/>
                  </a:lnTo>
                  <a:lnTo>
                    <a:pt x="0" y="78"/>
                  </a:lnTo>
                  <a:lnTo>
                    <a:pt x="0" y="72"/>
                  </a:lnTo>
                  <a:lnTo>
                    <a:pt x="0" y="96"/>
                  </a:lnTo>
                  <a:lnTo>
                    <a:pt x="30" y="96"/>
                  </a:lnTo>
                  <a:lnTo>
                    <a:pt x="24" y="7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2" name="Freeform 21"/>
            <p:cNvSpPr/>
            <p:nvPr/>
          </p:nvSpPr>
          <p:spPr>
            <a:xfrm>
              <a:off x="1085" y="1586"/>
              <a:ext cx="48" cy="90"/>
            </a:xfrm>
            <a:custGeom>
              <a:avLst/>
              <a:gdLst>
                <a:gd name="txL" fmla="*/ 0 w 48"/>
                <a:gd name="txT" fmla="*/ 0 h 90"/>
                <a:gd name="txR" fmla="*/ 48 w 48"/>
                <a:gd name="txB" fmla="*/ 90 h 90"/>
              </a:gdLst>
              <a:ahLst/>
              <a:cxnLst>
                <a:cxn ang="0">
                  <a:pos x="48" y="72"/>
                </a:cxn>
                <a:cxn ang="0">
                  <a:pos x="48" y="72"/>
                </a:cxn>
                <a:cxn ang="0">
                  <a:pos x="42" y="78"/>
                </a:cxn>
                <a:cxn ang="0">
                  <a:pos x="36" y="78"/>
                </a:cxn>
                <a:cxn ang="0">
                  <a:pos x="12" y="78"/>
                </a:cxn>
                <a:cxn ang="0">
                  <a:pos x="30" y="54"/>
                </a:cxn>
                <a:cxn ang="0">
                  <a:pos x="36" y="42"/>
                </a:cxn>
                <a:cxn ang="0">
                  <a:pos x="42" y="24"/>
                </a:cxn>
                <a:cxn ang="0">
                  <a:pos x="36" y="6"/>
                </a:cxn>
                <a:cxn ang="0">
                  <a:pos x="24" y="0"/>
                </a:cxn>
                <a:cxn ang="0">
                  <a:pos x="12" y="6"/>
                </a:cxn>
                <a:cxn ang="0">
                  <a:pos x="0" y="24"/>
                </a:cxn>
                <a:cxn ang="0">
                  <a:pos x="6" y="24"/>
                </a:cxn>
                <a:cxn ang="0">
                  <a:pos x="12" y="12"/>
                </a:cxn>
                <a:cxn ang="0">
                  <a:pos x="18" y="6"/>
                </a:cxn>
                <a:cxn ang="0">
                  <a:pos x="24" y="12"/>
                </a:cxn>
                <a:cxn ang="0">
                  <a:pos x="30" y="18"/>
                </a:cxn>
                <a:cxn ang="0">
                  <a:pos x="36" y="30"/>
                </a:cxn>
                <a:cxn ang="0">
                  <a:pos x="30" y="42"/>
                </a:cxn>
                <a:cxn ang="0">
                  <a:pos x="18" y="66"/>
                </a:cxn>
                <a:cxn ang="0">
                  <a:pos x="0" y="90"/>
                </a:cxn>
                <a:cxn ang="0">
                  <a:pos x="0" y="90"/>
                </a:cxn>
                <a:cxn ang="0">
                  <a:pos x="42" y="90"/>
                </a:cxn>
                <a:cxn ang="0">
                  <a:pos x="48" y="72"/>
                </a:cxn>
              </a:cxnLst>
              <a:rect l="txL" t="txT" r="txR" b="txB"/>
              <a:pathLst>
                <a:path w="48" h="90">
                  <a:moveTo>
                    <a:pt x="48" y="72"/>
                  </a:moveTo>
                  <a:lnTo>
                    <a:pt x="48" y="72"/>
                  </a:lnTo>
                  <a:lnTo>
                    <a:pt x="42" y="78"/>
                  </a:lnTo>
                  <a:lnTo>
                    <a:pt x="36" y="78"/>
                  </a:lnTo>
                  <a:lnTo>
                    <a:pt x="12" y="78"/>
                  </a:lnTo>
                  <a:lnTo>
                    <a:pt x="30" y="54"/>
                  </a:lnTo>
                  <a:lnTo>
                    <a:pt x="36" y="42"/>
                  </a:lnTo>
                  <a:lnTo>
                    <a:pt x="42" y="24"/>
                  </a:lnTo>
                  <a:lnTo>
                    <a:pt x="36" y="6"/>
                  </a:lnTo>
                  <a:lnTo>
                    <a:pt x="24" y="0"/>
                  </a:lnTo>
                  <a:lnTo>
                    <a:pt x="12" y="6"/>
                  </a:lnTo>
                  <a:lnTo>
                    <a:pt x="0" y="24"/>
                  </a:lnTo>
                  <a:lnTo>
                    <a:pt x="6" y="24"/>
                  </a:lnTo>
                  <a:lnTo>
                    <a:pt x="12" y="12"/>
                  </a:lnTo>
                  <a:lnTo>
                    <a:pt x="18" y="6"/>
                  </a:lnTo>
                  <a:lnTo>
                    <a:pt x="24" y="12"/>
                  </a:lnTo>
                  <a:lnTo>
                    <a:pt x="30" y="18"/>
                  </a:lnTo>
                  <a:lnTo>
                    <a:pt x="36" y="30"/>
                  </a:lnTo>
                  <a:lnTo>
                    <a:pt x="30" y="42"/>
                  </a:lnTo>
                  <a:lnTo>
                    <a:pt x="18" y="66"/>
                  </a:lnTo>
                  <a:lnTo>
                    <a:pt x="0" y="90"/>
                  </a:lnTo>
                  <a:lnTo>
                    <a:pt x="42" y="90"/>
                  </a:lnTo>
                  <a:lnTo>
                    <a:pt x="48" y="7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3" name="Freeform 22"/>
            <p:cNvSpPr/>
            <p:nvPr/>
          </p:nvSpPr>
          <p:spPr>
            <a:xfrm>
              <a:off x="1163" y="1586"/>
              <a:ext cx="72" cy="90"/>
            </a:xfrm>
            <a:custGeom>
              <a:avLst/>
              <a:gdLst>
                <a:gd name="txL" fmla="*/ 0 w 72"/>
                <a:gd name="txT" fmla="*/ 0 h 90"/>
                <a:gd name="txR" fmla="*/ 72 w 72"/>
                <a:gd name="txB" fmla="*/ 90 h 90"/>
              </a:gdLst>
              <a:ahLst/>
              <a:cxnLst>
                <a:cxn ang="0">
                  <a:pos x="30" y="72"/>
                </a:cxn>
                <a:cxn ang="0">
                  <a:pos x="24" y="66"/>
                </a:cxn>
                <a:cxn ang="0">
                  <a:pos x="18" y="54"/>
                </a:cxn>
                <a:cxn ang="0">
                  <a:pos x="12" y="30"/>
                </a:cxn>
                <a:cxn ang="0">
                  <a:pos x="24" y="6"/>
                </a:cxn>
                <a:cxn ang="0">
                  <a:pos x="30" y="6"/>
                </a:cxn>
                <a:cxn ang="0">
                  <a:pos x="36" y="0"/>
                </a:cxn>
                <a:cxn ang="0">
                  <a:pos x="48" y="6"/>
                </a:cxn>
                <a:cxn ang="0">
                  <a:pos x="54" y="6"/>
                </a:cxn>
                <a:cxn ang="0">
                  <a:pos x="60" y="30"/>
                </a:cxn>
                <a:cxn ang="0">
                  <a:pos x="54" y="54"/>
                </a:cxn>
                <a:cxn ang="0">
                  <a:pos x="48" y="66"/>
                </a:cxn>
                <a:cxn ang="0">
                  <a:pos x="42" y="72"/>
                </a:cxn>
                <a:cxn ang="0">
                  <a:pos x="42" y="90"/>
                </a:cxn>
                <a:cxn ang="0">
                  <a:pos x="72" y="90"/>
                </a:cxn>
                <a:cxn ang="0">
                  <a:pos x="72" y="66"/>
                </a:cxn>
                <a:cxn ang="0">
                  <a:pos x="72" y="66"/>
                </a:cxn>
                <a:cxn ang="0">
                  <a:pos x="72" y="78"/>
                </a:cxn>
                <a:cxn ang="0">
                  <a:pos x="66" y="78"/>
                </a:cxn>
                <a:cxn ang="0">
                  <a:pos x="48" y="78"/>
                </a:cxn>
                <a:cxn ang="0">
                  <a:pos x="48" y="72"/>
                </a:cxn>
                <a:cxn ang="0">
                  <a:pos x="60" y="66"/>
                </a:cxn>
                <a:cxn ang="0">
                  <a:pos x="66" y="60"/>
                </a:cxn>
                <a:cxn ang="0">
                  <a:pos x="72" y="36"/>
                </a:cxn>
                <a:cxn ang="0">
                  <a:pos x="66" y="18"/>
                </a:cxn>
                <a:cxn ang="0">
                  <a:pos x="60" y="6"/>
                </a:cxn>
                <a:cxn ang="0">
                  <a:pos x="54" y="6"/>
                </a:cxn>
                <a:cxn ang="0">
                  <a:pos x="48" y="0"/>
                </a:cxn>
                <a:cxn ang="0">
                  <a:pos x="36" y="0"/>
                </a:cxn>
                <a:cxn ang="0">
                  <a:pos x="30" y="0"/>
                </a:cxn>
                <a:cxn ang="0">
                  <a:pos x="18" y="6"/>
                </a:cxn>
                <a:cxn ang="0">
                  <a:pos x="12" y="6"/>
                </a:cxn>
                <a:cxn ang="0">
                  <a:pos x="6" y="18"/>
                </a:cxn>
                <a:cxn ang="0">
                  <a:pos x="0" y="36"/>
                </a:cxn>
                <a:cxn ang="0">
                  <a:pos x="6" y="60"/>
                </a:cxn>
                <a:cxn ang="0">
                  <a:pos x="18" y="66"/>
                </a:cxn>
                <a:cxn ang="0">
                  <a:pos x="24" y="72"/>
                </a:cxn>
                <a:cxn ang="0">
                  <a:pos x="24" y="78"/>
                </a:cxn>
                <a:cxn ang="0">
                  <a:pos x="12" y="78"/>
                </a:cxn>
                <a:cxn ang="0">
                  <a:pos x="6" y="78"/>
                </a:cxn>
                <a:cxn ang="0">
                  <a:pos x="6" y="66"/>
                </a:cxn>
                <a:cxn ang="0">
                  <a:pos x="0" y="66"/>
                </a:cxn>
                <a:cxn ang="0">
                  <a:pos x="0" y="90"/>
                </a:cxn>
                <a:cxn ang="0">
                  <a:pos x="30" y="90"/>
                </a:cxn>
                <a:cxn ang="0">
                  <a:pos x="30" y="72"/>
                </a:cxn>
              </a:cxnLst>
              <a:rect l="txL" t="txT" r="txR" b="txB"/>
              <a:pathLst>
                <a:path w="72" h="90">
                  <a:moveTo>
                    <a:pt x="30" y="72"/>
                  </a:moveTo>
                  <a:lnTo>
                    <a:pt x="24" y="66"/>
                  </a:lnTo>
                  <a:lnTo>
                    <a:pt x="18" y="54"/>
                  </a:lnTo>
                  <a:lnTo>
                    <a:pt x="12" y="30"/>
                  </a:lnTo>
                  <a:lnTo>
                    <a:pt x="24" y="6"/>
                  </a:lnTo>
                  <a:lnTo>
                    <a:pt x="30" y="6"/>
                  </a:lnTo>
                  <a:lnTo>
                    <a:pt x="36" y="0"/>
                  </a:lnTo>
                  <a:lnTo>
                    <a:pt x="48" y="6"/>
                  </a:lnTo>
                  <a:lnTo>
                    <a:pt x="54" y="6"/>
                  </a:lnTo>
                  <a:lnTo>
                    <a:pt x="60" y="30"/>
                  </a:lnTo>
                  <a:lnTo>
                    <a:pt x="54" y="54"/>
                  </a:lnTo>
                  <a:lnTo>
                    <a:pt x="48" y="66"/>
                  </a:lnTo>
                  <a:lnTo>
                    <a:pt x="42" y="72"/>
                  </a:lnTo>
                  <a:lnTo>
                    <a:pt x="42" y="90"/>
                  </a:lnTo>
                  <a:lnTo>
                    <a:pt x="72" y="90"/>
                  </a:lnTo>
                  <a:lnTo>
                    <a:pt x="72" y="66"/>
                  </a:lnTo>
                  <a:lnTo>
                    <a:pt x="72" y="78"/>
                  </a:lnTo>
                  <a:lnTo>
                    <a:pt x="66" y="78"/>
                  </a:lnTo>
                  <a:lnTo>
                    <a:pt x="48" y="78"/>
                  </a:lnTo>
                  <a:lnTo>
                    <a:pt x="48" y="72"/>
                  </a:lnTo>
                  <a:lnTo>
                    <a:pt x="60" y="66"/>
                  </a:lnTo>
                  <a:lnTo>
                    <a:pt x="66" y="60"/>
                  </a:lnTo>
                  <a:lnTo>
                    <a:pt x="72" y="36"/>
                  </a:lnTo>
                  <a:lnTo>
                    <a:pt x="66" y="18"/>
                  </a:lnTo>
                  <a:lnTo>
                    <a:pt x="60" y="6"/>
                  </a:lnTo>
                  <a:lnTo>
                    <a:pt x="54" y="6"/>
                  </a:lnTo>
                  <a:lnTo>
                    <a:pt x="48" y="0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18" y="6"/>
                  </a:lnTo>
                  <a:lnTo>
                    <a:pt x="12" y="6"/>
                  </a:lnTo>
                  <a:lnTo>
                    <a:pt x="6" y="18"/>
                  </a:lnTo>
                  <a:lnTo>
                    <a:pt x="0" y="36"/>
                  </a:lnTo>
                  <a:lnTo>
                    <a:pt x="6" y="60"/>
                  </a:lnTo>
                  <a:lnTo>
                    <a:pt x="18" y="66"/>
                  </a:lnTo>
                  <a:lnTo>
                    <a:pt x="24" y="72"/>
                  </a:lnTo>
                  <a:lnTo>
                    <a:pt x="24" y="78"/>
                  </a:lnTo>
                  <a:lnTo>
                    <a:pt x="12" y="78"/>
                  </a:lnTo>
                  <a:lnTo>
                    <a:pt x="6" y="78"/>
                  </a:lnTo>
                  <a:lnTo>
                    <a:pt x="6" y="66"/>
                  </a:lnTo>
                  <a:lnTo>
                    <a:pt x="0" y="66"/>
                  </a:lnTo>
                  <a:lnTo>
                    <a:pt x="0" y="90"/>
                  </a:lnTo>
                  <a:lnTo>
                    <a:pt x="30" y="90"/>
                  </a:lnTo>
                  <a:lnTo>
                    <a:pt x="30" y="7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4" name="Freeform 23"/>
            <p:cNvSpPr>
              <a:spLocks noEditPoints="1"/>
            </p:cNvSpPr>
            <p:nvPr/>
          </p:nvSpPr>
          <p:spPr>
            <a:xfrm>
              <a:off x="1958" y="1586"/>
              <a:ext cx="36" cy="96"/>
            </a:xfrm>
            <a:custGeom>
              <a:avLst/>
              <a:gdLst>
                <a:gd name="txL" fmla="*/ 0 w 36"/>
                <a:gd name="txT" fmla="*/ 0 h 96"/>
                <a:gd name="txR" fmla="*/ 36 w 36"/>
                <a:gd name="txB" fmla="*/ 96 h 96"/>
              </a:gdLst>
              <a:ahLst/>
              <a:cxnLst>
                <a:cxn ang="0">
                  <a:pos x="12" y="48"/>
                </a:cxn>
                <a:cxn ang="0">
                  <a:pos x="24" y="60"/>
                </a:cxn>
                <a:cxn ang="0">
                  <a:pos x="30" y="72"/>
                </a:cxn>
                <a:cxn ang="0">
                  <a:pos x="24" y="84"/>
                </a:cxn>
                <a:cxn ang="0">
                  <a:pos x="18" y="90"/>
                </a:cxn>
                <a:cxn ang="0">
                  <a:pos x="12" y="84"/>
                </a:cxn>
                <a:cxn ang="0">
                  <a:pos x="6" y="72"/>
                </a:cxn>
                <a:cxn ang="0">
                  <a:pos x="12" y="60"/>
                </a:cxn>
                <a:cxn ang="0">
                  <a:pos x="12" y="48"/>
                </a:cxn>
                <a:cxn ang="0">
                  <a:pos x="12" y="48"/>
                </a:cxn>
                <a:cxn ang="0">
                  <a:pos x="0" y="72"/>
                </a:cxn>
                <a:cxn ang="0">
                  <a:pos x="6" y="90"/>
                </a:cxn>
                <a:cxn ang="0">
                  <a:pos x="18" y="96"/>
                </a:cxn>
                <a:cxn ang="0">
                  <a:pos x="30" y="96"/>
                </a:cxn>
                <a:cxn ang="0">
                  <a:pos x="36" y="84"/>
                </a:cxn>
                <a:cxn ang="0">
                  <a:pos x="36" y="72"/>
                </a:cxn>
                <a:cxn ang="0">
                  <a:pos x="36" y="60"/>
                </a:cxn>
                <a:cxn ang="0">
                  <a:pos x="24" y="42"/>
                </a:cxn>
                <a:cxn ang="0">
                  <a:pos x="30" y="30"/>
                </a:cxn>
                <a:cxn ang="0">
                  <a:pos x="36" y="18"/>
                </a:cxn>
                <a:cxn ang="0">
                  <a:pos x="30" y="6"/>
                </a:cxn>
                <a:cxn ang="0">
                  <a:pos x="18" y="0"/>
                </a:cxn>
                <a:cxn ang="0">
                  <a:pos x="6" y="6"/>
                </a:cxn>
                <a:cxn ang="0">
                  <a:pos x="0" y="18"/>
                </a:cxn>
                <a:cxn ang="0">
                  <a:pos x="0" y="36"/>
                </a:cxn>
                <a:cxn ang="0">
                  <a:pos x="12" y="48"/>
                </a:cxn>
                <a:cxn ang="0">
                  <a:pos x="0" y="60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6" y="18"/>
                </a:cxn>
                <a:cxn ang="0">
                  <a:pos x="6" y="12"/>
                </a:cxn>
                <a:cxn ang="0">
                  <a:pos x="18" y="6"/>
                </a:cxn>
                <a:cxn ang="0">
                  <a:pos x="24" y="12"/>
                </a:cxn>
                <a:cxn ang="0">
                  <a:pos x="30" y="18"/>
                </a:cxn>
                <a:cxn ang="0">
                  <a:pos x="24" y="30"/>
                </a:cxn>
                <a:cxn ang="0">
                  <a:pos x="18" y="36"/>
                </a:cxn>
                <a:cxn ang="0">
                  <a:pos x="12" y="30"/>
                </a:cxn>
                <a:cxn ang="0">
                  <a:pos x="6" y="18"/>
                </a:cxn>
                <a:cxn ang="0">
                  <a:pos x="6" y="18"/>
                </a:cxn>
              </a:cxnLst>
              <a:rect l="txL" t="txT" r="txR" b="txB"/>
              <a:pathLst>
                <a:path w="36" h="96">
                  <a:moveTo>
                    <a:pt x="12" y="48"/>
                  </a:moveTo>
                  <a:lnTo>
                    <a:pt x="24" y="60"/>
                  </a:lnTo>
                  <a:lnTo>
                    <a:pt x="30" y="72"/>
                  </a:lnTo>
                  <a:lnTo>
                    <a:pt x="24" y="84"/>
                  </a:lnTo>
                  <a:lnTo>
                    <a:pt x="18" y="90"/>
                  </a:lnTo>
                  <a:lnTo>
                    <a:pt x="12" y="84"/>
                  </a:lnTo>
                  <a:lnTo>
                    <a:pt x="6" y="72"/>
                  </a:lnTo>
                  <a:lnTo>
                    <a:pt x="12" y="60"/>
                  </a:lnTo>
                  <a:lnTo>
                    <a:pt x="12" y="48"/>
                  </a:lnTo>
                  <a:close/>
                  <a:moveTo>
                    <a:pt x="0" y="72"/>
                  </a:moveTo>
                  <a:lnTo>
                    <a:pt x="6" y="90"/>
                  </a:lnTo>
                  <a:lnTo>
                    <a:pt x="18" y="96"/>
                  </a:lnTo>
                  <a:lnTo>
                    <a:pt x="30" y="96"/>
                  </a:lnTo>
                  <a:lnTo>
                    <a:pt x="36" y="84"/>
                  </a:lnTo>
                  <a:lnTo>
                    <a:pt x="36" y="72"/>
                  </a:lnTo>
                  <a:lnTo>
                    <a:pt x="36" y="60"/>
                  </a:lnTo>
                  <a:lnTo>
                    <a:pt x="24" y="42"/>
                  </a:lnTo>
                  <a:lnTo>
                    <a:pt x="30" y="30"/>
                  </a:lnTo>
                  <a:lnTo>
                    <a:pt x="36" y="18"/>
                  </a:lnTo>
                  <a:lnTo>
                    <a:pt x="30" y="6"/>
                  </a:lnTo>
                  <a:lnTo>
                    <a:pt x="18" y="0"/>
                  </a:lnTo>
                  <a:lnTo>
                    <a:pt x="6" y="6"/>
                  </a:lnTo>
                  <a:lnTo>
                    <a:pt x="0" y="18"/>
                  </a:lnTo>
                  <a:lnTo>
                    <a:pt x="0" y="36"/>
                  </a:lnTo>
                  <a:lnTo>
                    <a:pt x="12" y="48"/>
                  </a:lnTo>
                  <a:lnTo>
                    <a:pt x="0" y="60"/>
                  </a:lnTo>
                  <a:lnTo>
                    <a:pt x="0" y="72"/>
                  </a:lnTo>
                  <a:close/>
                  <a:moveTo>
                    <a:pt x="6" y="18"/>
                  </a:moveTo>
                  <a:lnTo>
                    <a:pt x="6" y="12"/>
                  </a:lnTo>
                  <a:lnTo>
                    <a:pt x="18" y="6"/>
                  </a:lnTo>
                  <a:lnTo>
                    <a:pt x="24" y="12"/>
                  </a:lnTo>
                  <a:lnTo>
                    <a:pt x="30" y="18"/>
                  </a:lnTo>
                  <a:lnTo>
                    <a:pt x="24" y="30"/>
                  </a:lnTo>
                  <a:lnTo>
                    <a:pt x="18" y="36"/>
                  </a:lnTo>
                  <a:lnTo>
                    <a:pt x="12" y="30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5" name="Freeform 24"/>
            <p:cNvSpPr/>
            <p:nvPr/>
          </p:nvSpPr>
          <p:spPr>
            <a:xfrm>
              <a:off x="2030" y="1586"/>
              <a:ext cx="72" cy="90"/>
            </a:xfrm>
            <a:custGeom>
              <a:avLst/>
              <a:gdLst>
                <a:gd name="txL" fmla="*/ 0 w 72"/>
                <a:gd name="txT" fmla="*/ 0 h 90"/>
                <a:gd name="txR" fmla="*/ 72 w 72"/>
                <a:gd name="txB" fmla="*/ 90 h 90"/>
              </a:gdLst>
              <a:ahLst/>
              <a:cxnLst>
                <a:cxn ang="0">
                  <a:pos x="30" y="72"/>
                </a:cxn>
                <a:cxn ang="0">
                  <a:pos x="24" y="66"/>
                </a:cxn>
                <a:cxn ang="0">
                  <a:pos x="18" y="54"/>
                </a:cxn>
                <a:cxn ang="0">
                  <a:pos x="12" y="48"/>
                </a:cxn>
                <a:cxn ang="0">
                  <a:pos x="12" y="36"/>
                </a:cxn>
                <a:cxn ang="0">
                  <a:pos x="24" y="12"/>
                </a:cxn>
                <a:cxn ang="0">
                  <a:pos x="30" y="6"/>
                </a:cxn>
                <a:cxn ang="0">
                  <a:pos x="36" y="0"/>
                </a:cxn>
                <a:cxn ang="0">
                  <a:pos x="42" y="6"/>
                </a:cxn>
                <a:cxn ang="0">
                  <a:pos x="48" y="12"/>
                </a:cxn>
                <a:cxn ang="0">
                  <a:pos x="60" y="36"/>
                </a:cxn>
                <a:cxn ang="0">
                  <a:pos x="60" y="48"/>
                </a:cxn>
                <a:cxn ang="0">
                  <a:pos x="54" y="54"/>
                </a:cxn>
                <a:cxn ang="0">
                  <a:pos x="48" y="66"/>
                </a:cxn>
                <a:cxn ang="0">
                  <a:pos x="42" y="72"/>
                </a:cxn>
                <a:cxn ang="0">
                  <a:pos x="42" y="90"/>
                </a:cxn>
                <a:cxn ang="0">
                  <a:pos x="72" y="90"/>
                </a:cxn>
                <a:cxn ang="0">
                  <a:pos x="72" y="72"/>
                </a:cxn>
                <a:cxn ang="0">
                  <a:pos x="72" y="72"/>
                </a:cxn>
                <a:cxn ang="0">
                  <a:pos x="72" y="78"/>
                </a:cxn>
                <a:cxn ang="0">
                  <a:pos x="66" y="78"/>
                </a:cxn>
                <a:cxn ang="0">
                  <a:pos x="48" y="78"/>
                </a:cxn>
                <a:cxn ang="0">
                  <a:pos x="48" y="72"/>
                </a:cxn>
                <a:cxn ang="0">
                  <a:pos x="60" y="66"/>
                </a:cxn>
                <a:cxn ang="0">
                  <a:pos x="66" y="60"/>
                </a:cxn>
                <a:cxn ang="0">
                  <a:pos x="72" y="42"/>
                </a:cxn>
                <a:cxn ang="0">
                  <a:pos x="66" y="18"/>
                </a:cxn>
                <a:cxn ang="0">
                  <a:pos x="60" y="12"/>
                </a:cxn>
                <a:cxn ang="0">
                  <a:pos x="54" y="6"/>
                </a:cxn>
                <a:cxn ang="0">
                  <a:pos x="48" y="0"/>
                </a:cxn>
                <a:cxn ang="0">
                  <a:pos x="36" y="0"/>
                </a:cxn>
                <a:cxn ang="0">
                  <a:pos x="30" y="0"/>
                </a:cxn>
                <a:cxn ang="0">
                  <a:pos x="18" y="6"/>
                </a:cxn>
                <a:cxn ang="0">
                  <a:pos x="12" y="12"/>
                </a:cxn>
                <a:cxn ang="0">
                  <a:pos x="6" y="18"/>
                </a:cxn>
                <a:cxn ang="0">
                  <a:pos x="0" y="42"/>
                </a:cxn>
                <a:cxn ang="0">
                  <a:pos x="6" y="60"/>
                </a:cxn>
                <a:cxn ang="0">
                  <a:pos x="18" y="66"/>
                </a:cxn>
                <a:cxn ang="0">
                  <a:pos x="24" y="72"/>
                </a:cxn>
                <a:cxn ang="0">
                  <a:pos x="24" y="78"/>
                </a:cxn>
                <a:cxn ang="0">
                  <a:pos x="6" y="78"/>
                </a:cxn>
                <a:cxn ang="0">
                  <a:pos x="6" y="78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0" y="90"/>
                </a:cxn>
                <a:cxn ang="0">
                  <a:pos x="30" y="90"/>
                </a:cxn>
                <a:cxn ang="0">
                  <a:pos x="30" y="72"/>
                </a:cxn>
              </a:cxnLst>
              <a:rect l="txL" t="txT" r="txR" b="txB"/>
              <a:pathLst>
                <a:path w="72" h="90">
                  <a:moveTo>
                    <a:pt x="30" y="72"/>
                  </a:moveTo>
                  <a:lnTo>
                    <a:pt x="24" y="66"/>
                  </a:lnTo>
                  <a:lnTo>
                    <a:pt x="18" y="54"/>
                  </a:lnTo>
                  <a:lnTo>
                    <a:pt x="12" y="48"/>
                  </a:lnTo>
                  <a:lnTo>
                    <a:pt x="12" y="36"/>
                  </a:lnTo>
                  <a:lnTo>
                    <a:pt x="24" y="12"/>
                  </a:lnTo>
                  <a:lnTo>
                    <a:pt x="30" y="6"/>
                  </a:lnTo>
                  <a:lnTo>
                    <a:pt x="36" y="0"/>
                  </a:lnTo>
                  <a:lnTo>
                    <a:pt x="42" y="6"/>
                  </a:lnTo>
                  <a:lnTo>
                    <a:pt x="48" y="12"/>
                  </a:lnTo>
                  <a:lnTo>
                    <a:pt x="60" y="36"/>
                  </a:lnTo>
                  <a:lnTo>
                    <a:pt x="60" y="48"/>
                  </a:lnTo>
                  <a:lnTo>
                    <a:pt x="54" y="54"/>
                  </a:lnTo>
                  <a:lnTo>
                    <a:pt x="48" y="66"/>
                  </a:lnTo>
                  <a:lnTo>
                    <a:pt x="42" y="72"/>
                  </a:lnTo>
                  <a:lnTo>
                    <a:pt x="42" y="90"/>
                  </a:lnTo>
                  <a:lnTo>
                    <a:pt x="72" y="90"/>
                  </a:lnTo>
                  <a:lnTo>
                    <a:pt x="72" y="72"/>
                  </a:lnTo>
                  <a:lnTo>
                    <a:pt x="72" y="78"/>
                  </a:lnTo>
                  <a:lnTo>
                    <a:pt x="66" y="78"/>
                  </a:lnTo>
                  <a:lnTo>
                    <a:pt x="48" y="78"/>
                  </a:lnTo>
                  <a:lnTo>
                    <a:pt x="48" y="72"/>
                  </a:lnTo>
                  <a:lnTo>
                    <a:pt x="60" y="66"/>
                  </a:lnTo>
                  <a:lnTo>
                    <a:pt x="66" y="60"/>
                  </a:lnTo>
                  <a:lnTo>
                    <a:pt x="72" y="42"/>
                  </a:lnTo>
                  <a:lnTo>
                    <a:pt x="66" y="18"/>
                  </a:lnTo>
                  <a:lnTo>
                    <a:pt x="60" y="12"/>
                  </a:lnTo>
                  <a:lnTo>
                    <a:pt x="54" y="6"/>
                  </a:lnTo>
                  <a:lnTo>
                    <a:pt x="48" y="0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18" y="6"/>
                  </a:lnTo>
                  <a:lnTo>
                    <a:pt x="12" y="12"/>
                  </a:lnTo>
                  <a:lnTo>
                    <a:pt x="6" y="18"/>
                  </a:lnTo>
                  <a:lnTo>
                    <a:pt x="0" y="42"/>
                  </a:lnTo>
                  <a:lnTo>
                    <a:pt x="6" y="60"/>
                  </a:lnTo>
                  <a:lnTo>
                    <a:pt x="18" y="66"/>
                  </a:lnTo>
                  <a:lnTo>
                    <a:pt x="24" y="72"/>
                  </a:lnTo>
                  <a:lnTo>
                    <a:pt x="24" y="78"/>
                  </a:lnTo>
                  <a:lnTo>
                    <a:pt x="6" y="78"/>
                  </a:lnTo>
                  <a:lnTo>
                    <a:pt x="0" y="72"/>
                  </a:lnTo>
                  <a:lnTo>
                    <a:pt x="0" y="90"/>
                  </a:lnTo>
                  <a:lnTo>
                    <a:pt x="30" y="90"/>
                  </a:lnTo>
                  <a:lnTo>
                    <a:pt x="30" y="7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6" name="Freeform 25"/>
            <p:cNvSpPr>
              <a:spLocks noEditPoints="1"/>
            </p:cNvSpPr>
            <p:nvPr/>
          </p:nvSpPr>
          <p:spPr>
            <a:xfrm>
              <a:off x="828" y="1509"/>
              <a:ext cx="18" cy="89"/>
            </a:xfrm>
            <a:custGeom>
              <a:avLst/>
              <a:gdLst>
                <a:gd name="txL" fmla="*/ 0 w 18"/>
                <a:gd name="txT" fmla="*/ 0 h 89"/>
                <a:gd name="txR" fmla="*/ 18 w 18"/>
                <a:gd name="txB" fmla="*/ 89 h 89"/>
              </a:gdLst>
              <a:ahLst/>
              <a:cxnLst>
                <a:cxn ang="0">
                  <a:pos x="18" y="71"/>
                </a:cxn>
                <a:cxn ang="0">
                  <a:pos x="12" y="77"/>
                </a:cxn>
                <a:cxn ang="0">
                  <a:pos x="6" y="83"/>
                </a:cxn>
                <a:cxn ang="0">
                  <a:pos x="6" y="83"/>
                </a:cxn>
                <a:cxn ang="0">
                  <a:pos x="6" y="77"/>
                </a:cxn>
                <a:cxn ang="0">
                  <a:pos x="6" y="77"/>
                </a:cxn>
                <a:cxn ang="0">
                  <a:pos x="6" y="71"/>
                </a:cxn>
                <a:cxn ang="0">
                  <a:pos x="18" y="30"/>
                </a:cxn>
                <a:cxn ang="0">
                  <a:pos x="18" y="30"/>
                </a:cxn>
                <a:cxn ang="0">
                  <a:pos x="0" y="30"/>
                </a:cxn>
                <a:cxn ang="0">
                  <a:pos x="0" y="36"/>
                </a:cxn>
                <a:cxn ang="0">
                  <a:pos x="6" y="36"/>
                </a:cxn>
                <a:cxn ang="0">
                  <a:pos x="6" y="36"/>
                </a:cxn>
                <a:cxn ang="0">
                  <a:pos x="6" y="42"/>
                </a:cxn>
                <a:cxn ang="0">
                  <a:pos x="6" y="59"/>
                </a:cxn>
                <a:cxn ang="0">
                  <a:pos x="0" y="71"/>
                </a:cxn>
                <a:cxn ang="0">
                  <a:pos x="0" y="77"/>
                </a:cxn>
                <a:cxn ang="0">
                  <a:pos x="0" y="83"/>
                </a:cxn>
                <a:cxn ang="0">
                  <a:pos x="6" y="89"/>
                </a:cxn>
                <a:cxn ang="0">
                  <a:pos x="12" y="83"/>
                </a:cxn>
                <a:cxn ang="0">
                  <a:pos x="18" y="71"/>
                </a:cxn>
                <a:cxn ang="0">
                  <a:pos x="18" y="71"/>
                </a:cxn>
                <a:cxn ang="0">
                  <a:pos x="18" y="6"/>
                </a:cxn>
                <a:cxn ang="0">
                  <a:pos x="18" y="6"/>
                </a:cxn>
                <a:cxn ang="0">
                  <a:pos x="18" y="0"/>
                </a:cxn>
                <a:cxn ang="0">
                  <a:pos x="12" y="0"/>
                </a:cxn>
                <a:cxn ang="0">
                  <a:pos x="12" y="6"/>
                </a:cxn>
                <a:cxn ang="0">
                  <a:pos x="12" y="12"/>
                </a:cxn>
                <a:cxn ang="0">
                  <a:pos x="18" y="12"/>
                </a:cxn>
                <a:cxn ang="0">
                  <a:pos x="18" y="12"/>
                </a:cxn>
                <a:cxn ang="0">
                  <a:pos x="18" y="6"/>
                </a:cxn>
                <a:cxn ang="0">
                  <a:pos x="18" y="6"/>
                </a:cxn>
              </a:cxnLst>
              <a:rect l="txL" t="txT" r="txR" b="txB"/>
              <a:pathLst>
                <a:path w="18" h="89">
                  <a:moveTo>
                    <a:pt x="18" y="71"/>
                  </a:moveTo>
                  <a:lnTo>
                    <a:pt x="12" y="77"/>
                  </a:lnTo>
                  <a:lnTo>
                    <a:pt x="6" y="83"/>
                  </a:lnTo>
                  <a:lnTo>
                    <a:pt x="6" y="77"/>
                  </a:lnTo>
                  <a:lnTo>
                    <a:pt x="6" y="71"/>
                  </a:lnTo>
                  <a:lnTo>
                    <a:pt x="18" y="30"/>
                  </a:lnTo>
                  <a:lnTo>
                    <a:pt x="0" y="30"/>
                  </a:lnTo>
                  <a:lnTo>
                    <a:pt x="0" y="36"/>
                  </a:lnTo>
                  <a:lnTo>
                    <a:pt x="6" y="36"/>
                  </a:lnTo>
                  <a:lnTo>
                    <a:pt x="6" y="42"/>
                  </a:lnTo>
                  <a:lnTo>
                    <a:pt x="6" y="59"/>
                  </a:lnTo>
                  <a:lnTo>
                    <a:pt x="0" y="71"/>
                  </a:lnTo>
                  <a:lnTo>
                    <a:pt x="0" y="77"/>
                  </a:lnTo>
                  <a:lnTo>
                    <a:pt x="0" y="83"/>
                  </a:lnTo>
                  <a:lnTo>
                    <a:pt x="6" y="89"/>
                  </a:lnTo>
                  <a:lnTo>
                    <a:pt x="12" y="83"/>
                  </a:lnTo>
                  <a:lnTo>
                    <a:pt x="18" y="71"/>
                  </a:lnTo>
                  <a:close/>
                  <a:moveTo>
                    <a:pt x="18" y="6"/>
                  </a:moveTo>
                  <a:lnTo>
                    <a:pt x="18" y="6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12" y="6"/>
                  </a:lnTo>
                  <a:lnTo>
                    <a:pt x="12" y="12"/>
                  </a:lnTo>
                  <a:lnTo>
                    <a:pt x="18" y="12"/>
                  </a:lnTo>
                  <a:lnTo>
                    <a:pt x="18" y="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7" name="Freeform 26"/>
            <p:cNvSpPr/>
            <p:nvPr/>
          </p:nvSpPr>
          <p:spPr>
            <a:xfrm>
              <a:off x="846" y="1586"/>
              <a:ext cx="36" cy="42"/>
            </a:xfrm>
            <a:custGeom>
              <a:avLst/>
              <a:gdLst>
                <a:gd name="txL" fmla="*/ 0 w 36"/>
                <a:gd name="txT" fmla="*/ 0 h 42"/>
                <a:gd name="txR" fmla="*/ 36 w 36"/>
                <a:gd name="txB" fmla="*/ 42 h 42"/>
              </a:gdLst>
              <a:ahLst/>
              <a:cxnLst>
                <a:cxn ang="0">
                  <a:pos x="36" y="30"/>
                </a:cxn>
                <a:cxn ang="0">
                  <a:pos x="30" y="36"/>
                </a:cxn>
                <a:cxn ang="0">
                  <a:pos x="30" y="36"/>
                </a:cxn>
                <a:cxn ang="0">
                  <a:pos x="30" y="36"/>
                </a:cxn>
                <a:cxn ang="0">
                  <a:pos x="24" y="24"/>
                </a:cxn>
                <a:cxn ang="0">
                  <a:pos x="24" y="18"/>
                </a:cxn>
                <a:cxn ang="0">
                  <a:pos x="30" y="12"/>
                </a:cxn>
                <a:cxn ang="0">
                  <a:pos x="30" y="6"/>
                </a:cxn>
                <a:cxn ang="0">
                  <a:pos x="36" y="6"/>
                </a:cxn>
                <a:cxn ang="0">
                  <a:pos x="36" y="6"/>
                </a:cxn>
                <a:cxn ang="0">
                  <a:pos x="36" y="6"/>
                </a:cxn>
                <a:cxn ang="0">
                  <a:pos x="36" y="0"/>
                </a:cxn>
                <a:cxn ang="0">
                  <a:pos x="36" y="0"/>
                </a:cxn>
                <a:cxn ang="0">
                  <a:pos x="30" y="6"/>
                </a:cxn>
                <a:cxn ang="0">
                  <a:pos x="24" y="12"/>
                </a:cxn>
                <a:cxn ang="0">
                  <a:pos x="24" y="6"/>
                </a:cxn>
                <a:cxn ang="0">
                  <a:pos x="24" y="0"/>
                </a:cxn>
                <a:cxn ang="0">
                  <a:pos x="18" y="0"/>
                </a:cxn>
                <a:cxn ang="0">
                  <a:pos x="12" y="0"/>
                </a:cxn>
                <a:cxn ang="0">
                  <a:pos x="6" y="0"/>
                </a:cxn>
                <a:cxn ang="0">
                  <a:pos x="12" y="6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8" y="6"/>
                </a:cxn>
                <a:cxn ang="0">
                  <a:pos x="18" y="6"/>
                </a:cxn>
                <a:cxn ang="0">
                  <a:pos x="18" y="12"/>
                </a:cxn>
                <a:cxn ang="0">
                  <a:pos x="18" y="24"/>
                </a:cxn>
                <a:cxn ang="0">
                  <a:pos x="12" y="36"/>
                </a:cxn>
                <a:cxn ang="0">
                  <a:pos x="12" y="36"/>
                </a:cxn>
                <a:cxn ang="0">
                  <a:pos x="6" y="36"/>
                </a:cxn>
                <a:cxn ang="0">
                  <a:pos x="6" y="36"/>
                </a:cxn>
                <a:cxn ang="0">
                  <a:pos x="0" y="36"/>
                </a:cxn>
                <a:cxn ang="0">
                  <a:pos x="0" y="42"/>
                </a:cxn>
                <a:cxn ang="0">
                  <a:pos x="6" y="42"/>
                </a:cxn>
                <a:cxn ang="0">
                  <a:pos x="6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8" y="36"/>
                </a:cxn>
                <a:cxn ang="0">
                  <a:pos x="18" y="24"/>
                </a:cxn>
                <a:cxn ang="0">
                  <a:pos x="24" y="36"/>
                </a:cxn>
                <a:cxn ang="0">
                  <a:pos x="24" y="42"/>
                </a:cxn>
                <a:cxn ang="0">
                  <a:pos x="24" y="42"/>
                </a:cxn>
                <a:cxn ang="0">
                  <a:pos x="30" y="42"/>
                </a:cxn>
                <a:cxn ang="0">
                  <a:pos x="36" y="30"/>
                </a:cxn>
                <a:cxn ang="0">
                  <a:pos x="36" y="30"/>
                </a:cxn>
              </a:cxnLst>
              <a:rect l="txL" t="txT" r="txR" b="txB"/>
              <a:pathLst>
                <a:path w="36" h="42">
                  <a:moveTo>
                    <a:pt x="36" y="30"/>
                  </a:moveTo>
                  <a:lnTo>
                    <a:pt x="30" y="36"/>
                  </a:lnTo>
                  <a:lnTo>
                    <a:pt x="24" y="24"/>
                  </a:lnTo>
                  <a:lnTo>
                    <a:pt x="24" y="18"/>
                  </a:lnTo>
                  <a:lnTo>
                    <a:pt x="30" y="12"/>
                  </a:lnTo>
                  <a:lnTo>
                    <a:pt x="30" y="6"/>
                  </a:lnTo>
                  <a:lnTo>
                    <a:pt x="36" y="6"/>
                  </a:lnTo>
                  <a:lnTo>
                    <a:pt x="36" y="0"/>
                  </a:lnTo>
                  <a:lnTo>
                    <a:pt x="30" y="6"/>
                  </a:lnTo>
                  <a:lnTo>
                    <a:pt x="24" y="12"/>
                  </a:ln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12" y="6"/>
                  </a:lnTo>
                  <a:lnTo>
                    <a:pt x="12" y="0"/>
                  </a:lnTo>
                  <a:lnTo>
                    <a:pt x="18" y="6"/>
                  </a:lnTo>
                  <a:lnTo>
                    <a:pt x="18" y="12"/>
                  </a:lnTo>
                  <a:lnTo>
                    <a:pt x="18" y="24"/>
                  </a:lnTo>
                  <a:lnTo>
                    <a:pt x="12" y="36"/>
                  </a:lnTo>
                  <a:lnTo>
                    <a:pt x="6" y="36"/>
                  </a:lnTo>
                  <a:lnTo>
                    <a:pt x="0" y="36"/>
                  </a:lnTo>
                  <a:lnTo>
                    <a:pt x="0" y="42"/>
                  </a:lnTo>
                  <a:lnTo>
                    <a:pt x="6" y="42"/>
                  </a:lnTo>
                  <a:lnTo>
                    <a:pt x="12" y="42"/>
                  </a:lnTo>
                  <a:lnTo>
                    <a:pt x="18" y="36"/>
                  </a:lnTo>
                  <a:lnTo>
                    <a:pt x="18" y="24"/>
                  </a:lnTo>
                  <a:lnTo>
                    <a:pt x="24" y="36"/>
                  </a:lnTo>
                  <a:lnTo>
                    <a:pt x="24" y="42"/>
                  </a:lnTo>
                  <a:lnTo>
                    <a:pt x="30" y="42"/>
                  </a:lnTo>
                  <a:lnTo>
                    <a:pt x="36" y="3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8" name="Freeform 27"/>
            <p:cNvSpPr/>
            <p:nvPr/>
          </p:nvSpPr>
          <p:spPr>
            <a:xfrm>
              <a:off x="1593" y="2739"/>
              <a:ext cx="1" cy="137"/>
            </a:xfrm>
            <a:custGeom>
              <a:avLst/>
              <a:gdLst>
                <a:gd name="txL" fmla="*/ 0 w 1"/>
                <a:gd name="txT" fmla="*/ 0 h 137"/>
                <a:gd name="txR" fmla="*/ 1 w 1"/>
                <a:gd name="txB" fmla="*/ 137 h 137"/>
              </a:gdLst>
              <a:ahLst/>
              <a:cxnLst>
                <a:cxn ang="0">
                  <a:pos x="0" y="0"/>
                </a:cxn>
                <a:cxn ang="0">
                  <a:pos x="0" y="137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37">
                  <a:moveTo>
                    <a:pt x="0" y="0"/>
                  </a:moveTo>
                  <a:lnTo>
                    <a:pt x="0" y="1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9" name="Freeform 28"/>
            <p:cNvSpPr/>
            <p:nvPr/>
          </p:nvSpPr>
          <p:spPr>
            <a:xfrm>
              <a:off x="648" y="1730"/>
              <a:ext cx="30" cy="89"/>
            </a:xfrm>
            <a:custGeom>
              <a:avLst/>
              <a:gdLst>
                <a:gd name="txL" fmla="*/ 0 w 30"/>
                <a:gd name="txT" fmla="*/ 0 h 89"/>
                <a:gd name="txR" fmla="*/ 30 w 30"/>
                <a:gd name="txB" fmla="*/ 89 h 89"/>
              </a:gdLst>
              <a:ahLst/>
              <a:cxnLst>
                <a:cxn ang="0">
                  <a:pos x="0" y="89"/>
                </a:cxn>
                <a:cxn ang="0">
                  <a:pos x="30" y="89"/>
                </a:cxn>
                <a:cxn ang="0">
                  <a:pos x="30" y="89"/>
                </a:cxn>
                <a:cxn ang="0">
                  <a:pos x="24" y="89"/>
                </a:cxn>
                <a:cxn ang="0">
                  <a:pos x="18" y="83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0" y="12"/>
                </a:cxn>
                <a:cxn ang="0">
                  <a:pos x="0" y="18"/>
                </a:cxn>
                <a:cxn ang="0">
                  <a:pos x="6" y="12"/>
                </a:cxn>
                <a:cxn ang="0">
                  <a:pos x="6" y="12"/>
                </a:cxn>
                <a:cxn ang="0">
                  <a:pos x="12" y="18"/>
                </a:cxn>
                <a:cxn ang="0">
                  <a:pos x="12" y="18"/>
                </a:cxn>
                <a:cxn ang="0">
                  <a:pos x="12" y="77"/>
                </a:cxn>
                <a:cxn ang="0">
                  <a:pos x="6" y="89"/>
                </a:cxn>
                <a:cxn ang="0">
                  <a:pos x="0" y="89"/>
                </a:cxn>
                <a:cxn ang="0">
                  <a:pos x="0" y="89"/>
                </a:cxn>
              </a:cxnLst>
              <a:rect l="txL" t="txT" r="txR" b="txB"/>
              <a:pathLst>
                <a:path w="30" h="89">
                  <a:moveTo>
                    <a:pt x="0" y="89"/>
                  </a:moveTo>
                  <a:lnTo>
                    <a:pt x="30" y="89"/>
                  </a:lnTo>
                  <a:lnTo>
                    <a:pt x="24" y="89"/>
                  </a:lnTo>
                  <a:lnTo>
                    <a:pt x="18" y="83"/>
                  </a:lnTo>
                  <a:lnTo>
                    <a:pt x="18" y="0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6" y="12"/>
                  </a:lnTo>
                  <a:lnTo>
                    <a:pt x="12" y="18"/>
                  </a:lnTo>
                  <a:lnTo>
                    <a:pt x="12" y="77"/>
                  </a:lnTo>
                  <a:lnTo>
                    <a:pt x="6" y="89"/>
                  </a:lnTo>
                  <a:lnTo>
                    <a:pt x="0" y="8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0" name="Freeform 29"/>
            <p:cNvSpPr/>
            <p:nvPr/>
          </p:nvSpPr>
          <p:spPr>
            <a:xfrm>
              <a:off x="2497" y="1730"/>
              <a:ext cx="42" cy="95"/>
            </a:xfrm>
            <a:custGeom>
              <a:avLst/>
              <a:gdLst>
                <a:gd name="txL" fmla="*/ 0 w 42"/>
                <a:gd name="txT" fmla="*/ 0 h 95"/>
                <a:gd name="txR" fmla="*/ 42 w 42"/>
                <a:gd name="txB" fmla="*/ 95 h 95"/>
              </a:gdLst>
              <a:ahLst/>
              <a:cxnLst>
                <a:cxn ang="0">
                  <a:pos x="12" y="47"/>
                </a:cxn>
                <a:cxn ang="0">
                  <a:pos x="18" y="47"/>
                </a:cxn>
                <a:cxn ang="0">
                  <a:pos x="24" y="53"/>
                </a:cxn>
                <a:cxn ang="0">
                  <a:pos x="30" y="59"/>
                </a:cxn>
                <a:cxn ang="0">
                  <a:pos x="36" y="65"/>
                </a:cxn>
                <a:cxn ang="0">
                  <a:pos x="30" y="83"/>
                </a:cxn>
                <a:cxn ang="0">
                  <a:pos x="18" y="89"/>
                </a:cxn>
                <a:cxn ang="0">
                  <a:pos x="12" y="89"/>
                </a:cxn>
                <a:cxn ang="0">
                  <a:pos x="6" y="83"/>
                </a:cxn>
                <a:cxn ang="0">
                  <a:pos x="6" y="83"/>
                </a:cxn>
                <a:cxn ang="0">
                  <a:pos x="0" y="83"/>
                </a:cxn>
                <a:cxn ang="0">
                  <a:pos x="6" y="95"/>
                </a:cxn>
                <a:cxn ang="0">
                  <a:pos x="12" y="95"/>
                </a:cxn>
                <a:cxn ang="0">
                  <a:pos x="36" y="89"/>
                </a:cxn>
                <a:cxn ang="0">
                  <a:pos x="42" y="65"/>
                </a:cxn>
                <a:cxn ang="0">
                  <a:pos x="36" y="47"/>
                </a:cxn>
                <a:cxn ang="0">
                  <a:pos x="30" y="35"/>
                </a:cxn>
                <a:cxn ang="0">
                  <a:pos x="36" y="29"/>
                </a:cxn>
                <a:cxn ang="0">
                  <a:pos x="36" y="18"/>
                </a:cxn>
                <a:cxn ang="0">
                  <a:pos x="36" y="6"/>
                </a:cxn>
                <a:cxn ang="0">
                  <a:pos x="24" y="0"/>
                </a:cxn>
                <a:cxn ang="0">
                  <a:pos x="12" y="6"/>
                </a:cxn>
                <a:cxn ang="0">
                  <a:pos x="0" y="24"/>
                </a:cxn>
                <a:cxn ang="0">
                  <a:pos x="6" y="24"/>
                </a:cxn>
                <a:cxn ang="0">
                  <a:pos x="12" y="18"/>
                </a:cxn>
                <a:cxn ang="0">
                  <a:pos x="18" y="12"/>
                </a:cxn>
                <a:cxn ang="0">
                  <a:pos x="24" y="18"/>
                </a:cxn>
                <a:cxn ang="0">
                  <a:pos x="30" y="24"/>
                </a:cxn>
                <a:cxn ang="0">
                  <a:pos x="24" y="35"/>
                </a:cxn>
                <a:cxn ang="0">
                  <a:pos x="12" y="47"/>
                </a:cxn>
                <a:cxn ang="0">
                  <a:pos x="12" y="47"/>
                </a:cxn>
              </a:cxnLst>
              <a:rect l="txL" t="txT" r="txR" b="txB"/>
              <a:pathLst>
                <a:path w="42" h="95">
                  <a:moveTo>
                    <a:pt x="12" y="47"/>
                  </a:moveTo>
                  <a:lnTo>
                    <a:pt x="18" y="47"/>
                  </a:lnTo>
                  <a:lnTo>
                    <a:pt x="24" y="53"/>
                  </a:lnTo>
                  <a:lnTo>
                    <a:pt x="30" y="59"/>
                  </a:lnTo>
                  <a:lnTo>
                    <a:pt x="36" y="65"/>
                  </a:lnTo>
                  <a:lnTo>
                    <a:pt x="30" y="83"/>
                  </a:lnTo>
                  <a:lnTo>
                    <a:pt x="18" y="89"/>
                  </a:lnTo>
                  <a:lnTo>
                    <a:pt x="12" y="89"/>
                  </a:lnTo>
                  <a:lnTo>
                    <a:pt x="6" y="83"/>
                  </a:lnTo>
                  <a:lnTo>
                    <a:pt x="0" y="83"/>
                  </a:lnTo>
                  <a:lnTo>
                    <a:pt x="6" y="95"/>
                  </a:lnTo>
                  <a:lnTo>
                    <a:pt x="12" y="95"/>
                  </a:lnTo>
                  <a:lnTo>
                    <a:pt x="36" y="89"/>
                  </a:lnTo>
                  <a:lnTo>
                    <a:pt x="42" y="65"/>
                  </a:lnTo>
                  <a:lnTo>
                    <a:pt x="36" y="47"/>
                  </a:lnTo>
                  <a:lnTo>
                    <a:pt x="30" y="35"/>
                  </a:lnTo>
                  <a:lnTo>
                    <a:pt x="36" y="29"/>
                  </a:lnTo>
                  <a:lnTo>
                    <a:pt x="36" y="18"/>
                  </a:lnTo>
                  <a:lnTo>
                    <a:pt x="36" y="6"/>
                  </a:lnTo>
                  <a:lnTo>
                    <a:pt x="24" y="0"/>
                  </a:lnTo>
                  <a:lnTo>
                    <a:pt x="12" y="6"/>
                  </a:lnTo>
                  <a:lnTo>
                    <a:pt x="0" y="24"/>
                  </a:lnTo>
                  <a:lnTo>
                    <a:pt x="6" y="24"/>
                  </a:lnTo>
                  <a:lnTo>
                    <a:pt x="12" y="18"/>
                  </a:lnTo>
                  <a:lnTo>
                    <a:pt x="18" y="12"/>
                  </a:lnTo>
                  <a:lnTo>
                    <a:pt x="24" y="18"/>
                  </a:lnTo>
                  <a:lnTo>
                    <a:pt x="30" y="24"/>
                  </a:lnTo>
                  <a:lnTo>
                    <a:pt x="24" y="35"/>
                  </a:lnTo>
                  <a:lnTo>
                    <a:pt x="12" y="4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1" name="Freeform 30"/>
            <p:cNvSpPr/>
            <p:nvPr/>
          </p:nvSpPr>
          <p:spPr>
            <a:xfrm>
              <a:off x="1570" y="1622"/>
              <a:ext cx="41" cy="96"/>
            </a:xfrm>
            <a:custGeom>
              <a:avLst/>
              <a:gdLst>
                <a:gd name="txL" fmla="*/ 0 w 41"/>
                <a:gd name="txT" fmla="*/ 0 h 96"/>
                <a:gd name="txR" fmla="*/ 41 w 41"/>
                <a:gd name="txB" fmla="*/ 96 h 96"/>
              </a:gdLst>
              <a:ahLst/>
              <a:cxnLst>
                <a:cxn ang="0">
                  <a:pos x="41" y="78"/>
                </a:cxn>
                <a:cxn ang="0">
                  <a:pos x="41" y="72"/>
                </a:cxn>
                <a:cxn ang="0">
                  <a:pos x="41" y="84"/>
                </a:cxn>
                <a:cxn ang="0">
                  <a:pos x="35" y="84"/>
                </a:cxn>
                <a:cxn ang="0">
                  <a:pos x="12" y="84"/>
                </a:cxn>
                <a:cxn ang="0">
                  <a:pos x="23" y="60"/>
                </a:cxn>
                <a:cxn ang="0">
                  <a:pos x="35" y="48"/>
                </a:cxn>
                <a:cxn ang="0">
                  <a:pos x="41" y="24"/>
                </a:cxn>
                <a:cxn ang="0">
                  <a:pos x="35" y="6"/>
                </a:cxn>
                <a:cxn ang="0">
                  <a:pos x="23" y="0"/>
                </a:cxn>
                <a:cxn ang="0">
                  <a:pos x="6" y="6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6" y="18"/>
                </a:cxn>
                <a:cxn ang="0">
                  <a:pos x="18" y="12"/>
                </a:cxn>
                <a:cxn ang="0">
                  <a:pos x="29" y="18"/>
                </a:cxn>
                <a:cxn ang="0">
                  <a:pos x="29" y="30"/>
                </a:cxn>
                <a:cxn ang="0">
                  <a:pos x="23" y="48"/>
                </a:cxn>
                <a:cxn ang="0">
                  <a:pos x="18" y="66"/>
                </a:cxn>
                <a:cxn ang="0">
                  <a:pos x="0" y="90"/>
                </a:cxn>
                <a:cxn ang="0">
                  <a:pos x="0" y="96"/>
                </a:cxn>
                <a:cxn ang="0">
                  <a:pos x="41" y="96"/>
                </a:cxn>
                <a:cxn ang="0">
                  <a:pos x="41" y="78"/>
                </a:cxn>
              </a:cxnLst>
              <a:rect l="txL" t="txT" r="txR" b="txB"/>
              <a:pathLst>
                <a:path w="41" h="96">
                  <a:moveTo>
                    <a:pt x="41" y="78"/>
                  </a:moveTo>
                  <a:lnTo>
                    <a:pt x="41" y="72"/>
                  </a:lnTo>
                  <a:lnTo>
                    <a:pt x="41" y="84"/>
                  </a:lnTo>
                  <a:lnTo>
                    <a:pt x="35" y="84"/>
                  </a:lnTo>
                  <a:lnTo>
                    <a:pt x="12" y="84"/>
                  </a:lnTo>
                  <a:lnTo>
                    <a:pt x="23" y="60"/>
                  </a:lnTo>
                  <a:lnTo>
                    <a:pt x="35" y="48"/>
                  </a:lnTo>
                  <a:lnTo>
                    <a:pt x="41" y="24"/>
                  </a:lnTo>
                  <a:lnTo>
                    <a:pt x="35" y="6"/>
                  </a:lnTo>
                  <a:lnTo>
                    <a:pt x="23" y="0"/>
                  </a:lnTo>
                  <a:lnTo>
                    <a:pt x="6" y="6"/>
                  </a:lnTo>
                  <a:lnTo>
                    <a:pt x="0" y="30"/>
                  </a:lnTo>
                  <a:lnTo>
                    <a:pt x="6" y="18"/>
                  </a:lnTo>
                  <a:lnTo>
                    <a:pt x="18" y="12"/>
                  </a:lnTo>
                  <a:lnTo>
                    <a:pt x="29" y="18"/>
                  </a:lnTo>
                  <a:lnTo>
                    <a:pt x="29" y="30"/>
                  </a:lnTo>
                  <a:lnTo>
                    <a:pt x="23" y="48"/>
                  </a:lnTo>
                  <a:lnTo>
                    <a:pt x="18" y="66"/>
                  </a:lnTo>
                  <a:lnTo>
                    <a:pt x="0" y="90"/>
                  </a:lnTo>
                  <a:lnTo>
                    <a:pt x="0" y="96"/>
                  </a:lnTo>
                  <a:lnTo>
                    <a:pt x="41" y="96"/>
                  </a:lnTo>
                  <a:lnTo>
                    <a:pt x="41" y="7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2" name="Freeform 31"/>
            <p:cNvSpPr>
              <a:spLocks noEditPoints="1"/>
            </p:cNvSpPr>
            <p:nvPr/>
          </p:nvSpPr>
          <p:spPr>
            <a:xfrm>
              <a:off x="1641" y="2583"/>
              <a:ext cx="48" cy="90"/>
            </a:xfrm>
            <a:custGeom>
              <a:avLst/>
              <a:gdLst>
                <a:gd name="txL" fmla="*/ 0 w 48"/>
                <a:gd name="txT" fmla="*/ 0 h 90"/>
                <a:gd name="txR" fmla="*/ 48 w 48"/>
                <a:gd name="txB" fmla="*/ 90 h 90"/>
              </a:gdLst>
              <a:ahLst/>
              <a:cxnLst>
                <a:cxn ang="0">
                  <a:pos x="24" y="0"/>
                </a:cxn>
                <a:cxn ang="0">
                  <a:pos x="30" y="6"/>
                </a:cxn>
                <a:cxn ang="0">
                  <a:pos x="36" y="18"/>
                </a:cxn>
                <a:cxn ang="0">
                  <a:pos x="36" y="36"/>
                </a:cxn>
                <a:cxn ang="0">
                  <a:pos x="36" y="48"/>
                </a:cxn>
                <a:cxn ang="0">
                  <a:pos x="36" y="60"/>
                </a:cxn>
                <a:cxn ang="0">
                  <a:pos x="36" y="72"/>
                </a:cxn>
                <a:cxn ang="0">
                  <a:pos x="30" y="84"/>
                </a:cxn>
                <a:cxn ang="0">
                  <a:pos x="24" y="90"/>
                </a:cxn>
                <a:cxn ang="0">
                  <a:pos x="18" y="84"/>
                </a:cxn>
                <a:cxn ang="0">
                  <a:pos x="12" y="72"/>
                </a:cxn>
                <a:cxn ang="0">
                  <a:pos x="12" y="60"/>
                </a:cxn>
                <a:cxn ang="0">
                  <a:pos x="12" y="48"/>
                </a:cxn>
                <a:cxn ang="0">
                  <a:pos x="12" y="36"/>
                </a:cxn>
                <a:cxn ang="0">
                  <a:pos x="12" y="18"/>
                </a:cxn>
                <a:cxn ang="0">
                  <a:pos x="18" y="6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12" y="6"/>
                </a:cxn>
                <a:cxn ang="0">
                  <a:pos x="6" y="18"/>
                </a:cxn>
                <a:cxn ang="0">
                  <a:pos x="0" y="48"/>
                </a:cxn>
                <a:cxn ang="0">
                  <a:pos x="0" y="60"/>
                </a:cxn>
                <a:cxn ang="0">
                  <a:pos x="6" y="72"/>
                </a:cxn>
                <a:cxn ang="0">
                  <a:pos x="12" y="84"/>
                </a:cxn>
                <a:cxn ang="0">
                  <a:pos x="24" y="90"/>
                </a:cxn>
                <a:cxn ang="0">
                  <a:pos x="36" y="84"/>
                </a:cxn>
                <a:cxn ang="0">
                  <a:pos x="42" y="72"/>
                </a:cxn>
                <a:cxn ang="0">
                  <a:pos x="48" y="60"/>
                </a:cxn>
                <a:cxn ang="0">
                  <a:pos x="48" y="48"/>
                </a:cxn>
                <a:cxn ang="0">
                  <a:pos x="42" y="18"/>
                </a:cxn>
                <a:cxn ang="0">
                  <a:pos x="36" y="6"/>
                </a:cxn>
                <a:cxn ang="0">
                  <a:pos x="24" y="0"/>
                </a:cxn>
                <a:cxn ang="0">
                  <a:pos x="24" y="0"/>
                </a:cxn>
              </a:cxnLst>
              <a:rect l="txL" t="txT" r="txR" b="txB"/>
              <a:pathLst>
                <a:path w="48" h="90">
                  <a:moveTo>
                    <a:pt x="24" y="0"/>
                  </a:moveTo>
                  <a:lnTo>
                    <a:pt x="30" y="6"/>
                  </a:lnTo>
                  <a:lnTo>
                    <a:pt x="36" y="18"/>
                  </a:lnTo>
                  <a:lnTo>
                    <a:pt x="36" y="36"/>
                  </a:lnTo>
                  <a:lnTo>
                    <a:pt x="36" y="48"/>
                  </a:lnTo>
                  <a:lnTo>
                    <a:pt x="36" y="60"/>
                  </a:lnTo>
                  <a:lnTo>
                    <a:pt x="36" y="72"/>
                  </a:lnTo>
                  <a:lnTo>
                    <a:pt x="30" y="84"/>
                  </a:lnTo>
                  <a:lnTo>
                    <a:pt x="24" y="90"/>
                  </a:lnTo>
                  <a:lnTo>
                    <a:pt x="18" y="84"/>
                  </a:lnTo>
                  <a:lnTo>
                    <a:pt x="12" y="72"/>
                  </a:lnTo>
                  <a:lnTo>
                    <a:pt x="12" y="60"/>
                  </a:lnTo>
                  <a:lnTo>
                    <a:pt x="12" y="48"/>
                  </a:lnTo>
                  <a:lnTo>
                    <a:pt x="12" y="36"/>
                  </a:lnTo>
                  <a:lnTo>
                    <a:pt x="12" y="18"/>
                  </a:lnTo>
                  <a:lnTo>
                    <a:pt x="18" y="6"/>
                  </a:lnTo>
                  <a:lnTo>
                    <a:pt x="24" y="0"/>
                  </a:lnTo>
                  <a:close/>
                  <a:moveTo>
                    <a:pt x="24" y="0"/>
                  </a:moveTo>
                  <a:lnTo>
                    <a:pt x="12" y="6"/>
                  </a:lnTo>
                  <a:lnTo>
                    <a:pt x="6" y="18"/>
                  </a:lnTo>
                  <a:lnTo>
                    <a:pt x="0" y="48"/>
                  </a:lnTo>
                  <a:lnTo>
                    <a:pt x="0" y="60"/>
                  </a:lnTo>
                  <a:lnTo>
                    <a:pt x="6" y="72"/>
                  </a:lnTo>
                  <a:lnTo>
                    <a:pt x="12" y="84"/>
                  </a:lnTo>
                  <a:lnTo>
                    <a:pt x="24" y="90"/>
                  </a:lnTo>
                  <a:lnTo>
                    <a:pt x="36" y="84"/>
                  </a:lnTo>
                  <a:lnTo>
                    <a:pt x="42" y="72"/>
                  </a:lnTo>
                  <a:lnTo>
                    <a:pt x="48" y="60"/>
                  </a:lnTo>
                  <a:lnTo>
                    <a:pt x="48" y="48"/>
                  </a:lnTo>
                  <a:lnTo>
                    <a:pt x="42" y="18"/>
                  </a:lnTo>
                  <a:lnTo>
                    <a:pt x="36" y="6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3" name="Freeform 32"/>
            <p:cNvSpPr/>
            <p:nvPr/>
          </p:nvSpPr>
          <p:spPr>
            <a:xfrm>
              <a:off x="457" y="2207"/>
              <a:ext cx="42" cy="96"/>
            </a:xfrm>
            <a:custGeom>
              <a:avLst/>
              <a:gdLst>
                <a:gd name="txL" fmla="*/ 0 w 42"/>
                <a:gd name="txT" fmla="*/ 0 h 96"/>
                <a:gd name="txR" fmla="*/ 42 w 42"/>
                <a:gd name="txB" fmla="*/ 96 h 96"/>
              </a:gdLst>
              <a:ahLst/>
              <a:cxnLst>
                <a:cxn ang="0">
                  <a:pos x="12" y="48"/>
                </a:cxn>
                <a:cxn ang="0">
                  <a:pos x="18" y="48"/>
                </a:cxn>
                <a:cxn ang="0">
                  <a:pos x="24" y="54"/>
                </a:cxn>
                <a:cxn ang="0">
                  <a:pos x="30" y="66"/>
                </a:cxn>
                <a:cxn ang="0">
                  <a:pos x="36" y="72"/>
                </a:cxn>
                <a:cxn ang="0">
                  <a:pos x="30" y="84"/>
                </a:cxn>
                <a:cxn ang="0">
                  <a:pos x="18" y="90"/>
                </a:cxn>
                <a:cxn ang="0">
                  <a:pos x="12" y="90"/>
                </a:cxn>
                <a:cxn ang="0">
                  <a:pos x="6" y="84"/>
                </a:cxn>
                <a:cxn ang="0">
                  <a:pos x="6" y="84"/>
                </a:cxn>
                <a:cxn ang="0">
                  <a:pos x="0" y="90"/>
                </a:cxn>
                <a:cxn ang="0">
                  <a:pos x="6" y="96"/>
                </a:cxn>
                <a:cxn ang="0">
                  <a:pos x="12" y="96"/>
                </a:cxn>
                <a:cxn ang="0">
                  <a:pos x="36" y="90"/>
                </a:cxn>
                <a:cxn ang="0">
                  <a:pos x="42" y="66"/>
                </a:cxn>
                <a:cxn ang="0">
                  <a:pos x="36" y="48"/>
                </a:cxn>
                <a:cxn ang="0">
                  <a:pos x="30" y="42"/>
                </a:cxn>
                <a:cxn ang="0">
                  <a:pos x="36" y="30"/>
                </a:cxn>
                <a:cxn ang="0">
                  <a:pos x="36" y="18"/>
                </a:cxn>
                <a:cxn ang="0">
                  <a:pos x="36" y="18"/>
                </a:cxn>
                <a:cxn ang="0">
                  <a:pos x="36" y="12"/>
                </a:cxn>
                <a:cxn ang="0">
                  <a:pos x="30" y="6"/>
                </a:cxn>
                <a:cxn ang="0">
                  <a:pos x="24" y="0"/>
                </a:cxn>
                <a:cxn ang="0">
                  <a:pos x="12" y="6"/>
                </a:cxn>
                <a:cxn ang="0">
                  <a:pos x="0" y="24"/>
                </a:cxn>
                <a:cxn ang="0">
                  <a:pos x="6" y="24"/>
                </a:cxn>
                <a:cxn ang="0">
                  <a:pos x="6" y="18"/>
                </a:cxn>
                <a:cxn ang="0">
                  <a:pos x="18" y="12"/>
                </a:cxn>
                <a:cxn ang="0">
                  <a:pos x="24" y="18"/>
                </a:cxn>
                <a:cxn ang="0">
                  <a:pos x="30" y="24"/>
                </a:cxn>
                <a:cxn ang="0">
                  <a:pos x="24" y="36"/>
                </a:cxn>
                <a:cxn ang="0">
                  <a:pos x="12" y="48"/>
                </a:cxn>
                <a:cxn ang="0">
                  <a:pos x="12" y="48"/>
                </a:cxn>
              </a:cxnLst>
              <a:rect l="txL" t="txT" r="txR" b="txB"/>
              <a:pathLst>
                <a:path w="42" h="96">
                  <a:moveTo>
                    <a:pt x="12" y="48"/>
                  </a:moveTo>
                  <a:lnTo>
                    <a:pt x="18" y="48"/>
                  </a:lnTo>
                  <a:lnTo>
                    <a:pt x="24" y="54"/>
                  </a:lnTo>
                  <a:lnTo>
                    <a:pt x="30" y="66"/>
                  </a:lnTo>
                  <a:lnTo>
                    <a:pt x="36" y="72"/>
                  </a:lnTo>
                  <a:lnTo>
                    <a:pt x="30" y="84"/>
                  </a:lnTo>
                  <a:lnTo>
                    <a:pt x="18" y="90"/>
                  </a:lnTo>
                  <a:lnTo>
                    <a:pt x="12" y="90"/>
                  </a:lnTo>
                  <a:lnTo>
                    <a:pt x="6" y="84"/>
                  </a:lnTo>
                  <a:lnTo>
                    <a:pt x="0" y="90"/>
                  </a:lnTo>
                  <a:lnTo>
                    <a:pt x="6" y="96"/>
                  </a:lnTo>
                  <a:lnTo>
                    <a:pt x="12" y="96"/>
                  </a:lnTo>
                  <a:lnTo>
                    <a:pt x="36" y="90"/>
                  </a:lnTo>
                  <a:lnTo>
                    <a:pt x="42" y="66"/>
                  </a:lnTo>
                  <a:lnTo>
                    <a:pt x="36" y="48"/>
                  </a:lnTo>
                  <a:lnTo>
                    <a:pt x="30" y="42"/>
                  </a:lnTo>
                  <a:lnTo>
                    <a:pt x="36" y="30"/>
                  </a:lnTo>
                  <a:lnTo>
                    <a:pt x="36" y="18"/>
                  </a:lnTo>
                  <a:lnTo>
                    <a:pt x="36" y="12"/>
                  </a:lnTo>
                  <a:lnTo>
                    <a:pt x="30" y="6"/>
                  </a:lnTo>
                  <a:lnTo>
                    <a:pt x="24" y="0"/>
                  </a:lnTo>
                  <a:lnTo>
                    <a:pt x="12" y="6"/>
                  </a:lnTo>
                  <a:lnTo>
                    <a:pt x="0" y="24"/>
                  </a:lnTo>
                  <a:lnTo>
                    <a:pt x="6" y="24"/>
                  </a:lnTo>
                  <a:lnTo>
                    <a:pt x="6" y="18"/>
                  </a:lnTo>
                  <a:lnTo>
                    <a:pt x="18" y="12"/>
                  </a:lnTo>
                  <a:lnTo>
                    <a:pt x="24" y="18"/>
                  </a:lnTo>
                  <a:lnTo>
                    <a:pt x="30" y="24"/>
                  </a:lnTo>
                  <a:lnTo>
                    <a:pt x="24" y="36"/>
                  </a:lnTo>
                  <a:lnTo>
                    <a:pt x="12" y="4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4" name="Freeform 33"/>
            <p:cNvSpPr>
              <a:spLocks noEditPoints="1"/>
            </p:cNvSpPr>
            <p:nvPr/>
          </p:nvSpPr>
          <p:spPr>
            <a:xfrm>
              <a:off x="529" y="2207"/>
              <a:ext cx="66" cy="96"/>
            </a:xfrm>
            <a:custGeom>
              <a:avLst/>
              <a:gdLst>
                <a:gd name="txL" fmla="*/ 0 w 66"/>
                <a:gd name="txT" fmla="*/ 0 h 96"/>
                <a:gd name="txR" fmla="*/ 66 w 66"/>
                <a:gd name="txB" fmla="*/ 96 h 96"/>
              </a:gdLst>
              <a:ahLst/>
              <a:cxnLst>
                <a:cxn ang="0">
                  <a:pos x="66" y="90"/>
                </a:cxn>
                <a:cxn ang="0">
                  <a:pos x="66" y="90"/>
                </a:cxn>
                <a:cxn ang="0">
                  <a:pos x="60" y="78"/>
                </a:cxn>
                <a:cxn ang="0">
                  <a:pos x="36" y="0"/>
                </a:cxn>
                <a:cxn ang="0">
                  <a:pos x="30" y="0"/>
                </a:cxn>
                <a:cxn ang="0">
                  <a:pos x="12" y="72"/>
                </a:cxn>
                <a:cxn ang="0">
                  <a:pos x="6" y="84"/>
                </a:cxn>
                <a:cxn ang="0">
                  <a:pos x="0" y="90"/>
                </a:cxn>
                <a:cxn ang="0">
                  <a:pos x="0" y="90"/>
                </a:cxn>
                <a:cxn ang="0">
                  <a:pos x="0" y="96"/>
                </a:cxn>
                <a:cxn ang="0">
                  <a:pos x="18" y="96"/>
                </a:cxn>
                <a:cxn ang="0">
                  <a:pos x="18" y="90"/>
                </a:cxn>
                <a:cxn ang="0">
                  <a:pos x="18" y="90"/>
                </a:cxn>
                <a:cxn ang="0">
                  <a:pos x="12" y="84"/>
                </a:cxn>
                <a:cxn ang="0">
                  <a:pos x="12" y="84"/>
                </a:cxn>
                <a:cxn ang="0">
                  <a:pos x="12" y="78"/>
                </a:cxn>
                <a:cxn ang="0">
                  <a:pos x="18" y="66"/>
                </a:cxn>
                <a:cxn ang="0">
                  <a:pos x="42" y="66"/>
                </a:cxn>
                <a:cxn ang="0">
                  <a:pos x="48" y="78"/>
                </a:cxn>
                <a:cxn ang="0">
                  <a:pos x="48" y="84"/>
                </a:cxn>
                <a:cxn ang="0">
                  <a:pos x="48" y="84"/>
                </a:cxn>
                <a:cxn ang="0">
                  <a:pos x="48" y="90"/>
                </a:cxn>
                <a:cxn ang="0">
                  <a:pos x="42" y="90"/>
                </a:cxn>
                <a:cxn ang="0">
                  <a:pos x="42" y="96"/>
                </a:cxn>
                <a:cxn ang="0">
                  <a:pos x="66" y="96"/>
                </a:cxn>
                <a:cxn ang="0">
                  <a:pos x="66" y="90"/>
                </a:cxn>
                <a:cxn ang="0">
                  <a:pos x="18" y="60"/>
                </a:cxn>
                <a:cxn ang="0">
                  <a:pos x="30" y="24"/>
                </a:cxn>
                <a:cxn ang="0">
                  <a:pos x="42" y="60"/>
                </a:cxn>
                <a:cxn ang="0">
                  <a:pos x="18" y="60"/>
                </a:cxn>
              </a:cxnLst>
              <a:rect l="txL" t="txT" r="txR" b="txB"/>
              <a:pathLst>
                <a:path w="66" h="96">
                  <a:moveTo>
                    <a:pt x="66" y="90"/>
                  </a:moveTo>
                  <a:lnTo>
                    <a:pt x="66" y="90"/>
                  </a:lnTo>
                  <a:lnTo>
                    <a:pt x="60" y="78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12" y="72"/>
                  </a:lnTo>
                  <a:lnTo>
                    <a:pt x="6" y="84"/>
                  </a:lnTo>
                  <a:lnTo>
                    <a:pt x="0" y="90"/>
                  </a:lnTo>
                  <a:lnTo>
                    <a:pt x="0" y="96"/>
                  </a:lnTo>
                  <a:lnTo>
                    <a:pt x="18" y="96"/>
                  </a:lnTo>
                  <a:lnTo>
                    <a:pt x="18" y="90"/>
                  </a:lnTo>
                  <a:lnTo>
                    <a:pt x="12" y="84"/>
                  </a:lnTo>
                  <a:lnTo>
                    <a:pt x="12" y="78"/>
                  </a:lnTo>
                  <a:lnTo>
                    <a:pt x="18" y="66"/>
                  </a:lnTo>
                  <a:lnTo>
                    <a:pt x="42" y="66"/>
                  </a:lnTo>
                  <a:lnTo>
                    <a:pt x="48" y="78"/>
                  </a:lnTo>
                  <a:lnTo>
                    <a:pt x="48" y="84"/>
                  </a:lnTo>
                  <a:lnTo>
                    <a:pt x="48" y="90"/>
                  </a:lnTo>
                  <a:lnTo>
                    <a:pt x="42" y="90"/>
                  </a:lnTo>
                  <a:lnTo>
                    <a:pt x="42" y="96"/>
                  </a:lnTo>
                  <a:lnTo>
                    <a:pt x="66" y="96"/>
                  </a:lnTo>
                  <a:lnTo>
                    <a:pt x="66" y="90"/>
                  </a:lnTo>
                  <a:close/>
                  <a:moveTo>
                    <a:pt x="18" y="60"/>
                  </a:moveTo>
                  <a:lnTo>
                    <a:pt x="30" y="24"/>
                  </a:lnTo>
                  <a:lnTo>
                    <a:pt x="42" y="60"/>
                  </a:lnTo>
                  <a:lnTo>
                    <a:pt x="18" y="6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5" name="Freeform 34"/>
            <p:cNvSpPr/>
            <p:nvPr/>
          </p:nvSpPr>
          <p:spPr>
            <a:xfrm>
              <a:off x="2610" y="2195"/>
              <a:ext cx="48" cy="96"/>
            </a:xfrm>
            <a:custGeom>
              <a:avLst/>
              <a:gdLst>
                <a:gd name="txL" fmla="*/ 0 w 48"/>
                <a:gd name="txT" fmla="*/ 0 h 96"/>
                <a:gd name="txR" fmla="*/ 48 w 48"/>
                <a:gd name="txB" fmla="*/ 96 h 96"/>
              </a:gdLst>
              <a:ahLst/>
              <a:cxnLst>
                <a:cxn ang="0">
                  <a:pos x="48" y="78"/>
                </a:cxn>
                <a:cxn ang="0">
                  <a:pos x="42" y="72"/>
                </a:cxn>
                <a:cxn ang="0">
                  <a:pos x="42" y="84"/>
                </a:cxn>
                <a:cxn ang="0">
                  <a:pos x="36" y="84"/>
                </a:cxn>
                <a:cxn ang="0">
                  <a:pos x="12" y="84"/>
                </a:cxn>
                <a:cxn ang="0">
                  <a:pos x="30" y="60"/>
                </a:cxn>
                <a:cxn ang="0">
                  <a:pos x="36" y="48"/>
                </a:cxn>
                <a:cxn ang="0">
                  <a:pos x="42" y="24"/>
                </a:cxn>
                <a:cxn ang="0">
                  <a:pos x="36" y="6"/>
                </a:cxn>
                <a:cxn ang="0">
                  <a:pos x="24" y="0"/>
                </a:cxn>
                <a:cxn ang="0">
                  <a:pos x="12" y="6"/>
                </a:cxn>
                <a:cxn ang="0">
                  <a:pos x="6" y="18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6" y="18"/>
                </a:cxn>
                <a:cxn ang="0">
                  <a:pos x="18" y="12"/>
                </a:cxn>
                <a:cxn ang="0">
                  <a:pos x="30" y="18"/>
                </a:cxn>
                <a:cxn ang="0">
                  <a:pos x="30" y="30"/>
                </a:cxn>
                <a:cxn ang="0">
                  <a:pos x="30" y="48"/>
                </a:cxn>
                <a:cxn ang="0">
                  <a:pos x="18" y="66"/>
                </a:cxn>
                <a:cxn ang="0">
                  <a:pos x="0" y="90"/>
                </a:cxn>
                <a:cxn ang="0">
                  <a:pos x="0" y="96"/>
                </a:cxn>
                <a:cxn ang="0">
                  <a:pos x="42" y="96"/>
                </a:cxn>
                <a:cxn ang="0">
                  <a:pos x="48" y="78"/>
                </a:cxn>
              </a:cxnLst>
              <a:rect l="txL" t="txT" r="txR" b="txB"/>
              <a:pathLst>
                <a:path w="48" h="96">
                  <a:moveTo>
                    <a:pt x="48" y="78"/>
                  </a:moveTo>
                  <a:lnTo>
                    <a:pt x="42" y="72"/>
                  </a:lnTo>
                  <a:lnTo>
                    <a:pt x="42" y="84"/>
                  </a:lnTo>
                  <a:lnTo>
                    <a:pt x="36" y="84"/>
                  </a:lnTo>
                  <a:lnTo>
                    <a:pt x="12" y="84"/>
                  </a:lnTo>
                  <a:lnTo>
                    <a:pt x="30" y="60"/>
                  </a:lnTo>
                  <a:lnTo>
                    <a:pt x="36" y="48"/>
                  </a:lnTo>
                  <a:lnTo>
                    <a:pt x="42" y="24"/>
                  </a:lnTo>
                  <a:lnTo>
                    <a:pt x="36" y="6"/>
                  </a:lnTo>
                  <a:lnTo>
                    <a:pt x="24" y="0"/>
                  </a:lnTo>
                  <a:lnTo>
                    <a:pt x="12" y="6"/>
                  </a:lnTo>
                  <a:lnTo>
                    <a:pt x="6" y="18"/>
                  </a:lnTo>
                  <a:lnTo>
                    <a:pt x="0" y="30"/>
                  </a:lnTo>
                  <a:lnTo>
                    <a:pt x="6" y="18"/>
                  </a:lnTo>
                  <a:lnTo>
                    <a:pt x="18" y="12"/>
                  </a:lnTo>
                  <a:lnTo>
                    <a:pt x="30" y="18"/>
                  </a:lnTo>
                  <a:lnTo>
                    <a:pt x="30" y="30"/>
                  </a:lnTo>
                  <a:lnTo>
                    <a:pt x="30" y="48"/>
                  </a:lnTo>
                  <a:lnTo>
                    <a:pt x="18" y="66"/>
                  </a:lnTo>
                  <a:lnTo>
                    <a:pt x="0" y="90"/>
                  </a:lnTo>
                  <a:lnTo>
                    <a:pt x="0" y="96"/>
                  </a:lnTo>
                  <a:lnTo>
                    <a:pt x="42" y="96"/>
                  </a:lnTo>
                  <a:lnTo>
                    <a:pt x="48" y="7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6" name="Freeform 35"/>
            <p:cNvSpPr>
              <a:spLocks noEditPoints="1"/>
            </p:cNvSpPr>
            <p:nvPr/>
          </p:nvSpPr>
          <p:spPr>
            <a:xfrm>
              <a:off x="2664" y="2201"/>
              <a:ext cx="24" cy="90"/>
            </a:xfrm>
            <a:custGeom>
              <a:avLst/>
              <a:gdLst>
                <a:gd name="txL" fmla="*/ 0 w 24"/>
                <a:gd name="txT" fmla="*/ 0 h 90"/>
                <a:gd name="txR" fmla="*/ 24 w 24"/>
                <a:gd name="txB" fmla="*/ 90 h 90"/>
              </a:gdLst>
              <a:ahLst/>
              <a:cxnLst>
                <a:cxn ang="0">
                  <a:pos x="18" y="72"/>
                </a:cxn>
                <a:cxn ang="0">
                  <a:pos x="12" y="78"/>
                </a:cxn>
                <a:cxn ang="0">
                  <a:pos x="6" y="84"/>
                </a:cxn>
                <a:cxn ang="0">
                  <a:pos x="6" y="84"/>
                </a:cxn>
                <a:cxn ang="0">
                  <a:pos x="6" y="78"/>
                </a:cxn>
                <a:cxn ang="0">
                  <a:pos x="6" y="78"/>
                </a:cxn>
                <a:cxn ang="0">
                  <a:pos x="6" y="72"/>
                </a:cxn>
                <a:cxn ang="0">
                  <a:pos x="18" y="30"/>
                </a:cxn>
                <a:cxn ang="0">
                  <a:pos x="18" y="30"/>
                </a:cxn>
                <a:cxn ang="0">
                  <a:pos x="0" y="30"/>
                </a:cxn>
                <a:cxn ang="0">
                  <a:pos x="0" y="36"/>
                </a:cxn>
                <a:cxn ang="0">
                  <a:pos x="6" y="36"/>
                </a:cxn>
                <a:cxn ang="0">
                  <a:pos x="6" y="36"/>
                </a:cxn>
                <a:cxn ang="0">
                  <a:pos x="6" y="42"/>
                </a:cxn>
                <a:cxn ang="0">
                  <a:pos x="6" y="60"/>
                </a:cxn>
                <a:cxn ang="0">
                  <a:pos x="0" y="72"/>
                </a:cxn>
                <a:cxn ang="0">
                  <a:pos x="0" y="78"/>
                </a:cxn>
                <a:cxn ang="0">
                  <a:pos x="0" y="84"/>
                </a:cxn>
                <a:cxn ang="0">
                  <a:pos x="6" y="90"/>
                </a:cxn>
                <a:cxn ang="0">
                  <a:pos x="12" y="84"/>
                </a:cxn>
                <a:cxn ang="0">
                  <a:pos x="18" y="72"/>
                </a:cxn>
                <a:cxn ang="0">
                  <a:pos x="18" y="72"/>
                </a:cxn>
                <a:cxn ang="0">
                  <a:pos x="24" y="6"/>
                </a:cxn>
                <a:cxn ang="0">
                  <a:pos x="24" y="6"/>
                </a:cxn>
                <a:cxn ang="0">
                  <a:pos x="18" y="0"/>
                </a:cxn>
                <a:cxn ang="0">
                  <a:pos x="12" y="0"/>
                </a:cxn>
                <a:cxn ang="0">
                  <a:pos x="12" y="6"/>
                </a:cxn>
                <a:cxn ang="0">
                  <a:pos x="12" y="12"/>
                </a:cxn>
                <a:cxn ang="0">
                  <a:pos x="18" y="12"/>
                </a:cxn>
                <a:cxn ang="0">
                  <a:pos x="24" y="12"/>
                </a:cxn>
                <a:cxn ang="0">
                  <a:pos x="24" y="6"/>
                </a:cxn>
                <a:cxn ang="0">
                  <a:pos x="24" y="6"/>
                </a:cxn>
              </a:cxnLst>
              <a:rect l="txL" t="txT" r="txR" b="txB"/>
              <a:pathLst>
                <a:path w="24" h="90">
                  <a:moveTo>
                    <a:pt x="18" y="72"/>
                  </a:moveTo>
                  <a:lnTo>
                    <a:pt x="12" y="78"/>
                  </a:lnTo>
                  <a:lnTo>
                    <a:pt x="6" y="84"/>
                  </a:lnTo>
                  <a:lnTo>
                    <a:pt x="6" y="78"/>
                  </a:lnTo>
                  <a:lnTo>
                    <a:pt x="6" y="72"/>
                  </a:lnTo>
                  <a:lnTo>
                    <a:pt x="18" y="30"/>
                  </a:lnTo>
                  <a:lnTo>
                    <a:pt x="0" y="30"/>
                  </a:lnTo>
                  <a:lnTo>
                    <a:pt x="0" y="36"/>
                  </a:lnTo>
                  <a:lnTo>
                    <a:pt x="6" y="36"/>
                  </a:lnTo>
                  <a:lnTo>
                    <a:pt x="6" y="42"/>
                  </a:lnTo>
                  <a:lnTo>
                    <a:pt x="6" y="60"/>
                  </a:lnTo>
                  <a:lnTo>
                    <a:pt x="0" y="72"/>
                  </a:lnTo>
                  <a:lnTo>
                    <a:pt x="0" y="78"/>
                  </a:lnTo>
                  <a:lnTo>
                    <a:pt x="0" y="84"/>
                  </a:lnTo>
                  <a:lnTo>
                    <a:pt x="6" y="90"/>
                  </a:lnTo>
                  <a:lnTo>
                    <a:pt x="12" y="84"/>
                  </a:lnTo>
                  <a:lnTo>
                    <a:pt x="18" y="72"/>
                  </a:lnTo>
                  <a:close/>
                  <a:moveTo>
                    <a:pt x="24" y="6"/>
                  </a:moveTo>
                  <a:lnTo>
                    <a:pt x="24" y="6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12" y="6"/>
                  </a:lnTo>
                  <a:lnTo>
                    <a:pt x="12" y="12"/>
                  </a:lnTo>
                  <a:lnTo>
                    <a:pt x="18" y="12"/>
                  </a:lnTo>
                  <a:lnTo>
                    <a:pt x="24" y="12"/>
                  </a:lnTo>
                  <a:lnTo>
                    <a:pt x="24" y="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7" name="Freeform 36"/>
            <p:cNvSpPr/>
            <p:nvPr/>
          </p:nvSpPr>
          <p:spPr>
            <a:xfrm>
              <a:off x="2682" y="2279"/>
              <a:ext cx="42" cy="42"/>
            </a:xfrm>
            <a:custGeom>
              <a:avLst/>
              <a:gdLst>
                <a:gd name="txL" fmla="*/ 0 w 42"/>
                <a:gd name="txT" fmla="*/ 0 h 42"/>
                <a:gd name="txR" fmla="*/ 42 w 42"/>
                <a:gd name="txB" fmla="*/ 42 h 42"/>
              </a:gdLst>
              <a:ahLst/>
              <a:cxnLst>
                <a:cxn ang="0">
                  <a:pos x="36" y="30"/>
                </a:cxn>
                <a:cxn ang="0">
                  <a:pos x="36" y="36"/>
                </a:cxn>
                <a:cxn ang="0">
                  <a:pos x="30" y="42"/>
                </a:cxn>
                <a:cxn ang="0">
                  <a:pos x="30" y="42"/>
                </a:cxn>
                <a:cxn ang="0">
                  <a:pos x="30" y="36"/>
                </a:cxn>
                <a:cxn ang="0">
                  <a:pos x="30" y="24"/>
                </a:cxn>
                <a:cxn ang="0">
                  <a:pos x="24" y="18"/>
                </a:cxn>
                <a:cxn ang="0">
                  <a:pos x="30" y="12"/>
                </a:cxn>
                <a:cxn ang="0">
                  <a:pos x="30" y="6"/>
                </a:cxn>
                <a:cxn ang="0">
                  <a:pos x="36" y="6"/>
                </a:cxn>
                <a:cxn ang="0">
                  <a:pos x="36" y="6"/>
                </a:cxn>
                <a:cxn ang="0">
                  <a:pos x="42" y="6"/>
                </a:cxn>
                <a:cxn ang="0">
                  <a:pos x="42" y="0"/>
                </a:cxn>
                <a:cxn ang="0">
                  <a:pos x="42" y="0"/>
                </a:cxn>
                <a:cxn ang="0">
                  <a:pos x="36" y="0"/>
                </a:cxn>
                <a:cxn ang="0">
                  <a:pos x="30" y="6"/>
                </a:cxn>
                <a:cxn ang="0">
                  <a:pos x="24" y="12"/>
                </a:cxn>
                <a:cxn ang="0">
                  <a:pos x="24" y="6"/>
                </a:cxn>
                <a:cxn ang="0">
                  <a:pos x="24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2" y="0"/>
                </a:cxn>
                <a:cxn ang="0">
                  <a:pos x="12" y="6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8" y="6"/>
                </a:cxn>
                <a:cxn ang="0">
                  <a:pos x="18" y="6"/>
                </a:cxn>
                <a:cxn ang="0">
                  <a:pos x="18" y="12"/>
                </a:cxn>
                <a:cxn ang="0">
                  <a:pos x="18" y="18"/>
                </a:cxn>
                <a:cxn ang="0">
                  <a:pos x="18" y="24"/>
                </a:cxn>
                <a:cxn ang="0">
                  <a:pos x="18" y="24"/>
                </a:cxn>
                <a:cxn ang="0">
                  <a:pos x="12" y="36"/>
                </a:cxn>
                <a:cxn ang="0">
                  <a:pos x="12" y="36"/>
                </a:cxn>
                <a:cxn ang="0">
                  <a:pos x="6" y="36"/>
                </a:cxn>
                <a:cxn ang="0">
                  <a:pos x="6" y="36"/>
                </a:cxn>
                <a:cxn ang="0">
                  <a:pos x="6" y="36"/>
                </a:cxn>
                <a:cxn ang="0">
                  <a:pos x="0" y="42"/>
                </a:cxn>
                <a:cxn ang="0">
                  <a:pos x="6" y="42"/>
                </a:cxn>
                <a:cxn ang="0">
                  <a:pos x="6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8" y="36"/>
                </a:cxn>
                <a:cxn ang="0">
                  <a:pos x="18" y="24"/>
                </a:cxn>
                <a:cxn ang="0">
                  <a:pos x="24" y="36"/>
                </a:cxn>
                <a:cxn ang="0">
                  <a:pos x="24" y="42"/>
                </a:cxn>
                <a:cxn ang="0">
                  <a:pos x="30" y="42"/>
                </a:cxn>
                <a:cxn ang="0">
                  <a:pos x="30" y="42"/>
                </a:cxn>
                <a:cxn ang="0">
                  <a:pos x="36" y="36"/>
                </a:cxn>
                <a:cxn ang="0">
                  <a:pos x="36" y="30"/>
                </a:cxn>
              </a:cxnLst>
              <a:rect l="txL" t="txT" r="txR" b="txB"/>
              <a:pathLst>
                <a:path w="42" h="42">
                  <a:moveTo>
                    <a:pt x="36" y="30"/>
                  </a:moveTo>
                  <a:lnTo>
                    <a:pt x="36" y="36"/>
                  </a:lnTo>
                  <a:lnTo>
                    <a:pt x="30" y="42"/>
                  </a:lnTo>
                  <a:lnTo>
                    <a:pt x="30" y="36"/>
                  </a:lnTo>
                  <a:lnTo>
                    <a:pt x="30" y="24"/>
                  </a:lnTo>
                  <a:lnTo>
                    <a:pt x="24" y="18"/>
                  </a:lnTo>
                  <a:lnTo>
                    <a:pt x="30" y="12"/>
                  </a:lnTo>
                  <a:lnTo>
                    <a:pt x="30" y="6"/>
                  </a:lnTo>
                  <a:lnTo>
                    <a:pt x="36" y="6"/>
                  </a:lnTo>
                  <a:lnTo>
                    <a:pt x="42" y="6"/>
                  </a:lnTo>
                  <a:lnTo>
                    <a:pt x="42" y="0"/>
                  </a:lnTo>
                  <a:lnTo>
                    <a:pt x="36" y="0"/>
                  </a:lnTo>
                  <a:lnTo>
                    <a:pt x="30" y="6"/>
                  </a:lnTo>
                  <a:lnTo>
                    <a:pt x="24" y="12"/>
                  </a:ln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12" y="6"/>
                  </a:lnTo>
                  <a:lnTo>
                    <a:pt x="12" y="0"/>
                  </a:lnTo>
                  <a:lnTo>
                    <a:pt x="18" y="6"/>
                  </a:lnTo>
                  <a:lnTo>
                    <a:pt x="18" y="12"/>
                  </a:lnTo>
                  <a:lnTo>
                    <a:pt x="18" y="18"/>
                  </a:lnTo>
                  <a:lnTo>
                    <a:pt x="18" y="24"/>
                  </a:lnTo>
                  <a:lnTo>
                    <a:pt x="12" y="36"/>
                  </a:lnTo>
                  <a:lnTo>
                    <a:pt x="6" y="36"/>
                  </a:lnTo>
                  <a:lnTo>
                    <a:pt x="0" y="42"/>
                  </a:lnTo>
                  <a:lnTo>
                    <a:pt x="6" y="42"/>
                  </a:lnTo>
                  <a:lnTo>
                    <a:pt x="12" y="42"/>
                  </a:lnTo>
                  <a:lnTo>
                    <a:pt x="18" y="36"/>
                  </a:lnTo>
                  <a:lnTo>
                    <a:pt x="18" y="24"/>
                  </a:lnTo>
                  <a:lnTo>
                    <a:pt x="24" y="36"/>
                  </a:lnTo>
                  <a:lnTo>
                    <a:pt x="24" y="42"/>
                  </a:lnTo>
                  <a:lnTo>
                    <a:pt x="30" y="42"/>
                  </a:lnTo>
                  <a:lnTo>
                    <a:pt x="36" y="36"/>
                  </a:lnTo>
                  <a:lnTo>
                    <a:pt x="36" y="3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8" name="Freeform 37"/>
            <p:cNvSpPr/>
            <p:nvPr/>
          </p:nvSpPr>
          <p:spPr>
            <a:xfrm>
              <a:off x="1540" y="3133"/>
              <a:ext cx="24" cy="113"/>
            </a:xfrm>
            <a:custGeom>
              <a:avLst/>
              <a:gdLst>
                <a:gd name="txL" fmla="*/ 0 w 24"/>
                <a:gd name="txT" fmla="*/ 0 h 113"/>
                <a:gd name="txR" fmla="*/ 24 w 24"/>
                <a:gd name="txB" fmla="*/ 113 h 113"/>
              </a:gdLst>
              <a:ahLst/>
              <a:cxnLst>
                <a:cxn ang="0">
                  <a:pos x="24" y="0"/>
                </a:cxn>
                <a:cxn ang="0">
                  <a:pos x="6" y="24"/>
                </a:cxn>
                <a:cxn ang="0">
                  <a:pos x="0" y="59"/>
                </a:cxn>
                <a:cxn ang="0">
                  <a:pos x="6" y="77"/>
                </a:cxn>
                <a:cxn ang="0">
                  <a:pos x="6" y="95"/>
                </a:cxn>
                <a:cxn ang="0">
                  <a:pos x="18" y="107"/>
                </a:cxn>
                <a:cxn ang="0">
                  <a:pos x="24" y="113"/>
                </a:cxn>
                <a:cxn ang="0">
                  <a:pos x="24" y="113"/>
                </a:cxn>
                <a:cxn ang="0">
                  <a:pos x="12" y="101"/>
                </a:cxn>
                <a:cxn ang="0">
                  <a:pos x="6" y="83"/>
                </a:cxn>
                <a:cxn ang="0">
                  <a:pos x="6" y="53"/>
                </a:cxn>
                <a:cxn ang="0">
                  <a:pos x="6" y="36"/>
                </a:cxn>
                <a:cxn ang="0">
                  <a:pos x="12" y="24"/>
                </a:cxn>
                <a:cxn ang="0">
                  <a:pos x="24" y="6"/>
                </a:cxn>
                <a:cxn ang="0">
                  <a:pos x="24" y="0"/>
                </a:cxn>
              </a:cxnLst>
              <a:rect l="txL" t="txT" r="txR" b="txB"/>
              <a:pathLst>
                <a:path w="24" h="113">
                  <a:moveTo>
                    <a:pt x="24" y="0"/>
                  </a:moveTo>
                  <a:lnTo>
                    <a:pt x="6" y="24"/>
                  </a:lnTo>
                  <a:lnTo>
                    <a:pt x="0" y="59"/>
                  </a:lnTo>
                  <a:lnTo>
                    <a:pt x="6" y="77"/>
                  </a:lnTo>
                  <a:lnTo>
                    <a:pt x="6" y="95"/>
                  </a:lnTo>
                  <a:lnTo>
                    <a:pt x="18" y="107"/>
                  </a:lnTo>
                  <a:lnTo>
                    <a:pt x="24" y="113"/>
                  </a:lnTo>
                  <a:lnTo>
                    <a:pt x="12" y="101"/>
                  </a:lnTo>
                  <a:lnTo>
                    <a:pt x="6" y="83"/>
                  </a:lnTo>
                  <a:lnTo>
                    <a:pt x="6" y="53"/>
                  </a:lnTo>
                  <a:lnTo>
                    <a:pt x="6" y="36"/>
                  </a:lnTo>
                  <a:lnTo>
                    <a:pt x="12" y="24"/>
                  </a:lnTo>
                  <a:lnTo>
                    <a:pt x="24" y="6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9" name="Freeform 38"/>
            <p:cNvSpPr>
              <a:spLocks noEditPoints="1"/>
            </p:cNvSpPr>
            <p:nvPr/>
          </p:nvSpPr>
          <p:spPr>
            <a:xfrm>
              <a:off x="1570" y="3163"/>
              <a:ext cx="41" cy="65"/>
            </a:xfrm>
            <a:custGeom>
              <a:avLst/>
              <a:gdLst>
                <a:gd name="txL" fmla="*/ 0 w 41"/>
                <a:gd name="txT" fmla="*/ 0 h 65"/>
                <a:gd name="txR" fmla="*/ 41 w 41"/>
                <a:gd name="txB" fmla="*/ 65 h 65"/>
              </a:gdLst>
              <a:ahLst/>
              <a:cxnLst>
                <a:cxn ang="0">
                  <a:pos x="29" y="47"/>
                </a:cxn>
                <a:cxn ang="0">
                  <a:pos x="29" y="53"/>
                </a:cxn>
                <a:cxn ang="0">
                  <a:pos x="23" y="53"/>
                </a:cxn>
                <a:cxn ang="0">
                  <a:pos x="23" y="53"/>
                </a:cxn>
                <a:cxn ang="0">
                  <a:pos x="18" y="53"/>
                </a:cxn>
                <a:cxn ang="0">
                  <a:pos x="12" y="53"/>
                </a:cxn>
                <a:cxn ang="0">
                  <a:pos x="12" y="47"/>
                </a:cxn>
                <a:cxn ang="0">
                  <a:pos x="12" y="47"/>
                </a:cxn>
                <a:cxn ang="0">
                  <a:pos x="12" y="35"/>
                </a:cxn>
                <a:cxn ang="0">
                  <a:pos x="18" y="29"/>
                </a:cxn>
                <a:cxn ang="0">
                  <a:pos x="29" y="23"/>
                </a:cxn>
                <a:cxn ang="0">
                  <a:pos x="29" y="47"/>
                </a:cxn>
                <a:cxn ang="0">
                  <a:pos x="41" y="53"/>
                </a:cxn>
                <a:cxn ang="0">
                  <a:pos x="41" y="53"/>
                </a:cxn>
                <a:cxn ang="0">
                  <a:pos x="35" y="53"/>
                </a:cxn>
                <a:cxn ang="0">
                  <a:pos x="35" y="47"/>
                </a:cxn>
                <a:cxn ang="0">
                  <a:pos x="35" y="23"/>
                </a:cxn>
                <a:cxn ang="0">
                  <a:pos x="35" y="6"/>
                </a:cxn>
                <a:cxn ang="0">
                  <a:pos x="23" y="0"/>
                </a:cxn>
                <a:cxn ang="0">
                  <a:pos x="12" y="6"/>
                </a:cxn>
                <a:cxn ang="0">
                  <a:pos x="6" y="17"/>
                </a:cxn>
                <a:cxn ang="0">
                  <a:pos x="6" y="23"/>
                </a:cxn>
                <a:cxn ang="0">
                  <a:pos x="12" y="23"/>
                </a:cxn>
                <a:cxn ang="0">
                  <a:pos x="12" y="23"/>
                </a:cxn>
                <a:cxn ang="0">
                  <a:pos x="12" y="17"/>
                </a:cxn>
                <a:cxn ang="0">
                  <a:pos x="12" y="11"/>
                </a:cxn>
                <a:cxn ang="0">
                  <a:pos x="12" y="11"/>
                </a:cxn>
                <a:cxn ang="0">
                  <a:pos x="18" y="6"/>
                </a:cxn>
                <a:cxn ang="0">
                  <a:pos x="18" y="6"/>
                </a:cxn>
                <a:cxn ang="0">
                  <a:pos x="23" y="6"/>
                </a:cxn>
                <a:cxn ang="0">
                  <a:pos x="29" y="17"/>
                </a:cxn>
                <a:cxn ang="0">
                  <a:pos x="29" y="23"/>
                </a:cxn>
                <a:cxn ang="0">
                  <a:pos x="6" y="35"/>
                </a:cxn>
                <a:cxn ang="0">
                  <a:pos x="0" y="47"/>
                </a:cxn>
                <a:cxn ang="0">
                  <a:pos x="6" y="59"/>
                </a:cxn>
                <a:cxn ang="0">
                  <a:pos x="12" y="65"/>
                </a:cxn>
                <a:cxn ang="0">
                  <a:pos x="23" y="59"/>
                </a:cxn>
                <a:cxn ang="0">
                  <a:pos x="29" y="53"/>
                </a:cxn>
                <a:cxn ang="0">
                  <a:pos x="35" y="65"/>
                </a:cxn>
                <a:cxn ang="0">
                  <a:pos x="35" y="65"/>
                </a:cxn>
                <a:cxn ang="0">
                  <a:pos x="41" y="65"/>
                </a:cxn>
                <a:cxn ang="0">
                  <a:pos x="41" y="59"/>
                </a:cxn>
                <a:cxn ang="0">
                  <a:pos x="41" y="53"/>
                </a:cxn>
              </a:cxnLst>
              <a:rect l="txL" t="txT" r="txR" b="txB"/>
              <a:pathLst>
                <a:path w="41" h="65">
                  <a:moveTo>
                    <a:pt x="29" y="47"/>
                  </a:moveTo>
                  <a:lnTo>
                    <a:pt x="29" y="53"/>
                  </a:lnTo>
                  <a:lnTo>
                    <a:pt x="23" y="53"/>
                  </a:lnTo>
                  <a:lnTo>
                    <a:pt x="18" y="53"/>
                  </a:lnTo>
                  <a:lnTo>
                    <a:pt x="12" y="53"/>
                  </a:lnTo>
                  <a:lnTo>
                    <a:pt x="12" y="47"/>
                  </a:lnTo>
                  <a:lnTo>
                    <a:pt x="12" y="35"/>
                  </a:lnTo>
                  <a:lnTo>
                    <a:pt x="18" y="29"/>
                  </a:lnTo>
                  <a:lnTo>
                    <a:pt x="29" y="23"/>
                  </a:lnTo>
                  <a:lnTo>
                    <a:pt x="29" y="47"/>
                  </a:lnTo>
                  <a:close/>
                  <a:moveTo>
                    <a:pt x="41" y="53"/>
                  </a:moveTo>
                  <a:lnTo>
                    <a:pt x="41" y="53"/>
                  </a:lnTo>
                  <a:lnTo>
                    <a:pt x="35" y="53"/>
                  </a:lnTo>
                  <a:lnTo>
                    <a:pt x="35" y="47"/>
                  </a:lnTo>
                  <a:lnTo>
                    <a:pt x="35" y="23"/>
                  </a:lnTo>
                  <a:lnTo>
                    <a:pt x="35" y="6"/>
                  </a:lnTo>
                  <a:lnTo>
                    <a:pt x="23" y="0"/>
                  </a:lnTo>
                  <a:lnTo>
                    <a:pt x="12" y="6"/>
                  </a:lnTo>
                  <a:lnTo>
                    <a:pt x="6" y="17"/>
                  </a:lnTo>
                  <a:lnTo>
                    <a:pt x="6" y="23"/>
                  </a:lnTo>
                  <a:lnTo>
                    <a:pt x="12" y="23"/>
                  </a:lnTo>
                  <a:lnTo>
                    <a:pt x="12" y="17"/>
                  </a:lnTo>
                  <a:lnTo>
                    <a:pt x="12" y="11"/>
                  </a:lnTo>
                  <a:lnTo>
                    <a:pt x="18" y="6"/>
                  </a:lnTo>
                  <a:lnTo>
                    <a:pt x="23" y="6"/>
                  </a:lnTo>
                  <a:lnTo>
                    <a:pt x="29" y="17"/>
                  </a:lnTo>
                  <a:lnTo>
                    <a:pt x="29" y="23"/>
                  </a:lnTo>
                  <a:lnTo>
                    <a:pt x="6" y="35"/>
                  </a:lnTo>
                  <a:lnTo>
                    <a:pt x="0" y="47"/>
                  </a:lnTo>
                  <a:lnTo>
                    <a:pt x="6" y="59"/>
                  </a:lnTo>
                  <a:lnTo>
                    <a:pt x="12" y="65"/>
                  </a:lnTo>
                  <a:lnTo>
                    <a:pt x="23" y="59"/>
                  </a:lnTo>
                  <a:lnTo>
                    <a:pt x="29" y="53"/>
                  </a:lnTo>
                  <a:lnTo>
                    <a:pt x="35" y="65"/>
                  </a:lnTo>
                  <a:lnTo>
                    <a:pt x="41" y="65"/>
                  </a:lnTo>
                  <a:lnTo>
                    <a:pt x="41" y="59"/>
                  </a:lnTo>
                  <a:lnTo>
                    <a:pt x="41" y="5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0" name="Freeform 39"/>
            <p:cNvSpPr/>
            <p:nvPr/>
          </p:nvSpPr>
          <p:spPr>
            <a:xfrm>
              <a:off x="1617" y="3133"/>
              <a:ext cx="24" cy="113"/>
            </a:xfrm>
            <a:custGeom>
              <a:avLst/>
              <a:gdLst>
                <a:gd name="txL" fmla="*/ 0 w 24"/>
                <a:gd name="txT" fmla="*/ 0 h 113"/>
                <a:gd name="txR" fmla="*/ 24 w 24"/>
                <a:gd name="txB" fmla="*/ 113 h 113"/>
              </a:gdLst>
              <a:ahLst/>
              <a:cxnLst>
                <a:cxn ang="0">
                  <a:pos x="0" y="113"/>
                </a:cxn>
                <a:cxn ang="0">
                  <a:pos x="18" y="89"/>
                </a:cxn>
                <a:cxn ang="0">
                  <a:pos x="24" y="59"/>
                </a:cxn>
                <a:cxn ang="0">
                  <a:pos x="24" y="36"/>
                </a:cxn>
                <a:cxn ang="0">
                  <a:pos x="18" y="24"/>
                </a:cxn>
                <a:cxn ang="0">
                  <a:pos x="12" y="12"/>
                </a:cxn>
                <a:cxn ang="0">
                  <a:pos x="0" y="0"/>
                </a:cxn>
                <a:cxn ang="0">
                  <a:pos x="0" y="6"/>
                </a:cxn>
                <a:cxn ang="0">
                  <a:pos x="12" y="18"/>
                </a:cxn>
                <a:cxn ang="0">
                  <a:pos x="18" y="36"/>
                </a:cxn>
                <a:cxn ang="0">
                  <a:pos x="18" y="47"/>
                </a:cxn>
                <a:cxn ang="0">
                  <a:pos x="18" y="59"/>
                </a:cxn>
                <a:cxn ang="0">
                  <a:pos x="18" y="83"/>
                </a:cxn>
                <a:cxn ang="0">
                  <a:pos x="12" y="95"/>
                </a:cxn>
                <a:cxn ang="0">
                  <a:pos x="0" y="113"/>
                </a:cxn>
                <a:cxn ang="0">
                  <a:pos x="0" y="113"/>
                </a:cxn>
              </a:cxnLst>
              <a:rect l="txL" t="txT" r="txR" b="txB"/>
              <a:pathLst>
                <a:path w="24" h="113">
                  <a:moveTo>
                    <a:pt x="0" y="113"/>
                  </a:moveTo>
                  <a:lnTo>
                    <a:pt x="18" y="89"/>
                  </a:lnTo>
                  <a:lnTo>
                    <a:pt x="24" y="59"/>
                  </a:lnTo>
                  <a:lnTo>
                    <a:pt x="24" y="36"/>
                  </a:lnTo>
                  <a:lnTo>
                    <a:pt x="18" y="24"/>
                  </a:lnTo>
                  <a:lnTo>
                    <a:pt x="12" y="12"/>
                  </a:lnTo>
                  <a:lnTo>
                    <a:pt x="0" y="0"/>
                  </a:lnTo>
                  <a:lnTo>
                    <a:pt x="0" y="6"/>
                  </a:lnTo>
                  <a:lnTo>
                    <a:pt x="12" y="18"/>
                  </a:lnTo>
                  <a:lnTo>
                    <a:pt x="18" y="36"/>
                  </a:lnTo>
                  <a:lnTo>
                    <a:pt x="18" y="47"/>
                  </a:lnTo>
                  <a:lnTo>
                    <a:pt x="18" y="59"/>
                  </a:lnTo>
                  <a:lnTo>
                    <a:pt x="18" y="83"/>
                  </a:lnTo>
                  <a:lnTo>
                    <a:pt x="12" y="95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1" name="Freeform 40"/>
            <p:cNvSpPr/>
            <p:nvPr/>
          </p:nvSpPr>
          <p:spPr>
            <a:xfrm>
              <a:off x="1552" y="2882"/>
              <a:ext cx="77" cy="78"/>
            </a:xfrm>
            <a:custGeom>
              <a:avLst/>
              <a:gdLst>
                <a:gd name="txL" fmla="*/ 0 w 77"/>
                <a:gd name="txT" fmla="*/ 0 h 78"/>
                <a:gd name="txR" fmla="*/ 77 w 77"/>
                <a:gd name="txB" fmla="*/ 78 h 78"/>
              </a:gdLst>
              <a:ahLst/>
              <a:cxnLst>
                <a:cxn ang="0">
                  <a:pos x="0" y="78"/>
                </a:cxn>
                <a:cxn ang="0">
                  <a:pos x="0" y="0"/>
                </a:cxn>
                <a:cxn ang="0">
                  <a:pos x="77" y="0"/>
                </a:cxn>
                <a:cxn ang="0">
                  <a:pos x="77" y="78"/>
                </a:cxn>
                <a:cxn ang="0">
                  <a:pos x="0" y="78"/>
                </a:cxn>
                <a:cxn ang="0">
                  <a:pos x="0" y="78"/>
                </a:cxn>
              </a:cxnLst>
              <a:rect l="txL" t="txT" r="txR" b="txB"/>
              <a:pathLst>
                <a:path w="77" h="78">
                  <a:moveTo>
                    <a:pt x="0" y="78"/>
                  </a:moveTo>
                  <a:lnTo>
                    <a:pt x="0" y="0"/>
                  </a:lnTo>
                  <a:lnTo>
                    <a:pt x="77" y="0"/>
                  </a:lnTo>
                  <a:lnTo>
                    <a:pt x="77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2" name="Freeform 41"/>
            <p:cNvSpPr/>
            <p:nvPr/>
          </p:nvSpPr>
          <p:spPr>
            <a:xfrm>
              <a:off x="1593" y="2882"/>
              <a:ext cx="66" cy="1"/>
            </a:xfrm>
            <a:custGeom>
              <a:avLst/>
              <a:gdLst>
                <a:gd name="txL" fmla="*/ 0 w 66"/>
                <a:gd name="txT" fmla="*/ 0 h 1"/>
                <a:gd name="txR" fmla="*/ 66 w 66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66" h="1">
                  <a:moveTo>
                    <a:pt x="0" y="0"/>
                  </a:moveTo>
                  <a:lnTo>
                    <a:pt x="6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3" name="Freeform 42"/>
            <p:cNvSpPr/>
            <p:nvPr/>
          </p:nvSpPr>
          <p:spPr>
            <a:xfrm>
              <a:off x="1593" y="2918"/>
              <a:ext cx="42" cy="1"/>
            </a:xfrm>
            <a:custGeom>
              <a:avLst/>
              <a:gdLst>
                <a:gd name="txL" fmla="*/ 0 w 42"/>
                <a:gd name="txT" fmla="*/ 0 h 1"/>
                <a:gd name="txR" fmla="*/ 42 w 42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42" h="1">
                  <a:moveTo>
                    <a:pt x="0" y="0"/>
                  </a:moveTo>
                  <a:lnTo>
                    <a:pt x="4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4" name="Freeform 43"/>
            <p:cNvSpPr/>
            <p:nvPr/>
          </p:nvSpPr>
          <p:spPr>
            <a:xfrm>
              <a:off x="1593" y="2960"/>
              <a:ext cx="18" cy="1"/>
            </a:xfrm>
            <a:custGeom>
              <a:avLst/>
              <a:gdLst>
                <a:gd name="txL" fmla="*/ 0 w 18"/>
                <a:gd name="txT" fmla="*/ 0 h 1"/>
                <a:gd name="txR" fmla="*/ 18 w 1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8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5" name="Freeform 44"/>
            <p:cNvSpPr/>
            <p:nvPr/>
          </p:nvSpPr>
          <p:spPr>
            <a:xfrm>
              <a:off x="1522" y="2882"/>
              <a:ext cx="71" cy="1"/>
            </a:xfrm>
            <a:custGeom>
              <a:avLst/>
              <a:gdLst>
                <a:gd name="txL" fmla="*/ 0 w 71"/>
                <a:gd name="txT" fmla="*/ 0 h 1"/>
                <a:gd name="txR" fmla="*/ 71 w 71"/>
                <a:gd name="txB" fmla="*/ 1 h 1"/>
              </a:gdLst>
              <a:ahLst/>
              <a:cxnLst>
                <a:cxn ang="0">
                  <a:pos x="71" y="0"/>
                </a:cxn>
                <a:cxn ang="0">
                  <a:pos x="0" y="0"/>
                </a:cxn>
                <a:cxn ang="0">
                  <a:pos x="71" y="0"/>
                </a:cxn>
                <a:cxn ang="0">
                  <a:pos x="71" y="0"/>
                </a:cxn>
              </a:cxnLst>
              <a:rect l="txL" t="txT" r="txR" b="txB"/>
              <a:pathLst>
                <a:path w="71" h="1">
                  <a:moveTo>
                    <a:pt x="71" y="0"/>
                  </a:moveTo>
                  <a:lnTo>
                    <a:pt x="0" y="0"/>
                  </a:lnTo>
                  <a:lnTo>
                    <a:pt x="71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6" name="Freeform 45"/>
            <p:cNvSpPr/>
            <p:nvPr/>
          </p:nvSpPr>
          <p:spPr>
            <a:xfrm>
              <a:off x="1552" y="2918"/>
              <a:ext cx="41" cy="1"/>
            </a:xfrm>
            <a:custGeom>
              <a:avLst/>
              <a:gdLst>
                <a:gd name="txL" fmla="*/ 0 w 41"/>
                <a:gd name="txT" fmla="*/ 0 h 1"/>
                <a:gd name="txR" fmla="*/ 41 w 41"/>
                <a:gd name="txB" fmla="*/ 1 h 1"/>
              </a:gdLst>
              <a:ahLst/>
              <a:cxnLst>
                <a:cxn ang="0">
                  <a:pos x="41" y="0"/>
                </a:cxn>
                <a:cxn ang="0">
                  <a:pos x="0" y="0"/>
                </a:cxn>
                <a:cxn ang="0">
                  <a:pos x="41" y="0"/>
                </a:cxn>
                <a:cxn ang="0">
                  <a:pos x="41" y="0"/>
                </a:cxn>
              </a:cxnLst>
              <a:rect l="txL" t="txT" r="txR" b="txB"/>
              <a:pathLst>
                <a:path w="41" h="1">
                  <a:moveTo>
                    <a:pt x="41" y="0"/>
                  </a:moveTo>
                  <a:lnTo>
                    <a:pt x="0" y="0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7" name="Freeform 46"/>
            <p:cNvSpPr/>
            <p:nvPr/>
          </p:nvSpPr>
          <p:spPr>
            <a:xfrm>
              <a:off x="1576" y="2960"/>
              <a:ext cx="17" cy="1"/>
            </a:xfrm>
            <a:custGeom>
              <a:avLst/>
              <a:gdLst>
                <a:gd name="txL" fmla="*/ 0 w 17"/>
                <a:gd name="txT" fmla="*/ 0 h 1"/>
                <a:gd name="txR" fmla="*/ 17 w 17"/>
                <a:gd name="txB" fmla="*/ 1 h 1"/>
              </a:gdLst>
              <a:ahLst/>
              <a:cxnLst>
                <a:cxn ang="0">
                  <a:pos x="17" y="0"/>
                </a:cxn>
                <a:cxn ang="0">
                  <a:pos x="0" y="0"/>
                </a:cxn>
                <a:cxn ang="0">
                  <a:pos x="17" y="0"/>
                </a:cxn>
                <a:cxn ang="0">
                  <a:pos x="17" y="0"/>
                </a:cxn>
              </a:cxnLst>
              <a:rect l="txL" t="txT" r="txR" b="txB"/>
              <a:pathLst>
                <a:path w="17" h="1">
                  <a:moveTo>
                    <a:pt x="17" y="0"/>
                  </a:moveTo>
                  <a:lnTo>
                    <a:pt x="0" y="0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8" name="Freeform 47"/>
            <p:cNvSpPr/>
            <p:nvPr/>
          </p:nvSpPr>
          <p:spPr>
            <a:xfrm>
              <a:off x="642" y="2148"/>
              <a:ext cx="174" cy="226"/>
            </a:xfrm>
            <a:custGeom>
              <a:avLst/>
              <a:gdLst>
                <a:gd name="txL" fmla="*/ 0 w 174"/>
                <a:gd name="txT" fmla="*/ 0 h 226"/>
                <a:gd name="txR" fmla="*/ 174 w 174"/>
                <a:gd name="txB" fmla="*/ 226 h 226"/>
              </a:gdLst>
              <a:ahLst/>
              <a:cxnLst>
                <a:cxn ang="0">
                  <a:pos x="90" y="226"/>
                </a:cxn>
                <a:cxn ang="0">
                  <a:pos x="126" y="220"/>
                </a:cxn>
                <a:cxn ang="0">
                  <a:pos x="150" y="197"/>
                </a:cxn>
                <a:cxn ang="0">
                  <a:pos x="168" y="161"/>
                </a:cxn>
                <a:cxn ang="0">
                  <a:pos x="174" y="113"/>
                </a:cxn>
                <a:cxn ang="0">
                  <a:pos x="168" y="71"/>
                </a:cxn>
                <a:cxn ang="0">
                  <a:pos x="150" y="35"/>
                </a:cxn>
                <a:cxn ang="0">
                  <a:pos x="126" y="12"/>
                </a:cxn>
                <a:cxn ang="0">
                  <a:pos x="90" y="0"/>
                </a:cxn>
                <a:cxn ang="0">
                  <a:pos x="54" y="12"/>
                </a:cxn>
                <a:cxn ang="0">
                  <a:pos x="30" y="35"/>
                </a:cxn>
                <a:cxn ang="0">
                  <a:pos x="6" y="71"/>
                </a:cxn>
                <a:cxn ang="0">
                  <a:pos x="0" y="113"/>
                </a:cxn>
                <a:cxn ang="0">
                  <a:pos x="6" y="161"/>
                </a:cxn>
                <a:cxn ang="0">
                  <a:pos x="30" y="197"/>
                </a:cxn>
                <a:cxn ang="0">
                  <a:pos x="54" y="220"/>
                </a:cxn>
                <a:cxn ang="0">
                  <a:pos x="90" y="226"/>
                </a:cxn>
                <a:cxn ang="0">
                  <a:pos x="90" y="226"/>
                </a:cxn>
              </a:cxnLst>
              <a:rect l="txL" t="txT" r="txR" b="txB"/>
              <a:pathLst>
                <a:path w="174" h="226">
                  <a:moveTo>
                    <a:pt x="90" y="226"/>
                  </a:moveTo>
                  <a:lnTo>
                    <a:pt x="126" y="220"/>
                  </a:lnTo>
                  <a:lnTo>
                    <a:pt x="150" y="197"/>
                  </a:lnTo>
                  <a:lnTo>
                    <a:pt x="168" y="161"/>
                  </a:lnTo>
                  <a:lnTo>
                    <a:pt x="174" y="113"/>
                  </a:lnTo>
                  <a:lnTo>
                    <a:pt x="168" y="71"/>
                  </a:lnTo>
                  <a:lnTo>
                    <a:pt x="150" y="35"/>
                  </a:lnTo>
                  <a:lnTo>
                    <a:pt x="126" y="12"/>
                  </a:lnTo>
                  <a:lnTo>
                    <a:pt x="90" y="0"/>
                  </a:lnTo>
                  <a:lnTo>
                    <a:pt x="54" y="12"/>
                  </a:lnTo>
                  <a:lnTo>
                    <a:pt x="30" y="35"/>
                  </a:lnTo>
                  <a:lnTo>
                    <a:pt x="6" y="71"/>
                  </a:lnTo>
                  <a:lnTo>
                    <a:pt x="0" y="113"/>
                  </a:lnTo>
                  <a:lnTo>
                    <a:pt x="6" y="161"/>
                  </a:lnTo>
                  <a:lnTo>
                    <a:pt x="30" y="197"/>
                  </a:lnTo>
                  <a:lnTo>
                    <a:pt x="54" y="220"/>
                  </a:lnTo>
                  <a:lnTo>
                    <a:pt x="90" y="226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9" name="Freeform 48"/>
            <p:cNvSpPr/>
            <p:nvPr/>
          </p:nvSpPr>
          <p:spPr>
            <a:xfrm>
              <a:off x="732" y="2261"/>
              <a:ext cx="84" cy="113"/>
            </a:xfrm>
            <a:custGeom>
              <a:avLst/>
              <a:gdLst>
                <a:gd name="txL" fmla="*/ 0 w 84"/>
                <a:gd name="txT" fmla="*/ 0 h 113"/>
                <a:gd name="txR" fmla="*/ 84 w 84"/>
                <a:gd name="txB" fmla="*/ 113 h 113"/>
              </a:gdLst>
              <a:ahLst/>
              <a:cxnLst>
                <a:cxn ang="0">
                  <a:pos x="0" y="113"/>
                </a:cxn>
                <a:cxn ang="0">
                  <a:pos x="36" y="107"/>
                </a:cxn>
                <a:cxn ang="0">
                  <a:pos x="60" y="84"/>
                </a:cxn>
                <a:cxn ang="0">
                  <a:pos x="78" y="48"/>
                </a:cxn>
                <a:cxn ang="0">
                  <a:pos x="84" y="0"/>
                </a:cxn>
                <a:cxn ang="0">
                  <a:pos x="84" y="0"/>
                </a:cxn>
                <a:cxn ang="0">
                  <a:pos x="78" y="48"/>
                </a:cxn>
                <a:cxn ang="0">
                  <a:pos x="60" y="84"/>
                </a:cxn>
                <a:cxn ang="0">
                  <a:pos x="36" y="107"/>
                </a:cxn>
                <a:cxn ang="0">
                  <a:pos x="0" y="113"/>
                </a:cxn>
                <a:cxn ang="0">
                  <a:pos x="0" y="113"/>
                </a:cxn>
              </a:cxnLst>
              <a:rect l="txL" t="txT" r="txR" b="txB"/>
              <a:pathLst>
                <a:path w="84" h="113">
                  <a:moveTo>
                    <a:pt x="0" y="113"/>
                  </a:moveTo>
                  <a:lnTo>
                    <a:pt x="36" y="107"/>
                  </a:lnTo>
                  <a:lnTo>
                    <a:pt x="60" y="84"/>
                  </a:lnTo>
                  <a:lnTo>
                    <a:pt x="78" y="48"/>
                  </a:lnTo>
                  <a:lnTo>
                    <a:pt x="84" y="0"/>
                  </a:lnTo>
                  <a:lnTo>
                    <a:pt x="78" y="48"/>
                  </a:lnTo>
                  <a:lnTo>
                    <a:pt x="60" y="84"/>
                  </a:lnTo>
                  <a:lnTo>
                    <a:pt x="36" y="107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0" name="Freeform 49"/>
            <p:cNvSpPr>
              <a:spLocks noEditPoints="1"/>
            </p:cNvSpPr>
            <p:nvPr/>
          </p:nvSpPr>
          <p:spPr>
            <a:xfrm>
              <a:off x="732" y="2148"/>
              <a:ext cx="84" cy="113"/>
            </a:xfrm>
            <a:custGeom>
              <a:avLst/>
              <a:gdLst>
                <a:gd name="txL" fmla="*/ 0 w 84"/>
                <a:gd name="txT" fmla="*/ 0 h 113"/>
                <a:gd name="txR" fmla="*/ 84 w 84"/>
                <a:gd name="txB" fmla="*/ 113 h 113"/>
              </a:gdLst>
              <a:ahLst/>
              <a:cxnLst>
                <a:cxn ang="0">
                  <a:pos x="84" y="113"/>
                </a:cxn>
                <a:cxn ang="0">
                  <a:pos x="78" y="71"/>
                </a:cxn>
                <a:cxn ang="0">
                  <a:pos x="60" y="35"/>
                </a:cxn>
                <a:cxn ang="0">
                  <a:pos x="36" y="1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36" y="12"/>
                </a:cxn>
                <a:cxn ang="0">
                  <a:pos x="60" y="35"/>
                </a:cxn>
                <a:cxn ang="0">
                  <a:pos x="78" y="71"/>
                </a:cxn>
                <a:cxn ang="0">
                  <a:pos x="84" y="113"/>
                </a:cxn>
                <a:cxn ang="0">
                  <a:pos x="84" y="113"/>
                </a:cxn>
                <a:cxn ang="0">
                  <a:pos x="84" y="113"/>
                </a:cxn>
                <a:cxn ang="0">
                  <a:pos x="84" y="113"/>
                </a:cxn>
                <a:cxn ang="0">
                  <a:pos x="84" y="113"/>
                </a:cxn>
              </a:cxnLst>
              <a:rect l="txL" t="txT" r="txR" b="txB"/>
              <a:pathLst>
                <a:path w="84" h="113">
                  <a:moveTo>
                    <a:pt x="84" y="113"/>
                  </a:moveTo>
                  <a:lnTo>
                    <a:pt x="78" y="71"/>
                  </a:lnTo>
                  <a:lnTo>
                    <a:pt x="60" y="35"/>
                  </a:lnTo>
                  <a:lnTo>
                    <a:pt x="36" y="12"/>
                  </a:lnTo>
                  <a:lnTo>
                    <a:pt x="0" y="0"/>
                  </a:lnTo>
                  <a:lnTo>
                    <a:pt x="36" y="12"/>
                  </a:lnTo>
                  <a:lnTo>
                    <a:pt x="60" y="35"/>
                  </a:lnTo>
                  <a:lnTo>
                    <a:pt x="78" y="71"/>
                  </a:lnTo>
                  <a:lnTo>
                    <a:pt x="84" y="113"/>
                  </a:lnTo>
                  <a:close/>
                  <a:moveTo>
                    <a:pt x="84" y="113"/>
                  </a:moveTo>
                  <a:lnTo>
                    <a:pt x="84" y="11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1" name="Freeform 50"/>
            <p:cNvSpPr>
              <a:spLocks noEditPoints="1"/>
            </p:cNvSpPr>
            <p:nvPr/>
          </p:nvSpPr>
          <p:spPr>
            <a:xfrm>
              <a:off x="642" y="2148"/>
              <a:ext cx="90" cy="113"/>
            </a:xfrm>
            <a:custGeom>
              <a:avLst/>
              <a:gdLst>
                <a:gd name="txL" fmla="*/ 0 w 90"/>
                <a:gd name="txT" fmla="*/ 0 h 113"/>
                <a:gd name="txR" fmla="*/ 90 w 90"/>
                <a:gd name="txB" fmla="*/ 113 h 113"/>
              </a:gdLst>
              <a:ahLst/>
              <a:cxnLst>
                <a:cxn ang="0">
                  <a:pos x="90" y="0"/>
                </a:cxn>
                <a:cxn ang="0">
                  <a:pos x="54" y="12"/>
                </a:cxn>
                <a:cxn ang="0">
                  <a:pos x="30" y="35"/>
                </a:cxn>
                <a:cxn ang="0">
                  <a:pos x="6" y="71"/>
                </a:cxn>
                <a:cxn ang="0">
                  <a:pos x="0" y="113"/>
                </a:cxn>
                <a:cxn ang="0">
                  <a:pos x="0" y="113"/>
                </a:cxn>
                <a:cxn ang="0">
                  <a:pos x="6" y="71"/>
                </a:cxn>
                <a:cxn ang="0">
                  <a:pos x="30" y="35"/>
                </a:cxn>
                <a:cxn ang="0">
                  <a:pos x="54" y="12"/>
                </a:cxn>
                <a:cxn ang="0">
                  <a:pos x="90" y="0"/>
                </a:cxn>
                <a:cxn ang="0">
                  <a:pos x="90" y="0"/>
                </a:cxn>
                <a:cxn ang="0">
                  <a:pos x="90" y="0"/>
                </a:cxn>
                <a:cxn ang="0">
                  <a:pos x="90" y="0"/>
                </a:cxn>
                <a:cxn ang="0">
                  <a:pos x="90" y="0"/>
                </a:cxn>
              </a:cxnLst>
              <a:rect l="txL" t="txT" r="txR" b="txB"/>
              <a:pathLst>
                <a:path w="90" h="113">
                  <a:moveTo>
                    <a:pt x="90" y="0"/>
                  </a:moveTo>
                  <a:lnTo>
                    <a:pt x="54" y="12"/>
                  </a:lnTo>
                  <a:lnTo>
                    <a:pt x="30" y="35"/>
                  </a:lnTo>
                  <a:lnTo>
                    <a:pt x="6" y="71"/>
                  </a:lnTo>
                  <a:lnTo>
                    <a:pt x="0" y="113"/>
                  </a:lnTo>
                  <a:lnTo>
                    <a:pt x="6" y="71"/>
                  </a:lnTo>
                  <a:lnTo>
                    <a:pt x="30" y="35"/>
                  </a:lnTo>
                  <a:lnTo>
                    <a:pt x="54" y="12"/>
                  </a:lnTo>
                  <a:lnTo>
                    <a:pt x="90" y="0"/>
                  </a:lnTo>
                  <a:close/>
                  <a:moveTo>
                    <a:pt x="90" y="0"/>
                  </a:moveTo>
                  <a:lnTo>
                    <a:pt x="9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2" name="Freeform 51"/>
            <p:cNvSpPr>
              <a:spLocks noEditPoints="1"/>
            </p:cNvSpPr>
            <p:nvPr/>
          </p:nvSpPr>
          <p:spPr>
            <a:xfrm>
              <a:off x="642" y="2261"/>
              <a:ext cx="90" cy="113"/>
            </a:xfrm>
            <a:custGeom>
              <a:avLst/>
              <a:gdLst>
                <a:gd name="txL" fmla="*/ 0 w 90"/>
                <a:gd name="txT" fmla="*/ 0 h 113"/>
                <a:gd name="txR" fmla="*/ 90 w 90"/>
                <a:gd name="txB" fmla="*/ 113 h 113"/>
              </a:gdLst>
              <a:ahLst/>
              <a:cxnLst>
                <a:cxn ang="0">
                  <a:pos x="0" y="0"/>
                </a:cxn>
                <a:cxn ang="0">
                  <a:pos x="6" y="48"/>
                </a:cxn>
                <a:cxn ang="0">
                  <a:pos x="30" y="84"/>
                </a:cxn>
                <a:cxn ang="0">
                  <a:pos x="54" y="107"/>
                </a:cxn>
                <a:cxn ang="0">
                  <a:pos x="90" y="113"/>
                </a:cxn>
                <a:cxn ang="0">
                  <a:pos x="90" y="113"/>
                </a:cxn>
                <a:cxn ang="0">
                  <a:pos x="54" y="107"/>
                </a:cxn>
                <a:cxn ang="0">
                  <a:pos x="30" y="84"/>
                </a:cxn>
                <a:cxn ang="0">
                  <a:pos x="6" y="4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90" h="113">
                  <a:moveTo>
                    <a:pt x="0" y="0"/>
                  </a:moveTo>
                  <a:lnTo>
                    <a:pt x="6" y="48"/>
                  </a:lnTo>
                  <a:lnTo>
                    <a:pt x="30" y="84"/>
                  </a:lnTo>
                  <a:lnTo>
                    <a:pt x="54" y="107"/>
                  </a:lnTo>
                  <a:lnTo>
                    <a:pt x="90" y="113"/>
                  </a:lnTo>
                  <a:lnTo>
                    <a:pt x="54" y="107"/>
                  </a:lnTo>
                  <a:lnTo>
                    <a:pt x="30" y="84"/>
                  </a:lnTo>
                  <a:lnTo>
                    <a:pt x="6" y="48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3" name="Freeform 52"/>
            <p:cNvSpPr/>
            <p:nvPr/>
          </p:nvSpPr>
          <p:spPr>
            <a:xfrm>
              <a:off x="732" y="2374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4" name="Freeform 53"/>
            <p:cNvSpPr/>
            <p:nvPr/>
          </p:nvSpPr>
          <p:spPr>
            <a:xfrm>
              <a:off x="732" y="2261"/>
              <a:ext cx="1" cy="90"/>
            </a:xfrm>
            <a:custGeom>
              <a:avLst/>
              <a:gdLst>
                <a:gd name="txL" fmla="*/ 0 w 1"/>
                <a:gd name="txT" fmla="*/ 0 h 90"/>
                <a:gd name="txR" fmla="*/ 1 w 1"/>
                <a:gd name="txB" fmla="*/ 90 h 90"/>
              </a:gdLst>
              <a:ahLst/>
              <a:cxnLst>
                <a:cxn ang="0">
                  <a:pos x="0" y="90"/>
                </a:cxn>
                <a:cxn ang="0">
                  <a:pos x="0" y="0"/>
                </a:cxn>
                <a:cxn ang="0">
                  <a:pos x="0" y="90"/>
                </a:cxn>
                <a:cxn ang="0">
                  <a:pos x="0" y="90"/>
                </a:cxn>
              </a:cxnLst>
              <a:rect l="txL" t="txT" r="txR" b="txB"/>
              <a:pathLst>
                <a:path w="1" h="90">
                  <a:moveTo>
                    <a:pt x="0" y="90"/>
                  </a:moveTo>
                  <a:lnTo>
                    <a:pt x="0" y="0"/>
                  </a:lnTo>
                  <a:lnTo>
                    <a:pt x="0" y="9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5" name="Freeform 54"/>
            <p:cNvSpPr/>
            <p:nvPr/>
          </p:nvSpPr>
          <p:spPr>
            <a:xfrm>
              <a:off x="708" y="2177"/>
              <a:ext cx="42" cy="102"/>
            </a:xfrm>
            <a:custGeom>
              <a:avLst/>
              <a:gdLst>
                <a:gd name="txL" fmla="*/ 0 w 42"/>
                <a:gd name="txT" fmla="*/ 0 h 102"/>
                <a:gd name="txR" fmla="*/ 42 w 42"/>
                <a:gd name="txB" fmla="*/ 102 h 102"/>
              </a:gdLst>
              <a:ahLst/>
              <a:cxnLst>
                <a:cxn ang="0">
                  <a:pos x="42" y="102"/>
                </a:cxn>
                <a:cxn ang="0">
                  <a:pos x="24" y="0"/>
                </a:cxn>
                <a:cxn ang="0">
                  <a:pos x="0" y="102"/>
                </a:cxn>
                <a:cxn ang="0">
                  <a:pos x="42" y="102"/>
                </a:cxn>
                <a:cxn ang="0">
                  <a:pos x="42" y="102"/>
                </a:cxn>
              </a:cxnLst>
              <a:rect l="txL" t="txT" r="txR" b="txB"/>
              <a:pathLst>
                <a:path w="42" h="102">
                  <a:moveTo>
                    <a:pt x="42" y="102"/>
                  </a:moveTo>
                  <a:lnTo>
                    <a:pt x="24" y="0"/>
                  </a:lnTo>
                  <a:lnTo>
                    <a:pt x="0" y="102"/>
                  </a:lnTo>
                  <a:lnTo>
                    <a:pt x="42" y="10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6" name="Freeform 55"/>
            <p:cNvSpPr/>
            <p:nvPr/>
          </p:nvSpPr>
          <p:spPr>
            <a:xfrm>
              <a:off x="2335" y="2112"/>
              <a:ext cx="227" cy="304"/>
            </a:xfrm>
            <a:custGeom>
              <a:avLst/>
              <a:gdLst>
                <a:gd name="txL" fmla="*/ 0 w 227"/>
                <a:gd name="txT" fmla="*/ 0 h 304"/>
                <a:gd name="txR" fmla="*/ 227 w 227"/>
                <a:gd name="txB" fmla="*/ 304 h 304"/>
              </a:gdLst>
              <a:ahLst/>
              <a:cxnLst>
                <a:cxn ang="0">
                  <a:pos x="0" y="149"/>
                </a:cxn>
                <a:cxn ang="0">
                  <a:pos x="114" y="304"/>
                </a:cxn>
                <a:cxn ang="0">
                  <a:pos x="227" y="149"/>
                </a:cxn>
                <a:cxn ang="0">
                  <a:pos x="114" y="0"/>
                </a:cxn>
                <a:cxn ang="0">
                  <a:pos x="0" y="149"/>
                </a:cxn>
                <a:cxn ang="0">
                  <a:pos x="0" y="149"/>
                </a:cxn>
              </a:cxnLst>
              <a:rect l="txL" t="txT" r="txR" b="txB"/>
              <a:pathLst>
                <a:path w="227" h="304">
                  <a:moveTo>
                    <a:pt x="0" y="149"/>
                  </a:moveTo>
                  <a:lnTo>
                    <a:pt x="114" y="304"/>
                  </a:lnTo>
                  <a:lnTo>
                    <a:pt x="227" y="149"/>
                  </a:lnTo>
                  <a:lnTo>
                    <a:pt x="114" y="0"/>
                  </a:lnTo>
                  <a:lnTo>
                    <a:pt x="0" y="14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7" name="Freeform 56"/>
            <p:cNvSpPr/>
            <p:nvPr/>
          </p:nvSpPr>
          <p:spPr>
            <a:xfrm>
              <a:off x="2335" y="2261"/>
              <a:ext cx="114" cy="155"/>
            </a:xfrm>
            <a:custGeom>
              <a:avLst/>
              <a:gdLst>
                <a:gd name="txL" fmla="*/ 0 w 114"/>
                <a:gd name="txT" fmla="*/ 0 h 155"/>
                <a:gd name="txR" fmla="*/ 114 w 114"/>
                <a:gd name="txB" fmla="*/ 155 h 155"/>
              </a:gdLst>
              <a:ahLst/>
              <a:cxnLst>
                <a:cxn ang="0">
                  <a:pos x="0" y="0"/>
                </a:cxn>
                <a:cxn ang="0">
                  <a:pos x="114" y="155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14" h="155">
                  <a:moveTo>
                    <a:pt x="0" y="0"/>
                  </a:moveTo>
                  <a:lnTo>
                    <a:pt x="114" y="1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8" name="Freeform 57"/>
            <p:cNvSpPr>
              <a:spLocks noEditPoints="1"/>
            </p:cNvSpPr>
            <p:nvPr/>
          </p:nvSpPr>
          <p:spPr>
            <a:xfrm>
              <a:off x="2449" y="2261"/>
              <a:ext cx="113" cy="155"/>
            </a:xfrm>
            <a:custGeom>
              <a:avLst/>
              <a:gdLst>
                <a:gd name="txL" fmla="*/ 0 w 113"/>
                <a:gd name="txT" fmla="*/ 0 h 155"/>
                <a:gd name="txR" fmla="*/ 113 w 113"/>
                <a:gd name="txB" fmla="*/ 155 h 155"/>
              </a:gdLst>
              <a:ahLst/>
              <a:cxnLst>
                <a:cxn ang="0">
                  <a:pos x="0" y="155"/>
                </a:cxn>
                <a:cxn ang="0">
                  <a:pos x="113" y="0"/>
                </a:cxn>
                <a:cxn ang="0">
                  <a:pos x="0" y="155"/>
                </a:cxn>
                <a:cxn ang="0">
                  <a:pos x="0" y="155"/>
                </a:cxn>
                <a:cxn ang="0">
                  <a:pos x="0" y="155"/>
                </a:cxn>
                <a:cxn ang="0">
                  <a:pos x="0" y="155"/>
                </a:cxn>
                <a:cxn ang="0">
                  <a:pos x="0" y="155"/>
                </a:cxn>
              </a:cxnLst>
              <a:rect l="txL" t="txT" r="txR" b="txB"/>
              <a:pathLst>
                <a:path w="113" h="155">
                  <a:moveTo>
                    <a:pt x="0" y="155"/>
                  </a:moveTo>
                  <a:lnTo>
                    <a:pt x="113" y="0"/>
                  </a:lnTo>
                  <a:lnTo>
                    <a:pt x="0" y="155"/>
                  </a:lnTo>
                  <a:close/>
                  <a:moveTo>
                    <a:pt x="0" y="155"/>
                  </a:moveTo>
                  <a:lnTo>
                    <a:pt x="0" y="15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9" name="Freeform 58"/>
            <p:cNvSpPr>
              <a:spLocks noEditPoints="1"/>
            </p:cNvSpPr>
            <p:nvPr/>
          </p:nvSpPr>
          <p:spPr>
            <a:xfrm>
              <a:off x="2449" y="2112"/>
              <a:ext cx="113" cy="149"/>
            </a:xfrm>
            <a:custGeom>
              <a:avLst/>
              <a:gdLst>
                <a:gd name="txL" fmla="*/ 0 w 113"/>
                <a:gd name="txT" fmla="*/ 0 h 149"/>
                <a:gd name="txR" fmla="*/ 113 w 113"/>
                <a:gd name="txB" fmla="*/ 149 h 149"/>
              </a:gdLst>
              <a:ahLst/>
              <a:cxnLst>
                <a:cxn ang="0">
                  <a:pos x="113" y="149"/>
                </a:cxn>
                <a:cxn ang="0">
                  <a:pos x="0" y="0"/>
                </a:cxn>
                <a:cxn ang="0">
                  <a:pos x="113" y="149"/>
                </a:cxn>
                <a:cxn ang="0">
                  <a:pos x="113" y="149"/>
                </a:cxn>
                <a:cxn ang="0">
                  <a:pos x="113" y="149"/>
                </a:cxn>
                <a:cxn ang="0">
                  <a:pos x="113" y="149"/>
                </a:cxn>
                <a:cxn ang="0">
                  <a:pos x="113" y="149"/>
                </a:cxn>
              </a:cxnLst>
              <a:rect l="txL" t="txT" r="txR" b="txB"/>
              <a:pathLst>
                <a:path w="113" h="149">
                  <a:moveTo>
                    <a:pt x="113" y="149"/>
                  </a:moveTo>
                  <a:lnTo>
                    <a:pt x="0" y="0"/>
                  </a:lnTo>
                  <a:lnTo>
                    <a:pt x="113" y="149"/>
                  </a:lnTo>
                  <a:close/>
                  <a:moveTo>
                    <a:pt x="113" y="149"/>
                  </a:moveTo>
                  <a:lnTo>
                    <a:pt x="113" y="14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0" name="Freeform 59"/>
            <p:cNvSpPr>
              <a:spLocks noEditPoints="1"/>
            </p:cNvSpPr>
            <p:nvPr/>
          </p:nvSpPr>
          <p:spPr>
            <a:xfrm>
              <a:off x="2335" y="2112"/>
              <a:ext cx="114" cy="149"/>
            </a:xfrm>
            <a:custGeom>
              <a:avLst/>
              <a:gdLst>
                <a:gd name="txL" fmla="*/ 0 w 114"/>
                <a:gd name="txT" fmla="*/ 0 h 149"/>
                <a:gd name="txR" fmla="*/ 114 w 114"/>
                <a:gd name="txB" fmla="*/ 149 h 149"/>
              </a:gdLst>
              <a:ahLst/>
              <a:cxnLst>
                <a:cxn ang="0">
                  <a:pos x="114" y="0"/>
                </a:cxn>
                <a:cxn ang="0">
                  <a:pos x="0" y="149"/>
                </a:cxn>
                <a:cxn ang="0">
                  <a:pos x="114" y="0"/>
                </a:cxn>
                <a:cxn ang="0">
                  <a:pos x="114" y="0"/>
                </a:cxn>
                <a:cxn ang="0">
                  <a:pos x="114" y="0"/>
                </a:cxn>
                <a:cxn ang="0">
                  <a:pos x="114" y="0"/>
                </a:cxn>
                <a:cxn ang="0">
                  <a:pos x="114" y="0"/>
                </a:cxn>
              </a:cxnLst>
              <a:rect l="txL" t="txT" r="txR" b="txB"/>
              <a:pathLst>
                <a:path w="114" h="149">
                  <a:moveTo>
                    <a:pt x="114" y="0"/>
                  </a:moveTo>
                  <a:lnTo>
                    <a:pt x="0" y="149"/>
                  </a:lnTo>
                  <a:lnTo>
                    <a:pt x="114" y="0"/>
                  </a:lnTo>
                  <a:close/>
                  <a:moveTo>
                    <a:pt x="114" y="0"/>
                  </a:moveTo>
                  <a:lnTo>
                    <a:pt x="114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1" name="Freeform 60"/>
            <p:cNvSpPr/>
            <p:nvPr/>
          </p:nvSpPr>
          <p:spPr>
            <a:xfrm>
              <a:off x="2335" y="2261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2" name="Freeform 61"/>
            <p:cNvSpPr/>
            <p:nvPr/>
          </p:nvSpPr>
          <p:spPr>
            <a:xfrm>
              <a:off x="2449" y="2177"/>
              <a:ext cx="1" cy="90"/>
            </a:xfrm>
            <a:custGeom>
              <a:avLst/>
              <a:gdLst>
                <a:gd name="txL" fmla="*/ 0 w 1"/>
                <a:gd name="txT" fmla="*/ 0 h 90"/>
                <a:gd name="txR" fmla="*/ 1 w 1"/>
                <a:gd name="txB" fmla="*/ 90 h 90"/>
              </a:gdLst>
              <a:ahLst/>
              <a:cxnLst>
                <a:cxn ang="0">
                  <a:pos x="0" y="0"/>
                </a:cxn>
                <a:cxn ang="0">
                  <a:pos x="0" y="9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90">
                  <a:moveTo>
                    <a:pt x="0" y="0"/>
                  </a:moveTo>
                  <a:lnTo>
                    <a:pt x="0" y="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3" name="Freeform 62"/>
            <p:cNvSpPr/>
            <p:nvPr/>
          </p:nvSpPr>
          <p:spPr>
            <a:xfrm>
              <a:off x="2425" y="2249"/>
              <a:ext cx="42" cy="102"/>
            </a:xfrm>
            <a:custGeom>
              <a:avLst/>
              <a:gdLst>
                <a:gd name="txL" fmla="*/ 0 w 42"/>
                <a:gd name="txT" fmla="*/ 0 h 102"/>
                <a:gd name="txR" fmla="*/ 42 w 42"/>
                <a:gd name="txB" fmla="*/ 102 h 102"/>
              </a:gdLst>
              <a:ahLst/>
              <a:cxnLst>
                <a:cxn ang="0">
                  <a:pos x="0" y="0"/>
                </a:cxn>
                <a:cxn ang="0">
                  <a:pos x="24" y="102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42" h="102">
                  <a:moveTo>
                    <a:pt x="0" y="0"/>
                  </a:moveTo>
                  <a:lnTo>
                    <a:pt x="24" y="102"/>
                  </a:lnTo>
                  <a:lnTo>
                    <a:pt x="4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4" name="Freeform 63"/>
            <p:cNvSpPr/>
            <p:nvPr/>
          </p:nvSpPr>
          <p:spPr>
            <a:xfrm>
              <a:off x="1576" y="2124"/>
              <a:ext cx="29" cy="274"/>
            </a:xfrm>
            <a:custGeom>
              <a:avLst/>
              <a:gdLst>
                <a:gd name="txL" fmla="*/ 0 w 29"/>
                <a:gd name="txT" fmla="*/ 0 h 274"/>
                <a:gd name="txR" fmla="*/ 29 w 29"/>
                <a:gd name="txB" fmla="*/ 274 h 274"/>
              </a:gdLst>
              <a:ahLst/>
              <a:cxnLst>
                <a:cxn ang="0">
                  <a:pos x="0" y="0"/>
                </a:cxn>
                <a:cxn ang="0">
                  <a:pos x="29" y="0"/>
                </a:cxn>
                <a:cxn ang="0">
                  <a:pos x="29" y="274"/>
                </a:cxn>
                <a:cxn ang="0">
                  <a:pos x="0" y="274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9" h="274">
                  <a:moveTo>
                    <a:pt x="0" y="0"/>
                  </a:moveTo>
                  <a:lnTo>
                    <a:pt x="29" y="0"/>
                  </a:lnTo>
                  <a:lnTo>
                    <a:pt x="29" y="274"/>
                  </a:lnTo>
                  <a:lnTo>
                    <a:pt x="0" y="2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5" name="Freeform 64"/>
            <p:cNvSpPr/>
            <p:nvPr/>
          </p:nvSpPr>
          <p:spPr>
            <a:xfrm>
              <a:off x="1558" y="2386"/>
              <a:ext cx="35" cy="18"/>
            </a:xfrm>
            <a:custGeom>
              <a:avLst/>
              <a:gdLst>
                <a:gd name="txL" fmla="*/ 0 w 35"/>
                <a:gd name="txT" fmla="*/ 0 h 18"/>
                <a:gd name="txR" fmla="*/ 35 w 35"/>
                <a:gd name="txB" fmla="*/ 18 h 18"/>
              </a:gdLst>
              <a:ahLst/>
              <a:cxnLst>
                <a:cxn ang="0">
                  <a:pos x="35" y="18"/>
                </a:cxn>
                <a:cxn ang="0">
                  <a:pos x="0" y="0"/>
                </a:cxn>
                <a:cxn ang="0">
                  <a:pos x="35" y="18"/>
                </a:cxn>
                <a:cxn ang="0">
                  <a:pos x="35" y="18"/>
                </a:cxn>
              </a:cxnLst>
              <a:rect l="txL" t="txT" r="txR" b="txB"/>
              <a:pathLst>
                <a:path w="35" h="18">
                  <a:moveTo>
                    <a:pt x="35" y="18"/>
                  </a:moveTo>
                  <a:lnTo>
                    <a:pt x="0" y="0"/>
                  </a:lnTo>
                  <a:lnTo>
                    <a:pt x="35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6" name="Freeform 65"/>
            <p:cNvSpPr>
              <a:spLocks noEditPoints="1"/>
            </p:cNvSpPr>
            <p:nvPr/>
          </p:nvSpPr>
          <p:spPr>
            <a:xfrm>
              <a:off x="1558" y="2368"/>
              <a:ext cx="35" cy="18"/>
            </a:xfrm>
            <a:custGeom>
              <a:avLst/>
              <a:gdLst>
                <a:gd name="txL" fmla="*/ 0 w 35"/>
                <a:gd name="txT" fmla="*/ 0 h 18"/>
                <a:gd name="txR" fmla="*/ 35 w 35"/>
                <a:gd name="txB" fmla="*/ 18 h 18"/>
              </a:gdLst>
              <a:ahLst/>
              <a:cxnLst>
                <a:cxn ang="0">
                  <a:pos x="0" y="18"/>
                </a:cxn>
                <a:cxn ang="0">
                  <a:pos x="35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</a:cxnLst>
              <a:rect l="txL" t="txT" r="txR" b="txB"/>
              <a:pathLst>
                <a:path w="35" h="18">
                  <a:moveTo>
                    <a:pt x="0" y="18"/>
                  </a:moveTo>
                  <a:lnTo>
                    <a:pt x="35" y="0"/>
                  </a:lnTo>
                  <a:lnTo>
                    <a:pt x="0" y="18"/>
                  </a:lnTo>
                  <a:close/>
                  <a:moveTo>
                    <a:pt x="0" y="18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7" name="Freeform 66"/>
            <p:cNvSpPr>
              <a:spLocks noEditPoints="1"/>
            </p:cNvSpPr>
            <p:nvPr/>
          </p:nvSpPr>
          <p:spPr>
            <a:xfrm>
              <a:off x="1593" y="2351"/>
              <a:ext cx="30" cy="17"/>
            </a:xfrm>
            <a:custGeom>
              <a:avLst/>
              <a:gdLst>
                <a:gd name="txL" fmla="*/ 0 w 30"/>
                <a:gd name="txT" fmla="*/ 0 h 17"/>
                <a:gd name="txR" fmla="*/ 30 w 30"/>
                <a:gd name="txB" fmla="*/ 17 h 17"/>
              </a:gdLst>
              <a:ahLst/>
              <a:cxnLst>
                <a:cxn ang="0">
                  <a:pos x="0" y="17"/>
                </a:cxn>
                <a:cxn ang="0">
                  <a:pos x="30" y="0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0" y="17"/>
                </a:cxn>
              </a:cxnLst>
              <a:rect l="txL" t="txT" r="txR" b="txB"/>
              <a:pathLst>
                <a:path w="30" h="17">
                  <a:moveTo>
                    <a:pt x="0" y="17"/>
                  </a:moveTo>
                  <a:lnTo>
                    <a:pt x="30" y="0"/>
                  </a:lnTo>
                  <a:lnTo>
                    <a:pt x="0" y="17"/>
                  </a:lnTo>
                  <a:close/>
                  <a:moveTo>
                    <a:pt x="0" y="17"/>
                  </a:moveTo>
                  <a:lnTo>
                    <a:pt x="0" y="1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8" name="Freeform 67"/>
            <p:cNvSpPr>
              <a:spLocks noEditPoints="1"/>
            </p:cNvSpPr>
            <p:nvPr/>
          </p:nvSpPr>
          <p:spPr>
            <a:xfrm>
              <a:off x="1593" y="2333"/>
              <a:ext cx="30" cy="18"/>
            </a:xfrm>
            <a:custGeom>
              <a:avLst/>
              <a:gdLst>
                <a:gd name="txL" fmla="*/ 0 w 30"/>
                <a:gd name="txT" fmla="*/ 0 h 18"/>
                <a:gd name="txR" fmla="*/ 30 w 30"/>
                <a:gd name="txB" fmla="*/ 18 h 18"/>
              </a:gdLst>
              <a:ahLst/>
              <a:cxnLst>
                <a:cxn ang="0">
                  <a:pos x="30" y="18"/>
                </a:cxn>
                <a:cxn ang="0">
                  <a:pos x="0" y="0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</a:cxnLst>
              <a:rect l="txL" t="txT" r="txR" b="txB"/>
              <a:pathLst>
                <a:path w="30" h="18">
                  <a:moveTo>
                    <a:pt x="30" y="18"/>
                  </a:moveTo>
                  <a:lnTo>
                    <a:pt x="0" y="0"/>
                  </a:lnTo>
                  <a:lnTo>
                    <a:pt x="30" y="18"/>
                  </a:lnTo>
                  <a:close/>
                  <a:moveTo>
                    <a:pt x="30" y="18"/>
                  </a:moveTo>
                  <a:lnTo>
                    <a:pt x="3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9" name="Freeform 68"/>
            <p:cNvSpPr>
              <a:spLocks noEditPoints="1"/>
            </p:cNvSpPr>
            <p:nvPr/>
          </p:nvSpPr>
          <p:spPr>
            <a:xfrm>
              <a:off x="1593" y="2333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80" name="Freeform 69"/>
            <p:cNvSpPr>
              <a:spLocks noEditPoints="1"/>
            </p:cNvSpPr>
            <p:nvPr/>
          </p:nvSpPr>
          <p:spPr>
            <a:xfrm>
              <a:off x="1558" y="2315"/>
              <a:ext cx="35" cy="18"/>
            </a:xfrm>
            <a:custGeom>
              <a:avLst/>
              <a:gdLst>
                <a:gd name="txL" fmla="*/ 0 w 35"/>
                <a:gd name="txT" fmla="*/ 0 h 18"/>
                <a:gd name="txR" fmla="*/ 35 w 35"/>
                <a:gd name="txB" fmla="*/ 18 h 18"/>
              </a:gdLst>
              <a:ahLst/>
              <a:cxnLst>
                <a:cxn ang="0">
                  <a:pos x="35" y="18"/>
                </a:cxn>
                <a:cxn ang="0">
                  <a:pos x="0" y="0"/>
                </a:cxn>
                <a:cxn ang="0">
                  <a:pos x="35" y="18"/>
                </a:cxn>
                <a:cxn ang="0">
                  <a:pos x="35" y="18"/>
                </a:cxn>
                <a:cxn ang="0">
                  <a:pos x="35" y="18"/>
                </a:cxn>
                <a:cxn ang="0">
                  <a:pos x="35" y="18"/>
                </a:cxn>
                <a:cxn ang="0">
                  <a:pos x="35" y="18"/>
                </a:cxn>
              </a:cxnLst>
              <a:rect l="txL" t="txT" r="txR" b="txB"/>
              <a:pathLst>
                <a:path w="35" h="18">
                  <a:moveTo>
                    <a:pt x="35" y="18"/>
                  </a:moveTo>
                  <a:lnTo>
                    <a:pt x="0" y="0"/>
                  </a:lnTo>
                  <a:lnTo>
                    <a:pt x="35" y="18"/>
                  </a:lnTo>
                  <a:close/>
                  <a:moveTo>
                    <a:pt x="35" y="18"/>
                  </a:moveTo>
                  <a:lnTo>
                    <a:pt x="35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81" name="Freeform 70"/>
            <p:cNvSpPr>
              <a:spLocks noEditPoints="1"/>
            </p:cNvSpPr>
            <p:nvPr/>
          </p:nvSpPr>
          <p:spPr>
            <a:xfrm>
              <a:off x="1558" y="2297"/>
              <a:ext cx="35" cy="18"/>
            </a:xfrm>
            <a:custGeom>
              <a:avLst/>
              <a:gdLst>
                <a:gd name="txL" fmla="*/ 0 w 35"/>
                <a:gd name="txT" fmla="*/ 0 h 18"/>
                <a:gd name="txR" fmla="*/ 35 w 35"/>
                <a:gd name="txB" fmla="*/ 18 h 18"/>
              </a:gdLst>
              <a:ahLst/>
              <a:cxnLst>
                <a:cxn ang="0">
                  <a:pos x="0" y="18"/>
                </a:cxn>
                <a:cxn ang="0">
                  <a:pos x="35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</a:cxnLst>
              <a:rect l="txL" t="txT" r="txR" b="txB"/>
              <a:pathLst>
                <a:path w="35" h="18">
                  <a:moveTo>
                    <a:pt x="0" y="18"/>
                  </a:moveTo>
                  <a:lnTo>
                    <a:pt x="35" y="0"/>
                  </a:lnTo>
                  <a:lnTo>
                    <a:pt x="0" y="18"/>
                  </a:lnTo>
                  <a:close/>
                  <a:moveTo>
                    <a:pt x="0" y="18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82" name="Freeform 71"/>
            <p:cNvSpPr>
              <a:spLocks noEditPoints="1"/>
            </p:cNvSpPr>
            <p:nvPr/>
          </p:nvSpPr>
          <p:spPr>
            <a:xfrm>
              <a:off x="1593" y="2279"/>
              <a:ext cx="30" cy="18"/>
            </a:xfrm>
            <a:custGeom>
              <a:avLst/>
              <a:gdLst>
                <a:gd name="txL" fmla="*/ 0 w 30"/>
                <a:gd name="txT" fmla="*/ 0 h 18"/>
                <a:gd name="txR" fmla="*/ 30 w 30"/>
                <a:gd name="txB" fmla="*/ 18 h 18"/>
              </a:gdLst>
              <a:ahLst/>
              <a:cxnLst>
                <a:cxn ang="0">
                  <a:pos x="0" y="18"/>
                </a:cxn>
                <a:cxn ang="0">
                  <a:pos x="30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</a:cxnLst>
              <a:rect l="txL" t="txT" r="txR" b="txB"/>
              <a:pathLst>
                <a:path w="30" h="18">
                  <a:moveTo>
                    <a:pt x="0" y="18"/>
                  </a:moveTo>
                  <a:lnTo>
                    <a:pt x="30" y="0"/>
                  </a:lnTo>
                  <a:lnTo>
                    <a:pt x="0" y="18"/>
                  </a:lnTo>
                  <a:close/>
                  <a:moveTo>
                    <a:pt x="0" y="18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83" name="Freeform 72"/>
            <p:cNvSpPr>
              <a:spLocks noEditPoints="1"/>
            </p:cNvSpPr>
            <p:nvPr/>
          </p:nvSpPr>
          <p:spPr>
            <a:xfrm>
              <a:off x="1593" y="2261"/>
              <a:ext cx="30" cy="18"/>
            </a:xfrm>
            <a:custGeom>
              <a:avLst/>
              <a:gdLst>
                <a:gd name="txL" fmla="*/ 0 w 30"/>
                <a:gd name="txT" fmla="*/ 0 h 18"/>
                <a:gd name="txR" fmla="*/ 30 w 30"/>
                <a:gd name="txB" fmla="*/ 18 h 18"/>
              </a:gdLst>
              <a:ahLst/>
              <a:cxnLst>
                <a:cxn ang="0">
                  <a:pos x="30" y="18"/>
                </a:cxn>
                <a:cxn ang="0">
                  <a:pos x="0" y="0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</a:cxnLst>
              <a:rect l="txL" t="txT" r="txR" b="txB"/>
              <a:pathLst>
                <a:path w="30" h="18">
                  <a:moveTo>
                    <a:pt x="30" y="18"/>
                  </a:moveTo>
                  <a:lnTo>
                    <a:pt x="0" y="0"/>
                  </a:lnTo>
                  <a:lnTo>
                    <a:pt x="30" y="18"/>
                  </a:lnTo>
                  <a:close/>
                  <a:moveTo>
                    <a:pt x="30" y="18"/>
                  </a:moveTo>
                  <a:lnTo>
                    <a:pt x="3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84" name="Freeform 73"/>
            <p:cNvSpPr>
              <a:spLocks noEditPoints="1"/>
            </p:cNvSpPr>
            <p:nvPr/>
          </p:nvSpPr>
          <p:spPr>
            <a:xfrm>
              <a:off x="1558" y="2243"/>
              <a:ext cx="35" cy="18"/>
            </a:xfrm>
            <a:custGeom>
              <a:avLst/>
              <a:gdLst>
                <a:gd name="txL" fmla="*/ 0 w 35"/>
                <a:gd name="txT" fmla="*/ 0 h 18"/>
                <a:gd name="txR" fmla="*/ 35 w 35"/>
                <a:gd name="txB" fmla="*/ 18 h 18"/>
              </a:gdLst>
              <a:ahLst/>
              <a:cxnLst>
                <a:cxn ang="0">
                  <a:pos x="35" y="18"/>
                </a:cxn>
                <a:cxn ang="0">
                  <a:pos x="0" y="0"/>
                </a:cxn>
                <a:cxn ang="0">
                  <a:pos x="35" y="18"/>
                </a:cxn>
                <a:cxn ang="0">
                  <a:pos x="35" y="18"/>
                </a:cxn>
                <a:cxn ang="0">
                  <a:pos x="35" y="18"/>
                </a:cxn>
                <a:cxn ang="0">
                  <a:pos x="35" y="18"/>
                </a:cxn>
                <a:cxn ang="0">
                  <a:pos x="35" y="18"/>
                </a:cxn>
              </a:cxnLst>
              <a:rect l="txL" t="txT" r="txR" b="txB"/>
              <a:pathLst>
                <a:path w="35" h="18">
                  <a:moveTo>
                    <a:pt x="35" y="18"/>
                  </a:moveTo>
                  <a:lnTo>
                    <a:pt x="0" y="0"/>
                  </a:lnTo>
                  <a:lnTo>
                    <a:pt x="35" y="18"/>
                  </a:lnTo>
                  <a:close/>
                  <a:moveTo>
                    <a:pt x="35" y="18"/>
                  </a:moveTo>
                  <a:lnTo>
                    <a:pt x="35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85" name="Freeform 74"/>
            <p:cNvSpPr>
              <a:spLocks noEditPoints="1"/>
            </p:cNvSpPr>
            <p:nvPr/>
          </p:nvSpPr>
          <p:spPr>
            <a:xfrm>
              <a:off x="1558" y="2225"/>
              <a:ext cx="35" cy="18"/>
            </a:xfrm>
            <a:custGeom>
              <a:avLst/>
              <a:gdLst>
                <a:gd name="txL" fmla="*/ 0 w 35"/>
                <a:gd name="txT" fmla="*/ 0 h 18"/>
                <a:gd name="txR" fmla="*/ 35 w 35"/>
                <a:gd name="txB" fmla="*/ 18 h 18"/>
              </a:gdLst>
              <a:ahLst/>
              <a:cxnLst>
                <a:cxn ang="0">
                  <a:pos x="0" y="18"/>
                </a:cxn>
                <a:cxn ang="0">
                  <a:pos x="35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</a:cxnLst>
              <a:rect l="txL" t="txT" r="txR" b="txB"/>
              <a:pathLst>
                <a:path w="35" h="18">
                  <a:moveTo>
                    <a:pt x="0" y="18"/>
                  </a:moveTo>
                  <a:lnTo>
                    <a:pt x="35" y="0"/>
                  </a:lnTo>
                  <a:lnTo>
                    <a:pt x="0" y="18"/>
                  </a:lnTo>
                  <a:close/>
                  <a:moveTo>
                    <a:pt x="0" y="18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86" name="Freeform 75"/>
            <p:cNvSpPr>
              <a:spLocks noEditPoints="1"/>
            </p:cNvSpPr>
            <p:nvPr/>
          </p:nvSpPr>
          <p:spPr>
            <a:xfrm>
              <a:off x="1593" y="2213"/>
              <a:ext cx="30" cy="12"/>
            </a:xfrm>
            <a:custGeom>
              <a:avLst/>
              <a:gdLst>
                <a:gd name="txL" fmla="*/ 0 w 30"/>
                <a:gd name="txT" fmla="*/ 0 h 12"/>
                <a:gd name="txR" fmla="*/ 30 w 30"/>
                <a:gd name="txB" fmla="*/ 12 h 12"/>
              </a:gdLst>
              <a:ahLst/>
              <a:cxnLst>
                <a:cxn ang="0">
                  <a:pos x="0" y="12"/>
                </a:cxn>
                <a:cxn ang="0">
                  <a:pos x="30" y="0"/>
                </a:cxn>
                <a:cxn ang="0">
                  <a:pos x="0" y="12"/>
                </a:cxn>
                <a:cxn ang="0">
                  <a:pos x="0" y="12"/>
                </a:cxn>
                <a:cxn ang="0">
                  <a:pos x="0" y="12"/>
                </a:cxn>
                <a:cxn ang="0">
                  <a:pos x="0" y="12"/>
                </a:cxn>
                <a:cxn ang="0">
                  <a:pos x="0" y="12"/>
                </a:cxn>
              </a:cxnLst>
              <a:rect l="txL" t="txT" r="txR" b="txB"/>
              <a:pathLst>
                <a:path w="30" h="12">
                  <a:moveTo>
                    <a:pt x="0" y="12"/>
                  </a:moveTo>
                  <a:lnTo>
                    <a:pt x="30" y="0"/>
                  </a:lnTo>
                  <a:lnTo>
                    <a:pt x="0" y="12"/>
                  </a:lnTo>
                  <a:close/>
                  <a:moveTo>
                    <a:pt x="0" y="12"/>
                  </a:moveTo>
                  <a:lnTo>
                    <a:pt x="0" y="1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87" name="Freeform 76"/>
            <p:cNvSpPr>
              <a:spLocks noEditPoints="1"/>
            </p:cNvSpPr>
            <p:nvPr/>
          </p:nvSpPr>
          <p:spPr>
            <a:xfrm>
              <a:off x="1593" y="2195"/>
              <a:ext cx="30" cy="18"/>
            </a:xfrm>
            <a:custGeom>
              <a:avLst/>
              <a:gdLst>
                <a:gd name="txL" fmla="*/ 0 w 30"/>
                <a:gd name="txT" fmla="*/ 0 h 18"/>
                <a:gd name="txR" fmla="*/ 30 w 30"/>
                <a:gd name="txB" fmla="*/ 18 h 18"/>
              </a:gdLst>
              <a:ahLst/>
              <a:cxnLst>
                <a:cxn ang="0">
                  <a:pos x="30" y="18"/>
                </a:cxn>
                <a:cxn ang="0">
                  <a:pos x="0" y="0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</a:cxnLst>
              <a:rect l="txL" t="txT" r="txR" b="txB"/>
              <a:pathLst>
                <a:path w="30" h="18">
                  <a:moveTo>
                    <a:pt x="30" y="18"/>
                  </a:moveTo>
                  <a:lnTo>
                    <a:pt x="0" y="0"/>
                  </a:lnTo>
                  <a:lnTo>
                    <a:pt x="30" y="18"/>
                  </a:lnTo>
                  <a:close/>
                  <a:moveTo>
                    <a:pt x="30" y="18"/>
                  </a:moveTo>
                  <a:lnTo>
                    <a:pt x="3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88" name="Freeform 77"/>
            <p:cNvSpPr>
              <a:spLocks noEditPoints="1"/>
            </p:cNvSpPr>
            <p:nvPr/>
          </p:nvSpPr>
          <p:spPr>
            <a:xfrm>
              <a:off x="1558" y="2177"/>
              <a:ext cx="35" cy="18"/>
            </a:xfrm>
            <a:custGeom>
              <a:avLst/>
              <a:gdLst>
                <a:gd name="txL" fmla="*/ 0 w 35"/>
                <a:gd name="txT" fmla="*/ 0 h 18"/>
                <a:gd name="txR" fmla="*/ 35 w 35"/>
                <a:gd name="txB" fmla="*/ 18 h 18"/>
              </a:gdLst>
              <a:ahLst/>
              <a:cxnLst>
                <a:cxn ang="0">
                  <a:pos x="35" y="18"/>
                </a:cxn>
                <a:cxn ang="0">
                  <a:pos x="0" y="0"/>
                </a:cxn>
                <a:cxn ang="0">
                  <a:pos x="35" y="18"/>
                </a:cxn>
                <a:cxn ang="0">
                  <a:pos x="35" y="18"/>
                </a:cxn>
                <a:cxn ang="0">
                  <a:pos x="35" y="18"/>
                </a:cxn>
                <a:cxn ang="0">
                  <a:pos x="35" y="18"/>
                </a:cxn>
                <a:cxn ang="0">
                  <a:pos x="35" y="18"/>
                </a:cxn>
              </a:cxnLst>
              <a:rect l="txL" t="txT" r="txR" b="txB"/>
              <a:pathLst>
                <a:path w="35" h="18">
                  <a:moveTo>
                    <a:pt x="35" y="18"/>
                  </a:moveTo>
                  <a:lnTo>
                    <a:pt x="0" y="0"/>
                  </a:lnTo>
                  <a:lnTo>
                    <a:pt x="35" y="18"/>
                  </a:lnTo>
                  <a:close/>
                  <a:moveTo>
                    <a:pt x="35" y="18"/>
                  </a:moveTo>
                  <a:lnTo>
                    <a:pt x="35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89" name="Freeform 78"/>
            <p:cNvSpPr>
              <a:spLocks noEditPoints="1"/>
            </p:cNvSpPr>
            <p:nvPr/>
          </p:nvSpPr>
          <p:spPr>
            <a:xfrm>
              <a:off x="1558" y="2160"/>
              <a:ext cx="35" cy="17"/>
            </a:xfrm>
            <a:custGeom>
              <a:avLst/>
              <a:gdLst>
                <a:gd name="txL" fmla="*/ 0 w 35"/>
                <a:gd name="txT" fmla="*/ 0 h 17"/>
                <a:gd name="txR" fmla="*/ 35 w 35"/>
                <a:gd name="txB" fmla="*/ 17 h 17"/>
              </a:gdLst>
              <a:ahLst/>
              <a:cxnLst>
                <a:cxn ang="0">
                  <a:pos x="0" y="17"/>
                </a:cxn>
                <a:cxn ang="0">
                  <a:pos x="35" y="0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0" y="17"/>
                </a:cxn>
              </a:cxnLst>
              <a:rect l="txL" t="txT" r="txR" b="txB"/>
              <a:pathLst>
                <a:path w="35" h="17">
                  <a:moveTo>
                    <a:pt x="0" y="17"/>
                  </a:moveTo>
                  <a:lnTo>
                    <a:pt x="35" y="0"/>
                  </a:lnTo>
                  <a:lnTo>
                    <a:pt x="0" y="17"/>
                  </a:lnTo>
                  <a:close/>
                  <a:moveTo>
                    <a:pt x="0" y="17"/>
                  </a:moveTo>
                  <a:lnTo>
                    <a:pt x="0" y="1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90" name="Freeform 79"/>
            <p:cNvSpPr>
              <a:spLocks noEditPoints="1"/>
            </p:cNvSpPr>
            <p:nvPr/>
          </p:nvSpPr>
          <p:spPr>
            <a:xfrm>
              <a:off x="1593" y="2142"/>
              <a:ext cx="30" cy="18"/>
            </a:xfrm>
            <a:custGeom>
              <a:avLst/>
              <a:gdLst>
                <a:gd name="txL" fmla="*/ 0 w 30"/>
                <a:gd name="txT" fmla="*/ 0 h 18"/>
                <a:gd name="txR" fmla="*/ 30 w 30"/>
                <a:gd name="txB" fmla="*/ 18 h 18"/>
              </a:gdLst>
              <a:ahLst/>
              <a:cxnLst>
                <a:cxn ang="0">
                  <a:pos x="0" y="18"/>
                </a:cxn>
                <a:cxn ang="0">
                  <a:pos x="30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</a:cxnLst>
              <a:rect l="txL" t="txT" r="txR" b="txB"/>
              <a:pathLst>
                <a:path w="30" h="18">
                  <a:moveTo>
                    <a:pt x="0" y="18"/>
                  </a:moveTo>
                  <a:lnTo>
                    <a:pt x="30" y="0"/>
                  </a:lnTo>
                  <a:lnTo>
                    <a:pt x="0" y="18"/>
                  </a:lnTo>
                  <a:close/>
                  <a:moveTo>
                    <a:pt x="0" y="18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91" name="Freeform 80"/>
            <p:cNvSpPr>
              <a:spLocks noEditPoints="1"/>
            </p:cNvSpPr>
            <p:nvPr/>
          </p:nvSpPr>
          <p:spPr>
            <a:xfrm>
              <a:off x="1588" y="2124"/>
              <a:ext cx="35" cy="18"/>
            </a:xfrm>
            <a:custGeom>
              <a:avLst/>
              <a:gdLst>
                <a:gd name="txL" fmla="*/ 0 w 35"/>
                <a:gd name="txT" fmla="*/ 0 h 18"/>
                <a:gd name="txR" fmla="*/ 35 w 35"/>
                <a:gd name="txB" fmla="*/ 18 h 18"/>
              </a:gdLst>
              <a:ahLst/>
              <a:cxnLst>
                <a:cxn ang="0">
                  <a:pos x="35" y="18"/>
                </a:cxn>
                <a:cxn ang="0">
                  <a:pos x="0" y="0"/>
                </a:cxn>
                <a:cxn ang="0">
                  <a:pos x="35" y="18"/>
                </a:cxn>
                <a:cxn ang="0">
                  <a:pos x="35" y="18"/>
                </a:cxn>
                <a:cxn ang="0">
                  <a:pos x="35" y="18"/>
                </a:cxn>
                <a:cxn ang="0">
                  <a:pos x="35" y="18"/>
                </a:cxn>
                <a:cxn ang="0">
                  <a:pos x="35" y="18"/>
                </a:cxn>
              </a:cxnLst>
              <a:rect l="txL" t="txT" r="txR" b="txB"/>
              <a:pathLst>
                <a:path w="35" h="18">
                  <a:moveTo>
                    <a:pt x="35" y="18"/>
                  </a:moveTo>
                  <a:lnTo>
                    <a:pt x="0" y="0"/>
                  </a:lnTo>
                  <a:lnTo>
                    <a:pt x="35" y="18"/>
                  </a:lnTo>
                  <a:close/>
                  <a:moveTo>
                    <a:pt x="35" y="18"/>
                  </a:moveTo>
                  <a:lnTo>
                    <a:pt x="35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92" name="Freeform 81"/>
            <p:cNvSpPr/>
            <p:nvPr/>
          </p:nvSpPr>
          <p:spPr>
            <a:xfrm>
              <a:off x="1043" y="1765"/>
              <a:ext cx="210" cy="36"/>
            </a:xfrm>
            <a:custGeom>
              <a:avLst/>
              <a:gdLst>
                <a:gd name="txL" fmla="*/ 0 w 210"/>
                <a:gd name="txT" fmla="*/ 0 h 36"/>
                <a:gd name="txR" fmla="*/ 210 w 210"/>
                <a:gd name="txB" fmla="*/ 36 h 36"/>
              </a:gdLst>
              <a:ahLst/>
              <a:cxnLst>
                <a:cxn ang="0">
                  <a:pos x="0" y="36"/>
                </a:cxn>
                <a:cxn ang="0">
                  <a:pos x="0" y="0"/>
                </a:cxn>
                <a:cxn ang="0">
                  <a:pos x="210" y="0"/>
                </a:cxn>
                <a:cxn ang="0">
                  <a:pos x="210" y="36"/>
                </a:cxn>
                <a:cxn ang="0">
                  <a:pos x="0" y="36"/>
                </a:cxn>
                <a:cxn ang="0">
                  <a:pos x="0" y="36"/>
                </a:cxn>
              </a:cxnLst>
              <a:rect l="txL" t="txT" r="txR" b="txB"/>
              <a:pathLst>
                <a:path w="210" h="36">
                  <a:moveTo>
                    <a:pt x="0" y="36"/>
                  </a:moveTo>
                  <a:lnTo>
                    <a:pt x="0" y="0"/>
                  </a:lnTo>
                  <a:lnTo>
                    <a:pt x="210" y="0"/>
                  </a:lnTo>
                  <a:lnTo>
                    <a:pt x="210" y="36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93" name="Freeform 82"/>
            <p:cNvSpPr/>
            <p:nvPr/>
          </p:nvSpPr>
          <p:spPr>
            <a:xfrm>
              <a:off x="1241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94" name="Freeform 83"/>
            <p:cNvSpPr>
              <a:spLocks noEditPoints="1"/>
            </p:cNvSpPr>
            <p:nvPr/>
          </p:nvSpPr>
          <p:spPr>
            <a:xfrm>
              <a:off x="1229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95" name="Freeform 84"/>
            <p:cNvSpPr>
              <a:spLocks noEditPoints="1"/>
            </p:cNvSpPr>
            <p:nvPr/>
          </p:nvSpPr>
          <p:spPr>
            <a:xfrm>
              <a:off x="1217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41"/>
                </a:cxn>
                <a:cxn ang="0">
                  <a:pos x="0" y="0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</a:cxnLst>
              <a:rect l="txL" t="txT" r="txR" b="txB"/>
              <a:pathLst>
                <a:path w="12" h="41">
                  <a:moveTo>
                    <a:pt x="12" y="41"/>
                  </a:moveTo>
                  <a:lnTo>
                    <a:pt x="0" y="0"/>
                  </a:lnTo>
                  <a:lnTo>
                    <a:pt x="12" y="41"/>
                  </a:lnTo>
                  <a:close/>
                  <a:moveTo>
                    <a:pt x="12" y="41"/>
                  </a:moveTo>
                  <a:lnTo>
                    <a:pt x="12" y="4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96" name="Freeform 85"/>
            <p:cNvSpPr>
              <a:spLocks noEditPoints="1"/>
            </p:cNvSpPr>
            <p:nvPr/>
          </p:nvSpPr>
          <p:spPr>
            <a:xfrm>
              <a:off x="1205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0"/>
                </a:cxn>
                <a:cxn ang="0">
                  <a:pos x="0" y="41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1">
                  <a:moveTo>
                    <a:pt x="12" y="0"/>
                  </a:moveTo>
                  <a:lnTo>
                    <a:pt x="0" y="41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97" name="Freeform 86"/>
            <p:cNvSpPr>
              <a:spLocks noEditPoints="1"/>
            </p:cNvSpPr>
            <p:nvPr/>
          </p:nvSpPr>
          <p:spPr>
            <a:xfrm>
              <a:off x="1199" y="1783"/>
              <a:ext cx="6" cy="1"/>
            </a:xfrm>
            <a:custGeom>
              <a:avLst/>
              <a:gdLst>
                <a:gd name="txL" fmla="*/ 0 w 6"/>
                <a:gd name="txT" fmla="*/ 0 h 1"/>
                <a:gd name="txR" fmla="*/ 6 w 6"/>
                <a:gd name="txB" fmla="*/ 1 h 1"/>
              </a:gdLst>
              <a:ahLst/>
              <a:cxnLst>
                <a:cxn ang="0">
                  <a:pos x="6" y="0"/>
                </a:cxn>
                <a:cxn ang="0">
                  <a:pos x="0" y="0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6" y="0"/>
                </a:cxn>
              </a:cxnLst>
              <a:rect l="txL" t="txT" r="txR" b="txB"/>
              <a:pathLst>
                <a:path w="6" h="1">
                  <a:moveTo>
                    <a:pt x="6" y="0"/>
                  </a:moveTo>
                  <a:lnTo>
                    <a:pt x="0" y="0"/>
                  </a:lnTo>
                  <a:lnTo>
                    <a:pt x="6" y="0"/>
                  </a:lnTo>
                  <a:close/>
                  <a:moveTo>
                    <a:pt x="6" y="0"/>
                  </a:moveTo>
                  <a:lnTo>
                    <a:pt x="6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98" name="Freeform 87"/>
            <p:cNvSpPr>
              <a:spLocks noEditPoints="1"/>
            </p:cNvSpPr>
            <p:nvPr/>
          </p:nvSpPr>
          <p:spPr>
            <a:xfrm>
              <a:off x="1187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99" name="Freeform 88"/>
            <p:cNvSpPr>
              <a:spLocks noEditPoints="1"/>
            </p:cNvSpPr>
            <p:nvPr/>
          </p:nvSpPr>
          <p:spPr>
            <a:xfrm>
              <a:off x="1175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00" name="Freeform 89"/>
            <p:cNvSpPr>
              <a:spLocks noEditPoints="1"/>
            </p:cNvSpPr>
            <p:nvPr/>
          </p:nvSpPr>
          <p:spPr>
            <a:xfrm>
              <a:off x="1163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41"/>
                </a:cxn>
                <a:cxn ang="0">
                  <a:pos x="0" y="0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</a:cxnLst>
              <a:rect l="txL" t="txT" r="txR" b="txB"/>
              <a:pathLst>
                <a:path w="12" h="41">
                  <a:moveTo>
                    <a:pt x="12" y="41"/>
                  </a:moveTo>
                  <a:lnTo>
                    <a:pt x="0" y="0"/>
                  </a:lnTo>
                  <a:lnTo>
                    <a:pt x="12" y="41"/>
                  </a:lnTo>
                  <a:close/>
                  <a:moveTo>
                    <a:pt x="12" y="41"/>
                  </a:moveTo>
                  <a:lnTo>
                    <a:pt x="12" y="4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01" name="Freeform 90"/>
            <p:cNvSpPr>
              <a:spLocks noEditPoints="1"/>
            </p:cNvSpPr>
            <p:nvPr/>
          </p:nvSpPr>
          <p:spPr>
            <a:xfrm>
              <a:off x="1151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0"/>
                </a:cxn>
                <a:cxn ang="0">
                  <a:pos x="0" y="41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1">
                  <a:moveTo>
                    <a:pt x="12" y="0"/>
                  </a:moveTo>
                  <a:lnTo>
                    <a:pt x="0" y="41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02" name="Freeform 91"/>
            <p:cNvSpPr>
              <a:spLocks noEditPoints="1"/>
            </p:cNvSpPr>
            <p:nvPr/>
          </p:nvSpPr>
          <p:spPr>
            <a:xfrm>
              <a:off x="1133" y="1783"/>
              <a:ext cx="18" cy="42"/>
            </a:xfrm>
            <a:custGeom>
              <a:avLst/>
              <a:gdLst>
                <a:gd name="txL" fmla="*/ 0 w 18"/>
                <a:gd name="txT" fmla="*/ 0 h 42"/>
                <a:gd name="txR" fmla="*/ 18 w 18"/>
                <a:gd name="txB" fmla="*/ 42 h 42"/>
              </a:gdLst>
              <a:ahLst/>
              <a:cxnLst>
                <a:cxn ang="0">
                  <a:pos x="18" y="0"/>
                </a:cxn>
                <a:cxn ang="0">
                  <a:pos x="0" y="42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</a:cxnLst>
              <a:rect l="txL" t="txT" r="txR" b="txB"/>
              <a:pathLst>
                <a:path w="18" h="42">
                  <a:moveTo>
                    <a:pt x="18" y="0"/>
                  </a:moveTo>
                  <a:lnTo>
                    <a:pt x="0" y="42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03" name="Freeform 92"/>
            <p:cNvSpPr>
              <a:spLocks noEditPoints="1"/>
            </p:cNvSpPr>
            <p:nvPr/>
          </p:nvSpPr>
          <p:spPr>
            <a:xfrm>
              <a:off x="1121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04" name="Freeform 93"/>
            <p:cNvSpPr>
              <a:spLocks noEditPoints="1"/>
            </p:cNvSpPr>
            <p:nvPr/>
          </p:nvSpPr>
          <p:spPr>
            <a:xfrm>
              <a:off x="1109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41"/>
                </a:cxn>
                <a:cxn ang="0">
                  <a:pos x="0" y="0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</a:cxnLst>
              <a:rect l="txL" t="txT" r="txR" b="txB"/>
              <a:pathLst>
                <a:path w="12" h="41">
                  <a:moveTo>
                    <a:pt x="12" y="41"/>
                  </a:moveTo>
                  <a:lnTo>
                    <a:pt x="0" y="0"/>
                  </a:lnTo>
                  <a:lnTo>
                    <a:pt x="12" y="41"/>
                  </a:lnTo>
                  <a:close/>
                  <a:moveTo>
                    <a:pt x="12" y="41"/>
                  </a:moveTo>
                  <a:lnTo>
                    <a:pt x="12" y="4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05" name="Freeform 94"/>
            <p:cNvSpPr>
              <a:spLocks noEditPoints="1"/>
            </p:cNvSpPr>
            <p:nvPr/>
          </p:nvSpPr>
          <p:spPr>
            <a:xfrm>
              <a:off x="1097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0"/>
                </a:cxn>
                <a:cxn ang="0">
                  <a:pos x="0" y="41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1">
                  <a:moveTo>
                    <a:pt x="12" y="0"/>
                  </a:moveTo>
                  <a:lnTo>
                    <a:pt x="0" y="41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06" name="Freeform 95"/>
            <p:cNvSpPr>
              <a:spLocks noEditPoints="1"/>
            </p:cNvSpPr>
            <p:nvPr/>
          </p:nvSpPr>
          <p:spPr>
            <a:xfrm>
              <a:off x="1085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07" name="Freeform 96"/>
            <p:cNvSpPr>
              <a:spLocks noEditPoints="1"/>
            </p:cNvSpPr>
            <p:nvPr/>
          </p:nvSpPr>
          <p:spPr>
            <a:xfrm>
              <a:off x="1067" y="1783"/>
              <a:ext cx="18" cy="42"/>
            </a:xfrm>
            <a:custGeom>
              <a:avLst/>
              <a:gdLst>
                <a:gd name="txL" fmla="*/ 0 w 18"/>
                <a:gd name="txT" fmla="*/ 0 h 42"/>
                <a:gd name="txR" fmla="*/ 18 w 18"/>
                <a:gd name="txB" fmla="*/ 42 h 42"/>
              </a:gdLst>
              <a:ahLst/>
              <a:cxnLst>
                <a:cxn ang="0">
                  <a:pos x="18" y="42"/>
                </a:cxn>
                <a:cxn ang="0">
                  <a:pos x="0" y="0"/>
                </a:cxn>
                <a:cxn ang="0">
                  <a:pos x="18" y="42"/>
                </a:cxn>
                <a:cxn ang="0">
                  <a:pos x="18" y="42"/>
                </a:cxn>
                <a:cxn ang="0">
                  <a:pos x="18" y="42"/>
                </a:cxn>
                <a:cxn ang="0">
                  <a:pos x="18" y="42"/>
                </a:cxn>
                <a:cxn ang="0">
                  <a:pos x="18" y="42"/>
                </a:cxn>
              </a:cxnLst>
              <a:rect l="txL" t="txT" r="txR" b="txB"/>
              <a:pathLst>
                <a:path w="18" h="42">
                  <a:moveTo>
                    <a:pt x="18" y="42"/>
                  </a:moveTo>
                  <a:lnTo>
                    <a:pt x="0" y="0"/>
                  </a:lnTo>
                  <a:lnTo>
                    <a:pt x="18" y="42"/>
                  </a:lnTo>
                  <a:close/>
                  <a:moveTo>
                    <a:pt x="18" y="42"/>
                  </a:moveTo>
                  <a:lnTo>
                    <a:pt x="18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08" name="Freeform 97"/>
            <p:cNvSpPr>
              <a:spLocks noEditPoints="1"/>
            </p:cNvSpPr>
            <p:nvPr/>
          </p:nvSpPr>
          <p:spPr>
            <a:xfrm>
              <a:off x="1055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41"/>
                </a:cxn>
                <a:cxn ang="0">
                  <a:pos x="0" y="0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</a:cxnLst>
              <a:rect l="txL" t="txT" r="txR" b="txB"/>
              <a:pathLst>
                <a:path w="12" h="41">
                  <a:moveTo>
                    <a:pt x="12" y="41"/>
                  </a:moveTo>
                  <a:lnTo>
                    <a:pt x="0" y="0"/>
                  </a:lnTo>
                  <a:lnTo>
                    <a:pt x="12" y="41"/>
                  </a:lnTo>
                  <a:close/>
                  <a:moveTo>
                    <a:pt x="12" y="41"/>
                  </a:moveTo>
                  <a:lnTo>
                    <a:pt x="12" y="4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09" name="Freeform 98"/>
            <p:cNvSpPr>
              <a:spLocks noEditPoints="1"/>
            </p:cNvSpPr>
            <p:nvPr/>
          </p:nvSpPr>
          <p:spPr>
            <a:xfrm>
              <a:off x="1043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0"/>
                </a:cxn>
                <a:cxn ang="0">
                  <a:pos x="0" y="41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1">
                  <a:moveTo>
                    <a:pt x="12" y="0"/>
                  </a:moveTo>
                  <a:lnTo>
                    <a:pt x="0" y="41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0" name="Freeform 99"/>
            <p:cNvSpPr/>
            <p:nvPr/>
          </p:nvSpPr>
          <p:spPr>
            <a:xfrm>
              <a:off x="1922" y="1765"/>
              <a:ext cx="210" cy="36"/>
            </a:xfrm>
            <a:custGeom>
              <a:avLst/>
              <a:gdLst>
                <a:gd name="txL" fmla="*/ 0 w 210"/>
                <a:gd name="txT" fmla="*/ 0 h 36"/>
                <a:gd name="txR" fmla="*/ 210 w 210"/>
                <a:gd name="txB" fmla="*/ 36 h 36"/>
              </a:gdLst>
              <a:ahLst/>
              <a:cxnLst>
                <a:cxn ang="0">
                  <a:pos x="0" y="36"/>
                </a:cxn>
                <a:cxn ang="0">
                  <a:pos x="0" y="0"/>
                </a:cxn>
                <a:cxn ang="0">
                  <a:pos x="210" y="0"/>
                </a:cxn>
                <a:cxn ang="0">
                  <a:pos x="210" y="36"/>
                </a:cxn>
                <a:cxn ang="0">
                  <a:pos x="0" y="36"/>
                </a:cxn>
                <a:cxn ang="0">
                  <a:pos x="0" y="36"/>
                </a:cxn>
              </a:cxnLst>
              <a:rect l="txL" t="txT" r="txR" b="txB"/>
              <a:pathLst>
                <a:path w="210" h="36">
                  <a:moveTo>
                    <a:pt x="0" y="36"/>
                  </a:moveTo>
                  <a:lnTo>
                    <a:pt x="0" y="0"/>
                  </a:lnTo>
                  <a:lnTo>
                    <a:pt x="210" y="0"/>
                  </a:lnTo>
                  <a:lnTo>
                    <a:pt x="210" y="36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" name="Freeform 100"/>
            <p:cNvSpPr/>
            <p:nvPr/>
          </p:nvSpPr>
          <p:spPr>
            <a:xfrm>
              <a:off x="2120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" name="Freeform 101"/>
            <p:cNvSpPr>
              <a:spLocks noEditPoints="1"/>
            </p:cNvSpPr>
            <p:nvPr/>
          </p:nvSpPr>
          <p:spPr>
            <a:xfrm>
              <a:off x="2108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" name="Freeform 102"/>
            <p:cNvSpPr>
              <a:spLocks noEditPoints="1"/>
            </p:cNvSpPr>
            <p:nvPr/>
          </p:nvSpPr>
          <p:spPr>
            <a:xfrm>
              <a:off x="2090" y="1742"/>
              <a:ext cx="18" cy="41"/>
            </a:xfrm>
            <a:custGeom>
              <a:avLst/>
              <a:gdLst>
                <a:gd name="txL" fmla="*/ 0 w 18"/>
                <a:gd name="txT" fmla="*/ 0 h 41"/>
                <a:gd name="txR" fmla="*/ 18 w 18"/>
                <a:gd name="txB" fmla="*/ 41 h 41"/>
              </a:gdLst>
              <a:ahLst/>
              <a:cxnLst>
                <a:cxn ang="0">
                  <a:pos x="18" y="41"/>
                </a:cxn>
                <a:cxn ang="0">
                  <a:pos x="0" y="0"/>
                </a:cxn>
                <a:cxn ang="0">
                  <a:pos x="18" y="41"/>
                </a:cxn>
                <a:cxn ang="0">
                  <a:pos x="18" y="41"/>
                </a:cxn>
                <a:cxn ang="0">
                  <a:pos x="18" y="41"/>
                </a:cxn>
                <a:cxn ang="0">
                  <a:pos x="18" y="41"/>
                </a:cxn>
                <a:cxn ang="0">
                  <a:pos x="18" y="41"/>
                </a:cxn>
              </a:cxnLst>
              <a:rect l="txL" t="txT" r="txR" b="txB"/>
              <a:pathLst>
                <a:path w="18" h="41">
                  <a:moveTo>
                    <a:pt x="18" y="41"/>
                  </a:moveTo>
                  <a:lnTo>
                    <a:pt x="0" y="0"/>
                  </a:lnTo>
                  <a:lnTo>
                    <a:pt x="18" y="41"/>
                  </a:lnTo>
                  <a:close/>
                  <a:moveTo>
                    <a:pt x="18" y="41"/>
                  </a:moveTo>
                  <a:lnTo>
                    <a:pt x="18" y="4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" name="Freeform 103"/>
            <p:cNvSpPr>
              <a:spLocks noEditPoints="1"/>
            </p:cNvSpPr>
            <p:nvPr/>
          </p:nvSpPr>
          <p:spPr>
            <a:xfrm>
              <a:off x="2078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0"/>
                </a:cxn>
                <a:cxn ang="0">
                  <a:pos x="0" y="41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1">
                  <a:moveTo>
                    <a:pt x="12" y="0"/>
                  </a:moveTo>
                  <a:lnTo>
                    <a:pt x="0" y="41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" name="Freeform 104"/>
            <p:cNvSpPr>
              <a:spLocks noEditPoints="1"/>
            </p:cNvSpPr>
            <p:nvPr/>
          </p:nvSpPr>
          <p:spPr>
            <a:xfrm>
              <a:off x="2078" y="1783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" name="Freeform 105"/>
            <p:cNvSpPr>
              <a:spLocks noEditPoints="1"/>
            </p:cNvSpPr>
            <p:nvPr/>
          </p:nvSpPr>
          <p:spPr>
            <a:xfrm>
              <a:off x="2066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" name="Freeform 106"/>
            <p:cNvSpPr>
              <a:spLocks noEditPoints="1"/>
            </p:cNvSpPr>
            <p:nvPr/>
          </p:nvSpPr>
          <p:spPr>
            <a:xfrm>
              <a:off x="2054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" name="Freeform 107"/>
            <p:cNvSpPr>
              <a:spLocks noEditPoints="1"/>
            </p:cNvSpPr>
            <p:nvPr/>
          </p:nvSpPr>
          <p:spPr>
            <a:xfrm>
              <a:off x="2042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41"/>
                </a:cxn>
                <a:cxn ang="0">
                  <a:pos x="0" y="0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</a:cxnLst>
              <a:rect l="txL" t="txT" r="txR" b="txB"/>
              <a:pathLst>
                <a:path w="12" h="41">
                  <a:moveTo>
                    <a:pt x="12" y="41"/>
                  </a:moveTo>
                  <a:lnTo>
                    <a:pt x="0" y="0"/>
                  </a:lnTo>
                  <a:lnTo>
                    <a:pt x="12" y="41"/>
                  </a:lnTo>
                  <a:close/>
                  <a:moveTo>
                    <a:pt x="12" y="41"/>
                  </a:moveTo>
                  <a:lnTo>
                    <a:pt x="12" y="4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" name="Freeform 108"/>
            <p:cNvSpPr>
              <a:spLocks noEditPoints="1"/>
            </p:cNvSpPr>
            <p:nvPr/>
          </p:nvSpPr>
          <p:spPr>
            <a:xfrm>
              <a:off x="2024" y="1742"/>
              <a:ext cx="18" cy="41"/>
            </a:xfrm>
            <a:custGeom>
              <a:avLst/>
              <a:gdLst>
                <a:gd name="txL" fmla="*/ 0 w 18"/>
                <a:gd name="txT" fmla="*/ 0 h 41"/>
                <a:gd name="txR" fmla="*/ 18 w 18"/>
                <a:gd name="txB" fmla="*/ 41 h 41"/>
              </a:gdLst>
              <a:ahLst/>
              <a:cxnLst>
                <a:cxn ang="0">
                  <a:pos x="18" y="0"/>
                </a:cxn>
                <a:cxn ang="0">
                  <a:pos x="0" y="41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</a:cxnLst>
              <a:rect l="txL" t="txT" r="txR" b="txB"/>
              <a:pathLst>
                <a:path w="18" h="41">
                  <a:moveTo>
                    <a:pt x="18" y="0"/>
                  </a:moveTo>
                  <a:lnTo>
                    <a:pt x="0" y="41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" name="Freeform 109"/>
            <p:cNvSpPr>
              <a:spLocks noEditPoints="1"/>
            </p:cNvSpPr>
            <p:nvPr/>
          </p:nvSpPr>
          <p:spPr>
            <a:xfrm>
              <a:off x="2012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" name="Freeform 110"/>
            <p:cNvSpPr>
              <a:spLocks noEditPoints="1"/>
            </p:cNvSpPr>
            <p:nvPr/>
          </p:nvSpPr>
          <p:spPr>
            <a:xfrm>
              <a:off x="2000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" name="Freeform 111"/>
            <p:cNvSpPr>
              <a:spLocks noEditPoints="1"/>
            </p:cNvSpPr>
            <p:nvPr/>
          </p:nvSpPr>
          <p:spPr>
            <a:xfrm>
              <a:off x="1988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41"/>
                </a:cxn>
                <a:cxn ang="0">
                  <a:pos x="0" y="0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</a:cxnLst>
              <a:rect l="txL" t="txT" r="txR" b="txB"/>
              <a:pathLst>
                <a:path w="12" h="41">
                  <a:moveTo>
                    <a:pt x="12" y="41"/>
                  </a:moveTo>
                  <a:lnTo>
                    <a:pt x="0" y="0"/>
                  </a:lnTo>
                  <a:lnTo>
                    <a:pt x="12" y="41"/>
                  </a:lnTo>
                  <a:close/>
                  <a:moveTo>
                    <a:pt x="12" y="41"/>
                  </a:moveTo>
                  <a:lnTo>
                    <a:pt x="12" y="4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" name="Freeform 112"/>
            <p:cNvSpPr>
              <a:spLocks noEditPoints="1"/>
            </p:cNvSpPr>
            <p:nvPr/>
          </p:nvSpPr>
          <p:spPr>
            <a:xfrm>
              <a:off x="1976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0"/>
                </a:cxn>
                <a:cxn ang="0">
                  <a:pos x="0" y="41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1">
                  <a:moveTo>
                    <a:pt x="12" y="0"/>
                  </a:moveTo>
                  <a:lnTo>
                    <a:pt x="0" y="41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" name="Freeform 113"/>
            <p:cNvSpPr>
              <a:spLocks noEditPoints="1"/>
            </p:cNvSpPr>
            <p:nvPr/>
          </p:nvSpPr>
          <p:spPr>
            <a:xfrm>
              <a:off x="1958" y="1783"/>
              <a:ext cx="18" cy="42"/>
            </a:xfrm>
            <a:custGeom>
              <a:avLst/>
              <a:gdLst>
                <a:gd name="txL" fmla="*/ 0 w 18"/>
                <a:gd name="txT" fmla="*/ 0 h 42"/>
                <a:gd name="txR" fmla="*/ 18 w 18"/>
                <a:gd name="txB" fmla="*/ 42 h 42"/>
              </a:gdLst>
              <a:ahLst/>
              <a:cxnLst>
                <a:cxn ang="0">
                  <a:pos x="18" y="0"/>
                </a:cxn>
                <a:cxn ang="0">
                  <a:pos x="0" y="42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</a:cxnLst>
              <a:rect l="txL" t="txT" r="txR" b="txB"/>
              <a:pathLst>
                <a:path w="18" h="42">
                  <a:moveTo>
                    <a:pt x="18" y="0"/>
                  </a:moveTo>
                  <a:lnTo>
                    <a:pt x="0" y="42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" name="Freeform 114"/>
            <p:cNvSpPr>
              <a:spLocks noEditPoints="1"/>
            </p:cNvSpPr>
            <p:nvPr/>
          </p:nvSpPr>
          <p:spPr>
            <a:xfrm>
              <a:off x="1946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" name="Freeform 115"/>
            <p:cNvSpPr>
              <a:spLocks noEditPoints="1"/>
            </p:cNvSpPr>
            <p:nvPr/>
          </p:nvSpPr>
          <p:spPr>
            <a:xfrm>
              <a:off x="1934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41"/>
                </a:cxn>
                <a:cxn ang="0">
                  <a:pos x="0" y="0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</a:cxnLst>
              <a:rect l="txL" t="txT" r="txR" b="txB"/>
              <a:pathLst>
                <a:path w="12" h="41">
                  <a:moveTo>
                    <a:pt x="12" y="41"/>
                  </a:moveTo>
                  <a:lnTo>
                    <a:pt x="0" y="0"/>
                  </a:lnTo>
                  <a:lnTo>
                    <a:pt x="12" y="41"/>
                  </a:lnTo>
                  <a:close/>
                  <a:moveTo>
                    <a:pt x="12" y="41"/>
                  </a:moveTo>
                  <a:lnTo>
                    <a:pt x="12" y="4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" name="Freeform 116"/>
            <p:cNvSpPr>
              <a:spLocks noEditPoints="1"/>
            </p:cNvSpPr>
            <p:nvPr/>
          </p:nvSpPr>
          <p:spPr>
            <a:xfrm>
              <a:off x="1916" y="1742"/>
              <a:ext cx="18" cy="41"/>
            </a:xfrm>
            <a:custGeom>
              <a:avLst/>
              <a:gdLst>
                <a:gd name="txL" fmla="*/ 0 w 18"/>
                <a:gd name="txT" fmla="*/ 0 h 41"/>
                <a:gd name="txR" fmla="*/ 18 w 18"/>
                <a:gd name="txB" fmla="*/ 41 h 41"/>
              </a:gdLst>
              <a:ahLst/>
              <a:cxnLst>
                <a:cxn ang="0">
                  <a:pos x="18" y="0"/>
                </a:cxn>
                <a:cxn ang="0">
                  <a:pos x="0" y="41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</a:cxnLst>
              <a:rect l="txL" t="txT" r="txR" b="txB"/>
              <a:pathLst>
                <a:path w="18" h="41">
                  <a:moveTo>
                    <a:pt x="18" y="0"/>
                  </a:moveTo>
                  <a:lnTo>
                    <a:pt x="0" y="41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" name="Freeform 117"/>
            <p:cNvSpPr/>
            <p:nvPr/>
          </p:nvSpPr>
          <p:spPr>
            <a:xfrm>
              <a:off x="1486" y="1276"/>
              <a:ext cx="209" cy="36"/>
            </a:xfrm>
            <a:custGeom>
              <a:avLst/>
              <a:gdLst>
                <a:gd name="txL" fmla="*/ 0 w 209"/>
                <a:gd name="txT" fmla="*/ 0 h 36"/>
                <a:gd name="txR" fmla="*/ 209 w 209"/>
                <a:gd name="txB" fmla="*/ 36 h 36"/>
              </a:gdLst>
              <a:ahLst/>
              <a:cxnLst>
                <a:cxn ang="0">
                  <a:pos x="0" y="36"/>
                </a:cxn>
                <a:cxn ang="0">
                  <a:pos x="0" y="0"/>
                </a:cxn>
                <a:cxn ang="0">
                  <a:pos x="209" y="0"/>
                </a:cxn>
                <a:cxn ang="0">
                  <a:pos x="209" y="36"/>
                </a:cxn>
                <a:cxn ang="0">
                  <a:pos x="0" y="36"/>
                </a:cxn>
                <a:cxn ang="0">
                  <a:pos x="0" y="36"/>
                </a:cxn>
              </a:cxnLst>
              <a:rect l="txL" t="txT" r="txR" b="txB"/>
              <a:pathLst>
                <a:path w="209" h="36">
                  <a:moveTo>
                    <a:pt x="0" y="36"/>
                  </a:moveTo>
                  <a:lnTo>
                    <a:pt x="0" y="0"/>
                  </a:lnTo>
                  <a:lnTo>
                    <a:pt x="209" y="0"/>
                  </a:lnTo>
                  <a:lnTo>
                    <a:pt x="209" y="36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" name="Freeform 118"/>
            <p:cNvSpPr/>
            <p:nvPr/>
          </p:nvSpPr>
          <p:spPr>
            <a:xfrm>
              <a:off x="1683" y="1294"/>
              <a:ext cx="12" cy="36"/>
            </a:xfrm>
            <a:custGeom>
              <a:avLst/>
              <a:gdLst>
                <a:gd name="txL" fmla="*/ 0 w 12"/>
                <a:gd name="txT" fmla="*/ 0 h 36"/>
                <a:gd name="txR" fmla="*/ 12 w 12"/>
                <a:gd name="txB" fmla="*/ 36 h 36"/>
              </a:gdLst>
              <a:ahLst/>
              <a:cxnLst>
                <a:cxn ang="0">
                  <a:pos x="12" y="0"/>
                </a:cxn>
                <a:cxn ang="0">
                  <a:pos x="0" y="36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36">
                  <a:moveTo>
                    <a:pt x="12" y="0"/>
                  </a:moveTo>
                  <a:lnTo>
                    <a:pt x="0" y="36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" name="Freeform 119"/>
            <p:cNvSpPr>
              <a:spLocks noEditPoints="1"/>
            </p:cNvSpPr>
            <p:nvPr/>
          </p:nvSpPr>
          <p:spPr>
            <a:xfrm>
              <a:off x="1671" y="1294"/>
              <a:ext cx="12" cy="36"/>
            </a:xfrm>
            <a:custGeom>
              <a:avLst/>
              <a:gdLst>
                <a:gd name="txL" fmla="*/ 0 w 12"/>
                <a:gd name="txT" fmla="*/ 0 h 36"/>
                <a:gd name="txR" fmla="*/ 12 w 12"/>
                <a:gd name="txB" fmla="*/ 36 h 36"/>
              </a:gdLst>
              <a:ahLst/>
              <a:cxnLst>
                <a:cxn ang="0">
                  <a:pos x="12" y="36"/>
                </a:cxn>
                <a:cxn ang="0">
                  <a:pos x="0" y="0"/>
                </a:cxn>
                <a:cxn ang="0">
                  <a:pos x="12" y="36"/>
                </a:cxn>
                <a:cxn ang="0">
                  <a:pos x="12" y="36"/>
                </a:cxn>
                <a:cxn ang="0">
                  <a:pos x="12" y="36"/>
                </a:cxn>
                <a:cxn ang="0">
                  <a:pos x="12" y="36"/>
                </a:cxn>
                <a:cxn ang="0">
                  <a:pos x="12" y="36"/>
                </a:cxn>
              </a:cxnLst>
              <a:rect l="txL" t="txT" r="txR" b="txB"/>
              <a:pathLst>
                <a:path w="12" h="36">
                  <a:moveTo>
                    <a:pt x="12" y="36"/>
                  </a:moveTo>
                  <a:lnTo>
                    <a:pt x="0" y="0"/>
                  </a:lnTo>
                  <a:lnTo>
                    <a:pt x="12" y="36"/>
                  </a:lnTo>
                  <a:close/>
                  <a:moveTo>
                    <a:pt x="12" y="36"/>
                  </a:moveTo>
                  <a:lnTo>
                    <a:pt x="12" y="36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" name="Freeform 120"/>
            <p:cNvSpPr>
              <a:spLocks noEditPoints="1"/>
            </p:cNvSpPr>
            <p:nvPr/>
          </p:nvSpPr>
          <p:spPr>
            <a:xfrm>
              <a:off x="1659" y="1252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" name="Freeform 121"/>
            <p:cNvSpPr>
              <a:spLocks noEditPoints="1"/>
            </p:cNvSpPr>
            <p:nvPr/>
          </p:nvSpPr>
          <p:spPr>
            <a:xfrm>
              <a:off x="1647" y="1252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3" name="Freeform 122"/>
            <p:cNvSpPr>
              <a:spLocks noEditPoints="1"/>
            </p:cNvSpPr>
            <p:nvPr/>
          </p:nvSpPr>
          <p:spPr>
            <a:xfrm>
              <a:off x="1647" y="1294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4" name="Freeform 123"/>
            <p:cNvSpPr>
              <a:spLocks noEditPoints="1"/>
            </p:cNvSpPr>
            <p:nvPr/>
          </p:nvSpPr>
          <p:spPr>
            <a:xfrm>
              <a:off x="1629" y="1294"/>
              <a:ext cx="18" cy="36"/>
            </a:xfrm>
            <a:custGeom>
              <a:avLst/>
              <a:gdLst>
                <a:gd name="txL" fmla="*/ 0 w 18"/>
                <a:gd name="txT" fmla="*/ 0 h 36"/>
                <a:gd name="txR" fmla="*/ 18 w 18"/>
                <a:gd name="txB" fmla="*/ 36 h 36"/>
              </a:gdLst>
              <a:ahLst/>
              <a:cxnLst>
                <a:cxn ang="0">
                  <a:pos x="18" y="0"/>
                </a:cxn>
                <a:cxn ang="0">
                  <a:pos x="0" y="36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</a:cxnLst>
              <a:rect l="txL" t="txT" r="txR" b="txB"/>
              <a:pathLst>
                <a:path w="18" h="36">
                  <a:moveTo>
                    <a:pt x="18" y="0"/>
                  </a:moveTo>
                  <a:lnTo>
                    <a:pt x="0" y="36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5" name="Freeform 124"/>
            <p:cNvSpPr>
              <a:spLocks noEditPoints="1"/>
            </p:cNvSpPr>
            <p:nvPr/>
          </p:nvSpPr>
          <p:spPr>
            <a:xfrm>
              <a:off x="1617" y="1294"/>
              <a:ext cx="12" cy="36"/>
            </a:xfrm>
            <a:custGeom>
              <a:avLst/>
              <a:gdLst>
                <a:gd name="txL" fmla="*/ 0 w 12"/>
                <a:gd name="txT" fmla="*/ 0 h 36"/>
                <a:gd name="txR" fmla="*/ 12 w 12"/>
                <a:gd name="txB" fmla="*/ 36 h 36"/>
              </a:gdLst>
              <a:ahLst/>
              <a:cxnLst>
                <a:cxn ang="0">
                  <a:pos x="12" y="36"/>
                </a:cxn>
                <a:cxn ang="0">
                  <a:pos x="0" y="0"/>
                </a:cxn>
                <a:cxn ang="0">
                  <a:pos x="12" y="36"/>
                </a:cxn>
                <a:cxn ang="0">
                  <a:pos x="12" y="36"/>
                </a:cxn>
                <a:cxn ang="0">
                  <a:pos x="12" y="36"/>
                </a:cxn>
                <a:cxn ang="0">
                  <a:pos x="12" y="36"/>
                </a:cxn>
                <a:cxn ang="0">
                  <a:pos x="12" y="36"/>
                </a:cxn>
              </a:cxnLst>
              <a:rect l="txL" t="txT" r="txR" b="txB"/>
              <a:pathLst>
                <a:path w="12" h="36">
                  <a:moveTo>
                    <a:pt x="12" y="36"/>
                  </a:moveTo>
                  <a:lnTo>
                    <a:pt x="0" y="0"/>
                  </a:lnTo>
                  <a:lnTo>
                    <a:pt x="12" y="36"/>
                  </a:lnTo>
                  <a:close/>
                  <a:moveTo>
                    <a:pt x="12" y="36"/>
                  </a:moveTo>
                  <a:lnTo>
                    <a:pt x="12" y="36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6" name="Freeform 125"/>
            <p:cNvSpPr>
              <a:spLocks noEditPoints="1"/>
            </p:cNvSpPr>
            <p:nvPr/>
          </p:nvSpPr>
          <p:spPr>
            <a:xfrm>
              <a:off x="1605" y="1252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7" name="Freeform 126"/>
            <p:cNvSpPr>
              <a:spLocks noEditPoints="1"/>
            </p:cNvSpPr>
            <p:nvPr/>
          </p:nvSpPr>
          <p:spPr>
            <a:xfrm>
              <a:off x="1593" y="1252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8" name="Freeform 127"/>
            <p:cNvSpPr>
              <a:spLocks noEditPoints="1"/>
            </p:cNvSpPr>
            <p:nvPr/>
          </p:nvSpPr>
          <p:spPr>
            <a:xfrm>
              <a:off x="1582" y="1294"/>
              <a:ext cx="11" cy="36"/>
            </a:xfrm>
            <a:custGeom>
              <a:avLst/>
              <a:gdLst>
                <a:gd name="txL" fmla="*/ 0 w 11"/>
                <a:gd name="txT" fmla="*/ 0 h 36"/>
                <a:gd name="txR" fmla="*/ 11 w 11"/>
                <a:gd name="txB" fmla="*/ 36 h 36"/>
              </a:gdLst>
              <a:ahLst/>
              <a:cxnLst>
                <a:cxn ang="0">
                  <a:pos x="11" y="0"/>
                </a:cxn>
                <a:cxn ang="0">
                  <a:pos x="0" y="36"/>
                </a:cxn>
                <a:cxn ang="0">
                  <a:pos x="11" y="0"/>
                </a:cxn>
                <a:cxn ang="0">
                  <a:pos x="11" y="0"/>
                </a:cxn>
                <a:cxn ang="0">
                  <a:pos x="11" y="0"/>
                </a:cxn>
                <a:cxn ang="0">
                  <a:pos x="11" y="0"/>
                </a:cxn>
                <a:cxn ang="0">
                  <a:pos x="11" y="0"/>
                </a:cxn>
              </a:cxnLst>
              <a:rect l="txL" t="txT" r="txR" b="txB"/>
              <a:pathLst>
                <a:path w="11" h="36">
                  <a:moveTo>
                    <a:pt x="11" y="0"/>
                  </a:moveTo>
                  <a:lnTo>
                    <a:pt x="0" y="36"/>
                  </a:lnTo>
                  <a:lnTo>
                    <a:pt x="11" y="0"/>
                  </a:lnTo>
                  <a:close/>
                  <a:moveTo>
                    <a:pt x="11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9" name="Freeform 128"/>
            <p:cNvSpPr>
              <a:spLocks noEditPoints="1"/>
            </p:cNvSpPr>
            <p:nvPr/>
          </p:nvSpPr>
          <p:spPr>
            <a:xfrm>
              <a:off x="1564" y="1294"/>
              <a:ext cx="18" cy="36"/>
            </a:xfrm>
            <a:custGeom>
              <a:avLst/>
              <a:gdLst>
                <a:gd name="txL" fmla="*/ 0 w 18"/>
                <a:gd name="txT" fmla="*/ 0 h 36"/>
                <a:gd name="txR" fmla="*/ 18 w 18"/>
                <a:gd name="txB" fmla="*/ 36 h 36"/>
              </a:gdLst>
              <a:ahLst/>
              <a:cxnLst>
                <a:cxn ang="0">
                  <a:pos x="18" y="36"/>
                </a:cxn>
                <a:cxn ang="0">
                  <a:pos x="0" y="0"/>
                </a:cxn>
                <a:cxn ang="0">
                  <a:pos x="18" y="36"/>
                </a:cxn>
                <a:cxn ang="0">
                  <a:pos x="18" y="36"/>
                </a:cxn>
                <a:cxn ang="0">
                  <a:pos x="18" y="36"/>
                </a:cxn>
                <a:cxn ang="0">
                  <a:pos x="18" y="36"/>
                </a:cxn>
                <a:cxn ang="0">
                  <a:pos x="18" y="36"/>
                </a:cxn>
              </a:cxnLst>
              <a:rect l="txL" t="txT" r="txR" b="txB"/>
              <a:pathLst>
                <a:path w="18" h="36">
                  <a:moveTo>
                    <a:pt x="18" y="36"/>
                  </a:moveTo>
                  <a:lnTo>
                    <a:pt x="0" y="0"/>
                  </a:lnTo>
                  <a:lnTo>
                    <a:pt x="18" y="36"/>
                  </a:lnTo>
                  <a:close/>
                  <a:moveTo>
                    <a:pt x="18" y="36"/>
                  </a:moveTo>
                  <a:lnTo>
                    <a:pt x="18" y="36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40" name="Freeform 129"/>
            <p:cNvSpPr>
              <a:spLocks noEditPoints="1"/>
            </p:cNvSpPr>
            <p:nvPr/>
          </p:nvSpPr>
          <p:spPr>
            <a:xfrm>
              <a:off x="1552" y="1252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41" name="Freeform 130"/>
            <p:cNvSpPr>
              <a:spLocks noEditPoints="1"/>
            </p:cNvSpPr>
            <p:nvPr/>
          </p:nvSpPr>
          <p:spPr>
            <a:xfrm>
              <a:off x="1540" y="1252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42" name="Freeform 131"/>
            <p:cNvSpPr>
              <a:spLocks noEditPoints="1"/>
            </p:cNvSpPr>
            <p:nvPr/>
          </p:nvSpPr>
          <p:spPr>
            <a:xfrm>
              <a:off x="1528" y="1294"/>
              <a:ext cx="12" cy="36"/>
            </a:xfrm>
            <a:custGeom>
              <a:avLst/>
              <a:gdLst>
                <a:gd name="txL" fmla="*/ 0 w 12"/>
                <a:gd name="txT" fmla="*/ 0 h 36"/>
                <a:gd name="txR" fmla="*/ 12 w 12"/>
                <a:gd name="txB" fmla="*/ 36 h 36"/>
              </a:gdLst>
              <a:ahLst/>
              <a:cxnLst>
                <a:cxn ang="0">
                  <a:pos x="12" y="0"/>
                </a:cxn>
                <a:cxn ang="0">
                  <a:pos x="0" y="36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36">
                  <a:moveTo>
                    <a:pt x="12" y="0"/>
                  </a:moveTo>
                  <a:lnTo>
                    <a:pt x="0" y="36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43" name="Freeform 132"/>
            <p:cNvSpPr>
              <a:spLocks noEditPoints="1"/>
            </p:cNvSpPr>
            <p:nvPr/>
          </p:nvSpPr>
          <p:spPr>
            <a:xfrm>
              <a:off x="1510" y="1294"/>
              <a:ext cx="18" cy="36"/>
            </a:xfrm>
            <a:custGeom>
              <a:avLst/>
              <a:gdLst>
                <a:gd name="txL" fmla="*/ 0 w 18"/>
                <a:gd name="txT" fmla="*/ 0 h 36"/>
                <a:gd name="txR" fmla="*/ 18 w 18"/>
                <a:gd name="txB" fmla="*/ 36 h 36"/>
              </a:gdLst>
              <a:ahLst/>
              <a:cxnLst>
                <a:cxn ang="0">
                  <a:pos x="18" y="36"/>
                </a:cxn>
                <a:cxn ang="0">
                  <a:pos x="0" y="0"/>
                </a:cxn>
                <a:cxn ang="0">
                  <a:pos x="18" y="36"/>
                </a:cxn>
                <a:cxn ang="0">
                  <a:pos x="18" y="36"/>
                </a:cxn>
                <a:cxn ang="0">
                  <a:pos x="18" y="36"/>
                </a:cxn>
                <a:cxn ang="0">
                  <a:pos x="18" y="36"/>
                </a:cxn>
                <a:cxn ang="0">
                  <a:pos x="18" y="36"/>
                </a:cxn>
              </a:cxnLst>
              <a:rect l="txL" t="txT" r="txR" b="txB"/>
              <a:pathLst>
                <a:path w="18" h="36">
                  <a:moveTo>
                    <a:pt x="18" y="36"/>
                  </a:moveTo>
                  <a:lnTo>
                    <a:pt x="0" y="0"/>
                  </a:lnTo>
                  <a:lnTo>
                    <a:pt x="18" y="36"/>
                  </a:lnTo>
                  <a:close/>
                  <a:moveTo>
                    <a:pt x="18" y="36"/>
                  </a:moveTo>
                  <a:lnTo>
                    <a:pt x="18" y="36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44" name="Freeform 133"/>
            <p:cNvSpPr>
              <a:spLocks noEditPoints="1"/>
            </p:cNvSpPr>
            <p:nvPr/>
          </p:nvSpPr>
          <p:spPr>
            <a:xfrm>
              <a:off x="1498" y="1252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45" name="Freeform 134"/>
            <p:cNvSpPr>
              <a:spLocks noEditPoints="1"/>
            </p:cNvSpPr>
            <p:nvPr/>
          </p:nvSpPr>
          <p:spPr>
            <a:xfrm>
              <a:off x="1486" y="1252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46" name="Freeform 135"/>
            <p:cNvSpPr>
              <a:spLocks noEditPoints="1"/>
            </p:cNvSpPr>
            <p:nvPr/>
          </p:nvSpPr>
          <p:spPr>
            <a:xfrm>
              <a:off x="3412" y="1957"/>
              <a:ext cx="18" cy="89"/>
            </a:xfrm>
            <a:custGeom>
              <a:avLst/>
              <a:gdLst>
                <a:gd name="txL" fmla="*/ 0 w 18"/>
                <a:gd name="txT" fmla="*/ 0 h 89"/>
                <a:gd name="txR" fmla="*/ 18 w 18"/>
                <a:gd name="txB" fmla="*/ 89 h 89"/>
              </a:gdLst>
              <a:ahLst/>
              <a:cxnLst>
                <a:cxn ang="0">
                  <a:pos x="18" y="77"/>
                </a:cxn>
                <a:cxn ang="0">
                  <a:pos x="12" y="83"/>
                </a:cxn>
                <a:cxn ang="0">
                  <a:pos x="6" y="83"/>
                </a:cxn>
                <a:cxn ang="0">
                  <a:pos x="6" y="83"/>
                </a:cxn>
                <a:cxn ang="0">
                  <a:pos x="6" y="77"/>
                </a:cxn>
                <a:cxn ang="0">
                  <a:pos x="6" y="71"/>
                </a:cxn>
                <a:cxn ang="0">
                  <a:pos x="18" y="29"/>
                </a:cxn>
                <a:cxn ang="0">
                  <a:pos x="18" y="29"/>
                </a:cxn>
                <a:cxn ang="0">
                  <a:pos x="12" y="35"/>
                </a:cxn>
                <a:cxn ang="0">
                  <a:pos x="0" y="35"/>
                </a:cxn>
                <a:cxn ang="0">
                  <a:pos x="0" y="35"/>
                </a:cxn>
                <a:cxn ang="0">
                  <a:pos x="6" y="35"/>
                </a:cxn>
                <a:cxn ang="0">
                  <a:pos x="6" y="41"/>
                </a:cxn>
                <a:cxn ang="0">
                  <a:pos x="6" y="47"/>
                </a:cxn>
                <a:cxn ang="0">
                  <a:pos x="6" y="59"/>
                </a:cxn>
                <a:cxn ang="0">
                  <a:pos x="0" y="77"/>
                </a:cxn>
                <a:cxn ang="0">
                  <a:pos x="0" y="83"/>
                </a:cxn>
                <a:cxn ang="0">
                  <a:pos x="0" y="89"/>
                </a:cxn>
                <a:cxn ang="0">
                  <a:pos x="6" y="89"/>
                </a:cxn>
                <a:cxn ang="0">
                  <a:pos x="12" y="83"/>
                </a:cxn>
                <a:cxn ang="0">
                  <a:pos x="18" y="77"/>
                </a:cxn>
                <a:cxn ang="0">
                  <a:pos x="18" y="77"/>
                </a:cxn>
                <a:cxn ang="0">
                  <a:pos x="18" y="11"/>
                </a:cxn>
                <a:cxn ang="0">
                  <a:pos x="18" y="5"/>
                </a:cxn>
                <a:cxn ang="0">
                  <a:pos x="18" y="0"/>
                </a:cxn>
                <a:cxn ang="0">
                  <a:pos x="12" y="5"/>
                </a:cxn>
                <a:cxn ang="0">
                  <a:pos x="12" y="11"/>
                </a:cxn>
                <a:cxn ang="0">
                  <a:pos x="12" y="17"/>
                </a:cxn>
                <a:cxn ang="0">
                  <a:pos x="18" y="17"/>
                </a:cxn>
                <a:cxn ang="0">
                  <a:pos x="18" y="17"/>
                </a:cxn>
                <a:cxn ang="0">
                  <a:pos x="18" y="11"/>
                </a:cxn>
                <a:cxn ang="0">
                  <a:pos x="18" y="11"/>
                </a:cxn>
              </a:cxnLst>
              <a:rect l="txL" t="txT" r="txR" b="txB"/>
              <a:pathLst>
                <a:path w="18" h="89">
                  <a:moveTo>
                    <a:pt x="18" y="77"/>
                  </a:moveTo>
                  <a:lnTo>
                    <a:pt x="12" y="83"/>
                  </a:lnTo>
                  <a:lnTo>
                    <a:pt x="6" y="83"/>
                  </a:lnTo>
                  <a:lnTo>
                    <a:pt x="6" y="77"/>
                  </a:lnTo>
                  <a:lnTo>
                    <a:pt x="6" y="71"/>
                  </a:lnTo>
                  <a:lnTo>
                    <a:pt x="18" y="29"/>
                  </a:lnTo>
                  <a:lnTo>
                    <a:pt x="12" y="35"/>
                  </a:lnTo>
                  <a:lnTo>
                    <a:pt x="0" y="35"/>
                  </a:lnTo>
                  <a:lnTo>
                    <a:pt x="6" y="35"/>
                  </a:lnTo>
                  <a:lnTo>
                    <a:pt x="6" y="41"/>
                  </a:lnTo>
                  <a:lnTo>
                    <a:pt x="6" y="47"/>
                  </a:lnTo>
                  <a:lnTo>
                    <a:pt x="6" y="59"/>
                  </a:lnTo>
                  <a:lnTo>
                    <a:pt x="0" y="77"/>
                  </a:lnTo>
                  <a:lnTo>
                    <a:pt x="0" y="83"/>
                  </a:lnTo>
                  <a:lnTo>
                    <a:pt x="0" y="89"/>
                  </a:lnTo>
                  <a:lnTo>
                    <a:pt x="6" y="89"/>
                  </a:lnTo>
                  <a:lnTo>
                    <a:pt x="12" y="83"/>
                  </a:lnTo>
                  <a:lnTo>
                    <a:pt x="18" y="77"/>
                  </a:lnTo>
                  <a:close/>
                  <a:moveTo>
                    <a:pt x="18" y="11"/>
                  </a:moveTo>
                  <a:lnTo>
                    <a:pt x="18" y="5"/>
                  </a:lnTo>
                  <a:lnTo>
                    <a:pt x="18" y="0"/>
                  </a:lnTo>
                  <a:lnTo>
                    <a:pt x="12" y="5"/>
                  </a:lnTo>
                  <a:lnTo>
                    <a:pt x="12" y="11"/>
                  </a:lnTo>
                  <a:lnTo>
                    <a:pt x="12" y="17"/>
                  </a:lnTo>
                  <a:lnTo>
                    <a:pt x="18" y="17"/>
                  </a:lnTo>
                  <a:lnTo>
                    <a:pt x="18" y="1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47" name="Freeform 136"/>
            <p:cNvSpPr/>
            <p:nvPr/>
          </p:nvSpPr>
          <p:spPr>
            <a:xfrm>
              <a:off x="3430" y="2034"/>
              <a:ext cx="36" cy="48"/>
            </a:xfrm>
            <a:custGeom>
              <a:avLst/>
              <a:gdLst>
                <a:gd name="txL" fmla="*/ 0 w 36"/>
                <a:gd name="txT" fmla="*/ 0 h 48"/>
                <a:gd name="txR" fmla="*/ 36 w 36"/>
                <a:gd name="txB" fmla="*/ 48 h 48"/>
              </a:gdLst>
              <a:ahLst/>
              <a:cxnLst>
                <a:cxn ang="0">
                  <a:pos x="36" y="36"/>
                </a:cxn>
                <a:cxn ang="0">
                  <a:pos x="36" y="42"/>
                </a:cxn>
                <a:cxn ang="0">
                  <a:pos x="30" y="42"/>
                </a:cxn>
                <a:cxn ang="0">
                  <a:pos x="30" y="42"/>
                </a:cxn>
                <a:cxn ang="0">
                  <a:pos x="30" y="36"/>
                </a:cxn>
                <a:cxn ang="0">
                  <a:pos x="30" y="30"/>
                </a:cxn>
                <a:cxn ang="0">
                  <a:pos x="24" y="18"/>
                </a:cxn>
                <a:cxn ang="0">
                  <a:pos x="30" y="12"/>
                </a:cxn>
                <a:cxn ang="0">
                  <a:pos x="30" y="6"/>
                </a:cxn>
                <a:cxn ang="0">
                  <a:pos x="36" y="12"/>
                </a:cxn>
                <a:cxn ang="0">
                  <a:pos x="36" y="12"/>
                </a:cxn>
                <a:cxn ang="0">
                  <a:pos x="36" y="12"/>
                </a:cxn>
                <a:cxn ang="0">
                  <a:pos x="36" y="6"/>
                </a:cxn>
                <a:cxn ang="0">
                  <a:pos x="36" y="6"/>
                </a:cxn>
                <a:cxn ang="0">
                  <a:pos x="36" y="0"/>
                </a:cxn>
                <a:cxn ang="0">
                  <a:pos x="30" y="6"/>
                </a:cxn>
                <a:cxn ang="0">
                  <a:pos x="24" y="18"/>
                </a:cxn>
                <a:cxn ang="0">
                  <a:pos x="24" y="12"/>
                </a:cxn>
                <a:cxn ang="0">
                  <a:pos x="24" y="0"/>
                </a:cxn>
                <a:cxn ang="0">
                  <a:pos x="18" y="0"/>
                </a:cxn>
                <a:cxn ang="0">
                  <a:pos x="18" y="6"/>
                </a:cxn>
                <a:cxn ang="0">
                  <a:pos x="12" y="6"/>
                </a:cxn>
                <a:cxn ang="0">
                  <a:pos x="12" y="6"/>
                </a:cxn>
                <a:cxn ang="0">
                  <a:pos x="12" y="6"/>
                </a:cxn>
                <a:cxn ang="0">
                  <a:pos x="18" y="6"/>
                </a:cxn>
                <a:cxn ang="0">
                  <a:pos x="18" y="12"/>
                </a:cxn>
                <a:cxn ang="0">
                  <a:pos x="18" y="18"/>
                </a:cxn>
                <a:cxn ang="0">
                  <a:pos x="18" y="24"/>
                </a:cxn>
                <a:cxn ang="0">
                  <a:pos x="12" y="36"/>
                </a:cxn>
                <a:cxn ang="0">
                  <a:pos x="12" y="42"/>
                </a:cxn>
                <a:cxn ang="0">
                  <a:pos x="6" y="42"/>
                </a:cxn>
                <a:cxn ang="0">
                  <a:pos x="6" y="42"/>
                </a:cxn>
                <a:cxn ang="0">
                  <a:pos x="6" y="42"/>
                </a:cxn>
                <a:cxn ang="0">
                  <a:pos x="0" y="42"/>
                </a:cxn>
                <a:cxn ang="0">
                  <a:pos x="6" y="48"/>
                </a:cxn>
                <a:cxn ang="0">
                  <a:pos x="6" y="48"/>
                </a:cxn>
                <a:cxn ang="0">
                  <a:pos x="12" y="48"/>
                </a:cxn>
                <a:cxn ang="0">
                  <a:pos x="12" y="42"/>
                </a:cxn>
                <a:cxn ang="0">
                  <a:pos x="18" y="36"/>
                </a:cxn>
                <a:cxn ang="0">
                  <a:pos x="18" y="30"/>
                </a:cxn>
                <a:cxn ang="0">
                  <a:pos x="24" y="42"/>
                </a:cxn>
                <a:cxn ang="0">
                  <a:pos x="24" y="48"/>
                </a:cxn>
                <a:cxn ang="0">
                  <a:pos x="24" y="48"/>
                </a:cxn>
                <a:cxn ang="0">
                  <a:pos x="30" y="48"/>
                </a:cxn>
                <a:cxn ang="0">
                  <a:pos x="36" y="36"/>
                </a:cxn>
                <a:cxn ang="0">
                  <a:pos x="36" y="36"/>
                </a:cxn>
              </a:cxnLst>
              <a:rect l="txL" t="txT" r="txR" b="txB"/>
              <a:pathLst>
                <a:path w="36" h="48">
                  <a:moveTo>
                    <a:pt x="36" y="36"/>
                  </a:moveTo>
                  <a:lnTo>
                    <a:pt x="36" y="42"/>
                  </a:lnTo>
                  <a:lnTo>
                    <a:pt x="30" y="42"/>
                  </a:lnTo>
                  <a:lnTo>
                    <a:pt x="30" y="36"/>
                  </a:lnTo>
                  <a:lnTo>
                    <a:pt x="30" y="30"/>
                  </a:lnTo>
                  <a:lnTo>
                    <a:pt x="24" y="18"/>
                  </a:lnTo>
                  <a:lnTo>
                    <a:pt x="30" y="12"/>
                  </a:lnTo>
                  <a:lnTo>
                    <a:pt x="30" y="6"/>
                  </a:lnTo>
                  <a:lnTo>
                    <a:pt x="36" y="12"/>
                  </a:lnTo>
                  <a:lnTo>
                    <a:pt x="36" y="6"/>
                  </a:lnTo>
                  <a:lnTo>
                    <a:pt x="36" y="0"/>
                  </a:lnTo>
                  <a:lnTo>
                    <a:pt x="30" y="6"/>
                  </a:lnTo>
                  <a:lnTo>
                    <a:pt x="24" y="18"/>
                  </a:lnTo>
                  <a:lnTo>
                    <a:pt x="24" y="12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8" y="6"/>
                  </a:lnTo>
                  <a:lnTo>
                    <a:pt x="12" y="6"/>
                  </a:lnTo>
                  <a:lnTo>
                    <a:pt x="18" y="6"/>
                  </a:lnTo>
                  <a:lnTo>
                    <a:pt x="18" y="12"/>
                  </a:lnTo>
                  <a:lnTo>
                    <a:pt x="18" y="18"/>
                  </a:lnTo>
                  <a:lnTo>
                    <a:pt x="18" y="24"/>
                  </a:lnTo>
                  <a:lnTo>
                    <a:pt x="12" y="36"/>
                  </a:lnTo>
                  <a:lnTo>
                    <a:pt x="12" y="42"/>
                  </a:lnTo>
                  <a:lnTo>
                    <a:pt x="6" y="42"/>
                  </a:lnTo>
                  <a:lnTo>
                    <a:pt x="0" y="42"/>
                  </a:lnTo>
                  <a:lnTo>
                    <a:pt x="6" y="48"/>
                  </a:lnTo>
                  <a:lnTo>
                    <a:pt x="12" y="48"/>
                  </a:lnTo>
                  <a:lnTo>
                    <a:pt x="12" y="42"/>
                  </a:lnTo>
                  <a:lnTo>
                    <a:pt x="18" y="36"/>
                  </a:lnTo>
                  <a:lnTo>
                    <a:pt x="18" y="30"/>
                  </a:lnTo>
                  <a:lnTo>
                    <a:pt x="24" y="42"/>
                  </a:lnTo>
                  <a:lnTo>
                    <a:pt x="24" y="48"/>
                  </a:lnTo>
                  <a:lnTo>
                    <a:pt x="30" y="48"/>
                  </a:lnTo>
                  <a:lnTo>
                    <a:pt x="36" y="3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48" name="Freeform 137"/>
            <p:cNvSpPr>
              <a:spLocks noEditPoints="1"/>
            </p:cNvSpPr>
            <p:nvPr/>
          </p:nvSpPr>
          <p:spPr>
            <a:xfrm>
              <a:off x="3956" y="1957"/>
              <a:ext cx="24" cy="89"/>
            </a:xfrm>
            <a:custGeom>
              <a:avLst/>
              <a:gdLst>
                <a:gd name="txL" fmla="*/ 0 w 24"/>
                <a:gd name="txT" fmla="*/ 0 h 89"/>
                <a:gd name="txR" fmla="*/ 24 w 24"/>
                <a:gd name="txB" fmla="*/ 89 h 89"/>
              </a:gdLst>
              <a:ahLst/>
              <a:cxnLst>
                <a:cxn ang="0">
                  <a:pos x="18" y="71"/>
                </a:cxn>
                <a:cxn ang="0">
                  <a:pos x="12" y="83"/>
                </a:cxn>
                <a:cxn ang="0">
                  <a:pos x="12" y="83"/>
                </a:cxn>
                <a:cxn ang="0">
                  <a:pos x="12" y="83"/>
                </a:cxn>
                <a:cxn ang="0">
                  <a:pos x="6" y="83"/>
                </a:cxn>
                <a:cxn ang="0">
                  <a:pos x="12" y="77"/>
                </a:cxn>
                <a:cxn ang="0">
                  <a:pos x="12" y="71"/>
                </a:cxn>
                <a:cxn ang="0">
                  <a:pos x="18" y="29"/>
                </a:cxn>
                <a:cxn ang="0">
                  <a:pos x="18" y="29"/>
                </a:cxn>
                <a:cxn ang="0">
                  <a:pos x="12" y="35"/>
                </a:cxn>
                <a:cxn ang="0">
                  <a:pos x="0" y="35"/>
                </a:cxn>
                <a:cxn ang="0">
                  <a:pos x="0" y="35"/>
                </a:cxn>
                <a:cxn ang="0">
                  <a:pos x="6" y="35"/>
                </a:cxn>
                <a:cxn ang="0">
                  <a:pos x="6" y="41"/>
                </a:cxn>
                <a:cxn ang="0">
                  <a:pos x="6" y="47"/>
                </a:cxn>
                <a:cxn ang="0">
                  <a:pos x="6" y="59"/>
                </a:cxn>
                <a:cxn ang="0">
                  <a:pos x="0" y="77"/>
                </a:cxn>
                <a:cxn ang="0">
                  <a:pos x="0" y="83"/>
                </a:cxn>
                <a:cxn ang="0">
                  <a:pos x="0" y="89"/>
                </a:cxn>
                <a:cxn ang="0">
                  <a:pos x="6" y="89"/>
                </a:cxn>
                <a:cxn ang="0">
                  <a:pos x="12" y="83"/>
                </a:cxn>
                <a:cxn ang="0">
                  <a:pos x="18" y="77"/>
                </a:cxn>
                <a:cxn ang="0">
                  <a:pos x="18" y="71"/>
                </a:cxn>
                <a:cxn ang="0">
                  <a:pos x="24" y="5"/>
                </a:cxn>
                <a:cxn ang="0">
                  <a:pos x="24" y="5"/>
                </a:cxn>
                <a:cxn ang="0">
                  <a:pos x="18" y="0"/>
                </a:cxn>
                <a:cxn ang="0">
                  <a:pos x="18" y="5"/>
                </a:cxn>
                <a:cxn ang="0">
                  <a:pos x="12" y="5"/>
                </a:cxn>
                <a:cxn ang="0">
                  <a:pos x="18" y="11"/>
                </a:cxn>
                <a:cxn ang="0">
                  <a:pos x="18" y="17"/>
                </a:cxn>
                <a:cxn ang="0">
                  <a:pos x="24" y="11"/>
                </a:cxn>
                <a:cxn ang="0">
                  <a:pos x="24" y="5"/>
                </a:cxn>
                <a:cxn ang="0">
                  <a:pos x="24" y="5"/>
                </a:cxn>
              </a:cxnLst>
              <a:rect l="txL" t="txT" r="txR" b="txB"/>
              <a:pathLst>
                <a:path w="24" h="89">
                  <a:moveTo>
                    <a:pt x="18" y="71"/>
                  </a:moveTo>
                  <a:lnTo>
                    <a:pt x="12" y="83"/>
                  </a:lnTo>
                  <a:lnTo>
                    <a:pt x="6" y="83"/>
                  </a:lnTo>
                  <a:lnTo>
                    <a:pt x="12" y="77"/>
                  </a:lnTo>
                  <a:lnTo>
                    <a:pt x="12" y="71"/>
                  </a:lnTo>
                  <a:lnTo>
                    <a:pt x="18" y="29"/>
                  </a:lnTo>
                  <a:lnTo>
                    <a:pt x="12" y="35"/>
                  </a:lnTo>
                  <a:lnTo>
                    <a:pt x="0" y="35"/>
                  </a:lnTo>
                  <a:lnTo>
                    <a:pt x="6" y="35"/>
                  </a:lnTo>
                  <a:lnTo>
                    <a:pt x="6" y="41"/>
                  </a:lnTo>
                  <a:lnTo>
                    <a:pt x="6" y="47"/>
                  </a:lnTo>
                  <a:lnTo>
                    <a:pt x="6" y="59"/>
                  </a:lnTo>
                  <a:lnTo>
                    <a:pt x="0" y="77"/>
                  </a:lnTo>
                  <a:lnTo>
                    <a:pt x="0" y="83"/>
                  </a:lnTo>
                  <a:lnTo>
                    <a:pt x="0" y="89"/>
                  </a:lnTo>
                  <a:lnTo>
                    <a:pt x="6" y="89"/>
                  </a:lnTo>
                  <a:lnTo>
                    <a:pt x="12" y="83"/>
                  </a:lnTo>
                  <a:lnTo>
                    <a:pt x="18" y="77"/>
                  </a:lnTo>
                  <a:lnTo>
                    <a:pt x="18" y="71"/>
                  </a:lnTo>
                  <a:close/>
                  <a:moveTo>
                    <a:pt x="24" y="5"/>
                  </a:moveTo>
                  <a:lnTo>
                    <a:pt x="24" y="5"/>
                  </a:lnTo>
                  <a:lnTo>
                    <a:pt x="18" y="0"/>
                  </a:lnTo>
                  <a:lnTo>
                    <a:pt x="18" y="5"/>
                  </a:lnTo>
                  <a:lnTo>
                    <a:pt x="12" y="5"/>
                  </a:lnTo>
                  <a:lnTo>
                    <a:pt x="18" y="11"/>
                  </a:lnTo>
                  <a:lnTo>
                    <a:pt x="18" y="17"/>
                  </a:lnTo>
                  <a:lnTo>
                    <a:pt x="24" y="11"/>
                  </a:lnTo>
                  <a:lnTo>
                    <a:pt x="24" y="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49" name="Freeform 138"/>
            <p:cNvSpPr/>
            <p:nvPr/>
          </p:nvSpPr>
          <p:spPr>
            <a:xfrm>
              <a:off x="3980" y="2034"/>
              <a:ext cx="36" cy="48"/>
            </a:xfrm>
            <a:custGeom>
              <a:avLst/>
              <a:gdLst>
                <a:gd name="txL" fmla="*/ 0 w 36"/>
                <a:gd name="txT" fmla="*/ 0 h 48"/>
                <a:gd name="txR" fmla="*/ 36 w 36"/>
                <a:gd name="txB" fmla="*/ 48 h 48"/>
              </a:gdLst>
              <a:ahLst/>
              <a:cxnLst>
                <a:cxn ang="0">
                  <a:pos x="30" y="36"/>
                </a:cxn>
                <a:cxn ang="0">
                  <a:pos x="30" y="42"/>
                </a:cxn>
                <a:cxn ang="0">
                  <a:pos x="24" y="42"/>
                </a:cxn>
                <a:cxn ang="0">
                  <a:pos x="24" y="42"/>
                </a:cxn>
                <a:cxn ang="0">
                  <a:pos x="24" y="36"/>
                </a:cxn>
                <a:cxn ang="0">
                  <a:pos x="24" y="36"/>
                </a:cxn>
                <a:cxn ang="0">
                  <a:pos x="24" y="30"/>
                </a:cxn>
                <a:cxn ang="0">
                  <a:pos x="18" y="24"/>
                </a:cxn>
                <a:cxn ang="0">
                  <a:pos x="18" y="18"/>
                </a:cxn>
                <a:cxn ang="0">
                  <a:pos x="24" y="12"/>
                </a:cxn>
                <a:cxn ang="0">
                  <a:pos x="30" y="6"/>
                </a:cxn>
                <a:cxn ang="0">
                  <a:pos x="30" y="6"/>
                </a:cxn>
                <a:cxn ang="0">
                  <a:pos x="36" y="6"/>
                </a:cxn>
                <a:cxn ang="0">
                  <a:pos x="36" y="6"/>
                </a:cxn>
                <a:cxn ang="0">
                  <a:pos x="36" y="0"/>
                </a:cxn>
                <a:cxn ang="0">
                  <a:pos x="30" y="0"/>
                </a:cxn>
                <a:cxn ang="0">
                  <a:pos x="24" y="6"/>
                </a:cxn>
                <a:cxn ang="0">
                  <a:pos x="18" y="18"/>
                </a:cxn>
                <a:cxn ang="0">
                  <a:pos x="18" y="12"/>
                </a:cxn>
                <a:cxn ang="0">
                  <a:pos x="18" y="0"/>
                </a:cxn>
                <a:cxn ang="0">
                  <a:pos x="12" y="0"/>
                </a:cxn>
                <a:cxn ang="0">
                  <a:pos x="12" y="6"/>
                </a:cxn>
                <a:cxn ang="0">
                  <a:pos x="6" y="6"/>
                </a:cxn>
                <a:cxn ang="0">
                  <a:pos x="6" y="6"/>
                </a:cxn>
                <a:cxn ang="0">
                  <a:pos x="6" y="6"/>
                </a:cxn>
                <a:cxn ang="0">
                  <a:pos x="12" y="6"/>
                </a:cxn>
                <a:cxn ang="0">
                  <a:pos x="12" y="6"/>
                </a:cxn>
                <a:cxn ang="0">
                  <a:pos x="12" y="12"/>
                </a:cxn>
                <a:cxn ang="0">
                  <a:pos x="18" y="18"/>
                </a:cxn>
                <a:cxn ang="0">
                  <a:pos x="18" y="24"/>
                </a:cxn>
                <a:cxn ang="0">
                  <a:pos x="6" y="36"/>
                </a:cxn>
                <a:cxn ang="0">
                  <a:pos x="6" y="42"/>
                </a:cxn>
                <a:cxn ang="0">
                  <a:pos x="6" y="42"/>
                </a:cxn>
                <a:cxn ang="0">
                  <a:pos x="0" y="36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0" y="48"/>
                </a:cxn>
                <a:cxn ang="0">
                  <a:pos x="0" y="48"/>
                </a:cxn>
                <a:cxn ang="0">
                  <a:pos x="6" y="48"/>
                </a:cxn>
                <a:cxn ang="0">
                  <a:pos x="6" y="42"/>
                </a:cxn>
                <a:cxn ang="0">
                  <a:pos x="12" y="36"/>
                </a:cxn>
                <a:cxn ang="0">
                  <a:pos x="18" y="30"/>
                </a:cxn>
                <a:cxn ang="0">
                  <a:pos x="18" y="42"/>
                </a:cxn>
                <a:cxn ang="0">
                  <a:pos x="18" y="48"/>
                </a:cxn>
                <a:cxn ang="0">
                  <a:pos x="24" y="48"/>
                </a:cxn>
                <a:cxn ang="0">
                  <a:pos x="24" y="48"/>
                </a:cxn>
                <a:cxn ang="0">
                  <a:pos x="30" y="36"/>
                </a:cxn>
                <a:cxn ang="0">
                  <a:pos x="30" y="36"/>
                </a:cxn>
              </a:cxnLst>
              <a:rect l="txL" t="txT" r="txR" b="txB"/>
              <a:pathLst>
                <a:path w="36" h="48">
                  <a:moveTo>
                    <a:pt x="30" y="36"/>
                  </a:moveTo>
                  <a:lnTo>
                    <a:pt x="30" y="42"/>
                  </a:lnTo>
                  <a:lnTo>
                    <a:pt x="24" y="42"/>
                  </a:lnTo>
                  <a:lnTo>
                    <a:pt x="24" y="36"/>
                  </a:lnTo>
                  <a:lnTo>
                    <a:pt x="24" y="30"/>
                  </a:lnTo>
                  <a:lnTo>
                    <a:pt x="18" y="24"/>
                  </a:lnTo>
                  <a:lnTo>
                    <a:pt x="18" y="18"/>
                  </a:lnTo>
                  <a:lnTo>
                    <a:pt x="24" y="12"/>
                  </a:lnTo>
                  <a:lnTo>
                    <a:pt x="30" y="6"/>
                  </a:lnTo>
                  <a:lnTo>
                    <a:pt x="36" y="6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24" y="6"/>
                  </a:lnTo>
                  <a:lnTo>
                    <a:pt x="18" y="18"/>
                  </a:lnTo>
                  <a:lnTo>
                    <a:pt x="18" y="1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12" y="6"/>
                  </a:lnTo>
                  <a:lnTo>
                    <a:pt x="6" y="6"/>
                  </a:lnTo>
                  <a:lnTo>
                    <a:pt x="12" y="6"/>
                  </a:lnTo>
                  <a:lnTo>
                    <a:pt x="12" y="12"/>
                  </a:lnTo>
                  <a:lnTo>
                    <a:pt x="18" y="18"/>
                  </a:lnTo>
                  <a:lnTo>
                    <a:pt x="18" y="24"/>
                  </a:lnTo>
                  <a:lnTo>
                    <a:pt x="6" y="36"/>
                  </a:lnTo>
                  <a:lnTo>
                    <a:pt x="6" y="42"/>
                  </a:lnTo>
                  <a:lnTo>
                    <a:pt x="0" y="36"/>
                  </a:lnTo>
                  <a:lnTo>
                    <a:pt x="0" y="42"/>
                  </a:lnTo>
                  <a:lnTo>
                    <a:pt x="0" y="48"/>
                  </a:lnTo>
                  <a:lnTo>
                    <a:pt x="6" y="48"/>
                  </a:lnTo>
                  <a:lnTo>
                    <a:pt x="6" y="42"/>
                  </a:lnTo>
                  <a:lnTo>
                    <a:pt x="12" y="36"/>
                  </a:lnTo>
                  <a:lnTo>
                    <a:pt x="18" y="30"/>
                  </a:lnTo>
                  <a:lnTo>
                    <a:pt x="18" y="42"/>
                  </a:lnTo>
                  <a:lnTo>
                    <a:pt x="18" y="48"/>
                  </a:lnTo>
                  <a:lnTo>
                    <a:pt x="24" y="48"/>
                  </a:lnTo>
                  <a:lnTo>
                    <a:pt x="30" y="3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50" name="Freeform 139"/>
            <p:cNvSpPr>
              <a:spLocks noEditPoints="1"/>
            </p:cNvSpPr>
            <p:nvPr/>
          </p:nvSpPr>
          <p:spPr>
            <a:xfrm>
              <a:off x="4291" y="1927"/>
              <a:ext cx="18" cy="89"/>
            </a:xfrm>
            <a:custGeom>
              <a:avLst/>
              <a:gdLst>
                <a:gd name="txL" fmla="*/ 0 w 18"/>
                <a:gd name="txT" fmla="*/ 0 h 89"/>
                <a:gd name="txR" fmla="*/ 18 w 18"/>
                <a:gd name="txB" fmla="*/ 89 h 89"/>
              </a:gdLst>
              <a:ahLst/>
              <a:cxnLst>
                <a:cxn ang="0">
                  <a:pos x="18" y="77"/>
                </a:cxn>
                <a:cxn ang="0">
                  <a:pos x="12" y="83"/>
                </a:cxn>
                <a:cxn ang="0">
                  <a:pos x="6" y="83"/>
                </a:cxn>
                <a:cxn ang="0">
                  <a:pos x="6" y="83"/>
                </a:cxn>
                <a:cxn ang="0">
                  <a:pos x="6" y="83"/>
                </a:cxn>
                <a:cxn ang="0">
                  <a:pos x="6" y="77"/>
                </a:cxn>
                <a:cxn ang="0">
                  <a:pos x="18" y="30"/>
                </a:cxn>
                <a:cxn ang="0">
                  <a:pos x="18" y="30"/>
                </a:cxn>
                <a:cxn ang="0">
                  <a:pos x="12" y="35"/>
                </a:cxn>
                <a:cxn ang="0">
                  <a:pos x="0" y="35"/>
                </a:cxn>
                <a:cxn ang="0">
                  <a:pos x="0" y="35"/>
                </a:cxn>
                <a:cxn ang="0">
                  <a:pos x="6" y="35"/>
                </a:cxn>
                <a:cxn ang="0">
                  <a:pos x="6" y="41"/>
                </a:cxn>
                <a:cxn ang="0">
                  <a:pos x="6" y="47"/>
                </a:cxn>
                <a:cxn ang="0">
                  <a:pos x="6" y="59"/>
                </a:cxn>
                <a:cxn ang="0">
                  <a:pos x="0" y="77"/>
                </a:cxn>
                <a:cxn ang="0">
                  <a:pos x="0" y="83"/>
                </a:cxn>
                <a:cxn ang="0">
                  <a:pos x="0" y="89"/>
                </a:cxn>
                <a:cxn ang="0">
                  <a:pos x="6" y="89"/>
                </a:cxn>
                <a:cxn ang="0">
                  <a:pos x="12" y="83"/>
                </a:cxn>
                <a:cxn ang="0">
                  <a:pos x="18" y="77"/>
                </a:cxn>
                <a:cxn ang="0">
                  <a:pos x="18" y="77"/>
                </a:cxn>
                <a:cxn ang="0">
                  <a:pos x="18" y="12"/>
                </a:cxn>
                <a:cxn ang="0">
                  <a:pos x="18" y="6"/>
                </a:cxn>
                <a:cxn ang="0">
                  <a:pos x="18" y="0"/>
                </a:cxn>
                <a:cxn ang="0">
                  <a:pos x="12" y="6"/>
                </a:cxn>
                <a:cxn ang="0">
                  <a:pos x="12" y="12"/>
                </a:cxn>
                <a:cxn ang="0">
                  <a:pos x="12" y="18"/>
                </a:cxn>
                <a:cxn ang="0">
                  <a:pos x="18" y="18"/>
                </a:cxn>
                <a:cxn ang="0">
                  <a:pos x="18" y="18"/>
                </a:cxn>
                <a:cxn ang="0">
                  <a:pos x="18" y="12"/>
                </a:cxn>
                <a:cxn ang="0">
                  <a:pos x="18" y="12"/>
                </a:cxn>
              </a:cxnLst>
              <a:rect l="txL" t="txT" r="txR" b="txB"/>
              <a:pathLst>
                <a:path w="18" h="89">
                  <a:moveTo>
                    <a:pt x="18" y="77"/>
                  </a:moveTo>
                  <a:lnTo>
                    <a:pt x="12" y="83"/>
                  </a:lnTo>
                  <a:lnTo>
                    <a:pt x="6" y="83"/>
                  </a:lnTo>
                  <a:lnTo>
                    <a:pt x="6" y="77"/>
                  </a:lnTo>
                  <a:lnTo>
                    <a:pt x="18" y="30"/>
                  </a:lnTo>
                  <a:lnTo>
                    <a:pt x="12" y="35"/>
                  </a:lnTo>
                  <a:lnTo>
                    <a:pt x="0" y="35"/>
                  </a:lnTo>
                  <a:lnTo>
                    <a:pt x="6" y="35"/>
                  </a:lnTo>
                  <a:lnTo>
                    <a:pt x="6" y="41"/>
                  </a:lnTo>
                  <a:lnTo>
                    <a:pt x="6" y="47"/>
                  </a:lnTo>
                  <a:lnTo>
                    <a:pt x="6" y="59"/>
                  </a:lnTo>
                  <a:lnTo>
                    <a:pt x="0" y="77"/>
                  </a:lnTo>
                  <a:lnTo>
                    <a:pt x="0" y="83"/>
                  </a:lnTo>
                  <a:lnTo>
                    <a:pt x="0" y="89"/>
                  </a:lnTo>
                  <a:lnTo>
                    <a:pt x="6" y="89"/>
                  </a:lnTo>
                  <a:lnTo>
                    <a:pt x="12" y="83"/>
                  </a:lnTo>
                  <a:lnTo>
                    <a:pt x="18" y="77"/>
                  </a:lnTo>
                  <a:close/>
                  <a:moveTo>
                    <a:pt x="18" y="12"/>
                  </a:moveTo>
                  <a:lnTo>
                    <a:pt x="18" y="6"/>
                  </a:lnTo>
                  <a:lnTo>
                    <a:pt x="18" y="0"/>
                  </a:lnTo>
                  <a:lnTo>
                    <a:pt x="12" y="6"/>
                  </a:lnTo>
                  <a:lnTo>
                    <a:pt x="12" y="12"/>
                  </a:lnTo>
                  <a:lnTo>
                    <a:pt x="12" y="18"/>
                  </a:lnTo>
                  <a:lnTo>
                    <a:pt x="18" y="18"/>
                  </a:lnTo>
                  <a:lnTo>
                    <a:pt x="18" y="1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51" name="Freeform 140"/>
            <p:cNvSpPr/>
            <p:nvPr/>
          </p:nvSpPr>
          <p:spPr>
            <a:xfrm>
              <a:off x="4315" y="1980"/>
              <a:ext cx="30" cy="72"/>
            </a:xfrm>
            <a:custGeom>
              <a:avLst/>
              <a:gdLst>
                <a:gd name="txL" fmla="*/ 0 w 30"/>
                <a:gd name="txT" fmla="*/ 0 h 72"/>
                <a:gd name="txR" fmla="*/ 30 w 30"/>
                <a:gd name="txB" fmla="*/ 72 h 72"/>
              </a:gdLst>
              <a:ahLst/>
              <a:cxnLst>
                <a:cxn ang="0">
                  <a:pos x="12" y="36"/>
                </a:cxn>
                <a:cxn ang="0">
                  <a:pos x="18" y="36"/>
                </a:cxn>
                <a:cxn ang="0">
                  <a:pos x="18" y="42"/>
                </a:cxn>
                <a:cxn ang="0">
                  <a:pos x="24" y="48"/>
                </a:cxn>
                <a:cxn ang="0">
                  <a:pos x="24" y="54"/>
                </a:cxn>
                <a:cxn ang="0">
                  <a:pos x="24" y="60"/>
                </a:cxn>
                <a:cxn ang="0">
                  <a:pos x="18" y="66"/>
                </a:cxn>
                <a:cxn ang="0">
                  <a:pos x="12" y="66"/>
                </a:cxn>
                <a:cxn ang="0">
                  <a:pos x="6" y="66"/>
                </a:cxn>
                <a:cxn ang="0">
                  <a:pos x="6" y="66"/>
                </a:cxn>
                <a:cxn ang="0">
                  <a:pos x="0" y="66"/>
                </a:cxn>
                <a:cxn ang="0">
                  <a:pos x="6" y="72"/>
                </a:cxn>
                <a:cxn ang="0">
                  <a:pos x="12" y="72"/>
                </a:cxn>
                <a:cxn ang="0">
                  <a:pos x="24" y="66"/>
                </a:cxn>
                <a:cxn ang="0">
                  <a:pos x="30" y="48"/>
                </a:cxn>
                <a:cxn ang="0">
                  <a:pos x="30" y="36"/>
                </a:cxn>
                <a:cxn ang="0">
                  <a:pos x="24" y="30"/>
                </a:cxn>
                <a:cxn ang="0">
                  <a:pos x="30" y="24"/>
                </a:cxn>
                <a:cxn ang="0">
                  <a:pos x="30" y="18"/>
                </a:cxn>
                <a:cxn ang="0">
                  <a:pos x="24" y="6"/>
                </a:cxn>
                <a:cxn ang="0">
                  <a:pos x="18" y="0"/>
                </a:cxn>
                <a:cxn ang="0">
                  <a:pos x="12" y="6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6" y="12"/>
                </a:cxn>
                <a:cxn ang="0">
                  <a:pos x="12" y="6"/>
                </a:cxn>
                <a:cxn ang="0">
                  <a:pos x="18" y="12"/>
                </a:cxn>
                <a:cxn ang="0">
                  <a:pos x="24" y="18"/>
                </a:cxn>
                <a:cxn ang="0">
                  <a:pos x="18" y="30"/>
                </a:cxn>
                <a:cxn ang="0">
                  <a:pos x="12" y="36"/>
                </a:cxn>
                <a:cxn ang="0">
                  <a:pos x="12" y="36"/>
                </a:cxn>
              </a:cxnLst>
              <a:rect l="txL" t="txT" r="txR" b="txB"/>
              <a:pathLst>
                <a:path w="30" h="72">
                  <a:moveTo>
                    <a:pt x="12" y="36"/>
                  </a:moveTo>
                  <a:lnTo>
                    <a:pt x="18" y="36"/>
                  </a:lnTo>
                  <a:lnTo>
                    <a:pt x="18" y="42"/>
                  </a:lnTo>
                  <a:lnTo>
                    <a:pt x="24" y="48"/>
                  </a:lnTo>
                  <a:lnTo>
                    <a:pt x="24" y="54"/>
                  </a:lnTo>
                  <a:lnTo>
                    <a:pt x="24" y="60"/>
                  </a:lnTo>
                  <a:lnTo>
                    <a:pt x="18" y="66"/>
                  </a:lnTo>
                  <a:lnTo>
                    <a:pt x="12" y="66"/>
                  </a:lnTo>
                  <a:lnTo>
                    <a:pt x="6" y="66"/>
                  </a:lnTo>
                  <a:lnTo>
                    <a:pt x="0" y="66"/>
                  </a:lnTo>
                  <a:lnTo>
                    <a:pt x="6" y="72"/>
                  </a:lnTo>
                  <a:lnTo>
                    <a:pt x="12" y="72"/>
                  </a:lnTo>
                  <a:lnTo>
                    <a:pt x="24" y="66"/>
                  </a:lnTo>
                  <a:lnTo>
                    <a:pt x="30" y="48"/>
                  </a:lnTo>
                  <a:lnTo>
                    <a:pt x="30" y="36"/>
                  </a:lnTo>
                  <a:lnTo>
                    <a:pt x="24" y="30"/>
                  </a:lnTo>
                  <a:lnTo>
                    <a:pt x="30" y="24"/>
                  </a:lnTo>
                  <a:lnTo>
                    <a:pt x="30" y="18"/>
                  </a:lnTo>
                  <a:lnTo>
                    <a:pt x="24" y="6"/>
                  </a:lnTo>
                  <a:lnTo>
                    <a:pt x="18" y="0"/>
                  </a:lnTo>
                  <a:lnTo>
                    <a:pt x="12" y="6"/>
                  </a:lnTo>
                  <a:lnTo>
                    <a:pt x="0" y="18"/>
                  </a:lnTo>
                  <a:lnTo>
                    <a:pt x="6" y="12"/>
                  </a:lnTo>
                  <a:lnTo>
                    <a:pt x="12" y="6"/>
                  </a:lnTo>
                  <a:lnTo>
                    <a:pt x="18" y="12"/>
                  </a:lnTo>
                  <a:lnTo>
                    <a:pt x="24" y="18"/>
                  </a:lnTo>
                  <a:lnTo>
                    <a:pt x="18" y="30"/>
                  </a:lnTo>
                  <a:lnTo>
                    <a:pt x="12" y="3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52" name="Freeform 141"/>
            <p:cNvSpPr/>
            <p:nvPr/>
          </p:nvSpPr>
          <p:spPr>
            <a:xfrm>
              <a:off x="4160" y="1783"/>
              <a:ext cx="1" cy="962"/>
            </a:xfrm>
            <a:custGeom>
              <a:avLst/>
              <a:gdLst>
                <a:gd name="txL" fmla="*/ 0 w 1"/>
                <a:gd name="txT" fmla="*/ 0 h 962"/>
                <a:gd name="txR" fmla="*/ 1 w 1"/>
                <a:gd name="txB" fmla="*/ 962 h 962"/>
              </a:gdLst>
              <a:ahLst/>
              <a:cxnLst>
                <a:cxn ang="0">
                  <a:pos x="0" y="962"/>
                </a:cxn>
                <a:cxn ang="0">
                  <a:pos x="0" y="0"/>
                </a:cxn>
                <a:cxn ang="0">
                  <a:pos x="0" y="962"/>
                </a:cxn>
                <a:cxn ang="0">
                  <a:pos x="0" y="962"/>
                </a:cxn>
              </a:cxnLst>
              <a:rect l="txL" t="txT" r="txR" b="txB"/>
              <a:pathLst>
                <a:path w="1" h="962">
                  <a:moveTo>
                    <a:pt x="0" y="962"/>
                  </a:moveTo>
                  <a:lnTo>
                    <a:pt x="0" y="0"/>
                  </a:lnTo>
                  <a:lnTo>
                    <a:pt x="0" y="96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53" name="Freeform 142"/>
            <p:cNvSpPr>
              <a:spLocks noEditPoints="1"/>
            </p:cNvSpPr>
            <p:nvPr/>
          </p:nvSpPr>
          <p:spPr>
            <a:xfrm>
              <a:off x="3298" y="1783"/>
              <a:ext cx="862" cy="1"/>
            </a:xfrm>
            <a:custGeom>
              <a:avLst/>
              <a:gdLst>
                <a:gd name="txL" fmla="*/ 0 w 862"/>
                <a:gd name="txT" fmla="*/ 0 h 1"/>
                <a:gd name="txR" fmla="*/ 862 w 862"/>
                <a:gd name="txB" fmla="*/ 1 h 1"/>
              </a:gdLst>
              <a:ahLst/>
              <a:cxnLst>
                <a:cxn ang="0">
                  <a:pos x="862" y="0"/>
                </a:cxn>
                <a:cxn ang="0">
                  <a:pos x="0" y="0"/>
                </a:cxn>
                <a:cxn ang="0">
                  <a:pos x="862" y="0"/>
                </a:cxn>
                <a:cxn ang="0">
                  <a:pos x="862" y="0"/>
                </a:cxn>
                <a:cxn ang="0">
                  <a:pos x="862" y="0"/>
                </a:cxn>
                <a:cxn ang="0">
                  <a:pos x="862" y="0"/>
                </a:cxn>
                <a:cxn ang="0">
                  <a:pos x="862" y="0"/>
                </a:cxn>
              </a:cxnLst>
              <a:rect l="txL" t="txT" r="txR" b="txB"/>
              <a:pathLst>
                <a:path w="862" h="1">
                  <a:moveTo>
                    <a:pt x="862" y="0"/>
                  </a:moveTo>
                  <a:lnTo>
                    <a:pt x="0" y="0"/>
                  </a:lnTo>
                  <a:lnTo>
                    <a:pt x="862" y="0"/>
                  </a:lnTo>
                  <a:close/>
                  <a:moveTo>
                    <a:pt x="862" y="0"/>
                  </a:moveTo>
                  <a:lnTo>
                    <a:pt x="862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54" name="Freeform 143"/>
            <p:cNvSpPr>
              <a:spLocks noEditPoints="1"/>
            </p:cNvSpPr>
            <p:nvPr/>
          </p:nvSpPr>
          <p:spPr>
            <a:xfrm>
              <a:off x="3298" y="1783"/>
              <a:ext cx="1" cy="962"/>
            </a:xfrm>
            <a:custGeom>
              <a:avLst/>
              <a:gdLst>
                <a:gd name="txL" fmla="*/ 0 w 1"/>
                <a:gd name="txT" fmla="*/ 0 h 962"/>
                <a:gd name="txR" fmla="*/ 1 w 1"/>
                <a:gd name="txB" fmla="*/ 962 h 962"/>
              </a:gdLst>
              <a:ahLst/>
              <a:cxnLst>
                <a:cxn ang="0">
                  <a:pos x="0" y="0"/>
                </a:cxn>
                <a:cxn ang="0">
                  <a:pos x="0" y="96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962">
                  <a:moveTo>
                    <a:pt x="0" y="0"/>
                  </a:moveTo>
                  <a:lnTo>
                    <a:pt x="0" y="962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55" name="Freeform 144"/>
            <p:cNvSpPr>
              <a:spLocks noEditPoints="1"/>
            </p:cNvSpPr>
            <p:nvPr/>
          </p:nvSpPr>
          <p:spPr>
            <a:xfrm>
              <a:off x="3298" y="2745"/>
              <a:ext cx="862" cy="1"/>
            </a:xfrm>
            <a:custGeom>
              <a:avLst/>
              <a:gdLst>
                <a:gd name="txL" fmla="*/ 0 w 862"/>
                <a:gd name="txT" fmla="*/ 0 h 1"/>
                <a:gd name="txR" fmla="*/ 862 w 862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86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862" h="1">
                  <a:moveTo>
                    <a:pt x="0" y="0"/>
                  </a:moveTo>
                  <a:lnTo>
                    <a:pt x="862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56" name="Freeform 145"/>
            <p:cNvSpPr/>
            <p:nvPr/>
          </p:nvSpPr>
          <p:spPr>
            <a:xfrm>
              <a:off x="4160" y="2745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57" name="Freeform 146"/>
            <p:cNvSpPr/>
            <p:nvPr/>
          </p:nvSpPr>
          <p:spPr>
            <a:xfrm>
              <a:off x="4160" y="2745"/>
              <a:ext cx="861" cy="1"/>
            </a:xfrm>
            <a:custGeom>
              <a:avLst/>
              <a:gdLst>
                <a:gd name="txL" fmla="*/ 0 w 861"/>
                <a:gd name="txT" fmla="*/ 0 h 1"/>
                <a:gd name="txR" fmla="*/ 861 w 86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861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861" h="1">
                  <a:moveTo>
                    <a:pt x="0" y="0"/>
                  </a:moveTo>
                  <a:lnTo>
                    <a:pt x="8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58" name="Freeform 147"/>
            <p:cNvSpPr>
              <a:spLocks noEditPoints="1"/>
            </p:cNvSpPr>
            <p:nvPr/>
          </p:nvSpPr>
          <p:spPr>
            <a:xfrm>
              <a:off x="5021" y="1783"/>
              <a:ext cx="1" cy="962"/>
            </a:xfrm>
            <a:custGeom>
              <a:avLst/>
              <a:gdLst>
                <a:gd name="txL" fmla="*/ 0 w 1"/>
                <a:gd name="txT" fmla="*/ 0 h 962"/>
                <a:gd name="txR" fmla="*/ 1 w 1"/>
                <a:gd name="txB" fmla="*/ 962 h 962"/>
              </a:gdLst>
              <a:ahLst/>
              <a:cxnLst>
                <a:cxn ang="0">
                  <a:pos x="0" y="962"/>
                </a:cxn>
                <a:cxn ang="0">
                  <a:pos x="0" y="0"/>
                </a:cxn>
                <a:cxn ang="0">
                  <a:pos x="0" y="962"/>
                </a:cxn>
                <a:cxn ang="0">
                  <a:pos x="0" y="962"/>
                </a:cxn>
                <a:cxn ang="0">
                  <a:pos x="0" y="962"/>
                </a:cxn>
                <a:cxn ang="0">
                  <a:pos x="0" y="962"/>
                </a:cxn>
                <a:cxn ang="0">
                  <a:pos x="0" y="962"/>
                </a:cxn>
              </a:cxnLst>
              <a:rect l="txL" t="txT" r="txR" b="txB"/>
              <a:pathLst>
                <a:path w="1" h="962">
                  <a:moveTo>
                    <a:pt x="0" y="962"/>
                  </a:moveTo>
                  <a:lnTo>
                    <a:pt x="0" y="0"/>
                  </a:lnTo>
                  <a:lnTo>
                    <a:pt x="0" y="962"/>
                  </a:lnTo>
                  <a:close/>
                  <a:moveTo>
                    <a:pt x="0" y="962"/>
                  </a:moveTo>
                  <a:lnTo>
                    <a:pt x="0" y="96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59" name="Freeform 148"/>
            <p:cNvSpPr>
              <a:spLocks noEditPoints="1"/>
            </p:cNvSpPr>
            <p:nvPr/>
          </p:nvSpPr>
          <p:spPr>
            <a:xfrm>
              <a:off x="4160" y="1783"/>
              <a:ext cx="861" cy="1"/>
            </a:xfrm>
            <a:custGeom>
              <a:avLst/>
              <a:gdLst>
                <a:gd name="txL" fmla="*/ 0 w 861"/>
                <a:gd name="txT" fmla="*/ 0 h 1"/>
                <a:gd name="txR" fmla="*/ 861 w 861"/>
                <a:gd name="txB" fmla="*/ 1 h 1"/>
              </a:gdLst>
              <a:ahLst/>
              <a:cxnLst>
                <a:cxn ang="0">
                  <a:pos x="861" y="0"/>
                </a:cxn>
                <a:cxn ang="0">
                  <a:pos x="0" y="0"/>
                </a:cxn>
                <a:cxn ang="0">
                  <a:pos x="861" y="0"/>
                </a:cxn>
                <a:cxn ang="0">
                  <a:pos x="861" y="0"/>
                </a:cxn>
                <a:cxn ang="0">
                  <a:pos x="861" y="0"/>
                </a:cxn>
                <a:cxn ang="0">
                  <a:pos x="861" y="0"/>
                </a:cxn>
                <a:cxn ang="0">
                  <a:pos x="861" y="0"/>
                </a:cxn>
              </a:cxnLst>
              <a:rect l="txL" t="txT" r="txR" b="txB"/>
              <a:pathLst>
                <a:path w="861" h="1">
                  <a:moveTo>
                    <a:pt x="861" y="0"/>
                  </a:moveTo>
                  <a:lnTo>
                    <a:pt x="0" y="0"/>
                  </a:lnTo>
                  <a:lnTo>
                    <a:pt x="861" y="0"/>
                  </a:lnTo>
                  <a:close/>
                  <a:moveTo>
                    <a:pt x="861" y="0"/>
                  </a:moveTo>
                  <a:lnTo>
                    <a:pt x="861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60" name="Freeform 149"/>
            <p:cNvSpPr/>
            <p:nvPr/>
          </p:nvSpPr>
          <p:spPr>
            <a:xfrm>
              <a:off x="3298" y="1294"/>
              <a:ext cx="862" cy="1"/>
            </a:xfrm>
            <a:custGeom>
              <a:avLst/>
              <a:gdLst>
                <a:gd name="txL" fmla="*/ 0 w 862"/>
                <a:gd name="txT" fmla="*/ 0 h 1"/>
                <a:gd name="txR" fmla="*/ 862 w 862"/>
                <a:gd name="txB" fmla="*/ 1 h 1"/>
              </a:gdLst>
              <a:ahLst/>
              <a:cxnLst>
                <a:cxn ang="0">
                  <a:pos x="862" y="0"/>
                </a:cxn>
                <a:cxn ang="0">
                  <a:pos x="0" y="0"/>
                </a:cxn>
                <a:cxn ang="0">
                  <a:pos x="862" y="0"/>
                </a:cxn>
                <a:cxn ang="0">
                  <a:pos x="862" y="0"/>
                </a:cxn>
              </a:cxnLst>
              <a:rect l="txL" t="txT" r="txR" b="txB"/>
              <a:pathLst>
                <a:path w="862" h="1">
                  <a:moveTo>
                    <a:pt x="862" y="0"/>
                  </a:moveTo>
                  <a:lnTo>
                    <a:pt x="0" y="0"/>
                  </a:lnTo>
                  <a:lnTo>
                    <a:pt x="862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61" name="Freeform 150"/>
            <p:cNvSpPr>
              <a:spLocks noEditPoints="1"/>
            </p:cNvSpPr>
            <p:nvPr/>
          </p:nvSpPr>
          <p:spPr>
            <a:xfrm>
              <a:off x="3298" y="1294"/>
              <a:ext cx="1" cy="489"/>
            </a:xfrm>
            <a:custGeom>
              <a:avLst/>
              <a:gdLst>
                <a:gd name="txL" fmla="*/ 0 w 1"/>
                <a:gd name="txT" fmla="*/ 0 h 489"/>
                <a:gd name="txR" fmla="*/ 1 w 1"/>
                <a:gd name="txB" fmla="*/ 489 h 489"/>
              </a:gdLst>
              <a:ahLst/>
              <a:cxnLst>
                <a:cxn ang="0">
                  <a:pos x="0" y="0"/>
                </a:cxn>
                <a:cxn ang="0">
                  <a:pos x="0" y="489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489">
                  <a:moveTo>
                    <a:pt x="0" y="0"/>
                  </a:moveTo>
                  <a:lnTo>
                    <a:pt x="0" y="489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62" name="Freeform 151"/>
            <p:cNvSpPr/>
            <p:nvPr/>
          </p:nvSpPr>
          <p:spPr>
            <a:xfrm>
              <a:off x="5021" y="1294"/>
              <a:ext cx="1" cy="489"/>
            </a:xfrm>
            <a:custGeom>
              <a:avLst/>
              <a:gdLst>
                <a:gd name="txL" fmla="*/ 0 w 1"/>
                <a:gd name="txT" fmla="*/ 0 h 489"/>
                <a:gd name="txR" fmla="*/ 1 w 1"/>
                <a:gd name="txB" fmla="*/ 489 h 489"/>
              </a:gdLst>
              <a:ahLst/>
              <a:cxnLst>
                <a:cxn ang="0">
                  <a:pos x="0" y="489"/>
                </a:cxn>
                <a:cxn ang="0">
                  <a:pos x="0" y="0"/>
                </a:cxn>
                <a:cxn ang="0">
                  <a:pos x="0" y="489"/>
                </a:cxn>
                <a:cxn ang="0">
                  <a:pos x="0" y="489"/>
                </a:cxn>
              </a:cxnLst>
              <a:rect l="txL" t="txT" r="txR" b="txB"/>
              <a:pathLst>
                <a:path w="1" h="489">
                  <a:moveTo>
                    <a:pt x="0" y="489"/>
                  </a:moveTo>
                  <a:lnTo>
                    <a:pt x="0" y="0"/>
                  </a:lnTo>
                  <a:lnTo>
                    <a:pt x="0" y="48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63" name="Freeform 152"/>
            <p:cNvSpPr>
              <a:spLocks noEditPoints="1"/>
            </p:cNvSpPr>
            <p:nvPr/>
          </p:nvSpPr>
          <p:spPr>
            <a:xfrm>
              <a:off x="4160" y="1294"/>
              <a:ext cx="861" cy="1"/>
            </a:xfrm>
            <a:custGeom>
              <a:avLst/>
              <a:gdLst>
                <a:gd name="txL" fmla="*/ 0 w 861"/>
                <a:gd name="txT" fmla="*/ 0 h 1"/>
                <a:gd name="txR" fmla="*/ 861 w 861"/>
                <a:gd name="txB" fmla="*/ 1 h 1"/>
              </a:gdLst>
              <a:ahLst/>
              <a:cxnLst>
                <a:cxn ang="0">
                  <a:pos x="861" y="0"/>
                </a:cxn>
                <a:cxn ang="0">
                  <a:pos x="0" y="0"/>
                </a:cxn>
                <a:cxn ang="0">
                  <a:pos x="861" y="0"/>
                </a:cxn>
                <a:cxn ang="0">
                  <a:pos x="861" y="0"/>
                </a:cxn>
                <a:cxn ang="0">
                  <a:pos x="861" y="0"/>
                </a:cxn>
                <a:cxn ang="0">
                  <a:pos x="861" y="0"/>
                </a:cxn>
                <a:cxn ang="0">
                  <a:pos x="861" y="0"/>
                </a:cxn>
              </a:cxnLst>
              <a:rect l="txL" t="txT" r="txR" b="txB"/>
              <a:pathLst>
                <a:path w="861" h="1">
                  <a:moveTo>
                    <a:pt x="861" y="0"/>
                  </a:moveTo>
                  <a:lnTo>
                    <a:pt x="0" y="0"/>
                  </a:lnTo>
                  <a:lnTo>
                    <a:pt x="861" y="0"/>
                  </a:lnTo>
                  <a:close/>
                  <a:moveTo>
                    <a:pt x="861" y="0"/>
                  </a:moveTo>
                  <a:lnTo>
                    <a:pt x="861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64" name="Freeform 153"/>
            <p:cNvSpPr>
              <a:spLocks noEditPoints="1"/>
            </p:cNvSpPr>
            <p:nvPr/>
          </p:nvSpPr>
          <p:spPr>
            <a:xfrm>
              <a:off x="4082" y="1091"/>
              <a:ext cx="48" cy="89"/>
            </a:xfrm>
            <a:custGeom>
              <a:avLst/>
              <a:gdLst>
                <a:gd name="txL" fmla="*/ 0 w 48"/>
                <a:gd name="txT" fmla="*/ 0 h 89"/>
                <a:gd name="txR" fmla="*/ 48 w 48"/>
                <a:gd name="txB" fmla="*/ 89 h 89"/>
              </a:gdLst>
              <a:ahLst/>
              <a:cxnLst>
                <a:cxn ang="0">
                  <a:pos x="48" y="59"/>
                </a:cxn>
                <a:cxn ang="0">
                  <a:pos x="36" y="59"/>
                </a:cxn>
                <a:cxn ang="0">
                  <a:pos x="36" y="0"/>
                </a:cxn>
                <a:cxn ang="0">
                  <a:pos x="30" y="0"/>
                </a:cxn>
                <a:cxn ang="0">
                  <a:pos x="0" y="59"/>
                </a:cxn>
                <a:cxn ang="0">
                  <a:pos x="0" y="65"/>
                </a:cxn>
                <a:cxn ang="0">
                  <a:pos x="30" y="65"/>
                </a:cxn>
                <a:cxn ang="0">
                  <a:pos x="30" y="89"/>
                </a:cxn>
                <a:cxn ang="0">
                  <a:pos x="36" y="89"/>
                </a:cxn>
                <a:cxn ang="0">
                  <a:pos x="36" y="65"/>
                </a:cxn>
                <a:cxn ang="0">
                  <a:pos x="48" y="65"/>
                </a:cxn>
                <a:cxn ang="0">
                  <a:pos x="48" y="59"/>
                </a:cxn>
                <a:cxn ang="0">
                  <a:pos x="30" y="59"/>
                </a:cxn>
                <a:cxn ang="0">
                  <a:pos x="6" y="59"/>
                </a:cxn>
                <a:cxn ang="0">
                  <a:pos x="30" y="12"/>
                </a:cxn>
                <a:cxn ang="0">
                  <a:pos x="30" y="12"/>
                </a:cxn>
                <a:cxn ang="0">
                  <a:pos x="30" y="59"/>
                </a:cxn>
              </a:cxnLst>
              <a:rect l="txL" t="txT" r="txR" b="txB"/>
              <a:pathLst>
                <a:path w="48" h="89">
                  <a:moveTo>
                    <a:pt x="48" y="59"/>
                  </a:moveTo>
                  <a:lnTo>
                    <a:pt x="36" y="59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0" y="59"/>
                  </a:lnTo>
                  <a:lnTo>
                    <a:pt x="0" y="65"/>
                  </a:lnTo>
                  <a:lnTo>
                    <a:pt x="30" y="65"/>
                  </a:lnTo>
                  <a:lnTo>
                    <a:pt x="30" y="89"/>
                  </a:lnTo>
                  <a:lnTo>
                    <a:pt x="36" y="89"/>
                  </a:lnTo>
                  <a:lnTo>
                    <a:pt x="36" y="65"/>
                  </a:lnTo>
                  <a:lnTo>
                    <a:pt x="48" y="65"/>
                  </a:lnTo>
                  <a:lnTo>
                    <a:pt x="48" y="59"/>
                  </a:lnTo>
                  <a:close/>
                  <a:moveTo>
                    <a:pt x="30" y="59"/>
                  </a:moveTo>
                  <a:lnTo>
                    <a:pt x="6" y="59"/>
                  </a:lnTo>
                  <a:lnTo>
                    <a:pt x="30" y="12"/>
                  </a:lnTo>
                  <a:lnTo>
                    <a:pt x="30" y="5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65" name="Freeform 154"/>
            <p:cNvSpPr/>
            <p:nvPr/>
          </p:nvSpPr>
          <p:spPr>
            <a:xfrm>
              <a:off x="4160" y="1091"/>
              <a:ext cx="71" cy="89"/>
            </a:xfrm>
            <a:custGeom>
              <a:avLst/>
              <a:gdLst>
                <a:gd name="txL" fmla="*/ 0 w 71"/>
                <a:gd name="txT" fmla="*/ 0 h 89"/>
                <a:gd name="txR" fmla="*/ 71 w 71"/>
                <a:gd name="txB" fmla="*/ 89 h 89"/>
              </a:gdLst>
              <a:ahLst/>
              <a:cxnLst>
                <a:cxn ang="0">
                  <a:pos x="29" y="71"/>
                </a:cxn>
                <a:cxn ang="0">
                  <a:pos x="23" y="65"/>
                </a:cxn>
                <a:cxn ang="0">
                  <a:pos x="17" y="54"/>
                </a:cxn>
                <a:cxn ang="0">
                  <a:pos x="12" y="30"/>
                </a:cxn>
                <a:cxn ang="0">
                  <a:pos x="23" y="6"/>
                </a:cxn>
                <a:cxn ang="0">
                  <a:pos x="29" y="6"/>
                </a:cxn>
                <a:cxn ang="0">
                  <a:pos x="35" y="0"/>
                </a:cxn>
                <a:cxn ang="0">
                  <a:pos x="47" y="6"/>
                </a:cxn>
                <a:cxn ang="0">
                  <a:pos x="53" y="6"/>
                </a:cxn>
                <a:cxn ang="0">
                  <a:pos x="59" y="30"/>
                </a:cxn>
                <a:cxn ang="0">
                  <a:pos x="59" y="54"/>
                </a:cxn>
                <a:cxn ang="0">
                  <a:pos x="53" y="65"/>
                </a:cxn>
                <a:cxn ang="0">
                  <a:pos x="47" y="71"/>
                </a:cxn>
                <a:cxn ang="0">
                  <a:pos x="41" y="89"/>
                </a:cxn>
                <a:cxn ang="0">
                  <a:pos x="71" y="89"/>
                </a:cxn>
                <a:cxn ang="0">
                  <a:pos x="71" y="65"/>
                </a:cxn>
                <a:cxn ang="0">
                  <a:pos x="71" y="65"/>
                </a:cxn>
                <a:cxn ang="0">
                  <a:pos x="71" y="77"/>
                </a:cxn>
                <a:cxn ang="0">
                  <a:pos x="65" y="77"/>
                </a:cxn>
                <a:cxn ang="0">
                  <a:pos x="47" y="77"/>
                </a:cxn>
                <a:cxn ang="0">
                  <a:pos x="47" y="71"/>
                </a:cxn>
                <a:cxn ang="0">
                  <a:pos x="59" y="65"/>
                </a:cxn>
                <a:cxn ang="0">
                  <a:pos x="65" y="59"/>
                </a:cxn>
                <a:cxn ang="0">
                  <a:pos x="71" y="36"/>
                </a:cxn>
                <a:cxn ang="0">
                  <a:pos x="65" y="18"/>
                </a:cxn>
                <a:cxn ang="0">
                  <a:pos x="59" y="6"/>
                </a:cxn>
                <a:cxn ang="0">
                  <a:pos x="53" y="6"/>
                </a:cxn>
                <a:cxn ang="0">
                  <a:pos x="47" y="0"/>
                </a:cxn>
                <a:cxn ang="0">
                  <a:pos x="35" y="0"/>
                </a:cxn>
                <a:cxn ang="0">
                  <a:pos x="29" y="0"/>
                </a:cxn>
                <a:cxn ang="0">
                  <a:pos x="17" y="6"/>
                </a:cxn>
                <a:cxn ang="0">
                  <a:pos x="12" y="6"/>
                </a:cxn>
                <a:cxn ang="0">
                  <a:pos x="6" y="18"/>
                </a:cxn>
                <a:cxn ang="0">
                  <a:pos x="0" y="36"/>
                </a:cxn>
                <a:cxn ang="0">
                  <a:pos x="6" y="59"/>
                </a:cxn>
                <a:cxn ang="0">
                  <a:pos x="17" y="65"/>
                </a:cxn>
                <a:cxn ang="0">
                  <a:pos x="23" y="71"/>
                </a:cxn>
                <a:cxn ang="0">
                  <a:pos x="23" y="77"/>
                </a:cxn>
                <a:cxn ang="0">
                  <a:pos x="12" y="77"/>
                </a:cxn>
                <a:cxn ang="0">
                  <a:pos x="6" y="77"/>
                </a:cxn>
                <a:cxn ang="0">
                  <a:pos x="6" y="65"/>
                </a:cxn>
                <a:cxn ang="0">
                  <a:pos x="0" y="65"/>
                </a:cxn>
                <a:cxn ang="0">
                  <a:pos x="0" y="89"/>
                </a:cxn>
                <a:cxn ang="0">
                  <a:pos x="29" y="89"/>
                </a:cxn>
                <a:cxn ang="0">
                  <a:pos x="29" y="71"/>
                </a:cxn>
              </a:cxnLst>
              <a:rect l="txL" t="txT" r="txR" b="txB"/>
              <a:pathLst>
                <a:path w="71" h="89">
                  <a:moveTo>
                    <a:pt x="29" y="71"/>
                  </a:moveTo>
                  <a:lnTo>
                    <a:pt x="23" y="65"/>
                  </a:lnTo>
                  <a:lnTo>
                    <a:pt x="17" y="54"/>
                  </a:lnTo>
                  <a:lnTo>
                    <a:pt x="12" y="30"/>
                  </a:lnTo>
                  <a:lnTo>
                    <a:pt x="23" y="6"/>
                  </a:lnTo>
                  <a:lnTo>
                    <a:pt x="29" y="6"/>
                  </a:lnTo>
                  <a:lnTo>
                    <a:pt x="35" y="0"/>
                  </a:lnTo>
                  <a:lnTo>
                    <a:pt x="47" y="6"/>
                  </a:lnTo>
                  <a:lnTo>
                    <a:pt x="53" y="6"/>
                  </a:lnTo>
                  <a:lnTo>
                    <a:pt x="59" y="30"/>
                  </a:lnTo>
                  <a:lnTo>
                    <a:pt x="59" y="54"/>
                  </a:lnTo>
                  <a:lnTo>
                    <a:pt x="53" y="65"/>
                  </a:lnTo>
                  <a:lnTo>
                    <a:pt x="47" y="71"/>
                  </a:lnTo>
                  <a:lnTo>
                    <a:pt x="41" y="89"/>
                  </a:lnTo>
                  <a:lnTo>
                    <a:pt x="71" y="89"/>
                  </a:lnTo>
                  <a:lnTo>
                    <a:pt x="71" y="65"/>
                  </a:lnTo>
                  <a:lnTo>
                    <a:pt x="71" y="77"/>
                  </a:lnTo>
                  <a:lnTo>
                    <a:pt x="65" y="77"/>
                  </a:lnTo>
                  <a:lnTo>
                    <a:pt x="47" y="77"/>
                  </a:lnTo>
                  <a:lnTo>
                    <a:pt x="47" y="71"/>
                  </a:lnTo>
                  <a:lnTo>
                    <a:pt x="59" y="65"/>
                  </a:lnTo>
                  <a:lnTo>
                    <a:pt x="65" y="59"/>
                  </a:lnTo>
                  <a:lnTo>
                    <a:pt x="71" y="36"/>
                  </a:lnTo>
                  <a:lnTo>
                    <a:pt x="65" y="18"/>
                  </a:lnTo>
                  <a:lnTo>
                    <a:pt x="59" y="6"/>
                  </a:lnTo>
                  <a:lnTo>
                    <a:pt x="53" y="6"/>
                  </a:lnTo>
                  <a:lnTo>
                    <a:pt x="47" y="0"/>
                  </a:lnTo>
                  <a:lnTo>
                    <a:pt x="35" y="0"/>
                  </a:lnTo>
                  <a:lnTo>
                    <a:pt x="29" y="0"/>
                  </a:lnTo>
                  <a:lnTo>
                    <a:pt x="17" y="6"/>
                  </a:lnTo>
                  <a:lnTo>
                    <a:pt x="12" y="6"/>
                  </a:lnTo>
                  <a:lnTo>
                    <a:pt x="6" y="18"/>
                  </a:lnTo>
                  <a:lnTo>
                    <a:pt x="0" y="36"/>
                  </a:lnTo>
                  <a:lnTo>
                    <a:pt x="6" y="59"/>
                  </a:lnTo>
                  <a:lnTo>
                    <a:pt x="17" y="65"/>
                  </a:lnTo>
                  <a:lnTo>
                    <a:pt x="23" y="71"/>
                  </a:lnTo>
                  <a:lnTo>
                    <a:pt x="23" y="77"/>
                  </a:lnTo>
                  <a:lnTo>
                    <a:pt x="12" y="77"/>
                  </a:lnTo>
                  <a:lnTo>
                    <a:pt x="6" y="77"/>
                  </a:lnTo>
                  <a:lnTo>
                    <a:pt x="6" y="65"/>
                  </a:lnTo>
                  <a:lnTo>
                    <a:pt x="0" y="65"/>
                  </a:lnTo>
                  <a:lnTo>
                    <a:pt x="0" y="89"/>
                  </a:lnTo>
                  <a:lnTo>
                    <a:pt x="29" y="89"/>
                  </a:lnTo>
                  <a:lnTo>
                    <a:pt x="29" y="7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66" name="Freeform 155"/>
            <p:cNvSpPr>
              <a:spLocks noEditPoints="1"/>
            </p:cNvSpPr>
            <p:nvPr/>
          </p:nvSpPr>
          <p:spPr>
            <a:xfrm>
              <a:off x="4243" y="2213"/>
              <a:ext cx="48" cy="90"/>
            </a:xfrm>
            <a:custGeom>
              <a:avLst/>
              <a:gdLst>
                <a:gd name="txL" fmla="*/ 0 w 48"/>
                <a:gd name="txT" fmla="*/ 0 h 90"/>
                <a:gd name="txR" fmla="*/ 48 w 48"/>
                <a:gd name="txB" fmla="*/ 90 h 90"/>
              </a:gdLst>
              <a:ahLst/>
              <a:cxnLst>
                <a:cxn ang="0">
                  <a:pos x="48" y="60"/>
                </a:cxn>
                <a:cxn ang="0">
                  <a:pos x="36" y="60"/>
                </a:cxn>
                <a:cxn ang="0">
                  <a:pos x="36" y="0"/>
                </a:cxn>
                <a:cxn ang="0">
                  <a:pos x="36" y="0"/>
                </a:cxn>
                <a:cxn ang="0">
                  <a:pos x="0" y="60"/>
                </a:cxn>
                <a:cxn ang="0">
                  <a:pos x="0" y="66"/>
                </a:cxn>
                <a:cxn ang="0">
                  <a:pos x="30" y="66"/>
                </a:cxn>
                <a:cxn ang="0">
                  <a:pos x="30" y="90"/>
                </a:cxn>
                <a:cxn ang="0">
                  <a:pos x="36" y="90"/>
                </a:cxn>
                <a:cxn ang="0">
                  <a:pos x="36" y="66"/>
                </a:cxn>
                <a:cxn ang="0">
                  <a:pos x="48" y="66"/>
                </a:cxn>
                <a:cxn ang="0">
                  <a:pos x="48" y="60"/>
                </a:cxn>
                <a:cxn ang="0">
                  <a:pos x="30" y="60"/>
                </a:cxn>
                <a:cxn ang="0">
                  <a:pos x="6" y="60"/>
                </a:cxn>
                <a:cxn ang="0">
                  <a:pos x="30" y="12"/>
                </a:cxn>
                <a:cxn ang="0">
                  <a:pos x="30" y="12"/>
                </a:cxn>
                <a:cxn ang="0">
                  <a:pos x="30" y="60"/>
                </a:cxn>
              </a:cxnLst>
              <a:rect l="txL" t="txT" r="txR" b="txB"/>
              <a:pathLst>
                <a:path w="48" h="90">
                  <a:moveTo>
                    <a:pt x="48" y="60"/>
                  </a:moveTo>
                  <a:lnTo>
                    <a:pt x="36" y="60"/>
                  </a:lnTo>
                  <a:lnTo>
                    <a:pt x="36" y="0"/>
                  </a:lnTo>
                  <a:lnTo>
                    <a:pt x="0" y="60"/>
                  </a:lnTo>
                  <a:lnTo>
                    <a:pt x="0" y="66"/>
                  </a:lnTo>
                  <a:lnTo>
                    <a:pt x="30" y="66"/>
                  </a:lnTo>
                  <a:lnTo>
                    <a:pt x="30" y="90"/>
                  </a:lnTo>
                  <a:lnTo>
                    <a:pt x="36" y="90"/>
                  </a:lnTo>
                  <a:lnTo>
                    <a:pt x="36" y="66"/>
                  </a:lnTo>
                  <a:lnTo>
                    <a:pt x="48" y="66"/>
                  </a:lnTo>
                  <a:lnTo>
                    <a:pt x="48" y="60"/>
                  </a:lnTo>
                  <a:close/>
                  <a:moveTo>
                    <a:pt x="30" y="60"/>
                  </a:moveTo>
                  <a:lnTo>
                    <a:pt x="6" y="60"/>
                  </a:lnTo>
                  <a:lnTo>
                    <a:pt x="30" y="12"/>
                  </a:lnTo>
                  <a:lnTo>
                    <a:pt x="30" y="6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67" name="Freeform 156"/>
            <p:cNvSpPr/>
            <p:nvPr/>
          </p:nvSpPr>
          <p:spPr>
            <a:xfrm>
              <a:off x="4321" y="2207"/>
              <a:ext cx="72" cy="96"/>
            </a:xfrm>
            <a:custGeom>
              <a:avLst/>
              <a:gdLst>
                <a:gd name="txL" fmla="*/ 0 w 72"/>
                <a:gd name="txT" fmla="*/ 0 h 96"/>
                <a:gd name="txR" fmla="*/ 72 w 72"/>
                <a:gd name="txB" fmla="*/ 96 h 96"/>
              </a:gdLst>
              <a:ahLst/>
              <a:cxnLst>
                <a:cxn ang="0">
                  <a:pos x="30" y="72"/>
                </a:cxn>
                <a:cxn ang="0">
                  <a:pos x="24" y="72"/>
                </a:cxn>
                <a:cxn ang="0">
                  <a:pos x="18" y="60"/>
                </a:cxn>
                <a:cxn ang="0">
                  <a:pos x="18" y="36"/>
                </a:cxn>
                <a:cxn ang="0">
                  <a:pos x="18" y="24"/>
                </a:cxn>
                <a:cxn ang="0">
                  <a:pos x="24" y="12"/>
                </a:cxn>
                <a:cxn ang="0">
                  <a:pos x="30" y="6"/>
                </a:cxn>
                <a:cxn ang="0">
                  <a:pos x="36" y="6"/>
                </a:cxn>
                <a:cxn ang="0">
                  <a:pos x="48" y="6"/>
                </a:cxn>
                <a:cxn ang="0">
                  <a:pos x="54" y="12"/>
                </a:cxn>
                <a:cxn ang="0">
                  <a:pos x="60" y="36"/>
                </a:cxn>
                <a:cxn ang="0">
                  <a:pos x="60" y="60"/>
                </a:cxn>
                <a:cxn ang="0">
                  <a:pos x="54" y="72"/>
                </a:cxn>
                <a:cxn ang="0">
                  <a:pos x="48" y="72"/>
                </a:cxn>
                <a:cxn ang="0">
                  <a:pos x="42" y="96"/>
                </a:cxn>
                <a:cxn ang="0">
                  <a:pos x="72" y="96"/>
                </a:cxn>
                <a:cxn ang="0">
                  <a:pos x="72" y="72"/>
                </a:cxn>
                <a:cxn ang="0">
                  <a:pos x="72" y="72"/>
                </a:cxn>
                <a:cxn ang="0">
                  <a:pos x="72" y="78"/>
                </a:cxn>
                <a:cxn ang="0">
                  <a:pos x="66" y="78"/>
                </a:cxn>
                <a:cxn ang="0">
                  <a:pos x="48" y="78"/>
                </a:cxn>
                <a:cxn ang="0">
                  <a:pos x="48" y="78"/>
                </a:cxn>
                <a:cxn ang="0">
                  <a:pos x="60" y="72"/>
                </a:cxn>
                <a:cxn ang="0">
                  <a:pos x="66" y="60"/>
                </a:cxn>
                <a:cxn ang="0">
                  <a:pos x="72" y="42"/>
                </a:cxn>
                <a:cxn ang="0">
                  <a:pos x="66" y="24"/>
                </a:cxn>
                <a:cxn ang="0">
                  <a:pos x="66" y="12"/>
                </a:cxn>
                <a:cxn ang="0">
                  <a:pos x="60" y="6"/>
                </a:cxn>
                <a:cxn ang="0">
                  <a:pos x="48" y="6"/>
                </a:cxn>
                <a:cxn ang="0">
                  <a:pos x="36" y="0"/>
                </a:cxn>
                <a:cxn ang="0">
                  <a:pos x="30" y="6"/>
                </a:cxn>
                <a:cxn ang="0">
                  <a:pos x="18" y="6"/>
                </a:cxn>
                <a:cxn ang="0">
                  <a:pos x="12" y="12"/>
                </a:cxn>
                <a:cxn ang="0">
                  <a:pos x="6" y="24"/>
                </a:cxn>
                <a:cxn ang="0">
                  <a:pos x="6" y="42"/>
                </a:cxn>
                <a:cxn ang="0">
                  <a:pos x="6" y="48"/>
                </a:cxn>
                <a:cxn ang="0">
                  <a:pos x="12" y="60"/>
                </a:cxn>
                <a:cxn ang="0">
                  <a:pos x="18" y="72"/>
                </a:cxn>
                <a:cxn ang="0">
                  <a:pos x="24" y="78"/>
                </a:cxn>
                <a:cxn ang="0">
                  <a:pos x="24" y="78"/>
                </a:cxn>
                <a:cxn ang="0">
                  <a:pos x="12" y="78"/>
                </a:cxn>
                <a:cxn ang="0">
                  <a:pos x="6" y="78"/>
                </a:cxn>
                <a:cxn ang="0">
                  <a:pos x="6" y="72"/>
                </a:cxn>
                <a:cxn ang="0">
                  <a:pos x="0" y="72"/>
                </a:cxn>
                <a:cxn ang="0">
                  <a:pos x="0" y="96"/>
                </a:cxn>
                <a:cxn ang="0">
                  <a:pos x="30" y="96"/>
                </a:cxn>
                <a:cxn ang="0">
                  <a:pos x="30" y="72"/>
                </a:cxn>
              </a:cxnLst>
              <a:rect l="txL" t="txT" r="txR" b="txB"/>
              <a:pathLst>
                <a:path w="72" h="96">
                  <a:moveTo>
                    <a:pt x="30" y="72"/>
                  </a:moveTo>
                  <a:lnTo>
                    <a:pt x="24" y="72"/>
                  </a:lnTo>
                  <a:lnTo>
                    <a:pt x="18" y="60"/>
                  </a:lnTo>
                  <a:lnTo>
                    <a:pt x="18" y="36"/>
                  </a:lnTo>
                  <a:lnTo>
                    <a:pt x="18" y="24"/>
                  </a:lnTo>
                  <a:lnTo>
                    <a:pt x="24" y="12"/>
                  </a:lnTo>
                  <a:lnTo>
                    <a:pt x="30" y="6"/>
                  </a:lnTo>
                  <a:lnTo>
                    <a:pt x="36" y="6"/>
                  </a:lnTo>
                  <a:lnTo>
                    <a:pt x="48" y="6"/>
                  </a:lnTo>
                  <a:lnTo>
                    <a:pt x="54" y="12"/>
                  </a:lnTo>
                  <a:lnTo>
                    <a:pt x="60" y="36"/>
                  </a:lnTo>
                  <a:lnTo>
                    <a:pt x="60" y="60"/>
                  </a:lnTo>
                  <a:lnTo>
                    <a:pt x="54" y="72"/>
                  </a:lnTo>
                  <a:lnTo>
                    <a:pt x="48" y="72"/>
                  </a:lnTo>
                  <a:lnTo>
                    <a:pt x="42" y="96"/>
                  </a:lnTo>
                  <a:lnTo>
                    <a:pt x="72" y="96"/>
                  </a:lnTo>
                  <a:lnTo>
                    <a:pt x="72" y="72"/>
                  </a:lnTo>
                  <a:lnTo>
                    <a:pt x="72" y="78"/>
                  </a:lnTo>
                  <a:lnTo>
                    <a:pt x="66" y="78"/>
                  </a:lnTo>
                  <a:lnTo>
                    <a:pt x="48" y="78"/>
                  </a:lnTo>
                  <a:lnTo>
                    <a:pt x="60" y="72"/>
                  </a:lnTo>
                  <a:lnTo>
                    <a:pt x="66" y="60"/>
                  </a:lnTo>
                  <a:lnTo>
                    <a:pt x="72" y="42"/>
                  </a:lnTo>
                  <a:lnTo>
                    <a:pt x="66" y="24"/>
                  </a:lnTo>
                  <a:lnTo>
                    <a:pt x="66" y="12"/>
                  </a:lnTo>
                  <a:lnTo>
                    <a:pt x="60" y="6"/>
                  </a:lnTo>
                  <a:lnTo>
                    <a:pt x="48" y="6"/>
                  </a:lnTo>
                  <a:lnTo>
                    <a:pt x="36" y="0"/>
                  </a:lnTo>
                  <a:lnTo>
                    <a:pt x="30" y="6"/>
                  </a:lnTo>
                  <a:lnTo>
                    <a:pt x="18" y="6"/>
                  </a:lnTo>
                  <a:lnTo>
                    <a:pt x="12" y="12"/>
                  </a:lnTo>
                  <a:lnTo>
                    <a:pt x="6" y="24"/>
                  </a:lnTo>
                  <a:lnTo>
                    <a:pt x="6" y="42"/>
                  </a:lnTo>
                  <a:lnTo>
                    <a:pt x="6" y="48"/>
                  </a:lnTo>
                  <a:lnTo>
                    <a:pt x="12" y="60"/>
                  </a:lnTo>
                  <a:lnTo>
                    <a:pt x="18" y="72"/>
                  </a:lnTo>
                  <a:lnTo>
                    <a:pt x="24" y="78"/>
                  </a:lnTo>
                  <a:lnTo>
                    <a:pt x="12" y="78"/>
                  </a:lnTo>
                  <a:lnTo>
                    <a:pt x="6" y="78"/>
                  </a:lnTo>
                  <a:lnTo>
                    <a:pt x="6" y="72"/>
                  </a:lnTo>
                  <a:lnTo>
                    <a:pt x="0" y="72"/>
                  </a:lnTo>
                  <a:lnTo>
                    <a:pt x="0" y="96"/>
                  </a:lnTo>
                  <a:lnTo>
                    <a:pt x="30" y="96"/>
                  </a:lnTo>
                  <a:lnTo>
                    <a:pt x="30" y="7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68" name="Freeform 157"/>
            <p:cNvSpPr/>
            <p:nvPr/>
          </p:nvSpPr>
          <p:spPr>
            <a:xfrm>
              <a:off x="3663" y="1574"/>
              <a:ext cx="48" cy="96"/>
            </a:xfrm>
            <a:custGeom>
              <a:avLst/>
              <a:gdLst>
                <a:gd name="txL" fmla="*/ 0 w 48"/>
                <a:gd name="txT" fmla="*/ 0 h 96"/>
                <a:gd name="txR" fmla="*/ 48 w 48"/>
                <a:gd name="txB" fmla="*/ 96 h 96"/>
              </a:gdLst>
              <a:ahLst/>
              <a:cxnLst>
                <a:cxn ang="0">
                  <a:pos x="48" y="78"/>
                </a:cxn>
                <a:cxn ang="0">
                  <a:pos x="42" y="72"/>
                </a:cxn>
                <a:cxn ang="0">
                  <a:pos x="42" y="84"/>
                </a:cxn>
                <a:cxn ang="0">
                  <a:pos x="36" y="84"/>
                </a:cxn>
                <a:cxn ang="0">
                  <a:pos x="12" y="84"/>
                </a:cxn>
                <a:cxn ang="0">
                  <a:pos x="24" y="60"/>
                </a:cxn>
                <a:cxn ang="0">
                  <a:pos x="36" y="48"/>
                </a:cxn>
                <a:cxn ang="0">
                  <a:pos x="42" y="24"/>
                </a:cxn>
                <a:cxn ang="0">
                  <a:pos x="36" y="6"/>
                </a:cxn>
                <a:cxn ang="0">
                  <a:pos x="24" y="0"/>
                </a:cxn>
                <a:cxn ang="0">
                  <a:pos x="6" y="6"/>
                </a:cxn>
                <a:cxn ang="0">
                  <a:pos x="0" y="18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6" y="18"/>
                </a:cxn>
                <a:cxn ang="0">
                  <a:pos x="18" y="12"/>
                </a:cxn>
                <a:cxn ang="0">
                  <a:pos x="30" y="18"/>
                </a:cxn>
                <a:cxn ang="0">
                  <a:pos x="30" y="30"/>
                </a:cxn>
                <a:cxn ang="0">
                  <a:pos x="24" y="48"/>
                </a:cxn>
                <a:cxn ang="0">
                  <a:pos x="18" y="66"/>
                </a:cxn>
                <a:cxn ang="0">
                  <a:pos x="0" y="90"/>
                </a:cxn>
                <a:cxn ang="0">
                  <a:pos x="0" y="96"/>
                </a:cxn>
                <a:cxn ang="0">
                  <a:pos x="42" y="96"/>
                </a:cxn>
                <a:cxn ang="0">
                  <a:pos x="48" y="78"/>
                </a:cxn>
              </a:cxnLst>
              <a:rect l="txL" t="txT" r="txR" b="txB"/>
              <a:pathLst>
                <a:path w="48" h="96">
                  <a:moveTo>
                    <a:pt x="48" y="78"/>
                  </a:moveTo>
                  <a:lnTo>
                    <a:pt x="42" y="72"/>
                  </a:lnTo>
                  <a:lnTo>
                    <a:pt x="42" y="84"/>
                  </a:lnTo>
                  <a:lnTo>
                    <a:pt x="36" y="84"/>
                  </a:lnTo>
                  <a:lnTo>
                    <a:pt x="12" y="84"/>
                  </a:lnTo>
                  <a:lnTo>
                    <a:pt x="24" y="60"/>
                  </a:lnTo>
                  <a:lnTo>
                    <a:pt x="36" y="48"/>
                  </a:lnTo>
                  <a:lnTo>
                    <a:pt x="42" y="24"/>
                  </a:lnTo>
                  <a:lnTo>
                    <a:pt x="36" y="6"/>
                  </a:lnTo>
                  <a:lnTo>
                    <a:pt x="24" y="0"/>
                  </a:lnTo>
                  <a:lnTo>
                    <a:pt x="6" y="6"/>
                  </a:lnTo>
                  <a:lnTo>
                    <a:pt x="0" y="18"/>
                  </a:lnTo>
                  <a:lnTo>
                    <a:pt x="0" y="30"/>
                  </a:lnTo>
                  <a:lnTo>
                    <a:pt x="6" y="18"/>
                  </a:lnTo>
                  <a:lnTo>
                    <a:pt x="18" y="12"/>
                  </a:lnTo>
                  <a:lnTo>
                    <a:pt x="30" y="18"/>
                  </a:lnTo>
                  <a:lnTo>
                    <a:pt x="30" y="30"/>
                  </a:lnTo>
                  <a:lnTo>
                    <a:pt x="24" y="48"/>
                  </a:lnTo>
                  <a:lnTo>
                    <a:pt x="18" y="66"/>
                  </a:lnTo>
                  <a:lnTo>
                    <a:pt x="0" y="90"/>
                  </a:lnTo>
                  <a:lnTo>
                    <a:pt x="0" y="96"/>
                  </a:lnTo>
                  <a:lnTo>
                    <a:pt x="42" y="96"/>
                  </a:lnTo>
                  <a:lnTo>
                    <a:pt x="48" y="7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69" name="Freeform 158"/>
            <p:cNvSpPr/>
            <p:nvPr/>
          </p:nvSpPr>
          <p:spPr>
            <a:xfrm>
              <a:off x="3741" y="1574"/>
              <a:ext cx="72" cy="96"/>
            </a:xfrm>
            <a:custGeom>
              <a:avLst/>
              <a:gdLst>
                <a:gd name="txL" fmla="*/ 0 w 72"/>
                <a:gd name="txT" fmla="*/ 0 h 96"/>
                <a:gd name="txR" fmla="*/ 72 w 72"/>
                <a:gd name="txB" fmla="*/ 96 h 96"/>
              </a:gdLst>
              <a:ahLst/>
              <a:cxnLst>
                <a:cxn ang="0">
                  <a:pos x="30" y="72"/>
                </a:cxn>
                <a:cxn ang="0">
                  <a:pos x="24" y="72"/>
                </a:cxn>
                <a:cxn ang="0">
                  <a:pos x="18" y="60"/>
                </a:cxn>
                <a:cxn ang="0">
                  <a:pos x="12" y="36"/>
                </a:cxn>
                <a:cxn ang="0">
                  <a:pos x="18" y="12"/>
                </a:cxn>
                <a:cxn ang="0">
                  <a:pos x="30" y="6"/>
                </a:cxn>
                <a:cxn ang="0">
                  <a:pos x="36" y="6"/>
                </a:cxn>
                <a:cxn ang="0">
                  <a:pos x="42" y="6"/>
                </a:cxn>
                <a:cxn ang="0">
                  <a:pos x="48" y="12"/>
                </a:cxn>
                <a:cxn ang="0">
                  <a:pos x="60" y="36"/>
                </a:cxn>
                <a:cxn ang="0">
                  <a:pos x="54" y="60"/>
                </a:cxn>
                <a:cxn ang="0">
                  <a:pos x="48" y="72"/>
                </a:cxn>
                <a:cxn ang="0">
                  <a:pos x="42" y="72"/>
                </a:cxn>
                <a:cxn ang="0">
                  <a:pos x="42" y="96"/>
                </a:cxn>
                <a:cxn ang="0">
                  <a:pos x="72" y="96"/>
                </a:cxn>
                <a:cxn ang="0">
                  <a:pos x="72" y="72"/>
                </a:cxn>
                <a:cxn ang="0">
                  <a:pos x="72" y="72"/>
                </a:cxn>
                <a:cxn ang="0">
                  <a:pos x="66" y="78"/>
                </a:cxn>
                <a:cxn ang="0">
                  <a:pos x="60" y="78"/>
                </a:cxn>
                <a:cxn ang="0">
                  <a:pos x="48" y="78"/>
                </a:cxn>
                <a:cxn ang="0">
                  <a:pos x="48" y="78"/>
                </a:cxn>
                <a:cxn ang="0">
                  <a:pos x="60" y="72"/>
                </a:cxn>
                <a:cxn ang="0">
                  <a:pos x="66" y="60"/>
                </a:cxn>
                <a:cxn ang="0">
                  <a:pos x="72" y="42"/>
                </a:cxn>
                <a:cxn ang="0">
                  <a:pos x="66" y="24"/>
                </a:cxn>
                <a:cxn ang="0">
                  <a:pos x="60" y="12"/>
                </a:cxn>
                <a:cxn ang="0">
                  <a:pos x="54" y="6"/>
                </a:cxn>
                <a:cxn ang="0">
                  <a:pos x="48" y="0"/>
                </a:cxn>
                <a:cxn ang="0">
                  <a:pos x="36" y="0"/>
                </a:cxn>
                <a:cxn ang="0">
                  <a:pos x="24" y="0"/>
                </a:cxn>
                <a:cxn ang="0">
                  <a:pos x="18" y="6"/>
                </a:cxn>
                <a:cxn ang="0">
                  <a:pos x="12" y="12"/>
                </a:cxn>
                <a:cxn ang="0">
                  <a:pos x="6" y="24"/>
                </a:cxn>
                <a:cxn ang="0">
                  <a:pos x="0" y="42"/>
                </a:cxn>
                <a:cxn ang="0">
                  <a:pos x="6" y="60"/>
                </a:cxn>
                <a:cxn ang="0">
                  <a:pos x="18" y="72"/>
                </a:cxn>
                <a:cxn ang="0">
                  <a:pos x="24" y="78"/>
                </a:cxn>
                <a:cxn ang="0">
                  <a:pos x="24" y="78"/>
                </a:cxn>
                <a:cxn ang="0">
                  <a:pos x="6" y="78"/>
                </a:cxn>
                <a:cxn ang="0">
                  <a:pos x="0" y="78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0" y="96"/>
                </a:cxn>
                <a:cxn ang="0">
                  <a:pos x="30" y="96"/>
                </a:cxn>
                <a:cxn ang="0">
                  <a:pos x="30" y="72"/>
                </a:cxn>
              </a:cxnLst>
              <a:rect l="txL" t="txT" r="txR" b="txB"/>
              <a:pathLst>
                <a:path w="72" h="96">
                  <a:moveTo>
                    <a:pt x="30" y="72"/>
                  </a:moveTo>
                  <a:lnTo>
                    <a:pt x="24" y="72"/>
                  </a:lnTo>
                  <a:lnTo>
                    <a:pt x="18" y="60"/>
                  </a:lnTo>
                  <a:lnTo>
                    <a:pt x="12" y="36"/>
                  </a:lnTo>
                  <a:lnTo>
                    <a:pt x="18" y="12"/>
                  </a:lnTo>
                  <a:lnTo>
                    <a:pt x="30" y="6"/>
                  </a:lnTo>
                  <a:lnTo>
                    <a:pt x="36" y="6"/>
                  </a:lnTo>
                  <a:lnTo>
                    <a:pt x="42" y="6"/>
                  </a:lnTo>
                  <a:lnTo>
                    <a:pt x="48" y="12"/>
                  </a:lnTo>
                  <a:lnTo>
                    <a:pt x="60" y="36"/>
                  </a:lnTo>
                  <a:lnTo>
                    <a:pt x="54" y="60"/>
                  </a:lnTo>
                  <a:lnTo>
                    <a:pt x="48" y="72"/>
                  </a:lnTo>
                  <a:lnTo>
                    <a:pt x="42" y="72"/>
                  </a:lnTo>
                  <a:lnTo>
                    <a:pt x="42" y="96"/>
                  </a:lnTo>
                  <a:lnTo>
                    <a:pt x="72" y="96"/>
                  </a:lnTo>
                  <a:lnTo>
                    <a:pt x="72" y="72"/>
                  </a:lnTo>
                  <a:lnTo>
                    <a:pt x="66" y="78"/>
                  </a:lnTo>
                  <a:lnTo>
                    <a:pt x="60" y="78"/>
                  </a:lnTo>
                  <a:lnTo>
                    <a:pt x="48" y="78"/>
                  </a:lnTo>
                  <a:lnTo>
                    <a:pt x="60" y="72"/>
                  </a:lnTo>
                  <a:lnTo>
                    <a:pt x="66" y="60"/>
                  </a:lnTo>
                  <a:lnTo>
                    <a:pt x="72" y="42"/>
                  </a:lnTo>
                  <a:lnTo>
                    <a:pt x="66" y="24"/>
                  </a:lnTo>
                  <a:lnTo>
                    <a:pt x="60" y="12"/>
                  </a:lnTo>
                  <a:lnTo>
                    <a:pt x="54" y="6"/>
                  </a:lnTo>
                  <a:lnTo>
                    <a:pt x="48" y="0"/>
                  </a:lnTo>
                  <a:lnTo>
                    <a:pt x="36" y="0"/>
                  </a:lnTo>
                  <a:lnTo>
                    <a:pt x="24" y="0"/>
                  </a:lnTo>
                  <a:lnTo>
                    <a:pt x="18" y="6"/>
                  </a:lnTo>
                  <a:lnTo>
                    <a:pt x="12" y="12"/>
                  </a:lnTo>
                  <a:lnTo>
                    <a:pt x="6" y="24"/>
                  </a:lnTo>
                  <a:lnTo>
                    <a:pt x="0" y="42"/>
                  </a:lnTo>
                  <a:lnTo>
                    <a:pt x="6" y="60"/>
                  </a:lnTo>
                  <a:lnTo>
                    <a:pt x="18" y="72"/>
                  </a:lnTo>
                  <a:lnTo>
                    <a:pt x="24" y="78"/>
                  </a:lnTo>
                  <a:lnTo>
                    <a:pt x="6" y="78"/>
                  </a:lnTo>
                  <a:lnTo>
                    <a:pt x="0" y="78"/>
                  </a:lnTo>
                  <a:lnTo>
                    <a:pt x="0" y="72"/>
                  </a:lnTo>
                  <a:lnTo>
                    <a:pt x="0" y="96"/>
                  </a:lnTo>
                  <a:lnTo>
                    <a:pt x="30" y="96"/>
                  </a:lnTo>
                  <a:lnTo>
                    <a:pt x="30" y="7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70" name="Freeform 159"/>
            <p:cNvSpPr>
              <a:spLocks noEditPoints="1"/>
            </p:cNvSpPr>
            <p:nvPr/>
          </p:nvSpPr>
          <p:spPr>
            <a:xfrm>
              <a:off x="4518" y="1580"/>
              <a:ext cx="42" cy="90"/>
            </a:xfrm>
            <a:custGeom>
              <a:avLst/>
              <a:gdLst>
                <a:gd name="txL" fmla="*/ 0 w 42"/>
                <a:gd name="txT" fmla="*/ 0 h 90"/>
                <a:gd name="txR" fmla="*/ 42 w 42"/>
                <a:gd name="txB" fmla="*/ 90 h 90"/>
              </a:gdLst>
              <a:ahLst/>
              <a:cxnLst>
                <a:cxn ang="0">
                  <a:pos x="18" y="48"/>
                </a:cxn>
                <a:cxn ang="0">
                  <a:pos x="30" y="60"/>
                </a:cxn>
                <a:cxn ang="0">
                  <a:pos x="30" y="72"/>
                </a:cxn>
                <a:cxn ang="0">
                  <a:pos x="30" y="84"/>
                </a:cxn>
                <a:cxn ang="0">
                  <a:pos x="24" y="90"/>
                </a:cxn>
                <a:cxn ang="0">
                  <a:pos x="12" y="84"/>
                </a:cxn>
                <a:cxn ang="0">
                  <a:pos x="6" y="66"/>
                </a:cxn>
                <a:cxn ang="0">
                  <a:pos x="12" y="54"/>
                </a:cxn>
                <a:cxn ang="0">
                  <a:pos x="18" y="48"/>
                </a:cxn>
                <a:cxn ang="0">
                  <a:pos x="18" y="48"/>
                </a:cxn>
                <a:cxn ang="0">
                  <a:pos x="0" y="72"/>
                </a:cxn>
                <a:cxn ang="0">
                  <a:pos x="6" y="84"/>
                </a:cxn>
                <a:cxn ang="0">
                  <a:pos x="18" y="90"/>
                </a:cxn>
                <a:cxn ang="0">
                  <a:pos x="36" y="84"/>
                </a:cxn>
                <a:cxn ang="0">
                  <a:pos x="42" y="66"/>
                </a:cxn>
                <a:cxn ang="0">
                  <a:pos x="36" y="54"/>
                </a:cxn>
                <a:cxn ang="0">
                  <a:pos x="24" y="36"/>
                </a:cxn>
                <a:cxn ang="0">
                  <a:pos x="30" y="30"/>
                </a:cxn>
                <a:cxn ang="0">
                  <a:pos x="36" y="18"/>
                </a:cxn>
                <a:cxn ang="0">
                  <a:pos x="30" y="6"/>
                </a:cxn>
                <a:cxn ang="0">
                  <a:pos x="18" y="0"/>
                </a:cxn>
                <a:cxn ang="0">
                  <a:pos x="6" y="6"/>
                </a:cxn>
                <a:cxn ang="0">
                  <a:pos x="0" y="18"/>
                </a:cxn>
                <a:cxn ang="0">
                  <a:pos x="6" y="30"/>
                </a:cxn>
                <a:cxn ang="0">
                  <a:pos x="12" y="42"/>
                </a:cxn>
                <a:cxn ang="0">
                  <a:pos x="6" y="60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6" y="12"/>
                </a:cxn>
                <a:cxn ang="0">
                  <a:pos x="12" y="6"/>
                </a:cxn>
                <a:cxn ang="0">
                  <a:pos x="18" y="0"/>
                </a:cxn>
                <a:cxn ang="0">
                  <a:pos x="30" y="6"/>
                </a:cxn>
                <a:cxn ang="0">
                  <a:pos x="30" y="18"/>
                </a:cxn>
                <a:cxn ang="0">
                  <a:pos x="30" y="30"/>
                </a:cxn>
                <a:cxn ang="0">
                  <a:pos x="24" y="36"/>
                </a:cxn>
                <a:cxn ang="0">
                  <a:pos x="12" y="30"/>
                </a:cxn>
                <a:cxn ang="0">
                  <a:pos x="6" y="12"/>
                </a:cxn>
                <a:cxn ang="0">
                  <a:pos x="6" y="12"/>
                </a:cxn>
              </a:cxnLst>
              <a:rect l="txL" t="txT" r="txR" b="txB"/>
              <a:pathLst>
                <a:path w="42" h="90">
                  <a:moveTo>
                    <a:pt x="18" y="48"/>
                  </a:moveTo>
                  <a:lnTo>
                    <a:pt x="30" y="60"/>
                  </a:lnTo>
                  <a:lnTo>
                    <a:pt x="30" y="72"/>
                  </a:lnTo>
                  <a:lnTo>
                    <a:pt x="30" y="84"/>
                  </a:lnTo>
                  <a:lnTo>
                    <a:pt x="24" y="90"/>
                  </a:lnTo>
                  <a:lnTo>
                    <a:pt x="12" y="84"/>
                  </a:lnTo>
                  <a:lnTo>
                    <a:pt x="6" y="66"/>
                  </a:lnTo>
                  <a:lnTo>
                    <a:pt x="12" y="54"/>
                  </a:lnTo>
                  <a:lnTo>
                    <a:pt x="18" y="48"/>
                  </a:lnTo>
                  <a:close/>
                  <a:moveTo>
                    <a:pt x="0" y="72"/>
                  </a:moveTo>
                  <a:lnTo>
                    <a:pt x="6" y="84"/>
                  </a:lnTo>
                  <a:lnTo>
                    <a:pt x="18" y="90"/>
                  </a:lnTo>
                  <a:lnTo>
                    <a:pt x="36" y="84"/>
                  </a:lnTo>
                  <a:lnTo>
                    <a:pt x="42" y="66"/>
                  </a:lnTo>
                  <a:lnTo>
                    <a:pt x="36" y="54"/>
                  </a:lnTo>
                  <a:lnTo>
                    <a:pt x="24" y="36"/>
                  </a:lnTo>
                  <a:lnTo>
                    <a:pt x="30" y="30"/>
                  </a:lnTo>
                  <a:lnTo>
                    <a:pt x="36" y="18"/>
                  </a:lnTo>
                  <a:lnTo>
                    <a:pt x="30" y="6"/>
                  </a:lnTo>
                  <a:lnTo>
                    <a:pt x="18" y="0"/>
                  </a:lnTo>
                  <a:lnTo>
                    <a:pt x="6" y="6"/>
                  </a:lnTo>
                  <a:lnTo>
                    <a:pt x="0" y="18"/>
                  </a:lnTo>
                  <a:lnTo>
                    <a:pt x="6" y="30"/>
                  </a:lnTo>
                  <a:lnTo>
                    <a:pt x="12" y="42"/>
                  </a:lnTo>
                  <a:lnTo>
                    <a:pt x="6" y="60"/>
                  </a:lnTo>
                  <a:lnTo>
                    <a:pt x="0" y="72"/>
                  </a:lnTo>
                  <a:close/>
                  <a:moveTo>
                    <a:pt x="6" y="12"/>
                  </a:moveTo>
                  <a:lnTo>
                    <a:pt x="12" y="6"/>
                  </a:lnTo>
                  <a:lnTo>
                    <a:pt x="18" y="0"/>
                  </a:lnTo>
                  <a:lnTo>
                    <a:pt x="30" y="6"/>
                  </a:lnTo>
                  <a:lnTo>
                    <a:pt x="30" y="18"/>
                  </a:lnTo>
                  <a:lnTo>
                    <a:pt x="30" y="30"/>
                  </a:lnTo>
                  <a:lnTo>
                    <a:pt x="24" y="36"/>
                  </a:lnTo>
                  <a:lnTo>
                    <a:pt x="12" y="30"/>
                  </a:lnTo>
                  <a:lnTo>
                    <a:pt x="6" y="1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71" name="Freeform 160"/>
            <p:cNvSpPr/>
            <p:nvPr/>
          </p:nvSpPr>
          <p:spPr>
            <a:xfrm>
              <a:off x="4596" y="1574"/>
              <a:ext cx="72" cy="96"/>
            </a:xfrm>
            <a:custGeom>
              <a:avLst/>
              <a:gdLst>
                <a:gd name="txL" fmla="*/ 0 w 72"/>
                <a:gd name="txT" fmla="*/ 0 h 96"/>
                <a:gd name="txR" fmla="*/ 72 w 72"/>
                <a:gd name="txB" fmla="*/ 96 h 96"/>
              </a:gdLst>
              <a:ahLst/>
              <a:cxnLst>
                <a:cxn ang="0">
                  <a:pos x="24" y="72"/>
                </a:cxn>
                <a:cxn ang="0">
                  <a:pos x="18" y="72"/>
                </a:cxn>
                <a:cxn ang="0">
                  <a:pos x="12" y="60"/>
                </a:cxn>
                <a:cxn ang="0">
                  <a:pos x="12" y="36"/>
                </a:cxn>
                <a:cxn ang="0">
                  <a:pos x="18" y="12"/>
                </a:cxn>
                <a:cxn ang="0">
                  <a:pos x="30" y="6"/>
                </a:cxn>
                <a:cxn ang="0">
                  <a:pos x="36" y="6"/>
                </a:cxn>
                <a:cxn ang="0">
                  <a:pos x="42" y="6"/>
                </a:cxn>
                <a:cxn ang="0">
                  <a:pos x="48" y="12"/>
                </a:cxn>
                <a:cxn ang="0">
                  <a:pos x="54" y="24"/>
                </a:cxn>
                <a:cxn ang="0">
                  <a:pos x="54" y="36"/>
                </a:cxn>
                <a:cxn ang="0">
                  <a:pos x="54" y="60"/>
                </a:cxn>
                <a:cxn ang="0">
                  <a:pos x="48" y="72"/>
                </a:cxn>
                <a:cxn ang="0">
                  <a:pos x="42" y="72"/>
                </a:cxn>
                <a:cxn ang="0">
                  <a:pos x="36" y="96"/>
                </a:cxn>
                <a:cxn ang="0">
                  <a:pos x="72" y="96"/>
                </a:cxn>
                <a:cxn ang="0">
                  <a:pos x="72" y="72"/>
                </a:cxn>
                <a:cxn ang="0">
                  <a:pos x="66" y="72"/>
                </a:cxn>
                <a:cxn ang="0">
                  <a:pos x="66" y="78"/>
                </a:cxn>
                <a:cxn ang="0">
                  <a:pos x="60" y="84"/>
                </a:cxn>
                <a:cxn ang="0">
                  <a:pos x="42" y="84"/>
                </a:cxn>
                <a:cxn ang="0">
                  <a:pos x="42" y="78"/>
                </a:cxn>
                <a:cxn ang="0">
                  <a:pos x="54" y="72"/>
                </a:cxn>
                <a:cxn ang="0">
                  <a:pos x="60" y="60"/>
                </a:cxn>
                <a:cxn ang="0">
                  <a:pos x="66" y="48"/>
                </a:cxn>
                <a:cxn ang="0">
                  <a:pos x="66" y="42"/>
                </a:cxn>
                <a:cxn ang="0">
                  <a:pos x="66" y="24"/>
                </a:cxn>
                <a:cxn ang="0">
                  <a:pos x="60" y="12"/>
                </a:cxn>
                <a:cxn ang="0">
                  <a:pos x="54" y="6"/>
                </a:cxn>
                <a:cxn ang="0">
                  <a:pos x="48" y="6"/>
                </a:cxn>
                <a:cxn ang="0">
                  <a:pos x="36" y="0"/>
                </a:cxn>
                <a:cxn ang="0">
                  <a:pos x="24" y="6"/>
                </a:cxn>
                <a:cxn ang="0">
                  <a:pos x="12" y="6"/>
                </a:cxn>
                <a:cxn ang="0">
                  <a:pos x="6" y="12"/>
                </a:cxn>
                <a:cxn ang="0">
                  <a:pos x="0" y="24"/>
                </a:cxn>
                <a:cxn ang="0">
                  <a:pos x="0" y="42"/>
                </a:cxn>
                <a:cxn ang="0">
                  <a:pos x="6" y="60"/>
                </a:cxn>
                <a:cxn ang="0">
                  <a:pos x="12" y="72"/>
                </a:cxn>
                <a:cxn ang="0">
                  <a:pos x="24" y="78"/>
                </a:cxn>
                <a:cxn ang="0">
                  <a:pos x="24" y="84"/>
                </a:cxn>
                <a:cxn ang="0">
                  <a:pos x="6" y="84"/>
                </a:cxn>
                <a:cxn ang="0">
                  <a:pos x="0" y="78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0" y="96"/>
                </a:cxn>
                <a:cxn ang="0">
                  <a:pos x="30" y="96"/>
                </a:cxn>
                <a:cxn ang="0">
                  <a:pos x="24" y="72"/>
                </a:cxn>
              </a:cxnLst>
              <a:rect l="txL" t="txT" r="txR" b="txB"/>
              <a:pathLst>
                <a:path w="72" h="96">
                  <a:moveTo>
                    <a:pt x="24" y="72"/>
                  </a:moveTo>
                  <a:lnTo>
                    <a:pt x="18" y="72"/>
                  </a:lnTo>
                  <a:lnTo>
                    <a:pt x="12" y="60"/>
                  </a:lnTo>
                  <a:lnTo>
                    <a:pt x="12" y="36"/>
                  </a:lnTo>
                  <a:lnTo>
                    <a:pt x="18" y="12"/>
                  </a:lnTo>
                  <a:lnTo>
                    <a:pt x="30" y="6"/>
                  </a:lnTo>
                  <a:lnTo>
                    <a:pt x="36" y="6"/>
                  </a:lnTo>
                  <a:lnTo>
                    <a:pt x="42" y="6"/>
                  </a:lnTo>
                  <a:lnTo>
                    <a:pt x="48" y="12"/>
                  </a:lnTo>
                  <a:lnTo>
                    <a:pt x="54" y="24"/>
                  </a:lnTo>
                  <a:lnTo>
                    <a:pt x="54" y="36"/>
                  </a:lnTo>
                  <a:lnTo>
                    <a:pt x="54" y="60"/>
                  </a:lnTo>
                  <a:lnTo>
                    <a:pt x="48" y="72"/>
                  </a:lnTo>
                  <a:lnTo>
                    <a:pt x="42" y="72"/>
                  </a:lnTo>
                  <a:lnTo>
                    <a:pt x="36" y="96"/>
                  </a:lnTo>
                  <a:lnTo>
                    <a:pt x="72" y="96"/>
                  </a:lnTo>
                  <a:lnTo>
                    <a:pt x="72" y="72"/>
                  </a:lnTo>
                  <a:lnTo>
                    <a:pt x="66" y="72"/>
                  </a:lnTo>
                  <a:lnTo>
                    <a:pt x="66" y="78"/>
                  </a:lnTo>
                  <a:lnTo>
                    <a:pt x="60" y="84"/>
                  </a:lnTo>
                  <a:lnTo>
                    <a:pt x="42" y="84"/>
                  </a:lnTo>
                  <a:lnTo>
                    <a:pt x="42" y="78"/>
                  </a:lnTo>
                  <a:lnTo>
                    <a:pt x="54" y="72"/>
                  </a:lnTo>
                  <a:lnTo>
                    <a:pt x="60" y="60"/>
                  </a:lnTo>
                  <a:lnTo>
                    <a:pt x="66" y="48"/>
                  </a:lnTo>
                  <a:lnTo>
                    <a:pt x="66" y="42"/>
                  </a:lnTo>
                  <a:lnTo>
                    <a:pt x="66" y="24"/>
                  </a:lnTo>
                  <a:lnTo>
                    <a:pt x="60" y="12"/>
                  </a:lnTo>
                  <a:lnTo>
                    <a:pt x="54" y="6"/>
                  </a:lnTo>
                  <a:lnTo>
                    <a:pt x="48" y="6"/>
                  </a:lnTo>
                  <a:lnTo>
                    <a:pt x="36" y="0"/>
                  </a:lnTo>
                  <a:lnTo>
                    <a:pt x="24" y="6"/>
                  </a:lnTo>
                  <a:lnTo>
                    <a:pt x="12" y="6"/>
                  </a:lnTo>
                  <a:lnTo>
                    <a:pt x="6" y="12"/>
                  </a:lnTo>
                  <a:lnTo>
                    <a:pt x="0" y="24"/>
                  </a:lnTo>
                  <a:lnTo>
                    <a:pt x="0" y="42"/>
                  </a:lnTo>
                  <a:lnTo>
                    <a:pt x="6" y="60"/>
                  </a:lnTo>
                  <a:lnTo>
                    <a:pt x="12" y="72"/>
                  </a:lnTo>
                  <a:lnTo>
                    <a:pt x="24" y="78"/>
                  </a:lnTo>
                  <a:lnTo>
                    <a:pt x="24" y="84"/>
                  </a:lnTo>
                  <a:lnTo>
                    <a:pt x="6" y="84"/>
                  </a:lnTo>
                  <a:lnTo>
                    <a:pt x="0" y="78"/>
                  </a:lnTo>
                  <a:lnTo>
                    <a:pt x="0" y="72"/>
                  </a:lnTo>
                  <a:lnTo>
                    <a:pt x="0" y="96"/>
                  </a:lnTo>
                  <a:lnTo>
                    <a:pt x="30" y="96"/>
                  </a:lnTo>
                  <a:lnTo>
                    <a:pt x="24" y="7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72" name="Freeform 161"/>
            <p:cNvSpPr>
              <a:spLocks noEditPoints="1"/>
            </p:cNvSpPr>
            <p:nvPr/>
          </p:nvSpPr>
          <p:spPr>
            <a:xfrm>
              <a:off x="3436" y="1449"/>
              <a:ext cx="24" cy="90"/>
            </a:xfrm>
            <a:custGeom>
              <a:avLst/>
              <a:gdLst>
                <a:gd name="txL" fmla="*/ 0 w 24"/>
                <a:gd name="txT" fmla="*/ 0 h 90"/>
                <a:gd name="txR" fmla="*/ 24 w 24"/>
                <a:gd name="txB" fmla="*/ 90 h 90"/>
              </a:gdLst>
              <a:ahLst/>
              <a:cxnLst>
                <a:cxn ang="0">
                  <a:pos x="18" y="78"/>
                </a:cxn>
                <a:cxn ang="0">
                  <a:pos x="12" y="84"/>
                </a:cxn>
                <a:cxn ang="0">
                  <a:pos x="6" y="84"/>
                </a:cxn>
                <a:cxn ang="0">
                  <a:pos x="6" y="84"/>
                </a:cxn>
                <a:cxn ang="0">
                  <a:pos x="6" y="84"/>
                </a:cxn>
                <a:cxn ang="0">
                  <a:pos x="6" y="78"/>
                </a:cxn>
                <a:cxn ang="0">
                  <a:pos x="18" y="30"/>
                </a:cxn>
                <a:cxn ang="0">
                  <a:pos x="18" y="30"/>
                </a:cxn>
                <a:cxn ang="0">
                  <a:pos x="12" y="36"/>
                </a:cxn>
                <a:cxn ang="0">
                  <a:pos x="0" y="36"/>
                </a:cxn>
                <a:cxn ang="0">
                  <a:pos x="0" y="36"/>
                </a:cxn>
                <a:cxn ang="0">
                  <a:pos x="6" y="36"/>
                </a:cxn>
                <a:cxn ang="0">
                  <a:pos x="6" y="42"/>
                </a:cxn>
                <a:cxn ang="0">
                  <a:pos x="6" y="48"/>
                </a:cxn>
                <a:cxn ang="0">
                  <a:pos x="6" y="60"/>
                </a:cxn>
                <a:cxn ang="0">
                  <a:pos x="0" y="78"/>
                </a:cxn>
                <a:cxn ang="0">
                  <a:pos x="0" y="84"/>
                </a:cxn>
                <a:cxn ang="0">
                  <a:pos x="0" y="90"/>
                </a:cxn>
                <a:cxn ang="0">
                  <a:pos x="6" y="90"/>
                </a:cxn>
                <a:cxn ang="0">
                  <a:pos x="12" y="84"/>
                </a:cxn>
                <a:cxn ang="0">
                  <a:pos x="18" y="78"/>
                </a:cxn>
                <a:cxn ang="0">
                  <a:pos x="18" y="78"/>
                </a:cxn>
                <a:cxn ang="0">
                  <a:pos x="24" y="12"/>
                </a:cxn>
                <a:cxn ang="0">
                  <a:pos x="24" y="6"/>
                </a:cxn>
                <a:cxn ang="0">
                  <a:pos x="18" y="0"/>
                </a:cxn>
                <a:cxn ang="0">
                  <a:pos x="12" y="6"/>
                </a:cxn>
                <a:cxn ang="0">
                  <a:pos x="12" y="12"/>
                </a:cxn>
                <a:cxn ang="0">
                  <a:pos x="12" y="18"/>
                </a:cxn>
                <a:cxn ang="0">
                  <a:pos x="18" y="18"/>
                </a:cxn>
                <a:cxn ang="0">
                  <a:pos x="24" y="18"/>
                </a:cxn>
                <a:cxn ang="0">
                  <a:pos x="24" y="12"/>
                </a:cxn>
                <a:cxn ang="0">
                  <a:pos x="24" y="12"/>
                </a:cxn>
              </a:cxnLst>
              <a:rect l="txL" t="txT" r="txR" b="txB"/>
              <a:pathLst>
                <a:path w="24" h="90">
                  <a:moveTo>
                    <a:pt x="18" y="78"/>
                  </a:moveTo>
                  <a:lnTo>
                    <a:pt x="12" y="84"/>
                  </a:lnTo>
                  <a:lnTo>
                    <a:pt x="6" y="84"/>
                  </a:lnTo>
                  <a:lnTo>
                    <a:pt x="6" y="78"/>
                  </a:lnTo>
                  <a:lnTo>
                    <a:pt x="18" y="30"/>
                  </a:lnTo>
                  <a:lnTo>
                    <a:pt x="12" y="36"/>
                  </a:lnTo>
                  <a:lnTo>
                    <a:pt x="0" y="36"/>
                  </a:lnTo>
                  <a:lnTo>
                    <a:pt x="6" y="36"/>
                  </a:lnTo>
                  <a:lnTo>
                    <a:pt x="6" y="42"/>
                  </a:lnTo>
                  <a:lnTo>
                    <a:pt x="6" y="48"/>
                  </a:lnTo>
                  <a:lnTo>
                    <a:pt x="6" y="60"/>
                  </a:lnTo>
                  <a:lnTo>
                    <a:pt x="0" y="78"/>
                  </a:lnTo>
                  <a:lnTo>
                    <a:pt x="0" y="84"/>
                  </a:lnTo>
                  <a:lnTo>
                    <a:pt x="0" y="90"/>
                  </a:lnTo>
                  <a:lnTo>
                    <a:pt x="6" y="90"/>
                  </a:lnTo>
                  <a:lnTo>
                    <a:pt x="12" y="84"/>
                  </a:lnTo>
                  <a:lnTo>
                    <a:pt x="18" y="78"/>
                  </a:lnTo>
                  <a:close/>
                  <a:moveTo>
                    <a:pt x="24" y="12"/>
                  </a:moveTo>
                  <a:lnTo>
                    <a:pt x="24" y="6"/>
                  </a:lnTo>
                  <a:lnTo>
                    <a:pt x="18" y="0"/>
                  </a:lnTo>
                  <a:lnTo>
                    <a:pt x="12" y="6"/>
                  </a:lnTo>
                  <a:lnTo>
                    <a:pt x="12" y="12"/>
                  </a:lnTo>
                  <a:lnTo>
                    <a:pt x="12" y="18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73" name="Freeform 162"/>
            <p:cNvSpPr/>
            <p:nvPr/>
          </p:nvSpPr>
          <p:spPr>
            <a:xfrm>
              <a:off x="3460" y="1503"/>
              <a:ext cx="24" cy="71"/>
            </a:xfrm>
            <a:custGeom>
              <a:avLst/>
              <a:gdLst>
                <a:gd name="txL" fmla="*/ 0 w 24"/>
                <a:gd name="txT" fmla="*/ 0 h 71"/>
                <a:gd name="txR" fmla="*/ 24 w 24"/>
                <a:gd name="txB" fmla="*/ 71 h 71"/>
              </a:gdLst>
              <a:ahLst/>
              <a:cxnLst>
                <a:cxn ang="0">
                  <a:pos x="0" y="71"/>
                </a:cxn>
                <a:cxn ang="0">
                  <a:pos x="24" y="71"/>
                </a:cxn>
                <a:cxn ang="0">
                  <a:pos x="24" y="71"/>
                </a:cxn>
                <a:cxn ang="0">
                  <a:pos x="18" y="71"/>
                </a:cxn>
                <a:cxn ang="0">
                  <a:pos x="18" y="65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0" y="12"/>
                </a:cxn>
                <a:cxn ang="0">
                  <a:pos x="0" y="12"/>
                </a:cxn>
                <a:cxn ang="0">
                  <a:pos x="6" y="12"/>
                </a:cxn>
                <a:cxn ang="0">
                  <a:pos x="6" y="12"/>
                </a:cxn>
                <a:cxn ang="0">
                  <a:pos x="12" y="12"/>
                </a:cxn>
                <a:cxn ang="0">
                  <a:pos x="12" y="18"/>
                </a:cxn>
                <a:cxn ang="0">
                  <a:pos x="12" y="59"/>
                </a:cxn>
                <a:cxn ang="0">
                  <a:pos x="6" y="71"/>
                </a:cxn>
                <a:cxn ang="0">
                  <a:pos x="0" y="71"/>
                </a:cxn>
                <a:cxn ang="0">
                  <a:pos x="0" y="71"/>
                </a:cxn>
              </a:cxnLst>
              <a:rect l="txL" t="txT" r="txR" b="txB"/>
              <a:pathLst>
                <a:path w="24" h="71">
                  <a:moveTo>
                    <a:pt x="0" y="71"/>
                  </a:moveTo>
                  <a:lnTo>
                    <a:pt x="24" y="71"/>
                  </a:lnTo>
                  <a:lnTo>
                    <a:pt x="18" y="71"/>
                  </a:lnTo>
                  <a:lnTo>
                    <a:pt x="18" y="65"/>
                  </a:lnTo>
                  <a:lnTo>
                    <a:pt x="18" y="0"/>
                  </a:lnTo>
                  <a:lnTo>
                    <a:pt x="0" y="12"/>
                  </a:lnTo>
                  <a:lnTo>
                    <a:pt x="6" y="12"/>
                  </a:lnTo>
                  <a:lnTo>
                    <a:pt x="12" y="12"/>
                  </a:lnTo>
                  <a:lnTo>
                    <a:pt x="12" y="18"/>
                  </a:lnTo>
                  <a:lnTo>
                    <a:pt x="12" y="59"/>
                  </a:lnTo>
                  <a:lnTo>
                    <a:pt x="6" y="71"/>
                  </a:lnTo>
                  <a:lnTo>
                    <a:pt x="0" y="7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74" name="Freeform 163"/>
            <p:cNvSpPr/>
            <p:nvPr/>
          </p:nvSpPr>
          <p:spPr>
            <a:xfrm>
              <a:off x="3173" y="1736"/>
              <a:ext cx="41" cy="53"/>
            </a:xfrm>
            <a:custGeom>
              <a:avLst/>
              <a:gdLst>
                <a:gd name="txL" fmla="*/ 0 w 41"/>
                <a:gd name="txT" fmla="*/ 0 h 53"/>
                <a:gd name="txR" fmla="*/ 41 w 41"/>
                <a:gd name="txB" fmla="*/ 53 h 53"/>
              </a:gdLst>
              <a:ahLst/>
              <a:cxnLst>
                <a:cxn ang="0">
                  <a:pos x="0" y="0"/>
                </a:cxn>
                <a:cxn ang="0">
                  <a:pos x="12" y="6"/>
                </a:cxn>
                <a:cxn ang="0">
                  <a:pos x="12" y="18"/>
                </a:cxn>
                <a:cxn ang="0">
                  <a:pos x="12" y="35"/>
                </a:cxn>
                <a:cxn ang="0">
                  <a:pos x="12" y="53"/>
                </a:cxn>
                <a:cxn ang="0">
                  <a:pos x="12" y="53"/>
                </a:cxn>
                <a:cxn ang="0">
                  <a:pos x="18" y="53"/>
                </a:cxn>
                <a:cxn ang="0">
                  <a:pos x="18" y="53"/>
                </a:cxn>
                <a:cxn ang="0">
                  <a:pos x="24" y="41"/>
                </a:cxn>
                <a:cxn ang="0">
                  <a:pos x="30" y="35"/>
                </a:cxn>
                <a:cxn ang="0">
                  <a:pos x="35" y="29"/>
                </a:cxn>
                <a:cxn ang="0">
                  <a:pos x="41" y="6"/>
                </a:cxn>
                <a:cxn ang="0">
                  <a:pos x="41" y="0"/>
                </a:cxn>
                <a:cxn ang="0">
                  <a:pos x="35" y="0"/>
                </a:cxn>
                <a:cxn ang="0">
                  <a:pos x="35" y="0"/>
                </a:cxn>
                <a:cxn ang="0">
                  <a:pos x="35" y="6"/>
                </a:cxn>
                <a:cxn ang="0">
                  <a:pos x="35" y="12"/>
                </a:cxn>
                <a:cxn ang="0">
                  <a:pos x="30" y="29"/>
                </a:cxn>
                <a:cxn ang="0">
                  <a:pos x="24" y="41"/>
                </a:cxn>
                <a:cxn ang="0">
                  <a:pos x="24" y="41"/>
                </a:cxn>
                <a:cxn ang="0">
                  <a:pos x="18" y="23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41" h="53">
                  <a:moveTo>
                    <a:pt x="0" y="0"/>
                  </a:moveTo>
                  <a:lnTo>
                    <a:pt x="12" y="6"/>
                  </a:lnTo>
                  <a:lnTo>
                    <a:pt x="12" y="18"/>
                  </a:lnTo>
                  <a:lnTo>
                    <a:pt x="12" y="35"/>
                  </a:lnTo>
                  <a:lnTo>
                    <a:pt x="12" y="53"/>
                  </a:lnTo>
                  <a:lnTo>
                    <a:pt x="18" y="53"/>
                  </a:lnTo>
                  <a:lnTo>
                    <a:pt x="24" y="41"/>
                  </a:lnTo>
                  <a:lnTo>
                    <a:pt x="30" y="35"/>
                  </a:lnTo>
                  <a:lnTo>
                    <a:pt x="35" y="29"/>
                  </a:lnTo>
                  <a:lnTo>
                    <a:pt x="41" y="6"/>
                  </a:lnTo>
                  <a:lnTo>
                    <a:pt x="41" y="0"/>
                  </a:lnTo>
                  <a:lnTo>
                    <a:pt x="35" y="0"/>
                  </a:lnTo>
                  <a:lnTo>
                    <a:pt x="35" y="6"/>
                  </a:lnTo>
                  <a:lnTo>
                    <a:pt x="35" y="12"/>
                  </a:lnTo>
                  <a:lnTo>
                    <a:pt x="30" y="29"/>
                  </a:lnTo>
                  <a:lnTo>
                    <a:pt x="24" y="41"/>
                  </a:lnTo>
                  <a:lnTo>
                    <a:pt x="18" y="23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75" name="Freeform 164"/>
            <p:cNvSpPr/>
            <p:nvPr/>
          </p:nvSpPr>
          <p:spPr>
            <a:xfrm>
              <a:off x="3226" y="1754"/>
              <a:ext cx="18" cy="71"/>
            </a:xfrm>
            <a:custGeom>
              <a:avLst/>
              <a:gdLst>
                <a:gd name="txL" fmla="*/ 0 w 18"/>
                <a:gd name="txT" fmla="*/ 0 h 71"/>
                <a:gd name="txR" fmla="*/ 18 w 18"/>
                <a:gd name="txB" fmla="*/ 71 h 71"/>
              </a:gdLst>
              <a:ahLst/>
              <a:cxnLst>
                <a:cxn ang="0">
                  <a:pos x="0" y="71"/>
                </a:cxn>
                <a:cxn ang="0">
                  <a:pos x="18" y="71"/>
                </a:cxn>
                <a:cxn ang="0">
                  <a:pos x="18" y="65"/>
                </a:cxn>
                <a:cxn ang="0">
                  <a:pos x="12" y="65"/>
                </a:cxn>
                <a:cxn ang="0">
                  <a:pos x="12" y="59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0" y="11"/>
                </a:cxn>
                <a:cxn ang="0">
                  <a:pos x="0" y="11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6" y="11"/>
                </a:cxn>
                <a:cxn ang="0">
                  <a:pos x="6" y="11"/>
                </a:cxn>
                <a:cxn ang="0">
                  <a:pos x="6" y="59"/>
                </a:cxn>
                <a:cxn ang="0">
                  <a:pos x="6" y="65"/>
                </a:cxn>
                <a:cxn ang="0">
                  <a:pos x="0" y="65"/>
                </a:cxn>
                <a:cxn ang="0">
                  <a:pos x="0" y="71"/>
                </a:cxn>
              </a:cxnLst>
              <a:rect l="txL" t="txT" r="txR" b="txB"/>
              <a:pathLst>
                <a:path w="18" h="71">
                  <a:moveTo>
                    <a:pt x="0" y="71"/>
                  </a:moveTo>
                  <a:lnTo>
                    <a:pt x="18" y="71"/>
                  </a:lnTo>
                  <a:lnTo>
                    <a:pt x="18" y="65"/>
                  </a:lnTo>
                  <a:lnTo>
                    <a:pt x="12" y="65"/>
                  </a:lnTo>
                  <a:lnTo>
                    <a:pt x="12" y="59"/>
                  </a:lnTo>
                  <a:lnTo>
                    <a:pt x="12" y="0"/>
                  </a:lnTo>
                  <a:lnTo>
                    <a:pt x="0" y="11"/>
                  </a:lnTo>
                  <a:lnTo>
                    <a:pt x="0" y="5"/>
                  </a:lnTo>
                  <a:lnTo>
                    <a:pt x="6" y="11"/>
                  </a:lnTo>
                  <a:lnTo>
                    <a:pt x="6" y="59"/>
                  </a:lnTo>
                  <a:lnTo>
                    <a:pt x="6" y="65"/>
                  </a:lnTo>
                  <a:lnTo>
                    <a:pt x="0" y="65"/>
                  </a:lnTo>
                  <a:lnTo>
                    <a:pt x="0" y="7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76" name="Freeform 165"/>
            <p:cNvSpPr/>
            <p:nvPr/>
          </p:nvSpPr>
          <p:spPr>
            <a:xfrm>
              <a:off x="4118" y="1628"/>
              <a:ext cx="42" cy="60"/>
            </a:xfrm>
            <a:custGeom>
              <a:avLst/>
              <a:gdLst>
                <a:gd name="txL" fmla="*/ 0 w 42"/>
                <a:gd name="txT" fmla="*/ 0 h 60"/>
                <a:gd name="txR" fmla="*/ 42 w 42"/>
                <a:gd name="txB" fmla="*/ 60 h 60"/>
              </a:gdLst>
              <a:ahLst/>
              <a:cxnLst>
                <a:cxn ang="0">
                  <a:pos x="0" y="6"/>
                </a:cxn>
                <a:cxn ang="0">
                  <a:pos x="12" y="6"/>
                </a:cxn>
                <a:cxn ang="0">
                  <a:pos x="12" y="18"/>
                </a:cxn>
                <a:cxn ang="0">
                  <a:pos x="12" y="24"/>
                </a:cxn>
                <a:cxn ang="0">
                  <a:pos x="12" y="36"/>
                </a:cxn>
                <a:cxn ang="0">
                  <a:pos x="12" y="48"/>
                </a:cxn>
                <a:cxn ang="0">
                  <a:pos x="12" y="54"/>
                </a:cxn>
                <a:cxn ang="0">
                  <a:pos x="12" y="60"/>
                </a:cxn>
                <a:cxn ang="0">
                  <a:pos x="18" y="60"/>
                </a:cxn>
                <a:cxn ang="0">
                  <a:pos x="18" y="54"/>
                </a:cxn>
                <a:cxn ang="0">
                  <a:pos x="24" y="48"/>
                </a:cxn>
                <a:cxn ang="0">
                  <a:pos x="30" y="42"/>
                </a:cxn>
                <a:cxn ang="0">
                  <a:pos x="36" y="30"/>
                </a:cxn>
                <a:cxn ang="0">
                  <a:pos x="42" y="6"/>
                </a:cxn>
                <a:cxn ang="0">
                  <a:pos x="42" y="6"/>
                </a:cxn>
                <a:cxn ang="0">
                  <a:pos x="36" y="0"/>
                </a:cxn>
                <a:cxn ang="0">
                  <a:pos x="36" y="0"/>
                </a:cxn>
                <a:cxn ang="0">
                  <a:pos x="30" y="6"/>
                </a:cxn>
                <a:cxn ang="0">
                  <a:pos x="36" y="12"/>
                </a:cxn>
                <a:cxn ang="0">
                  <a:pos x="36" y="12"/>
                </a:cxn>
                <a:cxn ang="0">
                  <a:pos x="30" y="30"/>
                </a:cxn>
                <a:cxn ang="0">
                  <a:pos x="24" y="42"/>
                </a:cxn>
                <a:cxn ang="0">
                  <a:pos x="24" y="48"/>
                </a:cxn>
                <a:cxn ang="0">
                  <a:pos x="18" y="24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0" y="6"/>
                </a:cxn>
                <a:cxn ang="0">
                  <a:pos x="0" y="6"/>
                </a:cxn>
              </a:cxnLst>
              <a:rect l="txL" t="txT" r="txR" b="txB"/>
              <a:pathLst>
                <a:path w="42" h="60">
                  <a:moveTo>
                    <a:pt x="0" y="6"/>
                  </a:moveTo>
                  <a:lnTo>
                    <a:pt x="12" y="6"/>
                  </a:lnTo>
                  <a:lnTo>
                    <a:pt x="12" y="18"/>
                  </a:lnTo>
                  <a:lnTo>
                    <a:pt x="12" y="24"/>
                  </a:lnTo>
                  <a:lnTo>
                    <a:pt x="12" y="36"/>
                  </a:lnTo>
                  <a:lnTo>
                    <a:pt x="12" y="48"/>
                  </a:lnTo>
                  <a:lnTo>
                    <a:pt x="12" y="54"/>
                  </a:lnTo>
                  <a:lnTo>
                    <a:pt x="12" y="60"/>
                  </a:lnTo>
                  <a:lnTo>
                    <a:pt x="18" y="60"/>
                  </a:lnTo>
                  <a:lnTo>
                    <a:pt x="18" y="54"/>
                  </a:lnTo>
                  <a:lnTo>
                    <a:pt x="24" y="48"/>
                  </a:lnTo>
                  <a:lnTo>
                    <a:pt x="30" y="42"/>
                  </a:lnTo>
                  <a:lnTo>
                    <a:pt x="36" y="30"/>
                  </a:lnTo>
                  <a:lnTo>
                    <a:pt x="42" y="6"/>
                  </a:lnTo>
                  <a:lnTo>
                    <a:pt x="36" y="0"/>
                  </a:lnTo>
                  <a:lnTo>
                    <a:pt x="30" y="6"/>
                  </a:lnTo>
                  <a:lnTo>
                    <a:pt x="36" y="12"/>
                  </a:lnTo>
                  <a:lnTo>
                    <a:pt x="30" y="30"/>
                  </a:lnTo>
                  <a:lnTo>
                    <a:pt x="24" y="42"/>
                  </a:lnTo>
                  <a:lnTo>
                    <a:pt x="24" y="48"/>
                  </a:lnTo>
                  <a:lnTo>
                    <a:pt x="18" y="24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77" name="Freeform 166"/>
            <p:cNvSpPr/>
            <p:nvPr/>
          </p:nvSpPr>
          <p:spPr>
            <a:xfrm>
              <a:off x="4166" y="1646"/>
              <a:ext cx="35" cy="72"/>
            </a:xfrm>
            <a:custGeom>
              <a:avLst/>
              <a:gdLst>
                <a:gd name="txL" fmla="*/ 0 w 35"/>
                <a:gd name="txT" fmla="*/ 0 h 72"/>
                <a:gd name="txR" fmla="*/ 35 w 35"/>
                <a:gd name="txB" fmla="*/ 72 h 72"/>
              </a:gdLst>
              <a:ahLst/>
              <a:cxnLst>
                <a:cxn ang="0">
                  <a:pos x="35" y="60"/>
                </a:cxn>
                <a:cxn ang="0">
                  <a:pos x="29" y="60"/>
                </a:cxn>
                <a:cxn ang="0">
                  <a:pos x="29" y="66"/>
                </a:cxn>
                <a:cxn ang="0">
                  <a:pos x="23" y="66"/>
                </a:cxn>
                <a:cxn ang="0">
                  <a:pos x="6" y="66"/>
                </a:cxn>
                <a:cxn ang="0">
                  <a:pos x="17" y="48"/>
                </a:cxn>
                <a:cxn ang="0">
                  <a:pos x="23" y="36"/>
                </a:cxn>
                <a:cxn ang="0">
                  <a:pos x="29" y="24"/>
                </a:cxn>
                <a:cxn ang="0">
                  <a:pos x="23" y="6"/>
                </a:cxn>
                <a:cxn ang="0">
                  <a:pos x="17" y="0"/>
                </a:cxn>
                <a:cxn ang="0">
                  <a:pos x="6" y="6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6" y="18"/>
                </a:cxn>
                <a:cxn ang="0">
                  <a:pos x="11" y="12"/>
                </a:cxn>
                <a:cxn ang="0">
                  <a:pos x="17" y="18"/>
                </a:cxn>
                <a:cxn ang="0">
                  <a:pos x="23" y="24"/>
                </a:cxn>
                <a:cxn ang="0">
                  <a:pos x="17" y="36"/>
                </a:cxn>
                <a:cxn ang="0">
                  <a:pos x="11" y="54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29" y="72"/>
                </a:cxn>
                <a:cxn ang="0">
                  <a:pos x="35" y="60"/>
                </a:cxn>
              </a:cxnLst>
              <a:rect l="txL" t="txT" r="txR" b="txB"/>
              <a:pathLst>
                <a:path w="35" h="72">
                  <a:moveTo>
                    <a:pt x="35" y="60"/>
                  </a:moveTo>
                  <a:lnTo>
                    <a:pt x="29" y="60"/>
                  </a:lnTo>
                  <a:lnTo>
                    <a:pt x="29" y="66"/>
                  </a:lnTo>
                  <a:lnTo>
                    <a:pt x="23" y="66"/>
                  </a:lnTo>
                  <a:lnTo>
                    <a:pt x="6" y="66"/>
                  </a:lnTo>
                  <a:lnTo>
                    <a:pt x="17" y="48"/>
                  </a:lnTo>
                  <a:lnTo>
                    <a:pt x="23" y="36"/>
                  </a:lnTo>
                  <a:lnTo>
                    <a:pt x="29" y="24"/>
                  </a:lnTo>
                  <a:lnTo>
                    <a:pt x="23" y="6"/>
                  </a:lnTo>
                  <a:lnTo>
                    <a:pt x="17" y="0"/>
                  </a:lnTo>
                  <a:lnTo>
                    <a:pt x="6" y="6"/>
                  </a:lnTo>
                  <a:lnTo>
                    <a:pt x="0" y="24"/>
                  </a:lnTo>
                  <a:lnTo>
                    <a:pt x="6" y="18"/>
                  </a:lnTo>
                  <a:lnTo>
                    <a:pt x="11" y="12"/>
                  </a:lnTo>
                  <a:lnTo>
                    <a:pt x="17" y="18"/>
                  </a:lnTo>
                  <a:lnTo>
                    <a:pt x="23" y="24"/>
                  </a:lnTo>
                  <a:lnTo>
                    <a:pt x="17" y="36"/>
                  </a:lnTo>
                  <a:lnTo>
                    <a:pt x="11" y="54"/>
                  </a:lnTo>
                  <a:lnTo>
                    <a:pt x="0" y="72"/>
                  </a:lnTo>
                  <a:lnTo>
                    <a:pt x="29" y="72"/>
                  </a:lnTo>
                  <a:lnTo>
                    <a:pt x="35" y="6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78" name="Freeform 167"/>
            <p:cNvSpPr>
              <a:spLocks noEditPoints="1"/>
            </p:cNvSpPr>
            <p:nvPr/>
          </p:nvSpPr>
          <p:spPr>
            <a:xfrm>
              <a:off x="4333" y="1509"/>
              <a:ext cx="24" cy="89"/>
            </a:xfrm>
            <a:custGeom>
              <a:avLst/>
              <a:gdLst>
                <a:gd name="txL" fmla="*/ 0 w 24"/>
                <a:gd name="txT" fmla="*/ 0 h 89"/>
                <a:gd name="txR" fmla="*/ 24 w 24"/>
                <a:gd name="txB" fmla="*/ 89 h 89"/>
              </a:gdLst>
              <a:ahLst/>
              <a:cxnLst>
                <a:cxn ang="0">
                  <a:pos x="18" y="71"/>
                </a:cxn>
                <a:cxn ang="0">
                  <a:pos x="18" y="83"/>
                </a:cxn>
                <a:cxn ang="0">
                  <a:pos x="12" y="83"/>
                </a:cxn>
                <a:cxn ang="0">
                  <a:pos x="12" y="83"/>
                </a:cxn>
                <a:cxn ang="0">
                  <a:pos x="12" y="77"/>
                </a:cxn>
                <a:cxn ang="0">
                  <a:pos x="12" y="71"/>
                </a:cxn>
                <a:cxn ang="0">
                  <a:pos x="24" y="30"/>
                </a:cxn>
                <a:cxn ang="0">
                  <a:pos x="24" y="30"/>
                </a:cxn>
                <a:cxn ang="0">
                  <a:pos x="12" y="36"/>
                </a:cxn>
                <a:cxn ang="0">
                  <a:pos x="6" y="36"/>
                </a:cxn>
                <a:cxn ang="0">
                  <a:pos x="6" y="36"/>
                </a:cxn>
                <a:cxn ang="0">
                  <a:pos x="12" y="36"/>
                </a:cxn>
                <a:cxn ang="0">
                  <a:pos x="12" y="42"/>
                </a:cxn>
                <a:cxn ang="0">
                  <a:pos x="12" y="47"/>
                </a:cxn>
                <a:cxn ang="0">
                  <a:pos x="6" y="59"/>
                </a:cxn>
                <a:cxn ang="0">
                  <a:pos x="0" y="77"/>
                </a:cxn>
                <a:cxn ang="0">
                  <a:pos x="0" y="83"/>
                </a:cxn>
                <a:cxn ang="0">
                  <a:pos x="0" y="89"/>
                </a:cxn>
                <a:cxn ang="0">
                  <a:pos x="6" y="89"/>
                </a:cxn>
                <a:cxn ang="0">
                  <a:pos x="18" y="83"/>
                </a:cxn>
                <a:cxn ang="0">
                  <a:pos x="24" y="77"/>
                </a:cxn>
                <a:cxn ang="0">
                  <a:pos x="18" y="71"/>
                </a:cxn>
                <a:cxn ang="0">
                  <a:pos x="24" y="12"/>
                </a:cxn>
                <a:cxn ang="0">
                  <a:pos x="24" y="6"/>
                </a:cxn>
                <a:cxn ang="0">
                  <a:pos x="18" y="0"/>
                </a:cxn>
                <a:cxn ang="0">
                  <a:pos x="18" y="6"/>
                </a:cxn>
                <a:cxn ang="0">
                  <a:pos x="18" y="6"/>
                </a:cxn>
                <a:cxn ang="0">
                  <a:pos x="18" y="12"/>
                </a:cxn>
                <a:cxn ang="0">
                  <a:pos x="18" y="18"/>
                </a:cxn>
                <a:cxn ang="0">
                  <a:pos x="24" y="18"/>
                </a:cxn>
                <a:cxn ang="0">
                  <a:pos x="24" y="12"/>
                </a:cxn>
                <a:cxn ang="0">
                  <a:pos x="24" y="12"/>
                </a:cxn>
              </a:cxnLst>
              <a:rect l="txL" t="txT" r="txR" b="txB"/>
              <a:pathLst>
                <a:path w="24" h="89">
                  <a:moveTo>
                    <a:pt x="18" y="71"/>
                  </a:moveTo>
                  <a:lnTo>
                    <a:pt x="18" y="83"/>
                  </a:lnTo>
                  <a:lnTo>
                    <a:pt x="12" y="83"/>
                  </a:lnTo>
                  <a:lnTo>
                    <a:pt x="12" y="77"/>
                  </a:lnTo>
                  <a:lnTo>
                    <a:pt x="12" y="71"/>
                  </a:lnTo>
                  <a:lnTo>
                    <a:pt x="24" y="30"/>
                  </a:lnTo>
                  <a:lnTo>
                    <a:pt x="12" y="36"/>
                  </a:lnTo>
                  <a:lnTo>
                    <a:pt x="6" y="36"/>
                  </a:lnTo>
                  <a:lnTo>
                    <a:pt x="12" y="36"/>
                  </a:lnTo>
                  <a:lnTo>
                    <a:pt x="12" y="42"/>
                  </a:lnTo>
                  <a:lnTo>
                    <a:pt x="12" y="47"/>
                  </a:lnTo>
                  <a:lnTo>
                    <a:pt x="6" y="59"/>
                  </a:lnTo>
                  <a:lnTo>
                    <a:pt x="0" y="77"/>
                  </a:lnTo>
                  <a:lnTo>
                    <a:pt x="0" y="83"/>
                  </a:lnTo>
                  <a:lnTo>
                    <a:pt x="0" y="89"/>
                  </a:lnTo>
                  <a:lnTo>
                    <a:pt x="6" y="89"/>
                  </a:lnTo>
                  <a:lnTo>
                    <a:pt x="18" y="83"/>
                  </a:lnTo>
                  <a:lnTo>
                    <a:pt x="24" y="77"/>
                  </a:lnTo>
                  <a:lnTo>
                    <a:pt x="18" y="71"/>
                  </a:lnTo>
                  <a:close/>
                  <a:moveTo>
                    <a:pt x="24" y="12"/>
                  </a:moveTo>
                  <a:lnTo>
                    <a:pt x="24" y="6"/>
                  </a:lnTo>
                  <a:lnTo>
                    <a:pt x="18" y="0"/>
                  </a:lnTo>
                  <a:lnTo>
                    <a:pt x="18" y="6"/>
                  </a:lnTo>
                  <a:lnTo>
                    <a:pt x="18" y="12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79" name="Freeform 168"/>
            <p:cNvSpPr/>
            <p:nvPr/>
          </p:nvSpPr>
          <p:spPr>
            <a:xfrm>
              <a:off x="4363" y="1562"/>
              <a:ext cx="30" cy="72"/>
            </a:xfrm>
            <a:custGeom>
              <a:avLst/>
              <a:gdLst>
                <a:gd name="txL" fmla="*/ 0 w 30"/>
                <a:gd name="txT" fmla="*/ 0 h 72"/>
                <a:gd name="txR" fmla="*/ 30 w 30"/>
                <a:gd name="txB" fmla="*/ 72 h 72"/>
              </a:gdLst>
              <a:ahLst/>
              <a:cxnLst>
                <a:cxn ang="0">
                  <a:pos x="30" y="54"/>
                </a:cxn>
                <a:cxn ang="0">
                  <a:pos x="30" y="54"/>
                </a:cxn>
                <a:cxn ang="0">
                  <a:pos x="30" y="60"/>
                </a:cxn>
                <a:cxn ang="0">
                  <a:pos x="24" y="60"/>
                </a:cxn>
                <a:cxn ang="0">
                  <a:pos x="6" y="60"/>
                </a:cxn>
                <a:cxn ang="0">
                  <a:pos x="18" y="42"/>
                </a:cxn>
                <a:cxn ang="0">
                  <a:pos x="24" y="36"/>
                </a:cxn>
                <a:cxn ang="0">
                  <a:pos x="30" y="18"/>
                </a:cxn>
                <a:cxn ang="0">
                  <a:pos x="24" y="6"/>
                </a:cxn>
                <a:cxn ang="0">
                  <a:pos x="18" y="0"/>
                </a:cxn>
                <a:cxn ang="0">
                  <a:pos x="6" y="6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6" y="18"/>
                </a:cxn>
                <a:cxn ang="0">
                  <a:pos x="12" y="12"/>
                </a:cxn>
                <a:cxn ang="0">
                  <a:pos x="18" y="18"/>
                </a:cxn>
                <a:cxn ang="0">
                  <a:pos x="24" y="24"/>
                </a:cxn>
                <a:cxn ang="0">
                  <a:pos x="18" y="36"/>
                </a:cxn>
                <a:cxn ang="0">
                  <a:pos x="12" y="48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30" y="72"/>
                </a:cxn>
                <a:cxn ang="0">
                  <a:pos x="30" y="54"/>
                </a:cxn>
              </a:cxnLst>
              <a:rect l="txL" t="txT" r="txR" b="txB"/>
              <a:pathLst>
                <a:path w="30" h="72">
                  <a:moveTo>
                    <a:pt x="30" y="54"/>
                  </a:moveTo>
                  <a:lnTo>
                    <a:pt x="30" y="54"/>
                  </a:lnTo>
                  <a:lnTo>
                    <a:pt x="30" y="60"/>
                  </a:lnTo>
                  <a:lnTo>
                    <a:pt x="24" y="60"/>
                  </a:lnTo>
                  <a:lnTo>
                    <a:pt x="6" y="60"/>
                  </a:lnTo>
                  <a:lnTo>
                    <a:pt x="18" y="42"/>
                  </a:lnTo>
                  <a:lnTo>
                    <a:pt x="24" y="36"/>
                  </a:lnTo>
                  <a:lnTo>
                    <a:pt x="30" y="18"/>
                  </a:lnTo>
                  <a:lnTo>
                    <a:pt x="24" y="6"/>
                  </a:lnTo>
                  <a:lnTo>
                    <a:pt x="18" y="0"/>
                  </a:lnTo>
                  <a:lnTo>
                    <a:pt x="6" y="6"/>
                  </a:lnTo>
                  <a:lnTo>
                    <a:pt x="0" y="24"/>
                  </a:lnTo>
                  <a:lnTo>
                    <a:pt x="6" y="18"/>
                  </a:lnTo>
                  <a:lnTo>
                    <a:pt x="12" y="12"/>
                  </a:lnTo>
                  <a:lnTo>
                    <a:pt x="18" y="18"/>
                  </a:lnTo>
                  <a:lnTo>
                    <a:pt x="24" y="24"/>
                  </a:lnTo>
                  <a:lnTo>
                    <a:pt x="18" y="36"/>
                  </a:lnTo>
                  <a:lnTo>
                    <a:pt x="12" y="48"/>
                  </a:lnTo>
                  <a:lnTo>
                    <a:pt x="0" y="72"/>
                  </a:lnTo>
                  <a:lnTo>
                    <a:pt x="30" y="72"/>
                  </a:lnTo>
                  <a:lnTo>
                    <a:pt x="30" y="5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80" name="Freeform 169"/>
            <p:cNvSpPr>
              <a:spLocks noEditPoints="1"/>
            </p:cNvSpPr>
            <p:nvPr/>
          </p:nvSpPr>
          <p:spPr>
            <a:xfrm>
              <a:off x="4829" y="1509"/>
              <a:ext cx="18" cy="89"/>
            </a:xfrm>
            <a:custGeom>
              <a:avLst/>
              <a:gdLst>
                <a:gd name="txL" fmla="*/ 0 w 18"/>
                <a:gd name="txT" fmla="*/ 0 h 89"/>
                <a:gd name="txR" fmla="*/ 18 w 18"/>
                <a:gd name="txB" fmla="*/ 89 h 89"/>
              </a:gdLst>
              <a:ahLst/>
              <a:cxnLst>
                <a:cxn ang="0">
                  <a:pos x="18" y="77"/>
                </a:cxn>
                <a:cxn ang="0">
                  <a:pos x="12" y="83"/>
                </a:cxn>
                <a:cxn ang="0">
                  <a:pos x="6" y="83"/>
                </a:cxn>
                <a:cxn ang="0">
                  <a:pos x="6" y="83"/>
                </a:cxn>
                <a:cxn ang="0">
                  <a:pos x="6" y="77"/>
                </a:cxn>
                <a:cxn ang="0">
                  <a:pos x="6" y="71"/>
                </a:cxn>
                <a:cxn ang="0">
                  <a:pos x="18" y="30"/>
                </a:cxn>
                <a:cxn ang="0">
                  <a:pos x="18" y="30"/>
                </a:cxn>
                <a:cxn ang="0">
                  <a:pos x="6" y="36"/>
                </a:cxn>
                <a:cxn ang="0">
                  <a:pos x="0" y="36"/>
                </a:cxn>
                <a:cxn ang="0">
                  <a:pos x="0" y="36"/>
                </a:cxn>
                <a:cxn ang="0">
                  <a:pos x="6" y="36"/>
                </a:cxn>
                <a:cxn ang="0">
                  <a:pos x="6" y="42"/>
                </a:cxn>
                <a:cxn ang="0">
                  <a:pos x="6" y="47"/>
                </a:cxn>
                <a:cxn ang="0">
                  <a:pos x="6" y="59"/>
                </a:cxn>
                <a:cxn ang="0">
                  <a:pos x="0" y="77"/>
                </a:cxn>
                <a:cxn ang="0">
                  <a:pos x="0" y="83"/>
                </a:cxn>
                <a:cxn ang="0">
                  <a:pos x="0" y="89"/>
                </a:cxn>
                <a:cxn ang="0">
                  <a:pos x="0" y="89"/>
                </a:cxn>
                <a:cxn ang="0">
                  <a:pos x="12" y="83"/>
                </a:cxn>
                <a:cxn ang="0">
                  <a:pos x="18" y="77"/>
                </a:cxn>
                <a:cxn ang="0">
                  <a:pos x="18" y="77"/>
                </a:cxn>
                <a:cxn ang="0">
                  <a:pos x="18" y="12"/>
                </a:cxn>
                <a:cxn ang="0">
                  <a:pos x="18" y="6"/>
                </a:cxn>
                <a:cxn ang="0">
                  <a:pos x="12" y="0"/>
                </a:cxn>
                <a:cxn ang="0">
                  <a:pos x="12" y="6"/>
                </a:cxn>
                <a:cxn ang="0">
                  <a:pos x="12" y="12"/>
                </a:cxn>
                <a:cxn ang="0">
                  <a:pos x="12" y="18"/>
                </a:cxn>
                <a:cxn ang="0">
                  <a:pos x="12" y="18"/>
                </a:cxn>
                <a:cxn ang="0">
                  <a:pos x="18" y="18"/>
                </a:cxn>
                <a:cxn ang="0">
                  <a:pos x="18" y="12"/>
                </a:cxn>
                <a:cxn ang="0">
                  <a:pos x="18" y="12"/>
                </a:cxn>
              </a:cxnLst>
              <a:rect l="txL" t="txT" r="txR" b="txB"/>
              <a:pathLst>
                <a:path w="18" h="89">
                  <a:moveTo>
                    <a:pt x="18" y="77"/>
                  </a:moveTo>
                  <a:lnTo>
                    <a:pt x="12" y="83"/>
                  </a:lnTo>
                  <a:lnTo>
                    <a:pt x="6" y="83"/>
                  </a:lnTo>
                  <a:lnTo>
                    <a:pt x="6" y="77"/>
                  </a:lnTo>
                  <a:lnTo>
                    <a:pt x="6" y="71"/>
                  </a:lnTo>
                  <a:lnTo>
                    <a:pt x="18" y="30"/>
                  </a:lnTo>
                  <a:lnTo>
                    <a:pt x="6" y="36"/>
                  </a:lnTo>
                  <a:lnTo>
                    <a:pt x="0" y="36"/>
                  </a:lnTo>
                  <a:lnTo>
                    <a:pt x="6" y="36"/>
                  </a:lnTo>
                  <a:lnTo>
                    <a:pt x="6" y="42"/>
                  </a:lnTo>
                  <a:lnTo>
                    <a:pt x="6" y="47"/>
                  </a:lnTo>
                  <a:lnTo>
                    <a:pt x="6" y="59"/>
                  </a:lnTo>
                  <a:lnTo>
                    <a:pt x="0" y="77"/>
                  </a:lnTo>
                  <a:lnTo>
                    <a:pt x="0" y="83"/>
                  </a:lnTo>
                  <a:lnTo>
                    <a:pt x="0" y="89"/>
                  </a:lnTo>
                  <a:lnTo>
                    <a:pt x="12" y="83"/>
                  </a:lnTo>
                  <a:lnTo>
                    <a:pt x="18" y="77"/>
                  </a:lnTo>
                  <a:close/>
                  <a:moveTo>
                    <a:pt x="18" y="12"/>
                  </a:moveTo>
                  <a:lnTo>
                    <a:pt x="18" y="6"/>
                  </a:lnTo>
                  <a:lnTo>
                    <a:pt x="12" y="0"/>
                  </a:lnTo>
                  <a:lnTo>
                    <a:pt x="12" y="6"/>
                  </a:lnTo>
                  <a:lnTo>
                    <a:pt x="12" y="12"/>
                  </a:lnTo>
                  <a:lnTo>
                    <a:pt x="12" y="18"/>
                  </a:lnTo>
                  <a:lnTo>
                    <a:pt x="18" y="18"/>
                  </a:lnTo>
                  <a:lnTo>
                    <a:pt x="18" y="1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81" name="Freeform 170"/>
            <p:cNvSpPr/>
            <p:nvPr/>
          </p:nvSpPr>
          <p:spPr>
            <a:xfrm>
              <a:off x="4853" y="1562"/>
              <a:ext cx="36" cy="72"/>
            </a:xfrm>
            <a:custGeom>
              <a:avLst/>
              <a:gdLst>
                <a:gd name="txL" fmla="*/ 0 w 36"/>
                <a:gd name="txT" fmla="*/ 0 h 72"/>
                <a:gd name="txR" fmla="*/ 36 w 36"/>
                <a:gd name="txB" fmla="*/ 72 h 72"/>
              </a:gdLst>
              <a:ahLst/>
              <a:cxnLst>
                <a:cxn ang="0">
                  <a:pos x="36" y="54"/>
                </a:cxn>
                <a:cxn ang="0">
                  <a:pos x="30" y="54"/>
                </a:cxn>
                <a:cxn ang="0">
                  <a:pos x="30" y="60"/>
                </a:cxn>
                <a:cxn ang="0">
                  <a:pos x="24" y="60"/>
                </a:cxn>
                <a:cxn ang="0">
                  <a:pos x="6" y="60"/>
                </a:cxn>
                <a:cxn ang="0">
                  <a:pos x="18" y="42"/>
                </a:cxn>
                <a:cxn ang="0">
                  <a:pos x="24" y="36"/>
                </a:cxn>
                <a:cxn ang="0">
                  <a:pos x="30" y="18"/>
                </a:cxn>
                <a:cxn ang="0">
                  <a:pos x="24" y="6"/>
                </a:cxn>
                <a:cxn ang="0">
                  <a:pos x="18" y="0"/>
                </a:cxn>
                <a:cxn ang="0">
                  <a:pos x="6" y="6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6" y="18"/>
                </a:cxn>
                <a:cxn ang="0">
                  <a:pos x="12" y="12"/>
                </a:cxn>
                <a:cxn ang="0">
                  <a:pos x="18" y="18"/>
                </a:cxn>
                <a:cxn ang="0">
                  <a:pos x="24" y="24"/>
                </a:cxn>
                <a:cxn ang="0">
                  <a:pos x="18" y="36"/>
                </a:cxn>
                <a:cxn ang="0">
                  <a:pos x="12" y="48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30" y="72"/>
                </a:cxn>
                <a:cxn ang="0">
                  <a:pos x="36" y="54"/>
                </a:cxn>
              </a:cxnLst>
              <a:rect l="txL" t="txT" r="txR" b="txB"/>
              <a:pathLst>
                <a:path w="36" h="72">
                  <a:moveTo>
                    <a:pt x="36" y="54"/>
                  </a:moveTo>
                  <a:lnTo>
                    <a:pt x="30" y="54"/>
                  </a:lnTo>
                  <a:lnTo>
                    <a:pt x="30" y="60"/>
                  </a:lnTo>
                  <a:lnTo>
                    <a:pt x="24" y="60"/>
                  </a:lnTo>
                  <a:lnTo>
                    <a:pt x="6" y="60"/>
                  </a:lnTo>
                  <a:lnTo>
                    <a:pt x="18" y="42"/>
                  </a:lnTo>
                  <a:lnTo>
                    <a:pt x="24" y="36"/>
                  </a:lnTo>
                  <a:lnTo>
                    <a:pt x="30" y="18"/>
                  </a:lnTo>
                  <a:lnTo>
                    <a:pt x="24" y="6"/>
                  </a:lnTo>
                  <a:lnTo>
                    <a:pt x="18" y="0"/>
                  </a:lnTo>
                  <a:lnTo>
                    <a:pt x="6" y="6"/>
                  </a:lnTo>
                  <a:lnTo>
                    <a:pt x="0" y="24"/>
                  </a:lnTo>
                  <a:lnTo>
                    <a:pt x="6" y="18"/>
                  </a:lnTo>
                  <a:lnTo>
                    <a:pt x="12" y="12"/>
                  </a:lnTo>
                  <a:lnTo>
                    <a:pt x="18" y="18"/>
                  </a:lnTo>
                  <a:lnTo>
                    <a:pt x="24" y="24"/>
                  </a:lnTo>
                  <a:lnTo>
                    <a:pt x="18" y="36"/>
                  </a:lnTo>
                  <a:lnTo>
                    <a:pt x="12" y="48"/>
                  </a:lnTo>
                  <a:lnTo>
                    <a:pt x="0" y="72"/>
                  </a:lnTo>
                  <a:lnTo>
                    <a:pt x="30" y="72"/>
                  </a:lnTo>
                  <a:lnTo>
                    <a:pt x="36" y="5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82" name="Freeform 171"/>
            <p:cNvSpPr>
              <a:spLocks noEditPoints="1"/>
            </p:cNvSpPr>
            <p:nvPr/>
          </p:nvSpPr>
          <p:spPr>
            <a:xfrm>
              <a:off x="5146" y="1443"/>
              <a:ext cx="24" cy="90"/>
            </a:xfrm>
            <a:custGeom>
              <a:avLst/>
              <a:gdLst>
                <a:gd name="txL" fmla="*/ 0 w 24"/>
                <a:gd name="txT" fmla="*/ 0 h 90"/>
                <a:gd name="txR" fmla="*/ 24 w 24"/>
                <a:gd name="txB" fmla="*/ 90 h 90"/>
              </a:gdLst>
              <a:ahLst/>
              <a:cxnLst>
                <a:cxn ang="0">
                  <a:pos x="18" y="72"/>
                </a:cxn>
                <a:cxn ang="0">
                  <a:pos x="12" y="78"/>
                </a:cxn>
                <a:cxn ang="0">
                  <a:pos x="12" y="84"/>
                </a:cxn>
                <a:cxn ang="0">
                  <a:pos x="12" y="84"/>
                </a:cxn>
                <a:cxn ang="0">
                  <a:pos x="6" y="78"/>
                </a:cxn>
                <a:cxn ang="0">
                  <a:pos x="12" y="78"/>
                </a:cxn>
                <a:cxn ang="0">
                  <a:pos x="12" y="72"/>
                </a:cxn>
                <a:cxn ang="0">
                  <a:pos x="18" y="30"/>
                </a:cxn>
                <a:cxn ang="0">
                  <a:pos x="18" y="30"/>
                </a:cxn>
                <a:cxn ang="0">
                  <a:pos x="0" y="30"/>
                </a:cxn>
                <a:cxn ang="0">
                  <a:pos x="0" y="36"/>
                </a:cxn>
                <a:cxn ang="0">
                  <a:pos x="6" y="36"/>
                </a:cxn>
                <a:cxn ang="0">
                  <a:pos x="6" y="36"/>
                </a:cxn>
                <a:cxn ang="0">
                  <a:pos x="6" y="42"/>
                </a:cxn>
                <a:cxn ang="0">
                  <a:pos x="6" y="60"/>
                </a:cxn>
                <a:cxn ang="0">
                  <a:pos x="0" y="72"/>
                </a:cxn>
                <a:cxn ang="0">
                  <a:pos x="0" y="78"/>
                </a:cxn>
                <a:cxn ang="0">
                  <a:pos x="0" y="84"/>
                </a:cxn>
                <a:cxn ang="0">
                  <a:pos x="6" y="90"/>
                </a:cxn>
                <a:cxn ang="0">
                  <a:pos x="12" y="84"/>
                </a:cxn>
                <a:cxn ang="0">
                  <a:pos x="18" y="72"/>
                </a:cxn>
                <a:cxn ang="0">
                  <a:pos x="18" y="72"/>
                </a:cxn>
                <a:cxn ang="0">
                  <a:pos x="24" y="6"/>
                </a:cxn>
                <a:cxn ang="0">
                  <a:pos x="24" y="6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2" y="6"/>
                </a:cxn>
                <a:cxn ang="0">
                  <a:pos x="18" y="12"/>
                </a:cxn>
                <a:cxn ang="0">
                  <a:pos x="18" y="12"/>
                </a:cxn>
                <a:cxn ang="0">
                  <a:pos x="24" y="12"/>
                </a:cxn>
                <a:cxn ang="0">
                  <a:pos x="24" y="6"/>
                </a:cxn>
                <a:cxn ang="0">
                  <a:pos x="24" y="6"/>
                </a:cxn>
              </a:cxnLst>
              <a:rect l="txL" t="txT" r="txR" b="txB"/>
              <a:pathLst>
                <a:path w="24" h="90">
                  <a:moveTo>
                    <a:pt x="18" y="72"/>
                  </a:moveTo>
                  <a:lnTo>
                    <a:pt x="12" y="78"/>
                  </a:lnTo>
                  <a:lnTo>
                    <a:pt x="12" y="84"/>
                  </a:lnTo>
                  <a:lnTo>
                    <a:pt x="6" y="78"/>
                  </a:lnTo>
                  <a:lnTo>
                    <a:pt x="12" y="78"/>
                  </a:lnTo>
                  <a:lnTo>
                    <a:pt x="12" y="72"/>
                  </a:lnTo>
                  <a:lnTo>
                    <a:pt x="18" y="30"/>
                  </a:lnTo>
                  <a:lnTo>
                    <a:pt x="0" y="30"/>
                  </a:lnTo>
                  <a:lnTo>
                    <a:pt x="0" y="36"/>
                  </a:lnTo>
                  <a:lnTo>
                    <a:pt x="6" y="36"/>
                  </a:lnTo>
                  <a:lnTo>
                    <a:pt x="6" y="42"/>
                  </a:lnTo>
                  <a:lnTo>
                    <a:pt x="6" y="60"/>
                  </a:lnTo>
                  <a:lnTo>
                    <a:pt x="0" y="72"/>
                  </a:lnTo>
                  <a:lnTo>
                    <a:pt x="0" y="78"/>
                  </a:lnTo>
                  <a:lnTo>
                    <a:pt x="0" y="84"/>
                  </a:lnTo>
                  <a:lnTo>
                    <a:pt x="6" y="90"/>
                  </a:lnTo>
                  <a:lnTo>
                    <a:pt x="12" y="84"/>
                  </a:lnTo>
                  <a:lnTo>
                    <a:pt x="18" y="72"/>
                  </a:lnTo>
                  <a:close/>
                  <a:moveTo>
                    <a:pt x="24" y="6"/>
                  </a:moveTo>
                  <a:lnTo>
                    <a:pt x="24" y="6"/>
                  </a:lnTo>
                  <a:lnTo>
                    <a:pt x="18" y="0"/>
                  </a:lnTo>
                  <a:lnTo>
                    <a:pt x="12" y="6"/>
                  </a:lnTo>
                  <a:lnTo>
                    <a:pt x="18" y="12"/>
                  </a:lnTo>
                  <a:lnTo>
                    <a:pt x="24" y="12"/>
                  </a:lnTo>
                  <a:lnTo>
                    <a:pt x="24" y="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83" name="Freeform 172"/>
            <p:cNvSpPr/>
            <p:nvPr/>
          </p:nvSpPr>
          <p:spPr>
            <a:xfrm>
              <a:off x="5170" y="1497"/>
              <a:ext cx="24" cy="65"/>
            </a:xfrm>
            <a:custGeom>
              <a:avLst/>
              <a:gdLst>
                <a:gd name="txL" fmla="*/ 0 w 24"/>
                <a:gd name="txT" fmla="*/ 0 h 65"/>
                <a:gd name="txR" fmla="*/ 24 w 24"/>
                <a:gd name="txB" fmla="*/ 65 h 65"/>
              </a:gdLst>
              <a:ahLst/>
              <a:cxnLst>
                <a:cxn ang="0">
                  <a:pos x="0" y="65"/>
                </a:cxn>
                <a:cxn ang="0">
                  <a:pos x="24" y="65"/>
                </a:cxn>
                <a:cxn ang="0">
                  <a:pos x="24" y="65"/>
                </a:cxn>
                <a:cxn ang="0">
                  <a:pos x="18" y="65"/>
                </a:cxn>
                <a:cxn ang="0">
                  <a:pos x="18" y="59"/>
                </a:cxn>
                <a:cxn ang="0">
                  <a:pos x="18" y="0"/>
                </a:cxn>
                <a:cxn ang="0">
                  <a:pos x="12" y="0"/>
                </a:cxn>
                <a:cxn ang="0">
                  <a:pos x="0" y="6"/>
                </a:cxn>
                <a:cxn ang="0">
                  <a:pos x="0" y="12"/>
                </a:cxn>
                <a:cxn ang="0">
                  <a:pos x="6" y="6"/>
                </a:cxn>
                <a:cxn ang="0">
                  <a:pos x="6" y="6"/>
                </a:cxn>
                <a:cxn ang="0">
                  <a:pos x="6" y="12"/>
                </a:cxn>
                <a:cxn ang="0">
                  <a:pos x="6" y="12"/>
                </a:cxn>
                <a:cxn ang="0">
                  <a:pos x="6" y="59"/>
                </a:cxn>
                <a:cxn ang="0">
                  <a:pos x="6" y="65"/>
                </a:cxn>
                <a:cxn ang="0">
                  <a:pos x="0" y="65"/>
                </a:cxn>
                <a:cxn ang="0">
                  <a:pos x="0" y="65"/>
                </a:cxn>
              </a:cxnLst>
              <a:rect l="txL" t="txT" r="txR" b="txB"/>
              <a:pathLst>
                <a:path w="24" h="65">
                  <a:moveTo>
                    <a:pt x="0" y="65"/>
                  </a:moveTo>
                  <a:lnTo>
                    <a:pt x="24" y="65"/>
                  </a:lnTo>
                  <a:lnTo>
                    <a:pt x="18" y="65"/>
                  </a:lnTo>
                  <a:lnTo>
                    <a:pt x="18" y="59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6"/>
                  </a:lnTo>
                  <a:lnTo>
                    <a:pt x="6" y="12"/>
                  </a:lnTo>
                  <a:lnTo>
                    <a:pt x="6" y="59"/>
                  </a:lnTo>
                  <a:lnTo>
                    <a:pt x="6" y="65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84" name="Freeform 173"/>
            <p:cNvSpPr/>
            <p:nvPr/>
          </p:nvSpPr>
          <p:spPr>
            <a:xfrm>
              <a:off x="5069" y="1742"/>
              <a:ext cx="42" cy="53"/>
            </a:xfrm>
            <a:custGeom>
              <a:avLst/>
              <a:gdLst>
                <a:gd name="txL" fmla="*/ 0 w 42"/>
                <a:gd name="txT" fmla="*/ 0 h 53"/>
                <a:gd name="txR" fmla="*/ 42 w 42"/>
                <a:gd name="txB" fmla="*/ 53 h 53"/>
              </a:gdLst>
              <a:ahLst/>
              <a:cxnLst>
                <a:cxn ang="0">
                  <a:pos x="0" y="0"/>
                </a:cxn>
                <a:cxn ang="0">
                  <a:pos x="6" y="6"/>
                </a:cxn>
                <a:cxn ang="0">
                  <a:pos x="12" y="17"/>
                </a:cxn>
                <a:cxn ang="0">
                  <a:pos x="12" y="35"/>
                </a:cxn>
                <a:cxn ang="0">
                  <a:pos x="12" y="53"/>
                </a:cxn>
                <a:cxn ang="0">
                  <a:pos x="12" y="53"/>
                </a:cxn>
                <a:cxn ang="0">
                  <a:pos x="18" y="53"/>
                </a:cxn>
                <a:cxn ang="0">
                  <a:pos x="24" y="41"/>
                </a:cxn>
                <a:cxn ang="0">
                  <a:pos x="30" y="35"/>
                </a:cxn>
                <a:cxn ang="0">
                  <a:pos x="36" y="29"/>
                </a:cxn>
                <a:cxn ang="0">
                  <a:pos x="42" y="17"/>
                </a:cxn>
                <a:cxn ang="0">
                  <a:pos x="42" y="6"/>
                </a:cxn>
                <a:cxn ang="0">
                  <a:pos x="42" y="0"/>
                </a:cxn>
                <a:cxn ang="0">
                  <a:pos x="36" y="0"/>
                </a:cxn>
                <a:cxn ang="0">
                  <a:pos x="30" y="0"/>
                </a:cxn>
                <a:cxn ang="0">
                  <a:pos x="30" y="0"/>
                </a:cxn>
                <a:cxn ang="0">
                  <a:pos x="36" y="6"/>
                </a:cxn>
                <a:cxn ang="0">
                  <a:pos x="36" y="12"/>
                </a:cxn>
                <a:cxn ang="0">
                  <a:pos x="30" y="29"/>
                </a:cxn>
                <a:cxn ang="0">
                  <a:pos x="24" y="41"/>
                </a:cxn>
                <a:cxn ang="0">
                  <a:pos x="18" y="41"/>
                </a:cxn>
                <a:cxn ang="0">
                  <a:pos x="18" y="23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6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42" h="53">
                  <a:moveTo>
                    <a:pt x="0" y="0"/>
                  </a:moveTo>
                  <a:lnTo>
                    <a:pt x="6" y="6"/>
                  </a:lnTo>
                  <a:lnTo>
                    <a:pt x="12" y="17"/>
                  </a:lnTo>
                  <a:lnTo>
                    <a:pt x="12" y="35"/>
                  </a:lnTo>
                  <a:lnTo>
                    <a:pt x="12" y="53"/>
                  </a:lnTo>
                  <a:lnTo>
                    <a:pt x="18" y="53"/>
                  </a:lnTo>
                  <a:lnTo>
                    <a:pt x="24" y="41"/>
                  </a:lnTo>
                  <a:lnTo>
                    <a:pt x="30" y="35"/>
                  </a:lnTo>
                  <a:lnTo>
                    <a:pt x="36" y="29"/>
                  </a:lnTo>
                  <a:lnTo>
                    <a:pt x="42" y="17"/>
                  </a:lnTo>
                  <a:lnTo>
                    <a:pt x="42" y="6"/>
                  </a:lnTo>
                  <a:lnTo>
                    <a:pt x="42" y="0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36" y="6"/>
                  </a:lnTo>
                  <a:lnTo>
                    <a:pt x="36" y="12"/>
                  </a:lnTo>
                  <a:lnTo>
                    <a:pt x="30" y="29"/>
                  </a:lnTo>
                  <a:lnTo>
                    <a:pt x="24" y="41"/>
                  </a:lnTo>
                  <a:lnTo>
                    <a:pt x="18" y="41"/>
                  </a:lnTo>
                  <a:lnTo>
                    <a:pt x="18" y="23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85" name="Freeform 174"/>
            <p:cNvSpPr/>
            <p:nvPr/>
          </p:nvSpPr>
          <p:spPr>
            <a:xfrm>
              <a:off x="5117" y="1759"/>
              <a:ext cx="29" cy="72"/>
            </a:xfrm>
            <a:custGeom>
              <a:avLst/>
              <a:gdLst>
                <a:gd name="txL" fmla="*/ 0 w 29"/>
                <a:gd name="txT" fmla="*/ 0 h 72"/>
                <a:gd name="txR" fmla="*/ 29 w 29"/>
                <a:gd name="txB" fmla="*/ 72 h 72"/>
              </a:gdLst>
              <a:ahLst/>
              <a:cxnLst>
                <a:cxn ang="0">
                  <a:pos x="6" y="36"/>
                </a:cxn>
                <a:cxn ang="0">
                  <a:pos x="12" y="36"/>
                </a:cxn>
                <a:cxn ang="0">
                  <a:pos x="18" y="36"/>
                </a:cxn>
                <a:cxn ang="0">
                  <a:pos x="24" y="48"/>
                </a:cxn>
                <a:cxn ang="0">
                  <a:pos x="24" y="54"/>
                </a:cxn>
                <a:cxn ang="0">
                  <a:pos x="18" y="60"/>
                </a:cxn>
                <a:cxn ang="0">
                  <a:pos x="12" y="66"/>
                </a:cxn>
                <a:cxn ang="0">
                  <a:pos x="6" y="66"/>
                </a:cxn>
                <a:cxn ang="0">
                  <a:pos x="0" y="60"/>
                </a:cxn>
                <a:cxn ang="0">
                  <a:pos x="0" y="60"/>
                </a:cxn>
                <a:cxn ang="0">
                  <a:pos x="0" y="66"/>
                </a:cxn>
                <a:cxn ang="0">
                  <a:pos x="6" y="72"/>
                </a:cxn>
                <a:cxn ang="0">
                  <a:pos x="6" y="72"/>
                </a:cxn>
                <a:cxn ang="0">
                  <a:pos x="24" y="66"/>
                </a:cxn>
                <a:cxn ang="0">
                  <a:pos x="29" y="48"/>
                </a:cxn>
                <a:cxn ang="0">
                  <a:pos x="24" y="36"/>
                </a:cxn>
                <a:cxn ang="0">
                  <a:pos x="18" y="30"/>
                </a:cxn>
                <a:cxn ang="0">
                  <a:pos x="24" y="24"/>
                </a:cxn>
                <a:cxn ang="0">
                  <a:pos x="24" y="12"/>
                </a:cxn>
                <a:cxn ang="0">
                  <a:pos x="24" y="6"/>
                </a:cxn>
                <a:cxn ang="0">
                  <a:pos x="12" y="0"/>
                </a:cxn>
                <a:cxn ang="0">
                  <a:pos x="6" y="6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6" y="12"/>
                </a:cxn>
                <a:cxn ang="0">
                  <a:pos x="12" y="6"/>
                </a:cxn>
                <a:cxn ang="0">
                  <a:pos x="18" y="12"/>
                </a:cxn>
                <a:cxn ang="0">
                  <a:pos x="18" y="18"/>
                </a:cxn>
                <a:cxn ang="0">
                  <a:pos x="12" y="30"/>
                </a:cxn>
                <a:cxn ang="0">
                  <a:pos x="6" y="36"/>
                </a:cxn>
                <a:cxn ang="0">
                  <a:pos x="6" y="36"/>
                </a:cxn>
              </a:cxnLst>
              <a:rect l="txL" t="txT" r="txR" b="txB"/>
              <a:pathLst>
                <a:path w="29" h="72">
                  <a:moveTo>
                    <a:pt x="6" y="36"/>
                  </a:moveTo>
                  <a:lnTo>
                    <a:pt x="12" y="36"/>
                  </a:lnTo>
                  <a:lnTo>
                    <a:pt x="18" y="36"/>
                  </a:lnTo>
                  <a:lnTo>
                    <a:pt x="24" y="48"/>
                  </a:lnTo>
                  <a:lnTo>
                    <a:pt x="24" y="54"/>
                  </a:lnTo>
                  <a:lnTo>
                    <a:pt x="18" y="60"/>
                  </a:lnTo>
                  <a:lnTo>
                    <a:pt x="12" y="66"/>
                  </a:lnTo>
                  <a:lnTo>
                    <a:pt x="6" y="66"/>
                  </a:lnTo>
                  <a:lnTo>
                    <a:pt x="0" y="60"/>
                  </a:lnTo>
                  <a:lnTo>
                    <a:pt x="0" y="66"/>
                  </a:lnTo>
                  <a:lnTo>
                    <a:pt x="6" y="72"/>
                  </a:lnTo>
                  <a:lnTo>
                    <a:pt x="24" y="66"/>
                  </a:lnTo>
                  <a:lnTo>
                    <a:pt x="29" y="48"/>
                  </a:lnTo>
                  <a:lnTo>
                    <a:pt x="24" y="36"/>
                  </a:lnTo>
                  <a:lnTo>
                    <a:pt x="18" y="30"/>
                  </a:lnTo>
                  <a:lnTo>
                    <a:pt x="24" y="24"/>
                  </a:lnTo>
                  <a:lnTo>
                    <a:pt x="24" y="12"/>
                  </a:lnTo>
                  <a:lnTo>
                    <a:pt x="24" y="6"/>
                  </a:lnTo>
                  <a:lnTo>
                    <a:pt x="12" y="0"/>
                  </a:lnTo>
                  <a:lnTo>
                    <a:pt x="6" y="6"/>
                  </a:lnTo>
                  <a:lnTo>
                    <a:pt x="0" y="18"/>
                  </a:lnTo>
                  <a:lnTo>
                    <a:pt x="6" y="12"/>
                  </a:lnTo>
                  <a:lnTo>
                    <a:pt x="12" y="6"/>
                  </a:lnTo>
                  <a:lnTo>
                    <a:pt x="18" y="12"/>
                  </a:lnTo>
                  <a:lnTo>
                    <a:pt x="18" y="18"/>
                  </a:lnTo>
                  <a:lnTo>
                    <a:pt x="12" y="30"/>
                  </a:lnTo>
                  <a:lnTo>
                    <a:pt x="6" y="3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86" name="Freeform 175"/>
            <p:cNvSpPr/>
            <p:nvPr/>
          </p:nvSpPr>
          <p:spPr>
            <a:xfrm>
              <a:off x="3029" y="2207"/>
              <a:ext cx="36" cy="96"/>
            </a:xfrm>
            <a:custGeom>
              <a:avLst/>
              <a:gdLst>
                <a:gd name="txL" fmla="*/ 0 w 36"/>
                <a:gd name="txT" fmla="*/ 0 h 96"/>
                <a:gd name="txR" fmla="*/ 36 w 36"/>
                <a:gd name="txB" fmla="*/ 96 h 96"/>
              </a:gdLst>
              <a:ahLst/>
              <a:cxnLst>
                <a:cxn ang="0">
                  <a:pos x="12" y="48"/>
                </a:cxn>
                <a:cxn ang="0">
                  <a:pos x="18" y="48"/>
                </a:cxn>
                <a:cxn ang="0">
                  <a:pos x="24" y="48"/>
                </a:cxn>
                <a:cxn ang="0">
                  <a:pos x="30" y="60"/>
                </a:cxn>
                <a:cxn ang="0">
                  <a:pos x="30" y="66"/>
                </a:cxn>
                <a:cxn ang="0">
                  <a:pos x="24" y="84"/>
                </a:cxn>
                <a:cxn ang="0">
                  <a:pos x="18" y="90"/>
                </a:cxn>
                <a:cxn ang="0">
                  <a:pos x="12" y="84"/>
                </a:cxn>
                <a:cxn ang="0">
                  <a:pos x="0" y="78"/>
                </a:cxn>
                <a:cxn ang="0">
                  <a:pos x="0" y="84"/>
                </a:cxn>
                <a:cxn ang="0">
                  <a:pos x="0" y="84"/>
                </a:cxn>
                <a:cxn ang="0">
                  <a:pos x="6" y="90"/>
                </a:cxn>
                <a:cxn ang="0">
                  <a:pos x="12" y="96"/>
                </a:cxn>
                <a:cxn ang="0">
                  <a:pos x="30" y="90"/>
                </a:cxn>
                <a:cxn ang="0">
                  <a:pos x="36" y="60"/>
                </a:cxn>
                <a:cxn ang="0">
                  <a:pos x="36" y="48"/>
                </a:cxn>
                <a:cxn ang="0">
                  <a:pos x="30" y="42"/>
                </a:cxn>
                <a:cxn ang="0">
                  <a:pos x="24" y="36"/>
                </a:cxn>
                <a:cxn ang="0">
                  <a:pos x="30" y="30"/>
                </a:cxn>
                <a:cxn ang="0">
                  <a:pos x="36" y="18"/>
                </a:cxn>
                <a:cxn ang="0">
                  <a:pos x="30" y="6"/>
                </a:cxn>
                <a:cxn ang="0">
                  <a:pos x="18" y="0"/>
                </a:cxn>
                <a:cxn ang="0">
                  <a:pos x="6" y="6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6" y="12"/>
                </a:cxn>
                <a:cxn ang="0">
                  <a:pos x="18" y="6"/>
                </a:cxn>
                <a:cxn ang="0">
                  <a:pos x="24" y="12"/>
                </a:cxn>
                <a:cxn ang="0">
                  <a:pos x="24" y="24"/>
                </a:cxn>
                <a:cxn ang="0">
                  <a:pos x="18" y="36"/>
                </a:cxn>
                <a:cxn ang="0">
                  <a:pos x="12" y="42"/>
                </a:cxn>
                <a:cxn ang="0">
                  <a:pos x="12" y="48"/>
                </a:cxn>
              </a:cxnLst>
              <a:rect l="txL" t="txT" r="txR" b="txB"/>
              <a:pathLst>
                <a:path w="36" h="96">
                  <a:moveTo>
                    <a:pt x="12" y="48"/>
                  </a:moveTo>
                  <a:lnTo>
                    <a:pt x="18" y="48"/>
                  </a:lnTo>
                  <a:lnTo>
                    <a:pt x="24" y="48"/>
                  </a:lnTo>
                  <a:lnTo>
                    <a:pt x="30" y="60"/>
                  </a:lnTo>
                  <a:lnTo>
                    <a:pt x="30" y="66"/>
                  </a:lnTo>
                  <a:lnTo>
                    <a:pt x="24" y="84"/>
                  </a:lnTo>
                  <a:lnTo>
                    <a:pt x="18" y="90"/>
                  </a:lnTo>
                  <a:lnTo>
                    <a:pt x="12" y="84"/>
                  </a:lnTo>
                  <a:lnTo>
                    <a:pt x="0" y="78"/>
                  </a:lnTo>
                  <a:lnTo>
                    <a:pt x="0" y="84"/>
                  </a:lnTo>
                  <a:lnTo>
                    <a:pt x="6" y="90"/>
                  </a:lnTo>
                  <a:lnTo>
                    <a:pt x="12" y="96"/>
                  </a:lnTo>
                  <a:lnTo>
                    <a:pt x="30" y="90"/>
                  </a:lnTo>
                  <a:lnTo>
                    <a:pt x="36" y="60"/>
                  </a:lnTo>
                  <a:lnTo>
                    <a:pt x="36" y="48"/>
                  </a:lnTo>
                  <a:lnTo>
                    <a:pt x="30" y="42"/>
                  </a:lnTo>
                  <a:lnTo>
                    <a:pt x="24" y="36"/>
                  </a:lnTo>
                  <a:lnTo>
                    <a:pt x="30" y="30"/>
                  </a:lnTo>
                  <a:lnTo>
                    <a:pt x="36" y="18"/>
                  </a:lnTo>
                  <a:lnTo>
                    <a:pt x="30" y="6"/>
                  </a:lnTo>
                  <a:lnTo>
                    <a:pt x="18" y="0"/>
                  </a:lnTo>
                  <a:lnTo>
                    <a:pt x="6" y="6"/>
                  </a:lnTo>
                  <a:lnTo>
                    <a:pt x="0" y="24"/>
                  </a:lnTo>
                  <a:lnTo>
                    <a:pt x="6" y="12"/>
                  </a:lnTo>
                  <a:lnTo>
                    <a:pt x="18" y="6"/>
                  </a:lnTo>
                  <a:lnTo>
                    <a:pt x="24" y="12"/>
                  </a:lnTo>
                  <a:lnTo>
                    <a:pt x="24" y="24"/>
                  </a:lnTo>
                  <a:lnTo>
                    <a:pt x="18" y="36"/>
                  </a:lnTo>
                  <a:lnTo>
                    <a:pt x="12" y="42"/>
                  </a:lnTo>
                  <a:lnTo>
                    <a:pt x="12" y="4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87" name="Freeform 176"/>
            <p:cNvSpPr>
              <a:spLocks noEditPoints="1"/>
            </p:cNvSpPr>
            <p:nvPr/>
          </p:nvSpPr>
          <p:spPr>
            <a:xfrm>
              <a:off x="3095" y="2207"/>
              <a:ext cx="72" cy="90"/>
            </a:xfrm>
            <a:custGeom>
              <a:avLst/>
              <a:gdLst>
                <a:gd name="txL" fmla="*/ 0 w 72"/>
                <a:gd name="txT" fmla="*/ 0 h 90"/>
                <a:gd name="txR" fmla="*/ 72 w 72"/>
                <a:gd name="txB" fmla="*/ 90 h 90"/>
              </a:gdLst>
              <a:ahLst/>
              <a:cxnLst>
                <a:cxn ang="0">
                  <a:pos x="72" y="90"/>
                </a:cxn>
                <a:cxn ang="0">
                  <a:pos x="66" y="84"/>
                </a:cxn>
                <a:cxn ang="0">
                  <a:pos x="60" y="78"/>
                </a:cxn>
                <a:cxn ang="0">
                  <a:pos x="36" y="0"/>
                </a:cxn>
                <a:cxn ang="0">
                  <a:pos x="36" y="0"/>
                </a:cxn>
                <a:cxn ang="0">
                  <a:pos x="12" y="66"/>
                </a:cxn>
                <a:cxn ang="0">
                  <a:pos x="12" y="78"/>
                </a:cxn>
                <a:cxn ang="0">
                  <a:pos x="6" y="84"/>
                </a:cxn>
                <a:cxn ang="0">
                  <a:pos x="6" y="90"/>
                </a:cxn>
                <a:cxn ang="0">
                  <a:pos x="0" y="90"/>
                </a:cxn>
                <a:cxn ang="0">
                  <a:pos x="0" y="90"/>
                </a:cxn>
                <a:cxn ang="0">
                  <a:pos x="18" y="90"/>
                </a:cxn>
                <a:cxn ang="0">
                  <a:pos x="18" y="90"/>
                </a:cxn>
                <a:cxn ang="0">
                  <a:pos x="18" y="90"/>
                </a:cxn>
                <a:cxn ang="0">
                  <a:pos x="12" y="84"/>
                </a:cxn>
                <a:cxn ang="0">
                  <a:pos x="12" y="84"/>
                </a:cxn>
                <a:cxn ang="0">
                  <a:pos x="12" y="78"/>
                </a:cxn>
                <a:cxn ang="0">
                  <a:pos x="18" y="60"/>
                </a:cxn>
                <a:cxn ang="0">
                  <a:pos x="48" y="60"/>
                </a:cxn>
                <a:cxn ang="0">
                  <a:pos x="48" y="78"/>
                </a:cxn>
                <a:cxn ang="0">
                  <a:pos x="54" y="84"/>
                </a:cxn>
                <a:cxn ang="0">
                  <a:pos x="54" y="84"/>
                </a:cxn>
                <a:cxn ang="0">
                  <a:pos x="54" y="90"/>
                </a:cxn>
                <a:cxn ang="0">
                  <a:pos x="48" y="90"/>
                </a:cxn>
                <a:cxn ang="0">
                  <a:pos x="48" y="90"/>
                </a:cxn>
                <a:cxn ang="0">
                  <a:pos x="72" y="90"/>
                </a:cxn>
                <a:cxn ang="0">
                  <a:pos x="72" y="90"/>
                </a:cxn>
                <a:cxn ang="0">
                  <a:pos x="24" y="54"/>
                </a:cxn>
                <a:cxn ang="0">
                  <a:pos x="30" y="18"/>
                </a:cxn>
                <a:cxn ang="0">
                  <a:pos x="42" y="54"/>
                </a:cxn>
                <a:cxn ang="0">
                  <a:pos x="24" y="54"/>
                </a:cxn>
              </a:cxnLst>
              <a:rect l="txL" t="txT" r="txR" b="txB"/>
              <a:pathLst>
                <a:path w="72" h="90">
                  <a:moveTo>
                    <a:pt x="72" y="90"/>
                  </a:moveTo>
                  <a:lnTo>
                    <a:pt x="66" y="84"/>
                  </a:lnTo>
                  <a:lnTo>
                    <a:pt x="60" y="78"/>
                  </a:lnTo>
                  <a:lnTo>
                    <a:pt x="36" y="0"/>
                  </a:lnTo>
                  <a:lnTo>
                    <a:pt x="12" y="66"/>
                  </a:lnTo>
                  <a:lnTo>
                    <a:pt x="12" y="78"/>
                  </a:lnTo>
                  <a:lnTo>
                    <a:pt x="6" y="84"/>
                  </a:lnTo>
                  <a:lnTo>
                    <a:pt x="6" y="90"/>
                  </a:lnTo>
                  <a:lnTo>
                    <a:pt x="0" y="90"/>
                  </a:lnTo>
                  <a:lnTo>
                    <a:pt x="18" y="90"/>
                  </a:lnTo>
                  <a:lnTo>
                    <a:pt x="12" y="84"/>
                  </a:lnTo>
                  <a:lnTo>
                    <a:pt x="12" y="78"/>
                  </a:lnTo>
                  <a:lnTo>
                    <a:pt x="18" y="60"/>
                  </a:lnTo>
                  <a:lnTo>
                    <a:pt x="48" y="60"/>
                  </a:lnTo>
                  <a:lnTo>
                    <a:pt x="48" y="78"/>
                  </a:lnTo>
                  <a:lnTo>
                    <a:pt x="54" y="84"/>
                  </a:lnTo>
                  <a:lnTo>
                    <a:pt x="54" y="90"/>
                  </a:lnTo>
                  <a:lnTo>
                    <a:pt x="48" y="90"/>
                  </a:lnTo>
                  <a:lnTo>
                    <a:pt x="72" y="90"/>
                  </a:lnTo>
                  <a:close/>
                  <a:moveTo>
                    <a:pt x="24" y="54"/>
                  </a:moveTo>
                  <a:lnTo>
                    <a:pt x="30" y="18"/>
                  </a:lnTo>
                  <a:lnTo>
                    <a:pt x="42" y="54"/>
                  </a:lnTo>
                  <a:lnTo>
                    <a:pt x="24" y="5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88" name="Freeform 177"/>
            <p:cNvSpPr/>
            <p:nvPr/>
          </p:nvSpPr>
          <p:spPr>
            <a:xfrm>
              <a:off x="3029" y="1951"/>
              <a:ext cx="42" cy="89"/>
            </a:xfrm>
            <a:custGeom>
              <a:avLst/>
              <a:gdLst>
                <a:gd name="txL" fmla="*/ 0 w 42"/>
                <a:gd name="txT" fmla="*/ 0 h 89"/>
                <a:gd name="txR" fmla="*/ 42 w 42"/>
                <a:gd name="txB" fmla="*/ 89 h 89"/>
              </a:gdLst>
              <a:ahLst/>
              <a:cxnLst>
                <a:cxn ang="0">
                  <a:pos x="12" y="47"/>
                </a:cxn>
                <a:cxn ang="0">
                  <a:pos x="18" y="47"/>
                </a:cxn>
                <a:cxn ang="0">
                  <a:pos x="24" y="47"/>
                </a:cxn>
                <a:cxn ang="0">
                  <a:pos x="30" y="59"/>
                </a:cxn>
                <a:cxn ang="0">
                  <a:pos x="30" y="65"/>
                </a:cxn>
                <a:cxn ang="0">
                  <a:pos x="30" y="83"/>
                </a:cxn>
                <a:cxn ang="0">
                  <a:pos x="18" y="89"/>
                </a:cxn>
                <a:cxn ang="0">
                  <a:pos x="12" y="83"/>
                </a:cxn>
                <a:cxn ang="0">
                  <a:pos x="6" y="77"/>
                </a:cxn>
                <a:cxn ang="0">
                  <a:pos x="0" y="77"/>
                </a:cxn>
                <a:cxn ang="0">
                  <a:pos x="0" y="83"/>
                </a:cxn>
                <a:cxn ang="0">
                  <a:pos x="6" y="89"/>
                </a:cxn>
                <a:cxn ang="0">
                  <a:pos x="12" y="89"/>
                </a:cxn>
                <a:cxn ang="0">
                  <a:pos x="36" y="83"/>
                </a:cxn>
                <a:cxn ang="0">
                  <a:pos x="42" y="59"/>
                </a:cxn>
                <a:cxn ang="0">
                  <a:pos x="36" y="41"/>
                </a:cxn>
                <a:cxn ang="0">
                  <a:pos x="30" y="35"/>
                </a:cxn>
                <a:cxn ang="0">
                  <a:pos x="36" y="29"/>
                </a:cxn>
                <a:cxn ang="0">
                  <a:pos x="36" y="17"/>
                </a:cxn>
                <a:cxn ang="0">
                  <a:pos x="36" y="6"/>
                </a:cxn>
                <a:cxn ang="0">
                  <a:pos x="30" y="0"/>
                </a:cxn>
                <a:cxn ang="0">
                  <a:pos x="18" y="0"/>
                </a:cxn>
                <a:cxn ang="0">
                  <a:pos x="12" y="0"/>
                </a:cxn>
                <a:cxn ang="0">
                  <a:pos x="6" y="6"/>
                </a:cxn>
                <a:cxn ang="0">
                  <a:pos x="0" y="17"/>
                </a:cxn>
                <a:cxn ang="0">
                  <a:pos x="0" y="23"/>
                </a:cxn>
                <a:cxn ang="0">
                  <a:pos x="6" y="11"/>
                </a:cxn>
                <a:cxn ang="0">
                  <a:pos x="18" y="6"/>
                </a:cxn>
                <a:cxn ang="0">
                  <a:pos x="24" y="11"/>
                </a:cxn>
                <a:cxn ang="0">
                  <a:pos x="30" y="17"/>
                </a:cxn>
                <a:cxn ang="0">
                  <a:pos x="24" y="35"/>
                </a:cxn>
                <a:cxn ang="0">
                  <a:pos x="12" y="41"/>
                </a:cxn>
                <a:cxn ang="0">
                  <a:pos x="12" y="47"/>
                </a:cxn>
              </a:cxnLst>
              <a:rect l="txL" t="txT" r="txR" b="txB"/>
              <a:pathLst>
                <a:path w="42" h="89">
                  <a:moveTo>
                    <a:pt x="12" y="47"/>
                  </a:moveTo>
                  <a:lnTo>
                    <a:pt x="18" y="47"/>
                  </a:lnTo>
                  <a:lnTo>
                    <a:pt x="24" y="47"/>
                  </a:lnTo>
                  <a:lnTo>
                    <a:pt x="30" y="59"/>
                  </a:lnTo>
                  <a:lnTo>
                    <a:pt x="30" y="65"/>
                  </a:lnTo>
                  <a:lnTo>
                    <a:pt x="30" y="83"/>
                  </a:lnTo>
                  <a:lnTo>
                    <a:pt x="18" y="89"/>
                  </a:lnTo>
                  <a:lnTo>
                    <a:pt x="12" y="83"/>
                  </a:lnTo>
                  <a:lnTo>
                    <a:pt x="6" y="77"/>
                  </a:lnTo>
                  <a:lnTo>
                    <a:pt x="0" y="77"/>
                  </a:lnTo>
                  <a:lnTo>
                    <a:pt x="0" y="83"/>
                  </a:lnTo>
                  <a:lnTo>
                    <a:pt x="6" y="89"/>
                  </a:lnTo>
                  <a:lnTo>
                    <a:pt x="12" y="89"/>
                  </a:lnTo>
                  <a:lnTo>
                    <a:pt x="36" y="83"/>
                  </a:lnTo>
                  <a:lnTo>
                    <a:pt x="42" y="59"/>
                  </a:lnTo>
                  <a:lnTo>
                    <a:pt x="36" y="41"/>
                  </a:lnTo>
                  <a:lnTo>
                    <a:pt x="30" y="35"/>
                  </a:lnTo>
                  <a:lnTo>
                    <a:pt x="36" y="29"/>
                  </a:lnTo>
                  <a:lnTo>
                    <a:pt x="36" y="17"/>
                  </a:lnTo>
                  <a:lnTo>
                    <a:pt x="36" y="6"/>
                  </a:lnTo>
                  <a:lnTo>
                    <a:pt x="30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6"/>
                  </a:lnTo>
                  <a:lnTo>
                    <a:pt x="0" y="17"/>
                  </a:lnTo>
                  <a:lnTo>
                    <a:pt x="0" y="23"/>
                  </a:lnTo>
                  <a:lnTo>
                    <a:pt x="6" y="11"/>
                  </a:lnTo>
                  <a:lnTo>
                    <a:pt x="18" y="6"/>
                  </a:lnTo>
                  <a:lnTo>
                    <a:pt x="24" y="11"/>
                  </a:lnTo>
                  <a:lnTo>
                    <a:pt x="30" y="17"/>
                  </a:lnTo>
                  <a:lnTo>
                    <a:pt x="24" y="35"/>
                  </a:lnTo>
                  <a:lnTo>
                    <a:pt x="12" y="41"/>
                  </a:lnTo>
                  <a:lnTo>
                    <a:pt x="12" y="4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89" name="Freeform 178"/>
            <p:cNvSpPr>
              <a:spLocks noEditPoints="1"/>
            </p:cNvSpPr>
            <p:nvPr/>
          </p:nvSpPr>
          <p:spPr>
            <a:xfrm>
              <a:off x="3095" y="1951"/>
              <a:ext cx="72" cy="89"/>
            </a:xfrm>
            <a:custGeom>
              <a:avLst/>
              <a:gdLst>
                <a:gd name="txL" fmla="*/ 0 w 72"/>
                <a:gd name="txT" fmla="*/ 0 h 89"/>
                <a:gd name="txR" fmla="*/ 72 w 72"/>
                <a:gd name="txB" fmla="*/ 89 h 89"/>
              </a:gdLst>
              <a:ahLst/>
              <a:cxnLst>
                <a:cxn ang="0">
                  <a:pos x="72" y="89"/>
                </a:cxn>
                <a:cxn ang="0">
                  <a:pos x="72" y="83"/>
                </a:cxn>
                <a:cxn ang="0">
                  <a:pos x="66" y="77"/>
                </a:cxn>
                <a:cxn ang="0">
                  <a:pos x="36" y="0"/>
                </a:cxn>
                <a:cxn ang="0">
                  <a:pos x="36" y="0"/>
                </a:cxn>
                <a:cxn ang="0">
                  <a:pos x="18" y="65"/>
                </a:cxn>
                <a:cxn ang="0">
                  <a:pos x="12" y="77"/>
                </a:cxn>
                <a:cxn ang="0">
                  <a:pos x="6" y="83"/>
                </a:cxn>
                <a:cxn ang="0">
                  <a:pos x="6" y="89"/>
                </a:cxn>
                <a:cxn ang="0">
                  <a:pos x="0" y="89"/>
                </a:cxn>
                <a:cxn ang="0">
                  <a:pos x="0" y="89"/>
                </a:cxn>
                <a:cxn ang="0">
                  <a:pos x="24" y="89"/>
                </a:cxn>
                <a:cxn ang="0">
                  <a:pos x="24" y="89"/>
                </a:cxn>
                <a:cxn ang="0">
                  <a:pos x="18" y="89"/>
                </a:cxn>
                <a:cxn ang="0">
                  <a:pos x="18" y="83"/>
                </a:cxn>
                <a:cxn ang="0">
                  <a:pos x="18" y="77"/>
                </a:cxn>
                <a:cxn ang="0">
                  <a:pos x="18" y="77"/>
                </a:cxn>
                <a:cxn ang="0">
                  <a:pos x="24" y="59"/>
                </a:cxn>
                <a:cxn ang="0">
                  <a:pos x="48" y="59"/>
                </a:cxn>
                <a:cxn ang="0">
                  <a:pos x="54" y="71"/>
                </a:cxn>
                <a:cxn ang="0">
                  <a:pos x="54" y="77"/>
                </a:cxn>
                <a:cxn ang="0">
                  <a:pos x="54" y="83"/>
                </a:cxn>
                <a:cxn ang="0">
                  <a:pos x="54" y="89"/>
                </a:cxn>
                <a:cxn ang="0">
                  <a:pos x="48" y="89"/>
                </a:cxn>
                <a:cxn ang="0">
                  <a:pos x="48" y="89"/>
                </a:cxn>
                <a:cxn ang="0">
                  <a:pos x="72" y="89"/>
                </a:cxn>
                <a:cxn ang="0">
                  <a:pos x="72" y="89"/>
                </a:cxn>
                <a:cxn ang="0">
                  <a:pos x="24" y="53"/>
                </a:cxn>
                <a:cxn ang="0">
                  <a:pos x="36" y="17"/>
                </a:cxn>
                <a:cxn ang="0">
                  <a:pos x="48" y="53"/>
                </a:cxn>
                <a:cxn ang="0">
                  <a:pos x="24" y="53"/>
                </a:cxn>
              </a:cxnLst>
              <a:rect l="txL" t="txT" r="txR" b="txB"/>
              <a:pathLst>
                <a:path w="72" h="89">
                  <a:moveTo>
                    <a:pt x="72" y="89"/>
                  </a:moveTo>
                  <a:lnTo>
                    <a:pt x="72" y="83"/>
                  </a:lnTo>
                  <a:lnTo>
                    <a:pt x="66" y="77"/>
                  </a:lnTo>
                  <a:lnTo>
                    <a:pt x="36" y="0"/>
                  </a:lnTo>
                  <a:lnTo>
                    <a:pt x="18" y="65"/>
                  </a:lnTo>
                  <a:lnTo>
                    <a:pt x="12" y="77"/>
                  </a:lnTo>
                  <a:lnTo>
                    <a:pt x="6" y="83"/>
                  </a:lnTo>
                  <a:lnTo>
                    <a:pt x="6" y="89"/>
                  </a:lnTo>
                  <a:lnTo>
                    <a:pt x="0" y="89"/>
                  </a:lnTo>
                  <a:lnTo>
                    <a:pt x="24" y="89"/>
                  </a:lnTo>
                  <a:lnTo>
                    <a:pt x="18" y="89"/>
                  </a:lnTo>
                  <a:lnTo>
                    <a:pt x="18" y="83"/>
                  </a:lnTo>
                  <a:lnTo>
                    <a:pt x="18" y="77"/>
                  </a:lnTo>
                  <a:lnTo>
                    <a:pt x="24" y="59"/>
                  </a:lnTo>
                  <a:lnTo>
                    <a:pt x="48" y="59"/>
                  </a:lnTo>
                  <a:lnTo>
                    <a:pt x="54" y="71"/>
                  </a:lnTo>
                  <a:lnTo>
                    <a:pt x="54" y="77"/>
                  </a:lnTo>
                  <a:lnTo>
                    <a:pt x="54" y="83"/>
                  </a:lnTo>
                  <a:lnTo>
                    <a:pt x="54" y="89"/>
                  </a:lnTo>
                  <a:lnTo>
                    <a:pt x="48" y="89"/>
                  </a:lnTo>
                  <a:lnTo>
                    <a:pt x="72" y="89"/>
                  </a:lnTo>
                  <a:close/>
                  <a:moveTo>
                    <a:pt x="24" y="53"/>
                  </a:moveTo>
                  <a:lnTo>
                    <a:pt x="36" y="17"/>
                  </a:lnTo>
                  <a:lnTo>
                    <a:pt x="48" y="53"/>
                  </a:lnTo>
                  <a:lnTo>
                    <a:pt x="24" y="5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90" name="Freeform 179"/>
            <p:cNvSpPr/>
            <p:nvPr/>
          </p:nvSpPr>
          <p:spPr>
            <a:xfrm>
              <a:off x="5188" y="2177"/>
              <a:ext cx="42" cy="96"/>
            </a:xfrm>
            <a:custGeom>
              <a:avLst/>
              <a:gdLst>
                <a:gd name="txL" fmla="*/ 0 w 42"/>
                <a:gd name="txT" fmla="*/ 0 h 96"/>
                <a:gd name="txR" fmla="*/ 42 w 42"/>
                <a:gd name="txB" fmla="*/ 96 h 96"/>
              </a:gdLst>
              <a:ahLst/>
              <a:cxnLst>
                <a:cxn ang="0">
                  <a:pos x="42" y="72"/>
                </a:cxn>
                <a:cxn ang="0">
                  <a:pos x="42" y="72"/>
                </a:cxn>
                <a:cxn ang="0">
                  <a:pos x="36" y="84"/>
                </a:cxn>
                <a:cxn ang="0">
                  <a:pos x="30" y="84"/>
                </a:cxn>
                <a:cxn ang="0">
                  <a:pos x="6" y="84"/>
                </a:cxn>
                <a:cxn ang="0">
                  <a:pos x="24" y="60"/>
                </a:cxn>
                <a:cxn ang="0">
                  <a:pos x="30" y="48"/>
                </a:cxn>
                <a:cxn ang="0">
                  <a:pos x="36" y="24"/>
                </a:cxn>
                <a:cxn ang="0">
                  <a:pos x="30" y="6"/>
                </a:cxn>
                <a:cxn ang="0">
                  <a:pos x="18" y="0"/>
                </a:cxn>
                <a:cxn ang="0">
                  <a:pos x="6" y="6"/>
                </a:cxn>
                <a:cxn ang="0">
                  <a:pos x="0" y="18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6" y="18"/>
                </a:cxn>
                <a:cxn ang="0">
                  <a:pos x="18" y="12"/>
                </a:cxn>
                <a:cxn ang="0">
                  <a:pos x="30" y="18"/>
                </a:cxn>
                <a:cxn ang="0">
                  <a:pos x="30" y="30"/>
                </a:cxn>
                <a:cxn ang="0">
                  <a:pos x="24" y="48"/>
                </a:cxn>
                <a:cxn ang="0">
                  <a:pos x="18" y="66"/>
                </a:cxn>
                <a:cxn ang="0">
                  <a:pos x="0" y="90"/>
                </a:cxn>
                <a:cxn ang="0">
                  <a:pos x="0" y="96"/>
                </a:cxn>
                <a:cxn ang="0">
                  <a:pos x="36" y="96"/>
                </a:cxn>
                <a:cxn ang="0">
                  <a:pos x="42" y="72"/>
                </a:cxn>
              </a:cxnLst>
              <a:rect l="txL" t="txT" r="txR" b="txB"/>
              <a:pathLst>
                <a:path w="42" h="96">
                  <a:moveTo>
                    <a:pt x="42" y="72"/>
                  </a:moveTo>
                  <a:lnTo>
                    <a:pt x="42" y="72"/>
                  </a:lnTo>
                  <a:lnTo>
                    <a:pt x="36" y="84"/>
                  </a:lnTo>
                  <a:lnTo>
                    <a:pt x="30" y="84"/>
                  </a:lnTo>
                  <a:lnTo>
                    <a:pt x="6" y="84"/>
                  </a:lnTo>
                  <a:lnTo>
                    <a:pt x="24" y="60"/>
                  </a:lnTo>
                  <a:lnTo>
                    <a:pt x="30" y="48"/>
                  </a:lnTo>
                  <a:lnTo>
                    <a:pt x="36" y="24"/>
                  </a:lnTo>
                  <a:lnTo>
                    <a:pt x="30" y="6"/>
                  </a:lnTo>
                  <a:lnTo>
                    <a:pt x="18" y="0"/>
                  </a:lnTo>
                  <a:lnTo>
                    <a:pt x="6" y="6"/>
                  </a:lnTo>
                  <a:lnTo>
                    <a:pt x="0" y="18"/>
                  </a:lnTo>
                  <a:lnTo>
                    <a:pt x="0" y="30"/>
                  </a:lnTo>
                  <a:lnTo>
                    <a:pt x="6" y="18"/>
                  </a:lnTo>
                  <a:lnTo>
                    <a:pt x="18" y="12"/>
                  </a:lnTo>
                  <a:lnTo>
                    <a:pt x="30" y="18"/>
                  </a:lnTo>
                  <a:lnTo>
                    <a:pt x="30" y="30"/>
                  </a:lnTo>
                  <a:lnTo>
                    <a:pt x="24" y="48"/>
                  </a:lnTo>
                  <a:lnTo>
                    <a:pt x="18" y="66"/>
                  </a:lnTo>
                  <a:lnTo>
                    <a:pt x="0" y="90"/>
                  </a:lnTo>
                  <a:lnTo>
                    <a:pt x="0" y="96"/>
                  </a:lnTo>
                  <a:lnTo>
                    <a:pt x="36" y="96"/>
                  </a:lnTo>
                  <a:lnTo>
                    <a:pt x="42" y="7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91" name="Freeform 180"/>
            <p:cNvSpPr>
              <a:spLocks noEditPoints="1"/>
            </p:cNvSpPr>
            <p:nvPr/>
          </p:nvSpPr>
          <p:spPr>
            <a:xfrm>
              <a:off x="5242" y="2183"/>
              <a:ext cx="18" cy="90"/>
            </a:xfrm>
            <a:custGeom>
              <a:avLst/>
              <a:gdLst>
                <a:gd name="txL" fmla="*/ 0 w 18"/>
                <a:gd name="txT" fmla="*/ 0 h 90"/>
                <a:gd name="txR" fmla="*/ 18 w 18"/>
                <a:gd name="txB" fmla="*/ 90 h 90"/>
              </a:gdLst>
              <a:ahLst/>
              <a:cxnLst>
                <a:cxn ang="0">
                  <a:pos x="18" y="72"/>
                </a:cxn>
                <a:cxn ang="0">
                  <a:pos x="12" y="78"/>
                </a:cxn>
                <a:cxn ang="0">
                  <a:pos x="6" y="84"/>
                </a:cxn>
                <a:cxn ang="0">
                  <a:pos x="6" y="84"/>
                </a:cxn>
                <a:cxn ang="0">
                  <a:pos x="6" y="78"/>
                </a:cxn>
                <a:cxn ang="0">
                  <a:pos x="6" y="78"/>
                </a:cxn>
                <a:cxn ang="0">
                  <a:pos x="6" y="72"/>
                </a:cxn>
                <a:cxn ang="0">
                  <a:pos x="18" y="30"/>
                </a:cxn>
                <a:cxn ang="0">
                  <a:pos x="18" y="30"/>
                </a:cxn>
                <a:cxn ang="0">
                  <a:pos x="0" y="30"/>
                </a:cxn>
                <a:cxn ang="0">
                  <a:pos x="0" y="36"/>
                </a:cxn>
                <a:cxn ang="0">
                  <a:pos x="6" y="36"/>
                </a:cxn>
                <a:cxn ang="0">
                  <a:pos x="6" y="36"/>
                </a:cxn>
                <a:cxn ang="0">
                  <a:pos x="6" y="42"/>
                </a:cxn>
                <a:cxn ang="0">
                  <a:pos x="6" y="60"/>
                </a:cxn>
                <a:cxn ang="0">
                  <a:pos x="0" y="72"/>
                </a:cxn>
                <a:cxn ang="0">
                  <a:pos x="0" y="78"/>
                </a:cxn>
                <a:cxn ang="0">
                  <a:pos x="0" y="84"/>
                </a:cxn>
                <a:cxn ang="0">
                  <a:pos x="0" y="90"/>
                </a:cxn>
                <a:cxn ang="0">
                  <a:pos x="12" y="84"/>
                </a:cxn>
                <a:cxn ang="0">
                  <a:pos x="18" y="72"/>
                </a:cxn>
                <a:cxn ang="0">
                  <a:pos x="18" y="72"/>
                </a:cxn>
                <a:cxn ang="0">
                  <a:pos x="18" y="6"/>
                </a:cxn>
                <a:cxn ang="0">
                  <a:pos x="18" y="6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6"/>
                </a:cxn>
                <a:cxn ang="0">
                  <a:pos x="12" y="12"/>
                </a:cxn>
                <a:cxn ang="0">
                  <a:pos x="12" y="12"/>
                </a:cxn>
                <a:cxn ang="0">
                  <a:pos x="18" y="12"/>
                </a:cxn>
                <a:cxn ang="0">
                  <a:pos x="18" y="6"/>
                </a:cxn>
                <a:cxn ang="0">
                  <a:pos x="18" y="6"/>
                </a:cxn>
              </a:cxnLst>
              <a:rect l="txL" t="txT" r="txR" b="txB"/>
              <a:pathLst>
                <a:path w="18" h="90">
                  <a:moveTo>
                    <a:pt x="18" y="72"/>
                  </a:moveTo>
                  <a:lnTo>
                    <a:pt x="12" y="78"/>
                  </a:lnTo>
                  <a:lnTo>
                    <a:pt x="6" y="84"/>
                  </a:lnTo>
                  <a:lnTo>
                    <a:pt x="6" y="78"/>
                  </a:lnTo>
                  <a:lnTo>
                    <a:pt x="6" y="72"/>
                  </a:lnTo>
                  <a:lnTo>
                    <a:pt x="18" y="30"/>
                  </a:lnTo>
                  <a:lnTo>
                    <a:pt x="0" y="30"/>
                  </a:lnTo>
                  <a:lnTo>
                    <a:pt x="0" y="36"/>
                  </a:lnTo>
                  <a:lnTo>
                    <a:pt x="6" y="36"/>
                  </a:lnTo>
                  <a:lnTo>
                    <a:pt x="6" y="42"/>
                  </a:lnTo>
                  <a:lnTo>
                    <a:pt x="6" y="60"/>
                  </a:lnTo>
                  <a:lnTo>
                    <a:pt x="0" y="72"/>
                  </a:lnTo>
                  <a:lnTo>
                    <a:pt x="0" y="78"/>
                  </a:lnTo>
                  <a:lnTo>
                    <a:pt x="0" y="84"/>
                  </a:lnTo>
                  <a:lnTo>
                    <a:pt x="0" y="90"/>
                  </a:lnTo>
                  <a:lnTo>
                    <a:pt x="12" y="84"/>
                  </a:lnTo>
                  <a:lnTo>
                    <a:pt x="18" y="72"/>
                  </a:lnTo>
                  <a:close/>
                  <a:moveTo>
                    <a:pt x="18" y="6"/>
                  </a:moveTo>
                  <a:lnTo>
                    <a:pt x="18" y="6"/>
                  </a:lnTo>
                  <a:lnTo>
                    <a:pt x="12" y="0"/>
                  </a:lnTo>
                  <a:lnTo>
                    <a:pt x="12" y="6"/>
                  </a:lnTo>
                  <a:lnTo>
                    <a:pt x="12" y="12"/>
                  </a:lnTo>
                  <a:lnTo>
                    <a:pt x="18" y="12"/>
                  </a:lnTo>
                  <a:lnTo>
                    <a:pt x="18" y="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92" name="Freeform 181"/>
            <p:cNvSpPr/>
            <p:nvPr/>
          </p:nvSpPr>
          <p:spPr>
            <a:xfrm>
              <a:off x="5260" y="2261"/>
              <a:ext cx="36" cy="42"/>
            </a:xfrm>
            <a:custGeom>
              <a:avLst/>
              <a:gdLst>
                <a:gd name="txL" fmla="*/ 0 w 36"/>
                <a:gd name="txT" fmla="*/ 0 h 42"/>
                <a:gd name="txR" fmla="*/ 36 w 36"/>
                <a:gd name="txB" fmla="*/ 42 h 42"/>
              </a:gdLst>
              <a:ahLst/>
              <a:cxnLst>
                <a:cxn ang="0">
                  <a:pos x="36" y="30"/>
                </a:cxn>
                <a:cxn ang="0">
                  <a:pos x="30" y="36"/>
                </a:cxn>
                <a:cxn ang="0">
                  <a:pos x="30" y="36"/>
                </a:cxn>
                <a:cxn ang="0">
                  <a:pos x="30" y="36"/>
                </a:cxn>
                <a:cxn ang="0">
                  <a:pos x="24" y="36"/>
                </a:cxn>
                <a:cxn ang="0">
                  <a:pos x="24" y="24"/>
                </a:cxn>
                <a:cxn ang="0">
                  <a:pos x="24" y="18"/>
                </a:cxn>
                <a:cxn ang="0">
                  <a:pos x="30" y="12"/>
                </a:cxn>
                <a:cxn ang="0">
                  <a:pos x="30" y="6"/>
                </a:cxn>
                <a:cxn ang="0">
                  <a:pos x="36" y="6"/>
                </a:cxn>
                <a:cxn ang="0">
                  <a:pos x="36" y="6"/>
                </a:cxn>
                <a:cxn ang="0">
                  <a:pos x="36" y="6"/>
                </a:cxn>
                <a:cxn ang="0">
                  <a:pos x="36" y="0"/>
                </a:cxn>
                <a:cxn ang="0">
                  <a:pos x="36" y="0"/>
                </a:cxn>
                <a:cxn ang="0">
                  <a:pos x="30" y="6"/>
                </a:cxn>
                <a:cxn ang="0">
                  <a:pos x="24" y="12"/>
                </a:cxn>
                <a:cxn ang="0">
                  <a:pos x="24" y="6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2" y="0"/>
                </a:cxn>
                <a:cxn ang="0">
                  <a:pos x="6" y="0"/>
                </a:cxn>
                <a:cxn ang="0">
                  <a:pos x="6" y="6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6"/>
                </a:cxn>
                <a:cxn ang="0">
                  <a:pos x="18" y="6"/>
                </a:cxn>
                <a:cxn ang="0">
                  <a:pos x="18" y="12"/>
                </a:cxn>
                <a:cxn ang="0">
                  <a:pos x="18" y="24"/>
                </a:cxn>
                <a:cxn ang="0">
                  <a:pos x="12" y="36"/>
                </a:cxn>
                <a:cxn ang="0">
                  <a:pos x="6" y="36"/>
                </a:cxn>
                <a:cxn ang="0">
                  <a:pos x="6" y="36"/>
                </a:cxn>
                <a:cxn ang="0">
                  <a:pos x="0" y="36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6" y="42"/>
                </a:cxn>
                <a:cxn ang="0">
                  <a:pos x="6" y="42"/>
                </a:cxn>
                <a:cxn ang="0">
                  <a:pos x="12" y="42"/>
                </a:cxn>
                <a:cxn ang="0">
                  <a:pos x="18" y="36"/>
                </a:cxn>
                <a:cxn ang="0">
                  <a:pos x="18" y="24"/>
                </a:cxn>
                <a:cxn ang="0">
                  <a:pos x="24" y="36"/>
                </a:cxn>
                <a:cxn ang="0">
                  <a:pos x="24" y="42"/>
                </a:cxn>
                <a:cxn ang="0">
                  <a:pos x="24" y="42"/>
                </a:cxn>
                <a:cxn ang="0">
                  <a:pos x="30" y="42"/>
                </a:cxn>
                <a:cxn ang="0">
                  <a:pos x="36" y="30"/>
                </a:cxn>
                <a:cxn ang="0">
                  <a:pos x="36" y="30"/>
                </a:cxn>
              </a:cxnLst>
              <a:rect l="txL" t="txT" r="txR" b="txB"/>
              <a:pathLst>
                <a:path w="36" h="42">
                  <a:moveTo>
                    <a:pt x="36" y="30"/>
                  </a:moveTo>
                  <a:lnTo>
                    <a:pt x="30" y="36"/>
                  </a:lnTo>
                  <a:lnTo>
                    <a:pt x="24" y="36"/>
                  </a:lnTo>
                  <a:lnTo>
                    <a:pt x="24" y="24"/>
                  </a:lnTo>
                  <a:lnTo>
                    <a:pt x="24" y="18"/>
                  </a:lnTo>
                  <a:lnTo>
                    <a:pt x="30" y="12"/>
                  </a:lnTo>
                  <a:lnTo>
                    <a:pt x="30" y="6"/>
                  </a:lnTo>
                  <a:lnTo>
                    <a:pt x="36" y="6"/>
                  </a:lnTo>
                  <a:lnTo>
                    <a:pt x="36" y="0"/>
                  </a:lnTo>
                  <a:lnTo>
                    <a:pt x="30" y="6"/>
                  </a:lnTo>
                  <a:lnTo>
                    <a:pt x="24" y="12"/>
                  </a:lnTo>
                  <a:lnTo>
                    <a:pt x="24" y="6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6" y="6"/>
                  </a:lnTo>
                  <a:lnTo>
                    <a:pt x="12" y="0"/>
                  </a:lnTo>
                  <a:lnTo>
                    <a:pt x="12" y="6"/>
                  </a:lnTo>
                  <a:lnTo>
                    <a:pt x="18" y="6"/>
                  </a:lnTo>
                  <a:lnTo>
                    <a:pt x="18" y="12"/>
                  </a:lnTo>
                  <a:lnTo>
                    <a:pt x="18" y="24"/>
                  </a:lnTo>
                  <a:lnTo>
                    <a:pt x="12" y="36"/>
                  </a:lnTo>
                  <a:lnTo>
                    <a:pt x="6" y="36"/>
                  </a:lnTo>
                  <a:lnTo>
                    <a:pt x="0" y="36"/>
                  </a:lnTo>
                  <a:lnTo>
                    <a:pt x="0" y="42"/>
                  </a:lnTo>
                  <a:lnTo>
                    <a:pt x="6" y="42"/>
                  </a:lnTo>
                  <a:lnTo>
                    <a:pt x="12" y="42"/>
                  </a:lnTo>
                  <a:lnTo>
                    <a:pt x="18" y="36"/>
                  </a:lnTo>
                  <a:lnTo>
                    <a:pt x="18" y="24"/>
                  </a:lnTo>
                  <a:lnTo>
                    <a:pt x="24" y="36"/>
                  </a:lnTo>
                  <a:lnTo>
                    <a:pt x="24" y="42"/>
                  </a:lnTo>
                  <a:lnTo>
                    <a:pt x="30" y="42"/>
                  </a:lnTo>
                  <a:lnTo>
                    <a:pt x="36" y="3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93" name="Freeform 182"/>
            <p:cNvSpPr/>
            <p:nvPr/>
          </p:nvSpPr>
          <p:spPr>
            <a:xfrm>
              <a:off x="4106" y="3145"/>
              <a:ext cx="24" cy="113"/>
            </a:xfrm>
            <a:custGeom>
              <a:avLst/>
              <a:gdLst>
                <a:gd name="txL" fmla="*/ 0 w 24"/>
                <a:gd name="txT" fmla="*/ 0 h 113"/>
                <a:gd name="txR" fmla="*/ 24 w 24"/>
                <a:gd name="txB" fmla="*/ 113 h 113"/>
              </a:gdLst>
              <a:ahLst/>
              <a:cxnLst>
                <a:cxn ang="0">
                  <a:pos x="24" y="0"/>
                </a:cxn>
                <a:cxn ang="0">
                  <a:pos x="6" y="24"/>
                </a:cxn>
                <a:cxn ang="0">
                  <a:pos x="0" y="53"/>
                </a:cxn>
                <a:cxn ang="0">
                  <a:pos x="0" y="77"/>
                </a:cxn>
                <a:cxn ang="0">
                  <a:pos x="6" y="89"/>
                </a:cxn>
                <a:cxn ang="0">
                  <a:pos x="18" y="101"/>
                </a:cxn>
                <a:cxn ang="0">
                  <a:pos x="24" y="113"/>
                </a:cxn>
                <a:cxn ang="0">
                  <a:pos x="24" y="107"/>
                </a:cxn>
                <a:cxn ang="0">
                  <a:pos x="12" y="95"/>
                </a:cxn>
                <a:cxn ang="0">
                  <a:pos x="6" y="83"/>
                </a:cxn>
                <a:cxn ang="0">
                  <a:pos x="6" y="65"/>
                </a:cxn>
                <a:cxn ang="0">
                  <a:pos x="6" y="53"/>
                </a:cxn>
                <a:cxn ang="0">
                  <a:pos x="6" y="29"/>
                </a:cxn>
                <a:cxn ang="0">
                  <a:pos x="12" y="18"/>
                </a:cxn>
                <a:cxn ang="0">
                  <a:pos x="24" y="0"/>
                </a:cxn>
                <a:cxn ang="0">
                  <a:pos x="24" y="0"/>
                </a:cxn>
              </a:cxnLst>
              <a:rect l="txL" t="txT" r="txR" b="txB"/>
              <a:pathLst>
                <a:path w="24" h="113">
                  <a:moveTo>
                    <a:pt x="24" y="0"/>
                  </a:moveTo>
                  <a:lnTo>
                    <a:pt x="6" y="24"/>
                  </a:lnTo>
                  <a:lnTo>
                    <a:pt x="0" y="53"/>
                  </a:lnTo>
                  <a:lnTo>
                    <a:pt x="0" y="77"/>
                  </a:lnTo>
                  <a:lnTo>
                    <a:pt x="6" y="89"/>
                  </a:lnTo>
                  <a:lnTo>
                    <a:pt x="18" y="101"/>
                  </a:lnTo>
                  <a:lnTo>
                    <a:pt x="24" y="113"/>
                  </a:lnTo>
                  <a:lnTo>
                    <a:pt x="24" y="107"/>
                  </a:lnTo>
                  <a:lnTo>
                    <a:pt x="12" y="95"/>
                  </a:lnTo>
                  <a:lnTo>
                    <a:pt x="6" y="83"/>
                  </a:lnTo>
                  <a:lnTo>
                    <a:pt x="6" y="65"/>
                  </a:lnTo>
                  <a:lnTo>
                    <a:pt x="6" y="53"/>
                  </a:lnTo>
                  <a:lnTo>
                    <a:pt x="6" y="29"/>
                  </a:lnTo>
                  <a:lnTo>
                    <a:pt x="12" y="18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94" name="Freeform 183"/>
            <p:cNvSpPr>
              <a:spLocks noEditPoints="1"/>
            </p:cNvSpPr>
            <p:nvPr/>
          </p:nvSpPr>
          <p:spPr>
            <a:xfrm>
              <a:off x="4136" y="3139"/>
              <a:ext cx="47" cy="95"/>
            </a:xfrm>
            <a:custGeom>
              <a:avLst/>
              <a:gdLst>
                <a:gd name="txL" fmla="*/ 0 w 47"/>
                <a:gd name="txT" fmla="*/ 0 h 95"/>
                <a:gd name="txR" fmla="*/ 47 w 47"/>
                <a:gd name="txB" fmla="*/ 95 h 95"/>
              </a:gdLst>
              <a:ahLst/>
              <a:cxnLst>
                <a:cxn ang="0">
                  <a:pos x="12" y="53"/>
                </a:cxn>
                <a:cxn ang="0">
                  <a:pos x="18" y="41"/>
                </a:cxn>
                <a:cxn ang="0">
                  <a:pos x="24" y="41"/>
                </a:cxn>
                <a:cxn ang="0">
                  <a:pos x="36" y="47"/>
                </a:cxn>
                <a:cxn ang="0">
                  <a:pos x="36" y="65"/>
                </a:cxn>
                <a:cxn ang="0">
                  <a:pos x="36" y="83"/>
                </a:cxn>
                <a:cxn ang="0">
                  <a:pos x="24" y="89"/>
                </a:cxn>
                <a:cxn ang="0">
                  <a:pos x="18" y="89"/>
                </a:cxn>
                <a:cxn ang="0">
                  <a:pos x="12" y="83"/>
                </a:cxn>
                <a:cxn ang="0">
                  <a:pos x="12" y="53"/>
                </a:cxn>
                <a:cxn ang="0">
                  <a:pos x="6" y="89"/>
                </a:cxn>
                <a:cxn ang="0">
                  <a:pos x="12" y="95"/>
                </a:cxn>
                <a:cxn ang="0">
                  <a:pos x="24" y="95"/>
                </a:cxn>
                <a:cxn ang="0">
                  <a:pos x="36" y="89"/>
                </a:cxn>
                <a:cxn ang="0">
                  <a:pos x="41" y="83"/>
                </a:cxn>
                <a:cxn ang="0">
                  <a:pos x="47" y="59"/>
                </a:cxn>
                <a:cxn ang="0">
                  <a:pos x="41" y="41"/>
                </a:cxn>
                <a:cxn ang="0">
                  <a:pos x="36" y="35"/>
                </a:cxn>
                <a:cxn ang="0">
                  <a:pos x="30" y="30"/>
                </a:cxn>
                <a:cxn ang="0">
                  <a:pos x="18" y="35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6" y="6"/>
                </a:cxn>
                <a:cxn ang="0">
                  <a:pos x="0" y="6"/>
                </a:cxn>
                <a:cxn ang="0">
                  <a:pos x="0" y="12"/>
                </a:cxn>
                <a:cxn ang="0">
                  <a:pos x="0" y="12"/>
                </a:cxn>
                <a:cxn ang="0">
                  <a:pos x="6" y="12"/>
                </a:cxn>
                <a:cxn ang="0">
                  <a:pos x="6" y="18"/>
                </a:cxn>
                <a:cxn ang="0">
                  <a:pos x="6" y="89"/>
                </a:cxn>
              </a:cxnLst>
              <a:rect l="txL" t="txT" r="txR" b="txB"/>
              <a:pathLst>
                <a:path w="47" h="95">
                  <a:moveTo>
                    <a:pt x="12" y="53"/>
                  </a:moveTo>
                  <a:lnTo>
                    <a:pt x="18" y="41"/>
                  </a:lnTo>
                  <a:lnTo>
                    <a:pt x="24" y="41"/>
                  </a:lnTo>
                  <a:lnTo>
                    <a:pt x="36" y="47"/>
                  </a:lnTo>
                  <a:lnTo>
                    <a:pt x="36" y="65"/>
                  </a:lnTo>
                  <a:lnTo>
                    <a:pt x="36" y="83"/>
                  </a:lnTo>
                  <a:lnTo>
                    <a:pt x="24" y="89"/>
                  </a:lnTo>
                  <a:lnTo>
                    <a:pt x="18" y="89"/>
                  </a:lnTo>
                  <a:lnTo>
                    <a:pt x="12" y="83"/>
                  </a:lnTo>
                  <a:lnTo>
                    <a:pt x="12" y="53"/>
                  </a:lnTo>
                  <a:close/>
                  <a:moveTo>
                    <a:pt x="6" y="89"/>
                  </a:moveTo>
                  <a:lnTo>
                    <a:pt x="12" y="95"/>
                  </a:lnTo>
                  <a:lnTo>
                    <a:pt x="24" y="95"/>
                  </a:lnTo>
                  <a:lnTo>
                    <a:pt x="36" y="89"/>
                  </a:lnTo>
                  <a:lnTo>
                    <a:pt x="41" y="83"/>
                  </a:lnTo>
                  <a:lnTo>
                    <a:pt x="47" y="59"/>
                  </a:lnTo>
                  <a:lnTo>
                    <a:pt x="41" y="41"/>
                  </a:lnTo>
                  <a:lnTo>
                    <a:pt x="36" y="35"/>
                  </a:lnTo>
                  <a:lnTo>
                    <a:pt x="30" y="30"/>
                  </a:lnTo>
                  <a:lnTo>
                    <a:pt x="18" y="35"/>
                  </a:lnTo>
                  <a:lnTo>
                    <a:pt x="12" y="41"/>
                  </a:lnTo>
                  <a:lnTo>
                    <a:pt x="12" y="0"/>
                  </a:lnTo>
                  <a:lnTo>
                    <a:pt x="6" y="6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2"/>
                  </a:lnTo>
                  <a:lnTo>
                    <a:pt x="6" y="18"/>
                  </a:lnTo>
                  <a:lnTo>
                    <a:pt x="6" y="8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95" name="Freeform 184"/>
            <p:cNvSpPr/>
            <p:nvPr/>
          </p:nvSpPr>
          <p:spPr>
            <a:xfrm>
              <a:off x="4189" y="3145"/>
              <a:ext cx="24" cy="113"/>
            </a:xfrm>
            <a:custGeom>
              <a:avLst/>
              <a:gdLst>
                <a:gd name="txL" fmla="*/ 0 w 24"/>
                <a:gd name="txT" fmla="*/ 0 h 113"/>
                <a:gd name="txR" fmla="*/ 24 w 24"/>
                <a:gd name="txB" fmla="*/ 113 h 113"/>
              </a:gdLst>
              <a:ahLst/>
              <a:cxnLst>
                <a:cxn ang="0">
                  <a:pos x="0" y="113"/>
                </a:cxn>
                <a:cxn ang="0">
                  <a:pos x="18" y="89"/>
                </a:cxn>
                <a:cxn ang="0">
                  <a:pos x="24" y="53"/>
                </a:cxn>
                <a:cxn ang="0">
                  <a:pos x="24" y="35"/>
                </a:cxn>
                <a:cxn ang="0">
                  <a:pos x="18" y="18"/>
                </a:cxn>
                <a:cxn ang="0">
                  <a:pos x="12" y="6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2" y="12"/>
                </a:cxn>
                <a:cxn ang="0">
                  <a:pos x="18" y="29"/>
                </a:cxn>
                <a:cxn ang="0">
                  <a:pos x="18" y="59"/>
                </a:cxn>
                <a:cxn ang="0">
                  <a:pos x="18" y="77"/>
                </a:cxn>
                <a:cxn ang="0">
                  <a:pos x="12" y="95"/>
                </a:cxn>
                <a:cxn ang="0">
                  <a:pos x="0" y="107"/>
                </a:cxn>
                <a:cxn ang="0">
                  <a:pos x="0" y="113"/>
                </a:cxn>
              </a:cxnLst>
              <a:rect l="txL" t="txT" r="txR" b="txB"/>
              <a:pathLst>
                <a:path w="24" h="113">
                  <a:moveTo>
                    <a:pt x="0" y="113"/>
                  </a:moveTo>
                  <a:lnTo>
                    <a:pt x="18" y="89"/>
                  </a:lnTo>
                  <a:lnTo>
                    <a:pt x="24" y="53"/>
                  </a:lnTo>
                  <a:lnTo>
                    <a:pt x="24" y="35"/>
                  </a:lnTo>
                  <a:lnTo>
                    <a:pt x="18" y="18"/>
                  </a:lnTo>
                  <a:lnTo>
                    <a:pt x="12" y="6"/>
                  </a:lnTo>
                  <a:lnTo>
                    <a:pt x="0" y="0"/>
                  </a:lnTo>
                  <a:lnTo>
                    <a:pt x="12" y="12"/>
                  </a:lnTo>
                  <a:lnTo>
                    <a:pt x="18" y="29"/>
                  </a:lnTo>
                  <a:lnTo>
                    <a:pt x="18" y="59"/>
                  </a:lnTo>
                  <a:lnTo>
                    <a:pt x="18" y="77"/>
                  </a:lnTo>
                  <a:lnTo>
                    <a:pt x="12" y="95"/>
                  </a:lnTo>
                  <a:lnTo>
                    <a:pt x="0" y="107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96" name="Freeform 185"/>
            <p:cNvSpPr/>
            <p:nvPr/>
          </p:nvSpPr>
          <p:spPr>
            <a:xfrm>
              <a:off x="3214" y="2148"/>
              <a:ext cx="174" cy="226"/>
            </a:xfrm>
            <a:custGeom>
              <a:avLst/>
              <a:gdLst>
                <a:gd name="txL" fmla="*/ 0 w 174"/>
                <a:gd name="txT" fmla="*/ 0 h 226"/>
                <a:gd name="txR" fmla="*/ 174 w 174"/>
                <a:gd name="txB" fmla="*/ 226 h 226"/>
              </a:gdLst>
              <a:ahLst/>
              <a:cxnLst>
                <a:cxn ang="0">
                  <a:pos x="90" y="226"/>
                </a:cxn>
                <a:cxn ang="0">
                  <a:pos x="120" y="220"/>
                </a:cxn>
                <a:cxn ang="0">
                  <a:pos x="150" y="197"/>
                </a:cxn>
                <a:cxn ang="0">
                  <a:pos x="168" y="161"/>
                </a:cxn>
                <a:cxn ang="0">
                  <a:pos x="174" y="113"/>
                </a:cxn>
                <a:cxn ang="0">
                  <a:pos x="168" y="71"/>
                </a:cxn>
                <a:cxn ang="0">
                  <a:pos x="150" y="35"/>
                </a:cxn>
                <a:cxn ang="0">
                  <a:pos x="120" y="12"/>
                </a:cxn>
                <a:cxn ang="0">
                  <a:pos x="90" y="0"/>
                </a:cxn>
                <a:cxn ang="0">
                  <a:pos x="54" y="12"/>
                </a:cxn>
                <a:cxn ang="0">
                  <a:pos x="30" y="35"/>
                </a:cxn>
                <a:cxn ang="0">
                  <a:pos x="6" y="71"/>
                </a:cxn>
                <a:cxn ang="0">
                  <a:pos x="0" y="113"/>
                </a:cxn>
                <a:cxn ang="0">
                  <a:pos x="6" y="161"/>
                </a:cxn>
                <a:cxn ang="0">
                  <a:pos x="30" y="197"/>
                </a:cxn>
                <a:cxn ang="0">
                  <a:pos x="54" y="220"/>
                </a:cxn>
                <a:cxn ang="0">
                  <a:pos x="90" y="226"/>
                </a:cxn>
                <a:cxn ang="0">
                  <a:pos x="90" y="226"/>
                </a:cxn>
              </a:cxnLst>
              <a:rect l="txL" t="txT" r="txR" b="txB"/>
              <a:pathLst>
                <a:path w="174" h="226">
                  <a:moveTo>
                    <a:pt x="90" y="226"/>
                  </a:moveTo>
                  <a:lnTo>
                    <a:pt x="120" y="220"/>
                  </a:lnTo>
                  <a:lnTo>
                    <a:pt x="150" y="197"/>
                  </a:lnTo>
                  <a:lnTo>
                    <a:pt x="168" y="161"/>
                  </a:lnTo>
                  <a:lnTo>
                    <a:pt x="174" y="113"/>
                  </a:lnTo>
                  <a:lnTo>
                    <a:pt x="168" y="71"/>
                  </a:lnTo>
                  <a:lnTo>
                    <a:pt x="150" y="35"/>
                  </a:lnTo>
                  <a:lnTo>
                    <a:pt x="120" y="12"/>
                  </a:lnTo>
                  <a:lnTo>
                    <a:pt x="90" y="0"/>
                  </a:lnTo>
                  <a:lnTo>
                    <a:pt x="54" y="12"/>
                  </a:lnTo>
                  <a:lnTo>
                    <a:pt x="30" y="35"/>
                  </a:lnTo>
                  <a:lnTo>
                    <a:pt x="6" y="71"/>
                  </a:lnTo>
                  <a:lnTo>
                    <a:pt x="0" y="113"/>
                  </a:lnTo>
                  <a:lnTo>
                    <a:pt x="6" y="161"/>
                  </a:lnTo>
                  <a:lnTo>
                    <a:pt x="30" y="197"/>
                  </a:lnTo>
                  <a:lnTo>
                    <a:pt x="54" y="220"/>
                  </a:lnTo>
                  <a:lnTo>
                    <a:pt x="90" y="226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97" name="Freeform 186"/>
            <p:cNvSpPr/>
            <p:nvPr/>
          </p:nvSpPr>
          <p:spPr>
            <a:xfrm>
              <a:off x="3304" y="2261"/>
              <a:ext cx="84" cy="113"/>
            </a:xfrm>
            <a:custGeom>
              <a:avLst/>
              <a:gdLst>
                <a:gd name="txL" fmla="*/ 0 w 84"/>
                <a:gd name="txT" fmla="*/ 0 h 113"/>
                <a:gd name="txR" fmla="*/ 84 w 84"/>
                <a:gd name="txB" fmla="*/ 113 h 113"/>
              </a:gdLst>
              <a:ahLst/>
              <a:cxnLst>
                <a:cxn ang="0">
                  <a:pos x="0" y="113"/>
                </a:cxn>
                <a:cxn ang="0">
                  <a:pos x="30" y="107"/>
                </a:cxn>
                <a:cxn ang="0">
                  <a:pos x="60" y="84"/>
                </a:cxn>
                <a:cxn ang="0">
                  <a:pos x="78" y="48"/>
                </a:cxn>
                <a:cxn ang="0">
                  <a:pos x="84" y="0"/>
                </a:cxn>
                <a:cxn ang="0">
                  <a:pos x="84" y="0"/>
                </a:cxn>
                <a:cxn ang="0">
                  <a:pos x="78" y="48"/>
                </a:cxn>
                <a:cxn ang="0">
                  <a:pos x="60" y="84"/>
                </a:cxn>
                <a:cxn ang="0">
                  <a:pos x="30" y="107"/>
                </a:cxn>
                <a:cxn ang="0">
                  <a:pos x="0" y="113"/>
                </a:cxn>
                <a:cxn ang="0">
                  <a:pos x="0" y="113"/>
                </a:cxn>
              </a:cxnLst>
              <a:rect l="txL" t="txT" r="txR" b="txB"/>
              <a:pathLst>
                <a:path w="84" h="113">
                  <a:moveTo>
                    <a:pt x="0" y="113"/>
                  </a:moveTo>
                  <a:lnTo>
                    <a:pt x="30" y="107"/>
                  </a:lnTo>
                  <a:lnTo>
                    <a:pt x="60" y="84"/>
                  </a:lnTo>
                  <a:lnTo>
                    <a:pt x="78" y="48"/>
                  </a:lnTo>
                  <a:lnTo>
                    <a:pt x="84" y="0"/>
                  </a:lnTo>
                  <a:lnTo>
                    <a:pt x="78" y="48"/>
                  </a:lnTo>
                  <a:lnTo>
                    <a:pt x="60" y="84"/>
                  </a:lnTo>
                  <a:lnTo>
                    <a:pt x="30" y="107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98" name="Freeform 187"/>
            <p:cNvSpPr>
              <a:spLocks noEditPoints="1"/>
            </p:cNvSpPr>
            <p:nvPr/>
          </p:nvSpPr>
          <p:spPr>
            <a:xfrm>
              <a:off x="3304" y="2148"/>
              <a:ext cx="84" cy="113"/>
            </a:xfrm>
            <a:custGeom>
              <a:avLst/>
              <a:gdLst>
                <a:gd name="txL" fmla="*/ 0 w 84"/>
                <a:gd name="txT" fmla="*/ 0 h 113"/>
                <a:gd name="txR" fmla="*/ 84 w 84"/>
                <a:gd name="txB" fmla="*/ 113 h 113"/>
              </a:gdLst>
              <a:ahLst/>
              <a:cxnLst>
                <a:cxn ang="0">
                  <a:pos x="84" y="113"/>
                </a:cxn>
                <a:cxn ang="0">
                  <a:pos x="78" y="71"/>
                </a:cxn>
                <a:cxn ang="0">
                  <a:pos x="60" y="35"/>
                </a:cxn>
                <a:cxn ang="0">
                  <a:pos x="30" y="1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30" y="12"/>
                </a:cxn>
                <a:cxn ang="0">
                  <a:pos x="60" y="35"/>
                </a:cxn>
                <a:cxn ang="0">
                  <a:pos x="78" y="71"/>
                </a:cxn>
                <a:cxn ang="0">
                  <a:pos x="84" y="113"/>
                </a:cxn>
                <a:cxn ang="0">
                  <a:pos x="84" y="113"/>
                </a:cxn>
                <a:cxn ang="0">
                  <a:pos x="84" y="113"/>
                </a:cxn>
                <a:cxn ang="0">
                  <a:pos x="84" y="113"/>
                </a:cxn>
                <a:cxn ang="0">
                  <a:pos x="84" y="113"/>
                </a:cxn>
              </a:cxnLst>
              <a:rect l="txL" t="txT" r="txR" b="txB"/>
              <a:pathLst>
                <a:path w="84" h="113">
                  <a:moveTo>
                    <a:pt x="84" y="113"/>
                  </a:moveTo>
                  <a:lnTo>
                    <a:pt x="78" y="71"/>
                  </a:lnTo>
                  <a:lnTo>
                    <a:pt x="60" y="35"/>
                  </a:lnTo>
                  <a:lnTo>
                    <a:pt x="30" y="12"/>
                  </a:lnTo>
                  <a:lnTo>
                    <a:pt x="0" y="0"/>
                  </a:lnTo>
                  <a:lnTo>
                    <a:pt x="30" y="12"/>
                  </a:lnTo>
                  <a:lnTo>
                    <a:pt x="60" y="35"/>
                  </a:lnTo>
                  <a:lnTo>
                    <a:pt x="78" y="71"/>
                  </a:lnTo>
                  <a:lnTo>
                    <a:pt x="84" y="113"/>
                  </a:lnTo>
                  <a:close/>
                  <a:moveTo>
                    <a:pt x="84" y="113"/>
                  </a:moveTo>
                  <a:lnTo>
                    <a:pt x="84" y="11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99" name="Freeform 188"/>
            <p:cNvSpPr>
              <a:spLocks noEditPoints="1"/>
            </p:cNvSpPr>
            <p:nvPr/>
          </p:nvSpPr>
          <p:spPr>
            <a:xfrm>
              <a:off x="3214" y="2148"/>
              <a:ext cx="90" cy="113"/>
            </a:xfrm>
            <a:custGeom>
              <a:avLst/>
              <a:gdLst>
                <a:gd name="txL" fmla="*/ 0 w 90"/>
                <a:gd name="txT" fmla="*/ 0 h 113"/>
                <a:gd name="txR" fmla="*/ 90 w 90"/>
                <a:gd name="txB" fmla="*/ 113 h 113"/>
              </a:gdLst>
              <a:ahLst/>
              <a:cxnLst>
                <a:cxn ang="0">
                  <a:pos x="90" y="0"/>
                </a:cxn>
                <a:cxn ang="0">
                  <a:pos x="54" y="12"/>
                </a:cxn>
                <a:cxn ang="0">
                  <a:pos x="30" y="35"/>
                </a:cxn>
                <a:cxn ang="0">
                  <a:pos x="6" y="71"/>
                </a:cxn>
                <a:cxn ang="0">
                  <a:pos x="0" y="113"/>
                </a:cxn>
                <a:cxn ang="0">
                  <a:pos x="0" y="113"/>
                </a:cxn>
                <a:cxn ang="0">
                  <a:pos x="6" y="71"/>
                </a:cxn>
                <a:cxn ang="0">
                  <a:pos x="30" y="35"/>
                </a:cxn>
                <a:cxn ang="0">
                  <a:pos x="54" y="12"/>
                </a:cxn>
                <a:cxn ang="0">
                  <a:pos x="90" y="0"/>
                </a:cxn>
                <a:cxn ang="0">
                  <a:pos x="90" y="0"/>
                </a:cxn>
                <a:cxn ang="0">
                  <a:pos x="90" y="0"/>
                </a:cxn>
                <a:cxn ang="0">
                  <a:pos x="90" y="0"/>
                </a:cxn>
                <a:cxn ang="0">
                  <a:pos x="90" y="0"/>
                </a:cxn>
              </a:cxnLst>
              <a:rect l="txL" t="txT" r="txR" b="txB"/>
              <a:pathLst>
                <a:path w="90" h="113">
                  <a:moveTo>
                    <a:pt x="90" y="0"/>
                  </a:moveTo>
                  <a:lnTo>
                    <a:pt x="54" y="12"/>
                  </a:lnTo>
                  <a:lnTo>
                    <a:pt x="30" y="35"/>
                  </a:lnTo>
                  <a:lnTo>
                    <a:pt x="6" y="71"/>
                  </a:lnTo>
                  <a:lnTo>
                    <a:pt x="0" y="113"/>
                  </a:lnTo>
                  <a:lnTo>
                    <a:pt x="6" y="71"/>
                  </a:lnTo>
                  <a:lnTo>
                    <a:pt x="30" y="35"/>
                  </a:lnTo>
                  <a:lnTo>
                    <a:pt x="54" y="12"/>
                  </a:lnTo>
                  <a:lnTo>
                    <a:pt x="90" y="0"/>
                  </a:lnTo>
                  <a:close/>
                  <a:moveTo>
                    <a:pt x="90" y="0"/>
                  </a:moveTo>
                  <a:lnTo>
                    <a:pt x="9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00" name="Freeform 189"/>
            <p:cNvSpPr>
              <a:spLocks noEditPoints="1"/>
            </p:cNvSpPr>
            <p:nvPr/>
          </p:nvSpPr>
          <p:spPr>
            <a:xfrm>
              <a:off x="3214" y="2261"/>
              <a:ext cx="90" cy="113"/>
            </a:xfrm>
            <a:custGeom>
              <a:avLst/>
              <a:gdLst>
                <a:gd name="txL" fmla="*/ 0 w 90"/>
                <a:gd name="txT" fmla="*/ 0 h 113"/>
                <a:gd name="txR" fmla="*/ 90 w 90"/>
                <a:gd name="txB" fmla="*/ 113 h 113"/>
              </a:gdLst>
              <a:ahLst/>
              <a:cxnLst>
                <a:cxn ang="0">
                  <a:pos x="0" y="0"/>
                </a:cxn>
                <a:cxn ang="0">
                  <a:pos x="6" y="48"/>
                </a:cxn>
                <a:cxn ang="0">
                  <a:pos x="30" y="84"/>
                </a:cxn>
                <a:cxn ang="0">
                  <a:pos x="54" y="107"/>
                </a:cxn>
                <a:cxn ang="0">
                  <a:pos x="90" y="113"/>
                </a:cxn>
                <a:cxn ang="0">
                  <a:pos x="90" y="113"/>
                </a:cxn>
                <a:cxn ang="0">
                  <a:pos x="54" y="107"/>
                </a:cxn>
                <a:cxn ang="0">
                  <a:pos x="30" y="84"/>
                </a:cxn>
                <a:cxn ang="0">
                  <a:pos x="6" y="4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90" h="113">
                  <a:moveTo>
                    <a:pt x="0" y="0"/>
                  </a:moveTo>
                  <a:lnTo>
                    <a:pt x="6" y="48"/>
                  </a:lnTo>
                  <a:lnTo>
                    <a:pt x="30" y="84"/>
                  </a:lnTo>
                  <a:lnTo>
                    <a:pt x="54" y="107"/>
                  </a:lnTo>
                  <a:lnTo>
                    <a:pt x="90" y="113"/>
                  </a:lnTo>
                  <a:lnTo>
                    <a:pt x="54" y="107"/>
                  </a:lnTo>
                  <a:lnTo>
                    <a:pt x="30" y="84"/>
                  </a:lnTo>
                  <a:lnTo>
                    <a:pt x="6" y="48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01" name="Freeform 190"/>
            <p:cNvSpPr/>
            <p:nvPr/>
          </p:nvSpPr>
          <p:spPr>
            <a:xfrm>
              <a:off x="3304" y="2374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02" name="Freeform 191"/>
            <p:cNvSpPr/>
            <p:nvPr/>
          </p:nvSpPr>
          <p:spPr>
            <a:xfrm>
              <a:off x="3298" y="2261"/>
              <a:ext cx="1" cy="90"/>
            </a:xfrm>
            <a:custGeom>
              <a:avLst/>
              <a:gdLst>
                <a:gd name="txL" fmla="*/ 0 w 1"/>
                <a:gd name="txT" fmla="*/ 0 h 90"/>
                <a:gd name="txR" fmla="*/ 1 w 1"/>
                <a:gd name="txB" fmla="*/ 90 h 90"/>
              </a:gdLst>
              <a:ahLst/>
              <a:cxnLst>
                <a:cxn ang="0">
                  <a:pos x="0" y="90"/>
                </a:cxn>
                <a:cxn ang="0">
                  <a:pos x="0" y="0"/>
                </a:cxn>
                <a:cxn ang="0">
                  <a:pos x="0" y="90"/>
                </a:cxn>
                <a:cxn ang="0">
                  <a:pos x="0" y="90"/>
                </a:cxn>
              </a:cxnLst>
              <a:rect l="txL" t="txT" r="txR" b="txB"/>
              <a:pathLst>
                <a:path w="1" h="90">
                  <a:moveTo>
                    <a:pt x="0" y="90"/>
                  </a:moveTo>
                  <a:lnTo>
                    <a:pt x="0" y="0"/>
                  </a:lnTo>
                  <a:lnTo>
                    <a:pt x="0" y="9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03" name="Freeform 192"/>
            <p:cNvSpPr/>
            <p:nvPr/>
          </p:nvSpPr>
          <p:spPr>
            <a:xfrm>
              <a:off x="3280" y="2177"/>
              <a:ext cx="42" cy="102"/>
            </a:xfrm>
            <a:custGeom>
              <a:avLst/>
              <a:gdLst>
                <a:gd name="txL" fmla="*/ 0 w 42"/>
                <a:gd name="txT" fmla="*/ 0 h 102"/>
                <a:gd name="txR" fmla="*/ 42 w 42"/>
                <a:gd name="txB" fmla="*/ 102 h 102"/>
              </a:gdLst>
              <a:ahLst/>
              <a:cxnLst>
                <a:cxn ang="0">
                  <a:pos x="42" y="102"/>
                </a:cxn>
                <a:cxn ang="0">
                  <a:pos x="18" y="0"/>
                </a:cxn>
                <a:cxn ang="0">
                  <a:pos x="0" y="102"/>
                </a:cxn>
                <a:cxn ang="0">
                  <a:pos x="42" y="102"/>
                </a:cxn>
                <a:cxn ang="0">
                  <a:pos x="42" y="102"/>
                </a:cxn>
              </a:cxnLst>
              <a:rect l="txL" t="txT" r="txR" b="txB"/>
              <a:pathLst>
                <a:path w="42" h="102">
                  <a:moveTo>
                    <a:pt x="42" y="102"/>
                  </a:moveTo>
                  <a:lnTo>
                    <a:pt x="18" y="0"/>
                  </a:lnTo>
                  <a:lnTo>
                    <a:pt x="0" y="102"/>
                  </a:lnTo>
                  <a:lnTo>
                    <a:pt x="42" y="10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04" name="Freeform 193"/>
            <p:cNvSpPr/>
            <p:nvPr/>
          </p:nvSpPr>
          <p:spPr>
            <a:xfrm>
              <a:off x="4907" y="2106"/>
              <a:ext cx="228" cy="304"/>
            </a:xfrm>
            <a:custGeom>
              <a:avLst/>
              <a:gdLst>
                <a:gd name="txL" fmla="*/ 0 w 228"/>
                <a:gd name="txT" fmla="*/ 0 h 304"/>
                <a:gd name="txR" fmla="*/ 228 w 228"/>
                <a:gd name="txB" fmla="*/ 304 h 304"/>
              </a:gdLst>
              <a:ahLst/>
              <a:cxnLst>
                <a:cxn ang="0">
                  <a:pos x="0" y="149"/>
                </a:cxn>
                <a:cxn ang="0">
                  <a:pos x="114" y="304"/>
                </a:cxn>
                <a:cxn ang="0">
                  <a:pos x="228" y="149"/>
                </a:cxn>
                <a:cxn ang="0">
                  <a:pos x="114" y="0"/>
                </a:cxn>
                <a:cxn ang="0">
                  <a:pos x="0" y="149"/>
                </a:cxn>
                <a:cxn ang="0">
                  <a:pos x="0" y="149"/>
                </a:cxn>
              </a:cxnLst>
              <a:rect l="txL" t="txT" r="txR" b="txB"/>
              <a:pathLst>
                <a:path w="228" h="304">
                  <a:moveTo>
                    <a:pt x="0" y="149"/>
                  </a:moveTo>
                  <a:lnTo>
                    <a:pt x="114" y="304"/>
                  </a:lnTo>
                  <a:lnTo>
                    <a:pt x="228" y="149"/>
                  </a:lnTo>
                  <a:lnTo>
                    <a:pt x="114" y="0"/>
                  </a:lnTo>
                  <a:lnTo>
                    <a:pt x="0" y="14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05" name="Freeform 194"/>
            <p:cNvSpPr/>
            <p:nvPr/>
          </p:nvSpPr>
          <p:spPr>
            <a:xfrm>
              <a:off x="4907" y="2255"/>
              <a:ext cx="114" cy="155"/>
            </a:xfrm>
            <a:custGeom>
              <a:avLst/>
              <a:gdLst>
                <a:gd name="txL" fmla="*/ 0 w 114"/>
                <a:gd name="txT" fmla="*/ 0 h 155"/>
                <a:gd name="txR" fmla="*/ 114 w 114"/>
                <a:gd name="txB" fmla="*/ 155 h 155"/>
              </a:gdLst>
              <a:ahLst/>
              <a:cxnLst>
                <a:cxn ang="0">
                  <a:pos x="0" y="0"/>
                </a:cxn>
                <a:cxn ang="0">
                  <a:pos x="114" y="155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14" h="155">
                  <a:moveTo>
                    <a:pt x="0" y="0"/>
                  </a:moveTo>
                  <a:lnTo>
                    <a:pt x="114" y="1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06" name="Freeform 195"/>
            <p:cNvSpPr>
              <a:spLocks noEditPoints="1"/>
            </p:cNvSpPr>
            <p:nvPr/>
          </p:nvSpPr>
          <p:spPr>
            <a:xfrm>
              <a:off x="5021" y="2255"/>
              <a:ext cx="114" cy="155"/>
            </a:xfrm>
            <a:custGeom>
              <a:avLst/>
              <a:gdLst>
                <a:gd name="txL" fmla="*/ 0 w 114"/>
                <a:gd name="txT" fmla="*/ 0 h 155"/>
                <a:gd name="txR" fmla="*/ 114 w 114"/>
                <a:gd name="txB" fmla="*/ 155 h 155"/>
              </a:gdLst>
              <a:ahLst/>
              <a:cxnLst>
                <a:cxn ang="0">
                  <a:pos x="0" y="155"/>
                </a:cxn>
                <a:cxn ang="0">
                  <a:pos x="114" y="0"/>
                </a:cxn>
                <a:cxn ang="0">
                  <a:pos x="0" y="155"/>
                </a:cxn>
                <a:cxn ang="0">
                  <a:pos x="0" y="155"/>
                </a:cxn>
                <a:cxn ang="0">
                  <a:pos x="0" y="155"/>
                </a:cxn>
                <a:cxn ang="0">
                  <a:pos x="0" y="155"/>
                </a:cxn>
                <a:cxn ang="0">
                  <a:pos x="0" y="155"/>
                </a:cxn>
              </a:cxnLst>
              <a:rect l="txL" t="txT" r="txR" b="txB"/>
              <a:pathLst>
                <a:path w="114" h="155">
                  <a:moveTo>
                    <a:pt x="0" y="155"/>
                  </a:moveTo>
                  <a:lnTo>
                    <a:pt x="114" y="0"/>
                  </a:lnTo>
                  <a:lnTo>
                    <a:pt x="0" y="155"/>
                  </a:lnTo>
                  <a:close/>
                  <a:moveTo>
                    <a:pt x="0" y="155"/>
                  </a:moveTo>
                  <a:lnTo>
                    <a:pt x="0" y="15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07" name="Freeform 196"/>
            <p:cNvSpPr>
              <a:spLocks noEditPoints="1"/>
            </p:cNvSpPr>
            <p:nvPr/>
          </p:nvSpPr>
          <p:spPr>
            <a:xfrm>
              <a:off x="5021" y="2106"/>
              <a:ext cx="114" cy="149"/>
            </a:xfrm>
            <a:custGeom>
              <a:avLst/>
              <a:gdLst>
                <a:gd name="txL" fmla="*/ 0 w 114"/>
                <a:gd name="txT" fmla="*/ 0 h 149"/>
                <a:gd name="txR" fmla="*/ 114 w 114"/>
                <a:gd name="txB" fmla="*/ 149 h 149"/>
              </a:gdLst>
              <a:ahLst/>
              <a:cxnLst>
                <a:cxn ang="0">
                  <a:pos x="114" y="149"/>
                </a:cxn>
                <a:cxn ang="0">
                  <a:pos x="0" y="0"/>
                </a:cxn>
                <a:cxn ang="0">
                  <a:pos x="114" y="149"/>
                </a:cxn>
                <a:cxn ang="0">
                  <a:pos x="114" y="149"/>
                </a:cxn>
                <a:cxn ang="0">
                  <a:pos x="114" y="149"/>
                </a:cxn>
                <a:cxn ang="0">
                  <a:pos x="114" y="149"/>
                </a:cxn>
                <a:cxn ang="0">
                  <a:pos x="114" y="149"/>
                </a:cxn>
              </a:cxnLst>
              <a:rect l="txL" t="txT" r="txR" b="txB"/>
              <a:pathLst>
                <a:path w="114" h="149">
                  <a:moveTo>
                    <a:pt x="114" y="149"/>
                  </a:moveTo>
                  <a:lnTo>
                    <a:pt x="0" y="0"/>
                  </a:lnTo>
                  <a:lnTo>
                    <a:pt x="114" y="149"/>
                  </a:lnTo>
                  <a:close/>
                  <a:moveTo>
                    <a:pt x="114" y="149"/>
                  </a:moveTo>
                  <a:lnTo>
                    <a:pt x="114" y="14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08" name="Freeform 197"/>
            <p:cNvSpPr>
              <a:spLocks noEditPoints="1"/>
            </p:cNvSpPr>
            <p:nvPr/>
          </p:nvSpPr>
          <p:spPr>
            <a:xfrm>
              <a:off x="4907" y="2106"/>
              <a:ext cx="114" cy="149"/>
            </a:xfrm>
            <a:custGeom>
              <a:avLst/>
              <a:gdLst>
                <a:gd name="txL" fmla="*/ 0 w 114"/>
                <a:gd name="txT" fmla="*/ 0 h 149"/>
                <a:gd name="txR" fmla="*/ 114 w 114"/>
                <a:gd name="txB" fmla="*/ 149 h 149"/>
              </a:gdLst>
              <a:ahLst/>
              <a:cxnLst>
                <a:cxn ang="0">
                  <a:pos x="114" y="0"/>
                </a:cxn>
                <a:cxn ang="0">
                  <a:pos x="0" y="149"/>
                </a:cxn>
                <a:cxn ang="0">
                  <a:pos x="114" y="0"/>
                </a:cxn>
                <a:cxn ang="0">
                  <a:pos x="114" y="0"/>
                </a:cxn>
                <a:cxn ang="0">
                  <a:pos x="114" y="0"/>
                </a:cxn>
                <a:cxn ang="0">
                  <a:pos x="114" y="0"/>
                </a:cxn>
                <a:cxn ang="0">
                  <a:pos x="114" y="0"/>
                </a:cxn>
              </a:cxnLst>
              <a:rect l="txL" t="txT" r="txR" b="txB"/>
              <a:pathLst>
                <a:path w="114" h="149">
                  <a:moveTo>
                    <a:pt x="114" y="0"/>
                  </a:moveTo>
                  <a:lnTo>
                    <a:pt x="0" y="149"/>
                  </a:lnTo>
                  <a:lnTo>
                    <a:pt x="114" y="0"/>
                  </a:lnTo>
                  <a:close/>
                  <a:moveTo>
                    <a:pt x="114" y="0"/>
                  </a:moveTo>
                  <a:lnTo>
                    <a:pt x="114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09" name="Freeform 198"/>
            <p:cNvSpPr/>
            <p:nvPr/>
          </p:nvSpPr>
          <p:spPr>
            <a:xfrm>
              <a:off x="4907" y="2255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0" name="Freeform 199"/>
            <p:cNvSpPr/>
            <p:nvPr/>
          </p:nvSpPr>
          <p:spPr>
            <a:xfrm>
              <a:off x="5021" y="2171"/>
              <a:ext cx="1" cy="90"/>
            </a:xfrm>
            <a:custGeom>
              <a:avLst/>
              <a:gdLst>
                <a:gd name="txL" fmla="*/ 0 w 1"/>
                <a:gd name="txT" fmla="*/ 0 h 90"/>
                <a:gd name="txR" fmla="*/ 1 w 1"/>
                <a:gd name="txB" fmla="*/ 90 h 90"/>
              </a:gdLst>
              <a:ahLst/>
              <a:cxnLst>
                <a:cxn ang="0">
                  <a:pos x="0" y="0"/>
                </a:cxn>
                <a:cxn ang="0">
                  <a:pos x="0" y="9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90">
                  <a:moveTo>
                    <a:pt x="0" y="0"/>
                  </a:moveTo>
                  <a:lnTo>
                    <a:pt x="0" y="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1" name="Freeform 200"/>
            <p:cNvSpPr/>
            <p:nvPr/>
          </p:nvSpPr>
          <p:spPr>
            <a:xfrm>
              <a:off x="4997" y="2243"/>
              <a:ext cx="42" cy="102"/>
            </a:xfrm>
            <a:custGeom>
              <a:avLst/>
              <a:gdLst>
                <a:gd name="txL" fmla="*/ 0 w 42"/>
                <a:gd name="txT" fmla="*/ 0 h 102"/>
                <a:gd name="txR" fmla="*/ 42 w 42"/>
                <a:gd name="txB" fmla="*/ 102 h 102"/>
              </a:gdLst>
              <a:ahLst/>
              <a:cxnLst>
                <a:cxn ang="0">
                  <a:pos x="0" y="0"/>
                </a:cxn>
                <a:cxn ang="0">
                  <a:pos x="24" y="102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42" h="102">
                  <a:moveTo>
                    <a:pt x="0" y="0"/>
                  </a:moveTo>
                  <a:lnTo>
                    <a:pt x="24" y="102"/>
                  </a:lnTo>
                  <a:lnTo>
                    <a:pt x="4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2" name="Freeform 201"/>
            <p:cNvSpPr/>
            <p:nvPr/>
          </p:nvSpPr>
          <p:spPr>
            <a:xfrm>
              <a:off x="4148" y="2124"/>
              <a:ext cx="24" cy="268"/>
            </a:xfrm>
            <a:custGeom>
              <a:avLst/>
              <a:gdLst>
                <a:gd name="txL" fmla="*/ 0 w 24"/>
                <a:gd name="txT" fmla="*/ 0 h 268"/>
                <a:gd name="txR" fmla="*/ 24 w 24"/>
                <a:gd name="txB" fmla="*/ 268 h 268"/>
              </a:gdLst>
              <a:ahLst/>
              <a:cxnLst>
                <a:cxn ang="0">
                  <a:pos x="0" y="0"/>
                </a:cxn>
                <a:cxn ang="0">
                  <a:pos x="24" y="0"/>
                </a:cxn>
                <a:cxn ang="0">
                  <a:pos x="24" y="268"/>
                </a:cxn>
                <a:cxn ang="0">
                  <a:pos x="0" y="268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4" h="268">
                  <a:moveTo>
                    <a:pt x="0" y="0"/>
                  </a:moveTo>
                  <a:lnTo>
                    <a:pt x="24" y="0"/>
                  </a:lnTo>
                  <a:lnTo>
                    <a:pt x="24" y="268"/>
                  </a:lnTo>
                  <a:lnTo>
                    <a:pt x="0" y="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" name="Freeform 202"/>
            <p:cNvSpPr/>
            <p:nvPr/>
          </p:nvSpPr>
          <p:spPr>
            <a:xfrm>
              <a:off x="4130" y="2380"/>
              <a:ext cx="30" cy="18"/>
            </a:xfrm>
            <a:custGeom>
              <a:avLst/>
              <a:gdLst>
                <a:gd name="txL" fmla="*/ 0 w 30"/>
                <a:gd name="txT" fmla="*/ 0 h 18"/>
                <a:gd name="txR" fmla="*/ 30 w 30"/>
                <a:gd name="txB" fmla="*/ 18 h 18"/>
              </a:gdLst>
              <a:ahLst/>
              <a:cxnLst>
                <a:cxn ang="0">
                  <a:pos x="30" y="18"/>
                </a:cxn>
                <a:cxn ang="0">
                  <a:pos x="0" y="0"/>
                </a:cxn>
                <a:cxn ang="0">
                  <a:pos x="30" y="18"/>
                </a:cxn>
                <a:cxn ang="0">
                  <a:pos x="30" y="18"/>
                </a:cxn>
              </a:cxnLst>
              <a:rect l="txL" t="txT" r="txR" b="txB"/>
              <a:pathLst>
                <a:path w="30" h="18">
                  <a:moveTo>
                    <a:pt x="30" y="18"/>
                  </a:moveTo>
                  <a:lnTo>
                    <a:pt x="0" y="0"/>
                  </a:lnTo>
                  <a:lnTo>
                    <a:pt x="3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" name="Freeform 203"/>
            <p:cNvSpPr>
              <a:spLocks noEditPoints="1"/>
            </p:cNvSpPr>
            <p:nvPr/>
          </p:nvSpPr>
          <p:spPr>
            <a:xfrm>
              <a:off x="4130" y="2362"/>
              <a:ext cx="30" cy="18"/>
            </a:xfrm>
            <a:custGeom>
              <a:avLst/>
              <a:gdLst>
                <a:gd name="txL" fmla="*/ 0 w 30"/>
                <a:gd name="txT" fmla="*/ 0 h 18"/>
                <a:gd name="txR" fmla="*/ 30 w 30"/>
                <a:gd name="txB" fmla="*/ 18 h 18"/>
              </a:gdLst>
              <a:ahLst/>
              <a:cxnLst>
                <a:cxn ang="0">
                  <a:pos x="0" y="18"/>
                </a:cxn>
                <a:cxn ang="0">
                  <a:pos x="30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</a:cxnLst>
              <a:rect l="txL" t="txT" r="txR" b="txB"/>
              <a:pathLst>
                <a:path w="30" h="18">
                  <a:moveTo>
                    <a:pt x="0" y="18"/>
                  </a:moveTo>
                  <a:lnTo>
                    <a:pt x="30" y="0"/>
                  </a:lnTo>
                  <a:lnTo>
                    <a:pt x="0" y="18"/>
                  </a:lnTo>
                  <a:close/>
                  <a:moveTo>
                    <a:pt x="0" y="18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" name="Freeform 204"/>
            <p:cNvSpPr>
              <a:spLocks noEditPoints="1"/>
            </p:cNvSpPr>
            <p:nvPr/>
          </p:nvSpPr>
          <p:spPr>
            <a:xfrm>
              <a:off x="4160" y="2345"/>
              <a:ext cx="29" cy="17"/>
            </a:xfrm>
            <a:custGeom>
              <a:avLst/>
              <a:gdLst>
                <a:gd name="txL" fmla="*/ 0 w 29"/>
                <a:gd name="txT" fmla="*/ 0 h 17"/>
                <a:gd name="txR" fmla="*/ 29 w 29"/>
                <a:gd name="txB" fmla="*/ 17 h 17"/>
              </a:gdLst>
              <a:ahLst/>
              <a:cxnLst>
                <a:cxn ang="0">
                  <a:pos x="0" y="17"/>
                </a:cxn>
                <a:cxn ang="0">
                  <a:pos x="29" y="0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0" y="17"/>
                </a:cxn>
              </a:cxnLst>
              <a:rect l="txL" t="txT" r="txR" b="txB"/>
              <a:pathLst>
                <a:path w="29" h="17">
                  <a:moveTo>
                    <a:pt x="0" y="17"/>
                  </a:moveTo>
                  <a:lnTo>
                    <a:pt x="29" y="0"/>
                  </a:lnTo>
                  <a:lnTo>
                    <a:pt x="0" y="17"/>
                  </a:lnTo>
                  <a:close/>
                  <a:moveTo>
                    <a:pt x="0" y="17"/>
                  </a:moveTo>
                  <a:lnTo>
                    <a:pt x="0" y="1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" name="Freeform 205"/>
            <p:cNvSpPr>
              <a:spLocks noEditPoints="1"/>
            </p:cNvSpPr>
            <p:nvPr/>
          </p:nvSpPr>
          <p:spPr>
            <a:xfrm>
              <a:off x="4160" y="2327"/>
              <a:ext cx="29" cy="18"/>
            </a:xfrm>
            <a:custGeom>
              <a:avLst/>
              <a:gdLst>
                <a:gd name="txL" fmla="*/ 0 w 29"/>
                <a:gd name="txT" fmla="*/ 0 h 18"/>
                <a:gd name="txR" fmla="*/ 29 w 29"/>
                <a:gd name="txB" fmla="*/ 18 h 18"/>
              </a:gdLst>
              <a:ahLst/>
              <a:cxnLst>
                <a:cxn ang="0">
                  <a:pos x="29" y="18"/>
                </a:cxn>
                <a:cxn ang="0">
                  <a:pos x="0" y="0"/>
                </a:cxn>
                <a:cxn ang="0">
                  <a:pos x="29" y="18"/>
                </a:cxn>
                <a:cxn ang="0">
                  <a:pos x="29" y="18"/>
                </a:cxn>
                <a:cxn ang="0">
                  <a:pos x="29" y="18"/>
                </a:cxn>
                <a:cxn ang="0">
                  <a:pos x="29" y="18"/>
                </a:cxn>
                <a:cxn ang="0">
                  <a:pos x="29" y="18"/>
                </a:cxn>
              </a:cxnLst>
              <a:rect l="txL" t="txT" r="txR" b="txB"/>
              <a:pathLst>
                <a:path w="29" h="18">
                  <a:moveTo>
                    <a:pt x="29" y="18"/>
                  </a:moveTo>
                  <a:lnTo>
                    <a:pt x="0" y="0"/>
                  </a:lnTo>
                  <a:lnTo>
                    <a:pt x="29" y="18"/>
                  </a:lnTo>
                  <a:close/>
                  <a:moveTo>
                    <a:pt x="29" y="18"/>
                  </a:moveTo>
                  <a:lnTo>
                    <a:pt x="29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" name="Freeform 206"/>
            <p:cNvSpPr>
              <a:spLocks noEditPoints="1"/>
            </p:cNvSpPr>
            <p:nvPr/>
          </p:nvSpPr>
          <p:spPr>
            <a:xfrm>
              <a:off x="4160" y="2327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" name="Freeform 207"/>
            <p:cNvSpPr>
              <a:spLocks noEditPoints="1"/>
            </p:cNvSpPr>
            <p:nvPr/>
          </p:nvSpPr>
          <p:spPr>
            <a:xfrm>
              <a:off x="4130" y="2309"/>
              <a:ext cx="30" cy="18"/>
            </a:xfrm>
            <a:custGeom>
              <a:avLst/>
              <a:gdLst>
                <a:gd name="txL" fmla="*/ 0 w 30"/>
                <a:gd name="txT" fmla="*/ 0 h 18"/>
                <a:gd name="txR" fmla="*/ 30 w 30"/>
                <a:gd name="txB" fmla="*/ 18 h 18"/>
              </a:gdLst>
              <a:ahLst/>
              <a:cxnLst>
                <a:cxn ang="0">
                  <a:pos x="30" y="18"/>
                </a:cxn>
                <a:cxn ang="0">
                  <a:pos x="0" y="0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</a:cxnLst>
              <a:rect l="txL" t="txT" r="txR" b="txB"/>
              <a:pathLst>
                <a:path w="30" h="18">
                  <a:moveTo>
                    <a:pt x="30" y="18"/>
                  </a:moveTo>
                  <a:lnTo>
                    <a:pt x="0" y="0"/>
                  </a:lnTo>
                  <a:lnTo>
                    <a:pt x="30" y="18"/>
                  </a:lnTo>
                  <a:close/>
                  <a:moveTo>
                    <a:pt x="30" y="18"/>
                  </a:moveTo>
                  <a:lnTo>
                    <a:pt x="3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" name="Freeform 208"/>
            <p:cNvSpPr>
              <a:spLocks noEditPoints="1"/>
            </p:cNvSpPr>
            <p:nvPr/>
          </p:nvSpPr>
          <p:spPr>
            <a:xfrm>
              <a:off x="4130" y="2291"/>
              <a:ext cx="30" cy="18"/>
            </a:xfrm>
            <a:custGeom>
              <a:avLst/>
              <a:gdLst>
                <a:gd name="txL" fmla="*/ 0 w 30"/>
                <a:gd name="txT" fmla="*/ 0 h 18"/>
                <a:gd name="txR" fmla="*/ 30 w 30"/>
                <a:gd name="txB" fmla="*/ 18 h 18"/>
              </a:gdLst>
              <a:ahLst/>
              <a:cxnLst>
                <a:cxn ang="0">
                  <a:pos x="0" y="18"/>
                </a:cxn>
                <a:cxn ang="0">
                  <a:pos x="30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</a:cxnLst>
              <a:rect l="txL" t="txT" r="txR" b="txB"/>
              <a:pathLst>
                <a:path w="30" h="18">
                  <a:moveTo>
                    <a:pt x="0" y="18"/>
                  </a:moveTo>
                  <a:lnTo>
                    <a:pt x="30" y="0"/>
                  </a:lnTo>
                  <a:lnTo>
                    <a:pt x="0" y="18"/>
                  </a:lnTo>
                  <a:close/>
                  <a:moveTo>
                    <a:pt x="0" y="18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" name="Freeform 209"/>
            <p:cNvSpPr>
              <a:spLocks noEditPoints="1"/>
            </p:cNvSpPr>
            <p:nvPr/>
          </p:nvSpPr>
          <p:spPr>
            <a:xfrm>
              <a:off x="4160" y="2273"/>
              <a:ext cx="29" cy="18"/>
            </a:xfrm>
            <a:custGeom>
              <a:avLst/>
              <a:gdLst>
                <a:gd name="txL" fmla="*/ 0 w 29"/>
                <a:gd name="txT" fmla="*/ 0 h 18"/>
                <a:gd name="txR" fmla="*/ 29 w 29"/>
                <a:gd name="txB" fmla="*/ 18 h 18"/>
              </a:gdLst>
              <a:ahLst/>
              <a:cxnLst>
                <a:cxn ang="0">
                  <a:pos x="0" y="18"/>
                </a:cxn>
                <a:cxn ang="0">
                  <a:pos x="29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</a:cxnLst>
              <a:rect l="txL" t="txT" r="txR" b="txB"/>
              <a:pathLst>
                <a:path w="29" h="18">
                  <a:moveTo>
                    <a:pt x="0" y="18"/>
                  </a:moveTo>
                  <a:lnTo>
                    <a:pt x="29" y="0"/>
                  </a:lnTo>
                  <a:lnTo>
                    <a:pt x="0" y="18"/>
                  </a:lnTo>
                  <a:close/>
                  <a:moveTo>
                    <a:pt x="0" y="18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" name="Freeform 210"/>
            <p:cNvSpPr>
              <a:spLocks noEditPoints="1"/>
            </p:cNvSpPr>
            <p:nvPr/>
          </p:nvSpPr>
          <p:spPr>
            <a:xfrm>
              <a:off x="4160" y="2255"/>
              <a:ext cx="29" cy="18"/>
            </a:xfrm>
            <a:custGeom>
              <a:avLst/>
              <a:gdLst>
                <a:gd name="txL" fmla="*/ 0 w 29"/>
                <a:gd name="txT" fmla="*/ 0 h 18"/>
                <a:gd name="txR" fmla="*/ 29 w 29"/>
                <a:gd name="txB" fmla="*/ 18 h 18"/>
              </a:gdLst>
              <a:ahLst/>
              <a:cxnLst>
                <a:cxn ang="0">
                  <a:pos x="29" y="18"/>
                </a:cxn>
                <a:cxn ang="0">
                  <a:pos x="0" y="0"/>
                </a:cxn>
                <a:cxn ang="0">
                  <a:pos x="29" y="18"/>
                </a:cxn>
                <a:cxn ang="0">
                  <a:pos x="29" y="18"/>
                </a:cxn>
                <a:cxn ang="0">
                  <a:pos x="29" y="18"/>
                </a:cxn>
                <a:cxn ang="0">
                  <a:pos x="29" y="18"/>
                </a:cxn>
                <a:cxn ang="0">
                  <a:pos x="29" y="18"/>
                </a:cxn>
              </a:cxnLst>
              <a:rect l="txL" t="txT" r="txR" b="txB"/>
              <a:pathLst>
                <a:path w="29" h="18">
                  <a:moveTo>
                    <a:pt x="29" y="18"/>
                  </a:moveTo>
                  <a:lnTo>
                    <a:pt x="0" y="0"/>
                  </a:lnTo>
                  <a:lnTo>
                    <a:pt x="29" y="18"/>
                  </a:lnTo>
                  <a:close/>
                  <a:moveTo>
                    <a:pt x="29" y="18"/>
                  </a:moveTo>
                  <a:lnTo>
                    <a:pt x="29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" name="Freeform 211"/>
            <p:cNvSpPr>
              <a:spLocks noEditPoints="1"/>
            </p:cNvSpPr>
            <p:nvPr/>
          </p:nvSpPr>
          <p:spPr>
            <a:xfrm>
              <a:off x="4130" y="2237"/>
              <a:ext cx="30" cy="18"/>
            </a:xfrm>
            <a:custGeom>
              <a:avLst/>
              <a:gdLst>
                <a:gd name="txL" fmla="*/ 0 w 30"/>
                <a:gd name="txT" fmla="*/ 0 h 18"/>
                <a:gd name="txR" fmla="*/ 30 w 30"/>
                <a:gd name="txB" fmla="*/ 18 h 18"/>
              </a:gdLst>
              <a:ahLst/>
              <a:cxnLst>
                <a:cxn ang="0">
                  <a:pos x="30" y="18"/>
                </a:cxn>
                <a:cxn ang="0">
                  <a:pos x="0" y="0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</a:cxnLst>
              <a:rect l="txL" t="txT" r="txR" b="txB"/>
              <a:pathLst>
                <a:path w="30" h="18">
                  <a:moveTo>
                    <a:pt x="30" y="18"/>
                  </a:moveTo>
                  <a:lnTo>
                    <a:pt x="0" y="0"/>
                  </a:lnTo>
                  <a:lnTo>
                    <a:pt x="30" y="18"/>
                  </a:lnTo>
                  <a:close/>
                  <a:moveTo>
                    <a:pt x="30" y="18"/>
                  </a:moveTo>
                  <a:lnTo>
                    <a:pt x="3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" name="Freeform 212"/>
            <p:cNvSpPr>
              <a:spLocks noEditPoints="1"/>
            </p:cNvSpPr>
            <p:nvPr/>
          </p:nvSpPr>
          <p:spPr>
            <a:xfrm>
              <a:off x="4130" y="2225"/>
              <a:ext cx="30" cy="12"/>
            </a:xfrm>
            <a:custGeom>
              <a:avLst/>
              <a:gdLst>
                <a:gd name="txL" fmla="*/ 0 w 30"/>
                <a:gd name="txT" fmla="*/ 0 h 12"/>
                <a:gd name="txR" fmla="*/ 30 w 30"/>
                <a:gd name="txB" fmla="*/ 12 h 12"/>
              </a:gdLst>
              <a:ahLst/>
              <a:cxnLst>
                <a:cxn ang="0">
                  <a:pos x="0" y="12"/>
                </a:cxn>
                <a:cxn ang="0">
                  <a:pos x="30" y="0"/>
                </a:cxn>
                <a:cxn ang="0">
                  <a:pos x="0" y="12"/>
                </a:cxn>
                <a:cxn ang="0">
                  <a:pos x="0" y="12"/>
                </a:cxn>
                <a:cxn ang="0">
                  <a:pos x="0" y="12"/>
                </a:cxn>
                <a:cxn ang="0">
                  <a:pos x="0" y="12"/>
                </a:cxn>
                <a:cxn ang="0">
                  <a:pos x="0" y="12"/>
                </a:cxn>
              </a:cxnLst>
              <a:rect l="txL" t="txT" r="txR" b="txB"/>
              <a:pathLst>
                <a:path w="30" h="12">
                  <a:moveTo>
                    <a:pt x="0" y="12"/>
                  </a:moveTo>
                  <a:lnTo>
                    <a:pt x="30" y="0"/>
                  </a:lnTo>
                  <a:lnTo>
                    <a:pt x="0" y="12"/>
                  </a:lnTo>
                  <a:close/>
                  <a:moveTo>
                    <a:pt x="0" y="12"/>
                  </a:moveTo>
                  <a:lnTo>
                    <a:pt x="0" y="1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" name="Freeform 213"/>
            <p:cNvSpPr>
              <a:spLocks noEditPoints="1"/>
            </p:cNvSpPr>
            <p:nvPr/>
          </p:nvSpPr>
          <p:spPr>
            <a:xfrm>
              <a:off x="4160" y="2207"/>
              <a:ext cx="29" cy="18"/>
            </a:xfrm>
            <a:custGeom>
              <a:avLst/>
              <a:gdLst>
                <a:gd name="txL" fmla="*/ 0 w 29"/>
                <a:gd name="txT" fmla="*/ 0 h 18"/>
                <a:gd name="txR" fmla="*/ 29 w 29"/>
                <a:gd name="txB" fmla="*/ 18 h 18"/>
              </a:gdLst>
              <a:ahLst/>
              <a:cxnLst>
                <a:cxn ang="0">
                  <a:pos x="0" y="18"/>
                </a:cxn>
                <a:cxn ang="0">
                  <a:pos x="29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</a:cxnLst>
              <a:rect l="txL" t="txT" r="txR" b="txB"/>
              <a:pathLst>
                <a:path w="29" h="18">
                  <a:moveTo>
                    <a:pt x="0" y="18"/>
                  </a:moveTo>
                  <a:lnTo>
                    <a:pt x="29" y="0"/>
                  </a:lnTo>
                  <a:lnTo>
                    <a:pt x="0" y="18"/>
                  </a:lnTo>
                  <a:close/>
                  <a:moveTo>
                    <a:pt x="0" y="18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" name="Freeform 214"/>
            <p:cNvSpPr>
              <a:spLocks noEditPoints="1"/>
            </p:cNvSpPr>
            <p:nvPr/>
          </p:nvSpPr>
          <p:spPr>
            <a:xfrm>
              <a:off x="4160" y="2189"/>
              <a:ext cx="29" cy="18"/>
            </a:xfrm>
            <a:custGeom>
              <a:avLst/>
              <a:gdLst>
                <a:gd name="txL" fmla="*/ 0 w 29"/>
                <a:gd name="txT" fmla="*/ 0 h 18"/>
                <a:gd name="txR" fmla="*/ 29 w 29"/>
                <a:gd name="txB" fmla="*/ 18 h 18"/>
              </a:gdLst>
              <a:ahLst/>
              <a:cxnLst>
                <a:cxn ang="0">
                  <a:pos x="29" y="18"/>
                </a:cxn>
                <a:cxn ang="0">
                  <a:pos x="0" y="0"/>
                </a:cxn>
                <a:cxn ang="0">
                  <a:pos x="29" y="18"/>
                </a:cxn>
                <a:cxn ang="0">
                  <a:pos x="29" y="18"/>
                </a:cxn>
                <a:cxn ang="0">
                  <a:pos x="29" y="18"/>
                </a:cxn>
                <a:cxn ang="0">
                  <a:pos x="29" y="18"/>
                </a:cxn>
                <a:cxn ang="0">
                  <a:pos x="29" y="18"/>
                </a:cxn>
              </a:cxnLst>
              <a:rect l="txL" t="txT" r="txR" b="txB"/>
              <a:pathLst>
                <a:path w="29" h="18">
                  <a:moveTo>
                    <a:pt x="29" y="18"/>
                  </a:moveTo>
                  <a:lnTo>
                    <a:pt x="0" y="0"/>
                  </a:lnTo>
                  <a:lnTo>
                    <a:pt x="29" y="18"/>
                  </a:lnTo>
                  <a:close/>
                  <a:moveTo>
                    <a:pt x="29" y="18"/>
                  </a:moveTo>
                  <a:lnTo>
                    <a:pt x="29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" name="Freeform 215"/>
            <p:cNvSpPr>
              <a:spLocks noEditPoints="1"/>
            </p:cNvSpPr>
            <p:nvPr/>
          </p:nvSpPr>
          <p:spPr>
            <a:xfrm>
              <a:off x="4130" y="2171"/>
              <a:ext cx="30" cy="18"/>
            </a:xfrm>
            <a:custGeom>
              <a:avLst/>
              <a:gdLst>
                <a:gd name="txL" fmla="*/ 0 w 30"/>
                <a:gd name="txT" fmla="*/ 0 h 18"/>
                <a:gd name="txR" fmla="*/ 30 w 30"/>
                <a:gd name="txB" fmla="*/ 18 h 18"/>
              </a:gdLst>
              <a:ahLst/>
              <a:cxnLst>
                <a:cxn ang="0">
                  <a:pos x="30" y="18"/>
                </a:cxn>
                <a:cxn ang="0">
                  <a:pos x="0" y="0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  <a:cxn ang="0">
                  <a:pos x="30" y="18"/>
                </a:cxn>
              </a:cxnLst>
              <a:rect l="txL" t="txT" r="txR" b="txB"/>
              <a:pathLst>
                <a:path w="30" h="18">
                  <a:moveTo>
                    <a:pt x="30" y="18"/>
                  </a:moveTo>
                  <a:lnTo>
                    <a:pt x="0" y="0"/>
                  </a:lnTo>
                  <a:lnTo>
                    <a:pt x="30" y="18"/>
                  </a:lnTo>
                  <a:close/>
                  <a:moveTo>
                    <a:pt x="30" y="18"/>
                  </a:moveTo>
                  <a:lnTo>
                    <a:pt x="3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" name="Freeform 216"/>
            <p:cNvSpPr>
              <a:spLocks noEditPoints="1"/>
            </p:cNvSpPr>
            <p:nvPr/>
          </p:nvSpPr>
          <p:spPr>
            <a:xfrm>
              <a:off x="4130" y="2154"/>
              <a:ext cx="30" cy="17"/>
            </a:xfrm>
            <a:custGeom>
              <a:avLst/>
              <a:gdLst>
                <a:gd name="txL" fmla="*/ 0 w 30"/>
                <a:gd name="txT" fmla="*/ 0 h 17"/>
                <a:gd name="txR" fmla="*/ 30 w 30"/>
                <a:gd name="txB" fmla="*/ 17 h 17"/>
              </a:gdLst>
              <a:ahLst/>
              <a:cxnLst>
                <a:cxn ang="0">
                  <a:pos x="0" y="17"/>
                </a:cxn>
                <a:cxn ang="0">
                  <a:pos x="30" y="0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0" y="17"/>
                </a:cxn>
              </a:cxnLst>
              <a:rect l="txL" t="txT" r="txR" b="txB"/>
              <a:pathLst>
                <a:path w="30" h="17">
                  <a:moveTo>
                    <a:pt x="0" y="17"/>
                  </a:moveTo>
                  <a:lnTo>
                    <a:pt x="30" y="0"/>
                  </a:lnTo>
                  <a:lnTo>
                    <a:pt x="0" y="17"/>
                  </a:lnTo>
                  <a:close/>
                  <a:moveTo>
                    <a:pt x="0" y="17"/>
                  </a:moveTo>
                  <a:lnTo>
                    <a:pt x="0" y="1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" name="Freeform 217"/>
            <p:cNvSpPr>
              <a:spLocks noEditPoints="1"/>
            </p:cNvSpPr>
            <p:nvPr/>
          </p:nvSpPr>
          <p:spPr>
            <a:xfrm>
              <a:off x="4160" y="2136"/>
              <a:ext cx="29" cy="18"/>
            </a:xfrm>
            <a:custGeom>
              <a:avLst/>
              <a:gdLst>
                <a:gd name="txL" fmla="*/ 0 w 29"/>
                <a:gd name="txT" fmla="*/ 0 h 18"/>
                <a:gd name="txR" fmla="*/ 29 w 29"/>
                <a:gd name="txB" fmla="*/ 18 h 18"/>
              </a:gdLst>
              <a:ahLst/>
              <a:cxnLst>
                <a:cxn ang="0">
                  <a:pos x="0" y="18"/>
                </a:cxn>
                <a:cxn ang="0">
                  <a:pos x="29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</a:cxnLst>
              <a:rect l="txL" t="txT" r="txR" b="txB"/>
              <a:pathLst>
                <a:path w="29" h="18">
                  <a:moveTo>
                    <a:pt x="0" y="18"/>
                  </a:moveTo>
                  <a:lnTo>
                    <a:pt x="29" y="0"/>
                  </a:lnTo>
                  <a:lnTo>
                    <a:pt x="0" y="18"/>
                  </a:lnTo>
                  <a:close/>
                  <a:moveTo>
                    <a:pt x="0" y="18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9" name="Freeform 218"/>
            <p:cNvSpPr>
              <a:spLocks noEditPoints="1"/>
            </p:cNvSpPr>
            <p:nvPr/>
          </p:nvSpPr>
          <p:spPr>
            <a:xfrm>
              <a:off x="4160" y="2118"/>
              <a:ext cx="29" cy="18"/>
            </a:xfrm>
            <a:custGeom>
              <a:avLst/>
              <a:gdLst>
                <a:gd name="txL" fmla="*/ 0 w 29"/>
                <a:gd name="txT" fmla="*/ 0 h 18"/>
                <a:gd name="txR" fmla="*/ 29 w 29"/>
                <a:gd name="txB" fmla="*/ 18 h 18"/>
              </a:gdLst>
              <a:ahLst/>
              <a:cxnLst>
                <a:cxn ang="0">
                  <a:pos x="29" y="18"/>
                </a:cxn>
                <a:cxn ang="0">
                  <a:pos x="0" y="0"/>
                </a:cxn>
                <a:cxn ang="0">
                  <a:pos x="29" y="18"/>
                </a:cxn>
                <a:cxn ang="0">
                  <a:pos x="29" y="18"/>
                </a:cxn>
                <a:cxn ang="0">
                  <a:pos x="29" y="18"/>
                </a:cxn>
                <a:cxn ang="0">
                  <a:pos x="29" y="18"/>
                </a:cxn>
                <a:cxn ang="0">
                  <a:pos x="29" y="18"/>
                </a:cxn>
              </a:cxnLst>
              <a:rect l="txL" t="txT" r="txR" b="txB"/>
              <a:pathLst>
                <a:path w="29" h="18">
                  <a:moveTo>
                    <a:pt x="29" y="18"/>
                  </a:moveTo>
                  <a:lnTo>
                    <a:pt x="0" y="0"/>
                  </a:lnTo>
                  <a:lnTo>
                    <a:pt x="29" y="18"/>
                  </a:lnTo>
                  <a:close/>
                  <a:moveTo>
                    <a:pt x="29" y="18"/>
                  </a:moveTo>
                  <a:lnTo>
                    <a:pt x="29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" name="Freeform 219"/>
            <p:cNvSpPr/>
            <p:nvPr/>
          </p:nvSpPr>
          <p:spPr>
            <a:xfrm>
              <a:off x="3621" y="1765"/>
              <a:ext cx="204" cy="36"/>
            </a:xfrm>
            <a:custGeom>
              <a:avLst/>
              <a:gdLst>
                <a:gd name="txL" fmla="*/ 0 w 204"/>
                <a:gd name="txT" fmla="*/ 0 h 36"/>
                <a:gd name="txR" fmla="*/ 204 w 204"/>
                <a:gd name="txB" fmla="*/ 36 h 36"/>
              </a:gdLst>
              <a:ahLst/>
              <a:cxnLst>
                <a:cxn ang="0">
                  <a:pos x="0" y="36"/>
                </a:cxn>
                <a:cxn ang="0">
                  <a:pos x="0" y="0"/>
                </a:cxn>
                <a:cxn ang="0">
                  <a:pos x="204" y="0"/>
                </a:cxn>
                <a:cxn ang="0">
                  <a:pos x="204" y="36"/>
                </a:cxn>
                <a:cxn ang="0">
                  <a:pos x="0" y="36"/>
                </a:cxn>
                <a:cxn ang="0">
                  <a:pos x="0" y="36"/>
                </a:cxn>
              </a:cxnLst>
              <a:rect l="txL" t="txT" r="txR" b="txB"/>
              <a:pathLst>
                <a:path w="204" h="36">
                  <a:moveTo>
                    <a:pt x="0" y="36"/>
                  </a:moveTo>
                  <a:lnTo>
                    <a:pt x="0" y="0"/>
                  </a:lnTo>
                  <a:lnTo>
                    <a:pt x="204" y="0"/>
                  </a:lnTo>
                  <a:lnTo>
                    <a:pt x="204" y="36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1" name="Freeform 220"/>
            <p:cNvSpPr/>
            <p:nvPr/>
          </p:nvSpPr>
          <p:spPr>
            <a:xfrm>
              <a:off x="3819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2" name="Freeform 221"/>
            <p:cNvSpPr>
              <a:spLocks noEditPoints="1"/>
            </p:cNvSpPr>
            <p:nvPr/>
          </p:nvSpPr>
          <p:spPr>
            <a:xfrm>
              <a:off x="3807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3" name="Freeform 222"/>
            <p:cNvSpPr>
              <a:spLocks noEditPoints="1"/>
            </p:cNvSpPr>
            <p:nvPr/>
          </p:nvSpPr>
          <p:spPr>
            <a:xfrm>
              <a:off x="3789" y="1742"/>
              <a:ext cx="18" cy="41"/>
            </a:xfrm>
            <a:custGeom>
              <a:avLst/>
              <a:gdLst>
                <a:gd name="txL" fmla="*/ 0 w 18"/>
                <a:gd name="txT" fmla="*/ 0 h 41"/>
                <a:gd name="txR" fmla="*/ 18 w 18"/>
                <a:gd name="txB" fmla="*/ 41 h 41"/>
              </a:gdLst>
              <a:ahLst/>
              <a:cxnLst>
                <a:cxn ang="0">
                  <a:pos x="18" y="41"/>
                </a:cxn>
                <a:cxn ang="0">
                  <a:pos x="0" y="0"/>
                </a:cxn>
                <a:cxn ang="0">
                  <a:pos x="18" y="41"/>
                </a:cxn>
                <a:cxn ang="0">
                  <a:pos x="18" y="41"/>
                </a:cxn>
                <a:cxn ang="0">
                  <a:pos x="18" y="41"/>
                </a:cxn>
                <a:cxn ang="0">
                  <a:pos x="18" y="41"/>
                </a:cxn>
                <a:cxn ang="0">
                  <a:pos x="18" y="41"/>
                </a:cxn>
              </a:cxnLst>
              <a:rect l="txL" t="txT" r="txR" b="txB"/>
              <a:pathLst>
                <a:path w="18" h="41">
                  <a:moveTo>
                    <a:pt x="18" y="41"/>
                  </a:moveTo>
                  <a:lnTo>
                    <a:pt x="0" y="0"/>
                  </a:lnTo>
                  <a:lnTo>
                    <a:pt x="18" y="41"/>
                  </a:lnTo>
                  <a:close/>
                  <a:moveTo>
                    <a:pt x="18" y="41"/>
                  </a:moveTo>
                  <a:lnTo>
                    <a:pt x="18" y="41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4" name="Freeform 223"/>
            <p:cNvSpPr>
              <a:spLocks noEditPoints="1"/>
            </p:cNvSpPr>
            <p:nvPr/>
          </p:nvSpPr>
          <p:spPr>
            <a:xfrm>
              <a:off x="3777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0"/>
                </a:cxn>
                <a:cxn ang="0">
                  <a:pos x="0" y="41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1">
                  <a:moveTo>
                    <a:pt x="12" y="0"/>
                  </a:moveTo>
                  <a:lnTo>
                    <a:pt x="0" y="41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5" name="Freeform 224"/>
            <p:cNvSpPr>
              <a:spLocks noEditPoints="1"/>
            </p:cNvSpPr>
            <p:nvPr/>
          </p:nvSpPr>
          <p:spPr>
            <a:xfrm>
              <a:off x="3777" y="1783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6" name="Freeform 225"/>
            <p:cNvSpPr>
              <a:spLocks noEditPoints="1"/>
            </p:cNvSpPr>
            <p:nvPr/>
          </p:nvSpPr>
          <p:spPr>
            <a:xfrm>
              <a:off x="3765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7" name="Freeform 226"/>
            <p:cNvSpPr>
              <a:spLocks noEditPoints="1"/>
            </p:cNvSpPr>
            <p:nvPr/>
          </p:nvSpPr>
          <p:spPr>
            <a:xfrm>
              <a:off x="3753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8" name="Freeform 227"/>
            <p:cNvSpPr>
              <a:spLocks noEditPoints="1"/>
            </p:cNvSpPr>
            <p:nvPr/>
          </p:nvSpPr>
          <p:spPr>
            <a:xfrm>
              <a:off x="3735" y="1742"/>
              <a:ext cx="18" cy="41"/>
            </a:xfrm>
            <a:custGeom>
              <a:avLst/>
              <a:gdLst>
                <a:gd name="txL" fmla="*/ 0 w 18"/>
                <a:gd name="txT" fmla="*/ 0 h 41"/>
                <a:gd name="txR" fmla="*/ 18 w 18"/>
                <a:gd name="txB" fmla="*/ 41 h 41"/>
              </a:gdLst>
              <a:ahLst/>
              <a:cxnLst>
                <a:cxn ang="0">
                  <a:pos x="18" y="41"/>
                </a:cxn>
                <a:cxn ang="0">
                  <a:pos x="0" y="0"/>
                </a:cxn>
                <a:cxn ang="0">
                  <a:pos x="18" y="41"/>
                </a:cxn>
                <a:cxn ang="0">
                  <a:pos x="18" y="41"/>
                </a:cxn>
                <a:cxn ang="0">
                  <a:pos x="18" y="41"/>
                </a:cxn>
                <a:cxn ang="0">
                  <a:pos x="18" y="41"/>
                </a:cxn>
                <a:cxn ang="0">
                  <a:pos x="18" y="41"/>
                </a:cxn>
              </a:cxnLst>
              <a:rect l="txL" t="txT" r="txR" b="txB"/>
              <a:pathLst>
                <a:path w="18" h="41">
                  <a:moveTo>
                    <a:pt x="18" y="41"/>
                  </a:moveTo>
                  <a:lnTo>
                    <a:pt x="0" y="0"/>
                  </a:lnTo>
                  <a:lnTo>
                    <a:pt x="18" y="41"/>
                  </a:lnTo>
                  <a:close/>
                  <a:moveTo>
                    <a:pt x="18" y="41"/>
                  </a:moveTo>
                  <a:lnTo>
                    <a:pt x="18" y="41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9" name="Freeform 228"/>
            <p:cNvSpPr>
              <a:spLocks noEditPoints="1"/>
            </p:cNvSpPr>
            <p:nvPr/>
          </p:nvSpPr>
          <p:spPr>
            <a:xfrm>
              <a:off x="3723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0"/>
                </a:cxn>
                <a:cxn ang="0">
                  <a:pos x="0" y="41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1">
                  <a:moveTo>
                    <a:pt x="12" y="0"/>
                  </a:moveTo>
                  <a:lnTo>
                    <a:pt x="0" y="41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40" name="Freeform 229"/>
            <p:cNvSpPr>
              <a:spLocks noEditPoints="1"/>
            </p:cNvSpPr>
            <p:nvPr/>
          </p:nvSpPr>
          <p:spPr>
            <a:xfrm>
              <a:off x="3711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41" name="Freeform 230"/>
            <p:cNvSpPr>
              <a:spLocks noEditPoints="1"/>
            </p:cNvSpPr>
            <p:nvPr/>
          </p:nvSpPr>
          <p:spPr>
            <a:xfrm>
              <a:off x="3699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42" name="Freeform 231"/>
            <p:cNvSpPr>
              <a:spLocks noEditPoints="1"/>
            </p:cNvSpPr>
            <p:nvPr/>
          </p:nvSpPr>
          <p:spPr>
            <a:xfrm>
              <a:off x="3687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41"/>
                </a:cxn>
                <a:cxn ang="0">
                  <a:pos x="0" y="0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</a:cxnLst>
              <a:rect l="txL" t="txT" r="txR" b="txB"/>
              <a:pathLst>
                <a:path w="12" h="41">
                  <a:moveTo>
                    <a:pt x="12" y="41"/>
                  </a:moveTo>
                  <a:lnTo>
                    <a:pt x="0" y="0"/>
                  </a:lnTo>
                  <a:lnTo>
                    <a:pt x="12" y="41"/>
                  </a:lnTo>
                  <a:close/>
                  <a:moveTo>
                    <a:pt x="12" y="41"/>
                  </a:moveTo>
                  <a:lnTo>
                    <a:pt x="12" y="41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43" name="Freeform 232"/>
            <p:cNvSpPr>
              <a:spLocks noEditPoints="1"/>
            </p:cNvSpPr>
            <p:nvPr/>
          </p:nvSpPr>
          <p:spPr>
            <a:xfrm>
              <a:off x="3669" y="1742"/>
              <a:ext cx="18" cy="41"/>
            </a:xfrm>
            <a:custGeom>
              <a:avLst/>
              <a:gdLst>
                <a:gd name="txL" fmla="*/ 0 w 18"/>
                <a:gd name="txT" fmla="*/ 0 h 41"/>
                <a:gd name="txR" fmla="*/ 18 w 18"/>
                <a:gd name="txB" fmla="*/ 41 h 41"/>
              </a:gdLst>
              <a:ahLst/>
              <a:cxnLst>
                <a:cxn ang="0">
                  <a:pos x="18" y="0"/>
                </a:cxn>
                <a:cxn ang="0">
                  <a:pos x="0" y="41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</a:cxnLst>
              <a:rect l="txL" t="txT" r="txR" b="txB"/>
              <a:pathLst>
                <a:path w="18" h="41">
                  <a:moveTo>
                    <a:pt x="18" y="0"/>
                  </a:moveTo>
                  <a:lnTo>
                    <a:pt x="0" y="41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44" name="Freeform 233"/>
            <p:cNvSpPr>
              <a:spLocks noEditPoints="1"/>
            </p:cNvSpPr>
            <p:nvPr/>
          </p:nvSpPr>
          <p:spPr>
            <a:xfrm>
              <a:off x="3657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45" name="Freeform 234"/>
            <p:cNvSpPr>
              <a:spLocks noEditPoints="1"/>
            </p:cNvSpPr>
            <p:nvPr/>
          </p:nvSpPr>
          <p:spPr>
            <a:xfrm>
              <a:off x="3645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46" name="Freeform 235"/>
            <p:cNvSpPr>
              <a:spLocks noEditPoints="1"/>
            </p:cNvSpPr>
            <p:nvPr/>
          </p:nvSpPr>
          <p:spPr>
            <a:xfrm>
              <a:off x="3633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41"/>
                </a:cxn>
                <a:cxn ang="0">
                  <a:pos x="0" y="0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</a:cxnLst>
              <a:rect l="txL" t="txT" r="txR" b="txB"/>
              <a:pathLst>
                <a:path w="12" h="41">
                  <a:moveTo>
                    <a:pt x="12" y="41"/>
                  </a:moveTo>
                  <a:lnTo>
                    <a:pt x="0" y="0"/>
                  </a:lnTo>
                  <a:lnTo>
                    <a:pt x="12" y="41"/>
                  </a:lnTo>
                  <a:close/>
                  <a:moveTo>
                    <a:pt x="12" y="41"/>
                  </a:moveTo>
                  <a:lnTo>
                    <a:pt x="12" y="41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47" name="Freeform 236"/>
            <p:cNvSpPr>
              <a:spLocks noEditPoints="1"/>
            </p:cNvSpPr>
            <p:nvPr/>
          </p:nvSpPr>
          <p:spPr>
            <a:xfrm>
              <a:off x="3615" y="1742"/>
              <a:ext cx="18" cy="41"/>
            </a:xfrm>
            <a:custGeom>
              <a:avLst/>
              <a:gdLst>
                <a:gd name="txL" fmla="*/ 0 w 18"/>
                <a:gd name="txT" fmla="*/ 0 h 41"/>
                <a:gd name="txR" fmla="*/ 18 w 18"/>
                <a:gd name="txB" fmla="*/ 41 h 41"/>
              </a:gdLst>
              <a:ahLst/>
              <a:cxnLst>
                <a:cxn ang="0">
                  <a:pos x="18" y="0"/>
                </a:cxn>
                <a:cxn ang="0">
                  <a:pos x="0" y="41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</a:cxnLst>
              <a:rect l="txL" t="txT" r="txR" b="txB"/>
              <a:pathLst>
                <a:path w="18" h="41">
                  <a:moveTo>
                    <a:pt x="18" y="0"/>
                  </a:moveTo>
                  <a:lnTo>
                    <a:pt x="0" y="41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48" name="Freeform 237"/>
            <p:cNvSpPr/>
            <p:nvPr/>
          </p:nvSpPr>
          <p:spPr>
            <a:xfrm>
              <a:off x="4489" y="1765"/>
              <a:ext cx="203" cy="36"/>
            </a:xfrm>
            <a:custGeom>
              <a:avLst/>
              <a:gdLst>
                <a:gd name="txL" fmla="*/ 0 w 203"/>
                <a:gd name="txT" fmla="*/ 0 h 36"/>
                <a:gd name="txR" fmla="*/ 203 w 203"/>
                <a:gd name="txB" fmla="*/ 36 h 36"/>
              </a:gdLst>
              <a:ahLst/>
              <a:cxnLst>
                <a:cxn ang="0">
                  <a:pos x="0" y="36"/>
                </a:cxn>
                <a:cxn ang="0">
                  <a:pos x="0" y="0"/>
                </a:cxn>
                <a:cxn ang="0">
                  <a:pos x="203" y="0"/>
                </a:cxn>
                <a:cxn ang="0">
                  <a:pos x="203" y="36"/>
                </a:cxn>
                <a:cxn ang="0">
                  <a:pos x="0" y="36"/>
                </a:cxn>
                <a:cxn ang="0">
                  <a:pos x="0" y="36"/>
                </a:cxn>
              </a:cxnLst>
              <a:rect l="txL" t="txT" r="txR" b="txB"/>
              <a:pathLst>
                <a:path w="203" h="36">
                  <a:moveTo>
                    <a:pt x="0" y="36"/>
                  </a:moveTo>
                  <a:lnTo>
                    <a:pt x="0" y="0"/>
                  </a:lnTo>
                  <a:lnTo>
                    <a:pt x="203" y="0"/>
                  </a:lnTo>
                  <a:lnTo>
                    <a:pt x="203" y="36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49" name="Freeform 238"/>
            <p:cNvSpPr/>
            <p:nvPr/>
          </p:nvSpPr>
          <p:spPr>
            <a:xfrm>
              <a:off x="4680" y="1783"/>
              <a:ext cx="18" cy="42"/>
            </a:xfrm>
            <a:custGeom>
              <a:avLst/>
              <a:gdLst>
                <a:gd name="txL" fmla="*/ 0 w 18"/>
                <a:gd name="txT" fmla="*/ 0 h 42"/>
                <a:gd name="txR" fmla="*/ 18 w 18"/>
                <a:gd name="txB" fmla="*/ 42 h 42"/>
              </a:gdLst>
              <a:ahLst/>
              <a:cxnLst>
                <a:cxn ang="0">
                  <a:pos x="18" y="0"/>
                </a:cxn>
                <a:cxn ang="0">
                  <a:pos x="0" y="42"/>
                </a:cxn>
                <a:cxn ang="0">
                  <a:pos x="18" y="0"/>
                </a:cxn>
                <a:cxn ang="0">
                  <a:pos x="18" y="0"/>
                </a:cxn>
              </a:cxnLst>
              <a:rect l="txL" t="txT" r="txR" b="txB"/>
              <a:pathLst>
                <a:path w="18" h="42">
                  <a:moveTo>
                    <a:pt x="18" y="0"/>
                  </a:moveTo>
                  <a:lnTo>
                    <a:pt x="0" y="42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50" name="Freeform 239"/>
            <p:cNvSpPr>
              <a:spLocks noEditPoints="1"/>
            </p:cNvSpPr>
            <p:nvPr/>
          </p:nvSpPr>
          <p:spPr>
            <a:xfrm>
              <a:off x="4668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51" name="Freeform 240"/>
            <p:cNvSpPr>
              <a:spLocks noEditPoints="1"/>
            </p:cNvSpPr>
            <p:nvPr/>
          </p:nvSpPr>
          <p:spPr>
            <a:xfrm>
              <a:off x="4656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41"/>
                </a:cxn>
                <a:cxn ang="0">
                  <a:pos x="0" y="0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</a:cxnLst>
              <a:rect l="txL" t="txT" r="txR" b="txB"/>
              <a:pathLst>
                <a:path w="12" h="41">
                  <a:moveTo>
                    <a:pt x="12" y="41"/>
                  </a:moveTo>
                  <a:lnTo>
                    <a:pt x="0" y="0"/>
                  </a:lnTo>
                  <a:lnTo>
                    <a:pt x="12" y="41"/>
                  </a:lnTo>
                  <a:close/>
                  <a:moveTo>
                    <a:pt x="12" y="41"/>
                  </a:moveTo>
                  <a:lnTo>
                    <a:pt x="12" y="4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52" name="Freeform 241"/>
            <p:cNvSpPr>
              <a:spLocks noEditPoints="1"/>
            </p:cNvSpPr>
            <p:nvPr/>
          </p:nvSpPr>
          <p:spPr>
            <a:xfrm>
              <a:off x="4644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0"/>
                </a:cxn>
                <a:cxn ang="0">
                  <a:pos x="0" y="41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1">
                  <a:moveTo>
                    <a:pt x="12" y="0"/>
                  </a:moveTo>
                  <a:lnTo>
                    <a:pt x="0" y="41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53" name="Freeform 242"/>
            <p:cNvSpPr>
              <a:spLocks noEditPoints="1"/>
            </p:cNvSpPr>
            <p:nvPr/>
          </p:nvSpPr>
          <p:spPr>
            <a:xfrm>
              <a:off x="4644" y="1783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54" name="Freeform 243"/>
            <p:cNvSpPr>
              <a:spLocks noEditPoints="1"/>
            </p:cNvSpPr>
            <p:nvPr/>
          </p:nvSpPr>
          <p:spPr>
            <a:xfrm>
              <a:off x="4632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55" name="Freeform 244"/>
            <p:cNvSpPr>
              <a:spLocks noEditPoints="1"/>
            </p:cNvSpPr>
            <p:nvPr/>
          </p:nvSpPr>
          <p:spPr>
            <a:xfrm>
              <a:off x="4614" y="1783"/>
              <a:ext cx="18" cy="42"/>
            </a:xfrm>
            <a:custGeom>
              <a:avLst/>
              <a:gdLst>
                <a:gd name="txL" fmla="*/ 0 w 18"/>
                <a:gd name="txT" fmla="*/ 0 h 42"/>
                <a:gd name="txR" fmla="*/ 18 w 18"/>
                <a:gd name="txB" fmla="*/ 42 h 42"/>
              </a:gdLst>
              <a:ahLst/>
              <a:cxnLst>
                <a:cxn ang="0">
                  <a:pos x="18" y="42"/>
                </a:cxn>
                <a:cxn ang="0">
                  <a:pos x="0" y="0"/>
                </a:cxn>
                <a:cxn ang="0">
                  <a:pos x="18" y="42"/>
                </a:cxn>
                <a:cxn ang="0">
                  <a:pos x="18" y="42"/>
                </a:cxn>
                <a:cxn ang="0">
                  <a:pos x="18" y="42"/>
                </a:cxn>
                <a:cxn ang="0">
                  <a:pos x="18" y="42"/>
                </a:cxn>
                <a:cxn ang="0">
                  <a:pos x="18" y="42"/>
                </a:cxn>
              </a:cxnLst>
              <a:rect l="txL" t="txT" r="txR" b="txB"/>
              <a:pathLst>
                <a:path w="18" h="42">
                  <a:moveTo>
                    <a:pt x="18" y="42"/>
                  </a:moveTo>
                  <a:lnTo>
                    <a:pt x="0" y="0"/>
                  </a:lnTo>
                  <a:lnTo>
                    <a:pt x="18" y="42"/>
                  </a:lnTo>
                  <a:close/>
                  <a:moveTo>
                    <a:pt x="18" y="42"/>
                  </a:moveTo>
                  <a:lnTo>
                    <a:pt x="18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56" name="Freeform 245"/>
            <p:cNvSpPr>
              <a:spLocks noEditPoints="1"/>
            </p:cNvSpPr>
            <p:nvPr/>
          </p:nvSpPr>
          <p:spPr>
            <a:xfrm>
              <a:off x="4602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41"/>
                </a:cxn>
                <a:cxn ang="0">
                  <a:pos x="0" y="0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</a:cxnLst>
              <a:rect l="txL" t="txT" r="txR" b="txB"/>
              <a:pathLst>
                <a:path w="12" h="41">
                  <a:moveTo>
                    <a:pt x="12" y="41"/>
                  </a:moveTo>
                  <a:lnTo>
                    <a:pt x="0" y="0"/>
                  </a:lnTo>
                  <a:lnTo>
                    <a:pt x="12" y="41"/>
                  </a:lnTo>
                  <a:close/>
                  <a:moveTo>
                    <a:pt x="12" y="41"/>
                  </a:moveTo>
                  <a:lnTo>
                    <a:pt x="12" y="4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57" name="Freeform 246"/>
            <p:cNvSpPr>
              <a:spLocks noEditPoints="1"/>
            </p:cNvSpPr>
            <p:nvPr/>
          </p:nvSpPr>
          <p:spPr>
            <a:xfrm>
              <a:off x="4590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0"/>
                </a:cxn>
                <a:cxn ang="0">
                  <a:pos x="0" y="41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1">
                  <a:moveTo>
                    <a:pt x="12" y="0"/>
                  </a:moveTo>
                  <a:lnTo>
                    <a:pt x="0" y="41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58" name="Freeform 247"/>
            <p:cNvSpPr>
              <a:spLocks noEditPoints="1"/>
            </p:cNvSpPr>
            <p:nvPr/>
          </p:nvSpPr>
          <p:spPr>
            <a:xfrm>
              <a:off x="4578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59" name="Freeform 248"/>
            <p:cNvSpPr>
              <a:spLocks noEditPoints="1"/>
            </p:cNvSpPr>
            <p:nvPr/>
          </p:nvSpPr>
          <p:spPr>
            <a:xfrm>
              <a:off x="4560" y="1783"/>
              <a:ext cx="18" cy="42"/>
            </a:xfrm>
            <a:custGeom>
              <a:avLst/>
              <a:gdLst>
                <a:gd name="txL" fmla="*/ 0 w 18"/>
                <a:gd name="txT" fmla="*/ 0 h 42"/>
                <a:gd name="txR" fmla="*/ 18 w 18"/>
                <a:gd name="txB" fmla="*/ 42 h 42"/>
              </a:gdLst>
              <a:ahLst/>
              <a:cxnLst>
                <a:cxn ang="0">
                  <a:pos x="18" y="42"/>
                </a:cxn>
                <a:cxn ang="0">
                  <a:pos x="0" y="0"/>
                </a:cxn>
                <a:cxn ang="0">
                  <a:pos x="18" y="42"/>
                </a:cxn>
                <a:cxn ang="0">
                  <a:pos x="18" y="42"/>
                </a:cxn>
                <a:cxn ang="0">
                  <a:pos x="18" y="42"/>
                </a:cxn>
                <a:cxn ang="0">
                  <a:pos x="18" y="42"/>
                </a:cxn>
                <a:cxn ang="0">
                  <a:pos x="18" y="42"/>
                </a:cxn>
              </a:cxnLst>
              <a:rect l="txL" t="txT" r="txR" b="txB"/>
              <a:pathLst>
                <a:path w="18" h="42">
                  <a:moveTo>
                    <a:pt x="18" y="42"/>
                  </a:moveTo>
                  <a:lnTo>
                    <a:pt x="0" y="0"/>
                  </a:lnTo>
                  <a:lnTo>
                    <a:pt x="18" y="42"/>
                  </a:lnTo>
                  <a:close/>
                  <a:moveTo>
                    <a:pt x="18" y="42"/>
                  </a:moveTo>
                  <a:lnTo>
                    <a:pt x="18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60" name="Freeform 249"/>
            <p:cNvSpPr>
              <a:spLocks noEditPoints="1"/>
            </p:cNvSpPr>
            <p:nvPr/>
          </p:nvSpPr>
          <p:spPr>
            <a:xfrm>
              <a:off x="4548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41"/>
                </a:cxn>
                <a:cxn ang="0">
                  <a:pos x="0" y="0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  <a:cxn ang="0">
                  <a:pos x="12" y="41"/>
                </a:cxn>
              </a:cxnLst>
              <a:rect l="txL" t="txT" r="txR" b="txB"/>
              <a:pathLst>
                <a:path w="12" h="41">
                  <a:moveTo>
                    <a:pt x="12" y="41"/>
                  </a:moveTo>
                  <a:lnTo>
                    <a:pt x="0" y="0"/>
                  </a:lnTo>
                  <a:lnTo>
                    <a:pt x="12" y="41"/>
                  </a:lnTo>
                  <a:close/>
                  <a:moveTo>
                    <a:pt x="12" y="41"/>
                  </a:moveTo>
                  <a:lnTo>
                    <a:pt x="12" y="4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61" name="Freeform 250"/>
            <p:cNvSpPr>
              <a:spLocks noEditPoints="1"/>
            </p:cNvSpPr>
            <p:nvPr/>
          </p:nvSpPr>
          <p:spPr>
            <a:xfrm>
              <a:off x="4536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0"/>
                </a:cxn>
                <a:cxn ang="0">
                  <a:pos x="0" y="41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1">
                  <a:moveTo>
                    <a:pt x="12" y="0"/>
                  </a:moveTo>
                  <a:lnTo>
                    <a:pt x="0" y="41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62" name="Freeform 251"/>
            <p:cNvSpPr>
              <a:spLocks noEditPoints="1"/>
            </p:cNvSpPr>
            <p:nvPr/>
          </p:nvSpPr>
          <p:spPr>
            <a:xfrm>
              <a:off x="4524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63" name="Freeform 252"/>
            <p:cNvSpPr>
              <a:spLocks noEditPoints="1"/>
            </p:cNvSpPr>
            <p:nvPr/>
          </p:nvSpPr>
          <p:spPr>
            <a:xfrm>
              <a:off x="4512" y="1783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64" name="Freeform 253"/>
            <p:cNvSpPr>
              <a:spLocks noEditPoints="1"/>
            </p:cNvSpPr>
            <p:nvPr/>
          </p:nvSpPr>
          <p:spPr>
            <a:xfrm>
              <a:off x="4495" y="1742"/>
              <a:ext cx="17" cy="41"/>
            </a:xfrm>
            <a:custGeom>
              <a:avLst/>
              <a:gdLst>
                <a:gd name="txL" fmla="*/ 0 w 17"/>
                <a:gd name="txT" fmla="*/ 0 h 41"/>
                <a:gd name="txR" fmla="*/ 17 w 17"/>
                <a:gd name="txB" fmla="*/ 41 h 41"/>
              </a:gdLst>
              <a:ahLst/>
              <a:cxnLst>
                <a:cxn ang="0">
                  <a:pos x="17" y="41"/>
                </a:cxn>
                <a:cxn ang="0">
                  <a:pos x="0" y="0"/>
                </a:cxn>
                <a:cxn ang="0">
                  <a:pos x="17" y="41"/>
                </a:cxn>
                <a:cxn ang="0">
                  <a:pos x="17" y="41"/>
                </a:cxn>
                <a:cxn ang="0">
                  <a:pos x="17" y="41"/>
                </a:cxn>
                <a:cxn ang="0">
                  <a:pos x="17" y="41"/>
                </a:cxn>
                <a:cxn ang="0">
                  <a:pos x="17" y="41"/>
                </a:cxn>
              </a:cxnLst>
              <a:rect l="txL" t="txT" r="txR" b="txB"/>
              <a:pathLst>
                <a:path w="17" h="41">
                  <a:moveTo>
                    <a:pt x="17" y="41"/>
                  </a:moveTo>
                  <a:lnTo>
                    <a:pt x="0" y="0"/>
                  </a:lnTo>
                  <a:lnTo>
                    <a:pt x="17" y="41"/>
                  </a:lnTo>
                  <a:close/>
                  <a:moveTo>
                    <a:pt x="17" y="41"/>
                  </a:moveTo>
                  <a:lnTo>
                    <a:pt x="17" y="4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65" name="Freeform 254"/>
            <p:cNvSpPr>
              <a:spLocks noEditPoints="1"/>
            </p:cNvSpPr>
            <p:nvPr/>
          </p:nvSpPr>
          <p:spPr>
            <a:xfrm>
              <a:off x="4483" y="1742"/>
              <a:ext cx="12" cy="41"/>
            </a:xfrm>
            <a:custGeom>
              <a:avLst/>
              <a:gdLst>
                <a:gd name="txL" fmla="*/ 0 w 12"/>
                <a:gd name="txT" fmla="*/ 0 h 41"/>
                <a:gd name="txR" fmla="*/ 12 w 12"/>
                <a:gd name="txB" fmla="*/ 41 h 41"/>
              </a:gdLst>
              <a:ahLst/>
              <a:cxnLst>
                <a:cxn ang="0">
                  <a:pos x="12" y="0"/>
                </a:cxn>
                <a:cxn ang="0">
                  <a:pos x="0" y="41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1">
                  <a:moveTo>
                    <a:pt x="12" y="0"/>
                  </a:moveTo>
                  <a:lnTo>
                    <a:pt x="0" y="41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66" name="Freeform 255"/>
            <p:cNvSpPr/>
            <p:nvPr/>
          </p:nvSpPr>
          <p:spPr>
            <a:xfrm>
              <a:off x="4052" y="1276"/>
              <a:ext cx="203" cy="30"/>
            </a:xfrm>
            <a:custGeom>
              <a:avLst/>
              <a:gdLst>
                <a:gd name="txL" fmla="*/ 0 w 203"/>
                <a:gd name="txT" fmla="*/ 0 h 30"/>
                <a:gd name="txR" fmla="*/ 203 w 203"/>
                <a:gd name="txB" fmla="*/ 30 h 30"/>
              </a:gdLst>
              <a:ahLst/>
              <a:cxnLst>
                <a:cxn ang="0">
                  <a:pos x="0" y="30"/>
                </a:cxn>
                <a:cxn ang="0">
                  <a:pos x="0" y="0"/>
                </a:cxn>
                <a:cxn ang="0">
                  <a:pos x="203" y="0"/>
                </a:cxn>
                <a:cxn ang="0">
                  <a:pos x="203" y="30"/>
                </a:cxn>
                <a:cxn ang="0">
                  <a:pos x="0" y="30"/>
                </a:cxn>
                <a:cxn ang="0">
                  <a:pos x="0" y="30"/>
                </a:cxn>
              </a:cxnLst>
              <a:rect l="txL" t="txT" r="txR" b="txB"/>
              <a:pathLst>
                <a:path w="203" h="30">
                  <a:moveTo>
                    <a:pt x="0" y="30"/>
                  </a:moveTo>
                  <a:lnTo>
                    <a:pt x="0" y="0"/>
                  </a:lnTo>
                  <a:lnTo>
                    <a:pt x="203" y="0"/>
                  </a:lnTo>
                  <a:lnTo>
                    <a:pt x="203" y="30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67" name="Freeform 256"/>
            <p:cNvSpPr/>
            <p:nvPr/>
          </p:nvSpPr>
          <p:spPr>
            <a:xfrm>
              <a:off x="4249" y="1288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68" name="Freeform 257"/>
            <p:cNvSpPr>
              <a:spLocks noEditPoints="1"/>
            </p:cNvSpPr>
            <p:nvPr/>
          </p:nvSpPr>
          <p:spPr>
            <a:xfrm>
              <a:off x="4237" y="1288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69" name="Freeform 258"/>
            <p:cNvSpPr>
              <a:spLocks noEditPoints="1"/>
            </p:cNvSpPr>
            <p:nvPr/>
          </p:nvSpPr>
          <p:spPr>
            <a:xfrm>
              <a:off x="4219" y="1252"/>
              <a:ext cx="18" cy="36"/>
            </a:xfrm>
            <a:custGeom>
              <a:avLst/>
              <a:gdLst>
                <a:gd name="txL" fmla="*/ 0 w 18"/>
                <a:gd name="txT" fmla="*/ 0 h 36"/>
                <a:gd name="txR" fmla="*/ 18 w 18"/>
                <a:gd name="txB" fmla="*/ 36 h 36"/>
              </a:gdLst>
              <a:ahLst/>
              <a:cxnLst>
                <a:cxn ang="0">
                  <a:pos x="18" y="36"/>
                </a:cxn>
                <a:cxn ang="0">
                  <a:pos x="0" y="0"/>
                </a:cxn>
                <a:cxn ang="0">
                  <a:pos x="18" y="36"/>
                </a:cxn>
                <a:cxn ang="0">
                  <a:pos x="18" y="36"/>
                </a:cxn>
                <a:cxn ang="0">
                  <a:pos x="18" y="36"/>
                </a:cxn>
                <a:cxn ang="0">
                  <a:pos x="18" y="36"/>
                </a:cxn>
                <a:cxn ang="0">
                  <a:pos x="18" y="36"/>
                </a:cxn>
              </a:cxnLst>
              <a:rect l="txL" t="txT" r="txR" b="txB"/>
              <a:pathLst>
                <a:path w="18" h="36">
                  <a:moveTo>
                    <a:pt x="18" y="36"/>
                  </a:moveTo>
                  <a:lnTo>
                    <a:pt x="0" y="0"/>
                  </a:lnTo>
                  <a:lnTo>
                    <a:pt x="18" y="36"/>
                  </a:lnTo>
                  <a:close/>
                  <a:moveTo>
                    <a:pt x="18" y="36"/>
                  </a:moveTo>
                  <a:lnTo>
                    <a:pt x="18" y="36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70" name="Freeform 259"/>
            <p:cNvSpPr>
              <a:spLocks noEditPoints="1"/>
            </p:cNvSpPr>
            <p:nvPr/>
          </p:nvSpPr>
          <p:spPr>
            <a:xfrm>
              <a:off x="4207" y="1252"/>
              <a:ext cx="12" cy="36"/>
            </a:xfrm>
            <a:custGeom>
              <a:avLst/>
              <a:gdLst>
                <a:gd name="txL" fmla="*/ 0 w 12"/>
                <a:gd name="txT" fmla="*/ 0 h 36"/>
                <a:gd name="txR" fmla="*/ 12 w 12"/>
                <a:gd name="txB" fmla="*/ 36 h 36"/>
              </a:gdLst>
              <a:ahLst/>
              <a:cxnLst>
                <a:cxn ang="0">
                  <a:pos x="12" y="0"/>
                </a:cxn>
                <a:cxn ang="0">
                  <a:pos x="0" y="36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36">
                  <a:moveTo>
                    <a:pt x="12" y="0"/>
                  </a:moveTo>
                  <a:lnTo>
                    <a:pt x="0" y="36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71" name="Freeform 260"/>
            <p:cNvSpPr>
              <a:spLocks noEditPoints="1"/>
            </p:cNvSpPr>
            <p:nvPr/>
          </p:nvSpPr>
          <p:spPr>
            <a:xfrm>
              <a:off x="4207" y="1288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72" name="Freeform 261"/>
            <p:cNvSpPr>
              <a:spLocks noEditPoints="1"/>
            </p:cNvSpPr>
            <p:nvPr/>
          </p:nvSpPr>
          <p:spPr>
            <a:xfrm>
              <a:off x="4195" y="1288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73" name="Freeform 262"/>
            <p:cNvSpPr>
              <a:spLocks noEditPoints="1"/>
            </p:cNvSpPr>
            <p:nvPr/>
          </p:nvSpPr>
          <p:spPr>
            <a:xfrm>
              <a:off x="4183" y="1288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74" name="Freeform 263"/>
            <p:cNvSpPr>
              <a:spLocks noEditPoints="1"/>
            </p:cNvSpPr>
            <p:nvPr/>
          </p:nvSpPr>
          <p:spPr>
            <a:xfrm>
              <a:off x="4166" y="1252"/>
              <a:ext cx="17" cy="36"/>
            </a:xfrm>
            <a:custGeom>
              <a:avLst/>
              <a:gdLst>
                <a:gd name="txL" fmla="*/ 0 w 17"/>
                <a:gd name="txT" fmla="*/ 0 h 36"/>
                <a:gd name="txR" fmla="*/ 17 w 17"/>
                <a:gd name="txB" fmla="*/ 36 h 36"/>
              </a:gdLst>
              <a:ahLst/>
              <a:cxnLst>
                <a:cxn ang="0">
                  <a:pos x="17" y="36"/>
                </a:cxn>
                <a:cxn ang="0">
                  <a:pos x="0" y="0"/>
                </a:cxn>
                <a:cxn ang="0">
                  <a:pos x="17" y="36"/>
                </a:cxn>
                <a:cxn ang="0">
                  <a:pos x="17" y="36"/>
                </a:cxn>
                <a:cxn ang="0">
                  <a:pos x="17" y="36"/>
                </a:cxn>
                <a:cxn ang="0">
                  <a:pos x="17" y="36"/>
                </a:cxn>
                <a:cxn ang="0">
                  <a:pos x="17" y="36"/>
                </a:cxn>
              </a:cxnLst>
              <a:rect l="txL" t="txT" r="txR" b="txB"/>
              <a:pathLst>
                <a:path w="17" h="36">
                  <a:moveTo>
                    <a:pt x="17" y="36"/>
                  </a:moveTo>
                  <a:lnTo>
                    <a:pt x="0" y="0"/>
                  </a:lnTo>
                  <a:lnTo>
                    <a:pt x="17" y="36"/>
                  </a:lnTo>
                  <a:close/>
                  <a:moveTo>
                    <a:pt x="17" y="36"/>
                  </a:moveTo>
                  <a:lnTo>
                    <a:pt x="17" y="36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75" name="Freeform 264"/>
            <p:cNvSpPr>
              <a:spLocks noEditPoints="1"/>
            </p:cNvSpPr>
            <p:nvPr/>
          </p:nvSpPr>
          <p:spPr>
            <a:xfrm>
              <a:off x="4154" y="1252"/>
              <a:ext cx="12" cy="36"/>
            </a:xfrm>
            <a:custGeom>
              <a:avLst/>
              <a:gdLst>
                <a:gd name="txL" fmla="*/ 0 w 12"/>
                <a:gd name="txT" fmla="*/ 0 h 36"/>
                <a:gd name="txR" fmla="*/ 12 w 12"/>
                <a:gd name="txB" fmla="*/ 36 h 36"/>
              </a:gdLst>
              <a:ahLst/>
              <a:cxnLst>
                <a:cxn ang="0">
                  <a:pos x="12" y="0"/>
                </a:cxn>
                <a:cxn ang="0">
                  <a:pos x="0" y="36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36">
                  <a:moveTo>
                    <a:pt x="12" y="0"/>
                  </a:moveTo>
                  <a:lnTo>
                    <a:pt x="0" y="36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76" name="Freeform 265"/>
            <p:cNvSpPr>
              <a:spLocks noEditPoints="1"/>
            </p:cNvSpPr>
            <p:nvPr/>
          </p:nvSpPr>
          <p:spPr>
            <a:xfrm>
              <a:off x="4142" y="1288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77" name="Freeform 266"/>
            <p:cNvSpPr>
              <a:spLocks noEditPoints="1"/>
            </p:cNvSpPr>
            <p:nvPr/>
          </p:nvSpPr>
          <p:spPr>
            <a:xfrm>
              <a:off x="4130" y="1288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78" name="Freeform 267"/>
            <p:cNvSpPr>
              <a:spLocks noEditPoints="1"/>
            </p:cNvSpPr>
            <p:nvPr/>
          </p:nvSpPr>
          <p:spPr>
            <a:xfrm>
              <a:off x="4118" y="1252"/>
              <a:ext cx="12" cy="36"/>
            </a:xfrm>
            <a:custGeom>
              <a:avLst/>
              <a:gdLst>
                <a:gd name="txL" fmla="*/ 0 w 12"/>
                <a:gd name="txT" fmla="*/ 0 h 36"/>
                <a:gd name="txR" fmla="*/ 12 w 12"/>
                <a:gd name="txB" fmla="*/ 36 h 36"/>
              </a:gdLst>
              <a:ahLst/>
              <a:cxnLst>
                <a:cxn ang="0">
                  <a:pos x="12" y="36"/>
                </a:cxn>
                <a:cxn ang="0">
                  <a:pos x="0" y="0"/>
                </a:cxn>
                <a:cxn ang="0">
                  <a:pos x="12" y="36"/>
                </a:cxn>
                <a:cxn ang="0">
                  <a:pos x="12" y="36"/>
                </a:cxn>
                <a:cxn ang="0">
                  <a:pos x="12" y="36"/>
                </a:cxn>
                <a:cxn ang="0">
                  <a:pos x="12" y="36"/>
                </a:cxn>
                <a:cxn ang="0">
                  <a:pos x="12" y="36"/>
                </a:cxn>
              </a:cxnLst>
              <a:rect l="txL" t="txT" r="txR" b="txB"/>
              <a:pathLst>
                <a:path w="12" h="36">
                  <a:moveTo>
                    <a:pt x="12" y="36"/>
                  </a:moveTo>
                  <a:lnTo>
                    <a:pt x="0" y="0"/>
                  </a:lnTo>
                  <a:lnTo>
                    <a:pt x="12" y="36"/>
                  </a:lnTo>
                  <a:close/>
                  <a:moveTo>
                    <a:pt x="12" y="36"/>
                  </a:moveTo>
                  <a:lnTo>
                    <a:pt x="12" y="36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79" name="Freeform 268"/>
            <p:cNvSpPr>
              <a:spLocks noEditPoints="1"/>
            </p:cNvSpPr>
            <p:nvPr/>
          </p:nvSpPr>
          <p:spPr>
            <a:xfrm>
              <a:off x="4100" y="1252"/>
              <a:ext cx="18" cy="36"/>
            </a:xfrm>
            <a:custGeom>
              <a:avLst/>
              <a:gdLst>
                <a:gd name="txL" fmla="*/ 0 w 18"/>
                <a:gd name="txT" fmla="*/ 0 h 36"/>
                <a:gd name="txR" fmla="*/ 18 w 18"/>
                <a:gd name="txB" fmla="*/ 36 h 36"/>
              </a:gdLst>
              <a:ahLst/>
              <a:cxnLst>
                <a:cxn ang="0">
                  <a:pos x="18" y="0"/>
                </a:cxn>
                <a:cxn ang="0">
                  <a:pos x="0" y="36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</a:cxnLst>
              <a:rect l="txL" t="txT" r="txR" b="txB"/>
              <a:pathLst>
                <a:path w="18" h="36">
                  <a:moveTo>
                    <a:pt x="18" y="0"/>
                  </a:moveTo>
                  <a:lnTo>
                    <a:pt x="0" y="36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80" name="Freeform 269"/>
            <p:cNvSpPr>
              <a:spLocks noEditPoints="1"/>
            </p:cNvSpPr>
            <p:nvPr/>
          </p:nvSpPr>
          <p:spPr>
            <a:xfrm>
              <a:off x="4088" y="1288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0"/>
                </a:cxn>
                <a:cxn ang="0">
                  <a:pos x="0" y="4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txL" t="txT" r="txR" b="txB"/>
              <a:pathLst>
                <a:path w="12" h="42">
                  <a:moveTo>
                    <a:pt x="12" y="0"/>
                  </a:moveTo>
                  <a:lnTo>
                    <a:pt x="0" y="42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81" name="Freeform 270"/>
            <p:cNvSpPr>
              <a:spLocks noEditPoints="1"/>
            </p:cNvSpPr>
            <p:nvPr/>
          </p:nvSpPr>
          <p:spPr>
            <a:xfrm>
              <a:off x="4076" y="1288"/>
              <a:ext cx="12" cy="42"/>
            </a:xfrm>
            <a:custGeom>
              <a:avLst/>
              <a:gdLst>
                <a:gd name="txL" fmla="*/ 0 w 12"/>
                <a:gd name="txT" fmla="*/ 0 h 42"/>
                <a:gd name="txR" fmla="*/ 12 w 12"/>
                <a:gd name="txB" fmla="*/ 42 h 42"/>
              </a:gdLst>
              <a:ahLst/>
              <a:cxnLst>
                <a:cxn ang="0">
                  <a:pos x="12" y="42"/>
                </a:cxn>
                <a:cxn ang="0">
                  <a:pos x="0" y="0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2" y="42"/>
                </a:cxn>
              </a:cxnLst>
              <a:rect l="txL" t="txT" r="txR" b="txB"/>
              <a:pathLst>
                <a:path w="12" h="42">
                  <a:moveTo>
                    <a:pt x="12" y="42"/>
                  </a:moveTo>
                  <a:lnTo>
                    <a:pt x="0" y="0"/>
                  </a:lnTo>
                  <a:lnTo>
                    <a:pt x="12" y="42"/>
                  </a:lnTo>
                  <a:close/>
                  <a:moveTo>
                    <a:pt x="12" y="42"/>
                  </a:moveTo>
                  <a:lnTo>
                    <a:pt x="12" y="4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82" name="Freeform 271"/>
            <p:cNvSpPr>
              <a:spLocks noEditPoints="1"/>
            </p:cNvSpPr>
            <p:nvPr/>
          </p:nvSpPr>
          <p:spPr>
            <a:xfrm>
              <a:off x="4064" y="1252"/>
              <a:ext cx="12" cy="36"/>
            </a:xfrm>
            <a:custGeom>
              <a:avLst/>
              <a:gdLst>
                <a:gd name="txL" fmla="*/ 0 w 12"/>
                <a:gd name="txT" fmla="*/ 0 h 36"/>
                <a:gd name="txR" fmla="*/ 12 w 12"/>
                <a:gd name="txB" fmla="*/ 36 h 36"/>
              </a:gdLst>
              <a:ahLst/>
              <a:cxnLst>
                <a:cxn ang="0">
                  <a:pos x="12" y="36"/>
                </a:cxn>
                <a:cxn ang="0">
                  <a:pos x="0" y="0"/>
                </a:cxn>
                <a:cxn ang="0">
                  <a:pos x="12" y="36"/>
                </a:cxn>
                <a:cxn ang="0">
                  <a:pos x="12" y="36"/>
                </a:cxn>
                <a:cxn ang="0">
                  <a:pos x="12" y="36"/>
                </a:cxn>
                <a:cxn ang="0">
                  <a:pos x="12" y="36"/>
                </a:cxn>
                <a:cxn ang="0">
                  <a:pos x="12" y="36"/>
                </a:cxn>
              </a:cxnLst>
              <a:rect l="txL" t="txT" r="txR" b="txB"/>
              <a:pathLst>
                <a:path w="12" h="36">
                  <a:moveTo>
                    <a:pt x="12" y="36"/>
                  </a:moveTo>
                  <a:lnTo>
                    <a:pt x="0" y="0"/>
                  </a:lnTo>
                  <a:lnTo>
                    <a:pt x="12" y="36"/>
                  </a:lnTo>
                  <a:close/>
                  <a:moveTo>
                    <a:pt x="12" y="36"/>
                  </a:moveTo>
                  <a:lnTo>
                    <a:pt x="12" y="36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83" name="Freeform 272"/>
            <p:cNvSpPr>
              <a:spLocks noEditPoints="1"/>
            </p:cNvSpPr>
            <p:nvPr/>
          </p:nvSpPr>
          <p:spPr>
            <a:xfrm>
              <a:off x="4046" y="1252"/>
              <a:ext cx="18" cy="42"/>
            </a:xfrm>
            <a:custGeom>
              <a:avLst/>
              <a:gdLst>
                <a:gd name="txL" fmla="*/ 0 w 18"/>
                <a:gd name="txT" fmla="*/ 0 h 42"/>
                <a:gd name="txR" fmla="*/ 18 w 18"/>
                <a:gd name="txB" fmla="*/ 42 h 42"/>
              </a:gdLst>
              <a:ahLst/>
              <a:cxnLst>
                <a:cxn ang="0">
                  <a:pos x="18" y="0"/>
                </a:cxn>
                <a:cxn ang="0">
                  <a:pos x="0" y="42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</a:cxnLst>
              <a:rect l="txL" t="txT" r="txR" b="txB"/>
              <a:pathLst>
                <a:path w="18" h="42">
                  <a:moveTo>
                    <a:pt x="18" y="0"/>
                  </a:moveTo>
                  <a:lnTo>
                    <a:pt x="0" y="42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84" name="Freeform 273"/>
            <p:cNvSpPr/>
            <p:nvPr/>
          </p:nvSpPr>
          <p:spPr>
            <a:xfrm>
              <a:off x="4160" y="2745"/>
              <a:ext cx="1" cy="143"/>
            </a:xfrm>
            <a:custGeom>
              <a:avLst/>
              <a:gdLst>
                <a:gd name="txL" fmla="*/ 0 w 1"/>
                <a:gd name="txT" fmla="*/ 0 h 143"/>
                <a:gd name="txR" fmla="*/ 1 w 1"/>
                <a:gd name="txB" fmla="*/ 143 h 143"/>
              </a:gdLst>
              <a:ahLst/>
              <a:cxnLst>
                <a:cxn ang="0">
                  <a:pos x="0" y="0"/>
                </a:cxn>
                <a:cxn ang="0">
                  <a:pos x="0" y="143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43">
                  <a:moveTo>
                    <a:pt x="0" y="0"/>
                  </a:moveTo>
                  <a:lnTo>
                    <a:pt x="0" y="1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85" name="Freeform 274"/>
            <p:cNvSpPr/>
            <p:nvPr/>
          </p:nvSpPr>
          <p:spPr>
            <a:xfrm>
              <a:off x="4118" y="2888"/>
              <a:ext cx="77" cy="83"/>
            </a:xfrm>
            <a:custGeom>
              <a:avLst/>
              <a:gdLst>
                <a:gd name="txL" fmla="*/ 0 w 77"/>
                <a:gd name="txT" fmla="*/ 0 h 83"/>
                <a:gd name="txR" fmla="*/ 77 w 77"/>
                <a:gd name="txB" fmla="*/ 83 h 83"/>
              </a:gdLst>
              <a:ahLst/>
              <a:cxnLst>
                <a:cxn ang="0">
                  <a:pos x="0" y="83"/>
                </a:cxn>
                <a:cxn ang="0">
                  <a:pos x="0" y="0"/>
                </a:cxn>
                <a:cxn ang="0">
                  <a:pos x="77" y="0"/>
                </a:cxn>
                <a:cxn ang="0">
                  <a:pos x="77" y="83"/>
                </a:cxn>
                <a:cxn ang="0">
                  <a:pos x="0" y="83"/>
                </a:cxn>
                <a:cxn ang="0">
                  <a:pos x="0" y="83"/>
                </a:cxn>
              </a:cxnLst>
              <a:rect l="txL" t="txT" r="txR" b="txB"/>
              <a:pathLst>
                <a:path w="77" h="83">
                  <a:moveTo>
                    <a:pt x="0" y="83"/>
                  </a:moveTo>
                  <a:lnTo>
                    <a:pt x="0" y="0"/>
                  </a:lnTo>
                  <a:lnTo>
                    <a:pt x="77" y="0"/>
                  </a:lnTo>
                  <a:lnTo>
                    <a:pt x="77" y="83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86" name="Freeform 275"/>
            <p:cNvSpPr/>
            <p:nvPr/>
          </p:nvSpPr>
          <p:spPr>
            <a:xfrm>
              <a:off x="4160" y="2888"/>
              <a:ext cx="71" cy="1"/>
            </a:xfrm>
            <a:custGeom>
              <a:avLst/>
              <a:gdLst>
                <a:gd name="txL" fmla="*/ 0 w 71"/>
                <a:gd name="txT" fmla="*/ 0 h 1"/>
                <a:gd name="txR" fmla="*/ 71 w 7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71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71" h="1">
                  <a:moveTo>
                    <a:pt x="0" y="0"/>
                  </a:moveTo>
                  <a:lnTo>
                    <a:pt x="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87" name="Freeform 276"/>
            <p:cNvSpPr/>
            <p:nvPr/>
          </p:nvSpPr>
          <p:spPr>
            <a:xfrm>
              <a:off x="4160" y="2930"/>
              <a:ext cx="41" cy="1"/>
            </a:xfrm>
            <a:custGeom>
              <a:avLst/>
              <a:gdLst>
                <a:gd name="txL" fmla="*/ 0 w 41"/>
                <a:gd name="txT" fmla="*/ 0 h 1"/>
                <a:gd name="txR" fmla="*/ 41 w 4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1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41" h="1">
                  <a:moveTo>
                    <a:pt x="0" y="0"/>
                  </a:moveTo>
                  <a:lnTo>
                    <a:pt x="4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88" name="Freeform 277"/>
            <p:cNvSpPr/>
            <p:nvPr/>
          </p:nvSpPr>
          <p:spPr>
            <a:xfrm>
              <a:off x="4160" y="2971"/>
              <a:ext cx="17" cy="1"/>
            </a:xfrm>
            <a:custGeom>
              <a:avLst/>
              <a:gdLst>
                <a:gd name="txL" fmla="*/ 0 w 17"/>
                <a:gd name="txT" fmla="*/ 0 h 1"/>
                <a:gd name="txR" fmla="*/ 17 w 17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7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7" h="1">
                  <a:moveTo>
                    <a:pt x="0" y="0"/>
                  </a:moveTo>
                  <a:lnTo>
                    <a:pt x="1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89" name="Freeform 278"/>
            <p:cNvSpPr/>
            <p:nvPr/>
          </p:nvSpPr>
          <p:spPr>
            <a:xfrm>
              <a:off x="4088" y="2888"/>
              <a:ext cx="72" cy="1"/>
            </a:xfrm>
            <a:custGeom>
              <a:avLst/>
              <a:gdLst>
                <a:gd name="txL" fmla="*/ 0 w 72"/>
                <a:gd name="txT" fmla="*/ 0 h 1"/>
                <a:gd name="txR" fmla="*/ 72 w 72"/>
                <a:gd name="txB" fmla="*/ 1 h 1"/>
              </a:gdLst>
              <a:ahLst/>
              <a:cxnLst>
                <a:cxn ang="0">
                  <a:pos x="72" y="0"/>
                </a:cxn>
                <a:cxn ang="0">
                  <a:pos x="0" y="0"/>
                </a:cxn>
                <a:cxn ang="0">
                  <a:pos x="72" y="0"/>
                </a:cxn>
                <a:cxn ang="0">
                  <a:pos x="72" y="0"/>
                </a:cxn>
              </a:cxnLst>
              <a:rect l="txL" t="txT" r="txR" b="txB"/>
              <a:pathLst>
                <a:path w="72" h="1">
                  <a:moveTo>
                    <a:pt x="72" y="0"/>
                  </a:moveTo>
                  <a:lnTo>
                    <a:pt x="0" y="0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90" name="Freeform 279"/>
            <p:cNvSpPr/>
            <p:nvPr/>
          </p:nvSpPr>
          <p:spPr>
            <a:xfrm>
              <a:off x="4118" y="2930"/>
              <a:ext cx="42" cy="1"/>
            </a:xfrm>
            <a:custGeom>
              <a:avLst/>
              <a:gdLst>
                <a:gd name="txL" fmla="*/ 0 w 42"/>
                <a:gd name="txT" fmla="*/ 0 h 1"/>
                <a:gd name="txR" fmla="*/ 42 w 42"/>
                <a:gd name="txB" fmla="*/ 1 h 1"/>
              </a:gdLst>
              <a:ahLst/>
              <a:cxnLst>
                <a:cxn ang="0">
                  <a:pos x="42" y="0"/>
                </a:cxn>
                <a:cxn ang="0">
                  <a:pos x="0" y="0"/>
                </a:cxn>
                <a:cxn ang="0">
                  <a:pos x="42" y="0"/>
                </a:cxn>
                <a:cxn ang="0">
                  <a:pos x="42" y="0"/>
                </a:cxn>
              </a:cxnLst>
              <a:rect l="txL" t="txT" r="txR" b="txB"/>
              <a:pathLst>
                <a:path w="42" h="1">
                  <a:moveTo>
                    <a:pt x="42" y="0"/>
                  </a:moveTo>
                  <a:lnTo>
                    <a:pt x="0" y="0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91" name="Freeform 280"/>
            <p:cNvSpPr/>
            <p:nvPr/>
          </p:nvSpPr>
          <p:spPr>
            <a:xfrm>
              <a:off x="4142" y="2971"/>
              <a:ext cx="18" cy="1"/>
            </a:xfrm>
            <a:custGeom>
              <a:avLst/>
              <a:gdLst>
                <a:gd name="txL" fmla="*/ 0 w 18"/>
                <a:gd name="txT" fmla="*/ 0 h 1"/>
                <a:gd name="txR" fmla="*/ 18 w 18"/>
                <a:gd name="txB" fmla="*/ 1 h 1"/>
              </a:gdLst>
              <a:ahLst/>
              <a:cxnLst>
                <a:cxn ang="0">
                  <a:pos x="18" y="0"/>
                </a:cxn>
                <a:cxn ang="0">
                  <a:pos x="0" y="0"/>
                </a:cxn>
                <a:cxn ang="0">
                  <a:pos x="18" y="0"/>
                </a:cxn>
                <a:cxn ang="0">
                  <a:pos x="18" y="0"/>
                </a:cxn>
              </a:cxnLst>
              <a:rect l="txL" t="txT" r="txR" b="txB"/>
              <a:pathLst>
                <a:path w="18" h="1">
                  <a:moveTo>
                    <a:pt x="18" y="0"/>
                  </a:move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92" name="Freeform 281"/>
            <p:cNvSpPr/>
            <p:nvPr/>
          </p:nvSpPr>
          <p:spPr>
            <a:xfrm>
              <a:off x="774" y="1682"/>
              <a:ext cx="114" cy="1"/>
            </a:xfrm>
            <a:custGeom>
              <a:avLst/>
              <a:gdLst>
                <a:gd name="txL" fmla="*/ 0 w 114"/>
                <a:gd name="txT" fmla="*/ 0 h 1"/>
                <a:gd name="txR" fmla="*/ 114 w 114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14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14" h="1">
                  <a:moveTo>
                    <a:pt x="0" y="0"/>
                  </a:moveTo>
                  <a:lnTo>
                    <a:pt x="1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93" name="Freeform 282"/>
            <p:cNvSpPr/>
            <p:nvPr/>
          </p:nvSpPr>
          <p:spPr>
            <a:xfrm>
              <a:off x="876" y="1658"/>
              <a:ext cx="77" cy="54"/>
            </a:xfrm>
            <a:custGeom>
              <a:avLst/>
              <a:gdLst>
                <a:gd name="txL" fmla="*/ 0 w 77"/>
                <a:gd name="txT" fmla="*/ 0 h 54"/>
                <a:gd name="txR" fmla="*/ 77 w 77"/>
                <a:gd name="txB" fmla="*/ 54 h 54"/>
              </a:gdLst>
              <a:ahLst/>
              <a:cxnLst>
                <a:cxn ang="0">
                  <a:pos x="0" y="54"/>
                </a:cxn>
                <a:cxn ang="0">
                  <a:pos x="77" y="24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txL" t="txT" r="txR" b="txB"/>
              <a:pathLst>
                <a:path w="77" h="54">
                  <a:moveTo>
                    <a:pt x="0" y="54"/>
                  </a:moveTo>
                  <a:lnTo>
                    <a:pt x="77" y="24"/>
                  </a:lnTo>
                  <a:lnTo>
                    <a:pt x="0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94" name="Freeform 283"/>
            <p:cNvSpPr/>
            <p:nvPr/>
          </p:nvSpPr>
          <p:spPr>
            <a:xfrm>
              <a:off x="3376" y="1467"/>
              <a:ext cx="1" cy="149"/>
            </a:xfrm>
            <a:custGeom>
              <a:avLst/>
              <a:gdLst>
                <a:gd name="txL" fmla="*/ 0 w 1"/>
                <a:gd name="txT" fmla="*/ 0 h 149"/>
                <a:gd name="txR" fmla="*/ 1 w 1"/>
                <a:gd name="txB" fmla="*/ 149 h 149"/>
              </a:gdLst>
              <a:ahLst/>
              <a:cxnLst>
                <a:cxn ang="0">
                  <a:pos x="0" y="149"/>
                </a:cxn>
                <a:cxn ang="0">
                  <a:pos x="0" y="0"/>
                </a:cxn>
                <a:cxn ang="0">
                  <a:pos x="0" y="149"/>
                </a:cxn>
                <a:cxn ang="0">
                  <a:pos x="0" y="149"/>
                </a:cxn>
              </a:cxnLst>
              <a:rect l="txL" t="txT" r="txR" b="txB"/>
              <a:pathLst>
                <a:path w="1" h="149">
                  <a:moveTo>
                    <a:pt x="0" y="149"/>
                  </a:moveTo>
                  <a:lnTo>
                    <a:pt x="0" y="0"/>
                  </a:lnTo>
                  <a:lnTo>
                    <a:pt x="0" y="14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95" name="Freeform 284"/>
            <p:cNvSpPr/>
            <p:nvPr/>
          </p:nvSpPr>
          <p:spPr>
            <a:xfrm>
              <a:off x="3358" y="1383"/>
              <a:ext cx="42" cy="102"/>
            </a:xfrm>
            <a:custGeom>
              <a:avLst/>
              <a:gdLst>
                <a:gd name="txL" fmla="*/ 0 w 42"/>
                <a:gd name="txT" fmla="*/ 0 h 102"/>
                <a:gd name="txR" fmla="*/ 42 w 42"/>
                <a:gd name="txB" fmla="*/ 102 h 102"/>
              </a:gdLst>
              <a:ahLst/>
              <a:cxnLst>
                <a:cxn ang="0">
                  <a:pos x="42" y="102"/>
                </a:cxn>
                <a:cxn ang="0">
                  <a:pos x="18" y="0"/>
                </a:cxn>
                <a:cxn ang="0">
                  <a:pos x="0" y="102"/>
                </a:cxn>
                <a:cxn ang="0">
                  <a:pos x="42" y="102"/>
                </a:cxn>
                <a:cxn ang="0">
                  <a:pos x="42" y="102"/>
                </a:cxn>
              </a:cxnLst>
              <a:rect l="txL" t="txT" r="txR" b="txB"/>
              <a:pathLst>
                <a:path w="42" h="102">
                  <a:moveTo>
                    <a:pt x="42" y="102"/>
                  </a:moveTo>
                  <a:lnTo>
                    <a:pt x="18" y="0"/>
                  </a:lnTo>
                  <a:lnTo>
                    <a:pt x="0" y="102"/>
                  </a:lnTo>
                  <a:lnTo>
                    <a:pt x="42" y="10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96" name="Freeform 285"/>
            <p:cNvSpPr/>
            <p:nvPr/>
          </p:nvSpPr>
          <p:spPr>
            <a:xfrm>
              <a:off x="3358" y="1885"/>
              <a:ext cx="114" cy="1"/>
            </a:xfrm>
            <a:custGeom>
              <a:avLst/>
              <a:gdLst>
                <a:gd name="txL" fmla="*/ 0 w 114"/>
                <a:gd name="txT" fmla="*/ 0 h 1"/>
                <a:gd name="txR" fmla="*/ 114 w 114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14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14" h="1">
                  <a:moveTo>
                    <a:pt x="0" y="0"/>
                  </a:moveTo>
                  <a:lnTo>
                    <a:pt x="1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97" name="Freeform 286"/>
            <p:cNvSpPr/>
            <p:nvPr/>
          </p:nvSpPr>
          <p:spPr>
            <a:xfrm>
              <a:off x="3460" y="1855"/>
              <a:ext cx="77" cy="54"/>
            </a:xfrm>
            <a:custGeom>
              <a:avLst/>
              <a:gdLst>
                <a:gd name="txL" fmla="*/ 0 w 77"/>
                <a:gd name="txT" fmla="*/ 0 h 54"/>
                <a:gd name="txR" fmla="*/ 77 w 77"/>
                <a:gd name="txB" fmla="*/ 54 h 54"/>
              </a:gdLst>
              <a:ahLst/>
              <a:cxnLst>
                <a:cxn ang="0">
                  <a:pos x="0" y="54"/>
                </a:cxn>
                <a:cxn ang="0">
                  <a:pos x="77" y="3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txL" t="txT" r="txR" b="txB"/>
              <a:pathLst>
                <a:path w="77" h="54">
                  <a:moveTo>
                    <a:pt x="0" y="54"/>
                  </a:moveTo>
                  <a:lnTo>
                    <a:pt x="77" y="30"/>
                  </a:lnTo>
                  <a:lnTo>
                    <a:pt x="0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98" name="Freeform 287"/>
            <p:cNvSpPr/>
            <p:nvPr/>
          </p:nvSpPr>
          <p:spPr>
            <a:xfrm>
              <a:off x="3226" y="1962"/>
              <a:ext cx="1" cy="150"/>
            </a:xfrm>
            <a:custGeom>
              <a:avLst/>
              <a:gdLst>
                <a:gd name="txL" fmla="*/ 0 w 1"/>
                <a:gd name="txT" fmla="*/ 0 h 150"/>
                <a:gd name="txR" fmla="*/ 1 w 1"/>
                <a:gd name="txB" fmla="*/ 150 h 150"/>
              </a:gdLst>
              <a:ahLst/>
              <a:cxnLst>
                <a:cxn ang="0">
                  <a:pos x="0" y="150"/>
                </a:cxn>
                <a:cxn ang="0">
                  <a:pos x="0" y="0"/>
                </a:cxn>
                <a:cxn ang="0">
                  <a:pos x="0" y="150"/>
                </a:cxn>
                <a:cxn ang="0">
                  <a:pos x="0" y="150"/>
                </a:cxn>
              </a:cxnLst>
              <a:rect l="txL" t="txT" r="txR" b="txB"/>
              <a:pathLst>
                <a:path w="1" h="150">
                  <a:moveTo>
                    <a:pt x="0" y="150"/>
                  </a:moveTo>
                  <a:lnTo>
                    <a:pt x="0" y="0"/>
                  </a:lnTo>
                  <a:lnTo>
                    <a:pt x="0" y="15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99" name="Freeform 288"/>
            <p:cNvSpPr/>
            <p:nvPr/>
          </p:nvSpPr>
          <p:spPr>
            <a:xfrm>
              <a:off x="3203" y="1873"/>
              <a:ext cx="41" cy="107"/>
            </a:xfrm>
            <a:custGeom>
              <a:avLst/>
              <a:gdLst>
                <a:gd name="txL" fmla="*/ 0 w 41"/>
                <a:gd name="txT" fmla="*/ 0 h 107"/>
                <a:gd name="txR" fmla="*/ 41 w 41"/>
                <a:gd name="txB" fmla="*/ 107 h 107"/>
              </a:gdLst>
              <a:ahLst/>
              <a:cxnLst>
                <a:cxn ang="0">
                  <a:pos x="41" y="107"/>
                </a:cxn>
                <a:cxn ang="0">
                  <a:pos x="23" y="0"/>
                </a:cxn>
                <a:cxn ang="0">
                  <a:pos x="0" y="107"/>
                </a:cxn>
                <a:cxn ang="0">
                  <a:pos x="41" y="107"/>
                </a:cxn>
                <a:cxn ang="0">
                  <a:pos x="41" y="107"/>
                </a:cxn>
              </a:cxnLst>
              <a:rect l="txL" t="txT" r="txR" b="txB"/>
              <a:pathLst>
                <a:path w="41" h="107">
                  <a:moveTo>
                    <a:pt x="41" y="107"/>
                  </a:moveTo>
                  <a:lnTo>
                    <a:pt x="23" y="0"/>
                  </a:lnTo>
                  <a:lnTo>
                    <a:pt x="0" y="107"/>
                  </a:lnTo>
                  <a:lnTo>
                    <a:pt x="41" y="10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00" name="Freeform 289"/>
            <p:cNvSpPr/>
            <p:nvPr/>
          </p:nvSpPr>
          <p:spPr>
            <a:xfrm>
              <a:off x="3908" y="1885"/>
              <a:ext cx="114" cy="1"/>
            </a:xfrm>
            <a:custGeom>
              <a:avLst/>
              <a:gdLst>
                <a:gd name="txL" fmla="*/ 0 w 114"/>
                <a:gd name="txT" fmla="*/ 0 h 1"/>
                <a:gd name="txR" fmla="*/ 114 w 114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14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14" h="1">
                  <a:moveTo>
                    <a:pt x="0" y="0"/>
                  </a:moveTo>
                  <a:lnTo>
                    <a:pt x="1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01" name="Freeform 290"/>
            <p:cNvSpPr/>
            <p:nvPr/>
          </p:nvSpPr>
          <p:spPr>
            <a:xfrm>
              <a:off x="4004" y="1855"/>
              <a:ext cx="78" cy="54"/>
            </a:xfrm>
            <a:custGeom>
              <a:avLst/>
              <a:gdLst>
                <a:gd name="txL" fmla="*/ 0 w 78"/>
                <a:gd name="txT" fmla="*/ 0 h 54"/>
                <a:gd name="txR" fmla="*/ 78 w 78"/>
                <a:gd name="txB" fmla="*/ 54 h 54"/>
              </a:gdLst>
              <a:ahLst/>
              <a:cxnLst>
                <a:cxn ang="0">
                  <a:pos x="0" y="54"/>
                </a:cxn>
                <a:cxn ang="0">
                  <a:pos x="78" y="3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txL" t="txT" r="txR" b="txB"/>
              <a:pathLst>
                <a:path w="78" h="54">
                  <a:moveTo>
                    <a:pt x="0" y="54"/>
                  </a:moveTo>
                  <a:lnTo>
                    <a:pt x="78" y="30"/>
                  </a:lnTo>
                  <a:lnTo>
                    <a:pt x="0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02" name="Freeform 291"/>
            <p:cNvSpPr/>
            <p:nvPr/>
          </p:nvSpPr>
          <p:spPr>
            <a:xfrm>
              <a:off x="4231" y="1879"/>
              <a:ext cx="1" cy="149"/>
            </a:xfrm>
            <a:custGeom>
              <a:avLst/>
              <a:gdLst>
                <a:gd name="txL" fmla="*/ 0 w 1"/>
                <a:gd name="txT" fmla="*/ 0 h 149"/>
                <a:gd name="txR" fmla="*/ 1 w 1"/>
                <a:gd name="txB" fmla="*/ 149 h 149"/>
              </a:gdLst>
              <a:ahLst/>
              <a:cxnLst>
                <a:cxn ang="0">
                  <a:pos x="0" y="0"/>
                </a:cxn>
                <a:cxn ang="0">
                  <a:pos x="0" y="149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49">
                  <a:moveTo>
                    <a:pt x="0" y="0"/>
                  </a:moveTo>
                  <a:lnTo>
                    <a:pt x="0" y="1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03" name="Freeform 292"/>
            <p:cNvSpPr/>
            <p:nvPr/>
          </p:nvSpPr>
          <p:spPr>
            <a:xfrm>
              <a:off x="4213" y="2010"/>
              <a:ext cx="42" cy="102"/>
            </a:xfrm>
            <a:custGeom>
              <a:avLst/>
              <a:gdLst>
                <a:gd name="txL" fmla="*/ 0 w 42"/>
                <a:gd name="txT" fmla="*/ 0 h 102"/>
                <a:gd name="txR" fmla="*/ 42 w 42"/>
                <a:gd name="txB" fmla="*/ 102 h 102"/>
              </a:gdLst>
              <a:ahLst/>
              <a:cxnLst>
                <a:cxn ang="0">
                  <a:pos x="0" y="0"/>
                </a:cxn>
                <a:cxn ang="0">
                  <a:pos x="18" y="102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42" h="102">
                  <a:moveTo>
                    <a:pt x="0" y="0"/>
                  </a:moveTo>
                  <a:lnTo>
                    <a:pt x="18" y="102"/>
                  </a:lnTo>
                  <a:lnTo>
                    <a:pt x="4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04" name="Freeform 293"/>
            <p:cNvSpPr/>
            <p:nvPr/>
          </p:nvSpPr>
          <p:spPr>
            <a:xfrm>
              <a:off x="4273" y="1688"/>
              <a:ext cx="114" cy="1"/>
            </a:xfrm>
            <a:custGeom>
              <a:avLst/>
              <a:gdLst>
                <a:gd name="txL" fmla="*/ 0 w 114"/>
                <a:gd name="txT" fmla="*/ 0 h 1"/>
                <a:gd name="txR" fmla="*/ 114 w 114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14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14" h="1">
                  <a:moveTo>
                    <a:pt x="0" y="0"/>
                  </a:moveTo>
                  <a:lnTo>
                    <a:pt x="1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05" name="Freeform 294"/>
            <p:cNvSpPr/>
            <p:nvPr/>
          </p:nvSpPr>
          <p:spPr>
            <a:xfrm>
              <a:off x="4375" y="1658"/>
              <a:ext cx="78" cy="54"/>
            </a:xfrm>
            <a:custGeom>
              <a:avLst/>
              <a:gdLst>
                <a:gd name="txL" fmla="*/ 0 w 78"/>
                <a:gd name="txT" fmla="*/ 0 h 54"/>
                <a:gd name="txR" fmla="*/ 78 w 78"/>
                <a:gd name="txB" fmla="*/ 54 h 54"/>
              </a:gdLst>
              <a:ahLst/>
              <a:cxnLst>
                <a:cxn ang="0">
                  <a:pos x="0" y="54"/>
                </a:cxn>
                <a:cxn ang="0">
                  <a:pos x="78" y="3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txL" t="txT" r="txR" b="txB"/>
              <a:pathLst>
                <a:path w="78" h="54">
                  <a:moveTo>
                    <a:pt x="0" y="54"/>
                  </a:moveTo>
                  <a:lnTo>
                    <a:pt x="78" y="30"/>
                  </a:lnTo>
                  <a:lnTo>
                    <a:pt x="0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06" name="Freeform 295"/>
            <p:cNvSpPr/>
            <p:nvPr/>
          </p:nvSpPr>
          <p:spPr>
            <a:xfrm>
              <a:off x="4764" y="1688"/>
              <a:ext cx="113" cy="1"/>
            </a:xfrm>
            <a:custGeom>
              <a:avLst/>
              <a:gdLst>
                <a:gd name="txL" fmla="*/ 0 w 113"/>
                <a:gd name="txT" fmla="*/ 0 h 1"/>
                <a:gd name="txR" fmla="*/ 113 w 113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13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13" h="1">
                  <a:moveTo>
                    <a:pt x="0" y="0"/>
                  </a:moveTo>
                  <a:lnTo>
                    <a:pt x="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07" name="Freeform 296"/>
            <p:cNvSpPr/>
            <p:nvPr/>
          </p:nvSpPr>
          <p:spPr>
            <a:xfrm>
              <a:off x="4865" y="1658"/>
              <a:ext cx="78" cy="54"/>
            </a:xfrm>
            <a:custGeom>
              <a:avLst/>
              <a:gdLst>
                <a:gd name="txL" fmla="*/ 0 w 78"/>
                <a:gd name="txT" fmla="*/ 0 h 54"/>
                <a:gd name="txR" fmla="*/ 78 w 78"/>
                <a:gd name="txB" fmla="*/ 54 h 54"/>
              </a:gdLst>
              <a:ahLst/>
              <a:cxnLst>
                <a:cxn ang="0">
                  <a:pos x="0" y="54"/>
                </a:cxn>
                <a:cxn ang="0">
                  <a:pos x="78" y="24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txL" t="txT" r="txR" b="txB"/>
              <a:pathLst>
                <a:path w="78" h="54">
                  <a:moveTo>
                    <a:pt x="0" y="54"/>
                  </a:moveTo>
                  <a:lnTo>
                    <a:pt x="78" y="24"/>
                  </a:lnTo>
                  <a:lnTo>
                    <a:pt x="0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08" name="Freeform 297"/>
            <p:cNvSpPr/>
            <p:nvPr/>
          </p:nvSpPr>
          <p:spPr>
            <a:xfrm>
              <a:off x="5093" y="1389"/>
              <a:ext cx="1" cy="150"/>
            </a:xfrm>
            <a:custGeom>
              <a:avLst/>
              <a:gdLst>
                <a:gd name="txL" fmla="*/ 0 w 1"/>
                <a:gd name="txT" fmla="*/ 0 h 150"/>
                <a:gd name="txR" fmla="*/ 1 w 1"/>
                <a:gd name="txB" fmla="*/ 150 h 150"/>
              </a:gdLst>
              <a:ahLst/>
              <a:cxnLst>
                <a:cxn ang="0">
                  <a:pos x="0" y="0"/>
                </a:cxn>
                <a:cxn ang="0">
                  <a:pos x="0" y="15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50">
                  <a:moveTo>
                    <a:pt x="0" y="0"/>
                  </a:moveTo>
                  <a:lnTo>
                    <a:pt x="0" y="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09" name="Freeform 298"/>
            <p:cNvSpPr/>
            <p:nvPr/>
          </p:nvSpPr>
          <p:spPr>
            <a:xfrm>
              <a:off x="5075" y="1521"/>
              <a:ext cx="42" cy="101"/>
            </a:xfrm>
            <a:custGeom>
              <a:avLst/>
              <a:gdLst>
                <a:gd name="txL" fmla="*/ 0 w 42"/>
                <a:gd name="txT" fmla="*/ 0 h 101"/>
                <a:gd name="txR" fmla="*/ 42 w 42"/>
                <a:gd name="txB" fmla="*/ 101 h 101"/>
              </a:gdLst>
              <a:ahLst/>
              <a:cxnLst>
                <a:cxn ang="0">
                  <a:pos x="0" y="0"/>
                </a:cxn>
                <a:cxn ang="0">
                  <a:pos x="18" y="101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42" h="101">
                  <a:moveTo>
                    <a:pt x="0" y="0"/>
                  </a:moveTo>
                  <a:lnTo>
                    <a:pt x="18" y="101"/>
                  </a:lnTo>
                  <a:lnTo>
                    <a:pt x="4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415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baseline="0" dirty="0">
                <a:latin typeface="Arial Black" panose="020B0A04020102020204" pitchFamily="34" charset="0"/>
                <a:cs typeface="Arial" panose="020B0604020202020204" pitchFamily="34" charset="0"/>
              </a:rPr>
              <a:pPr lvl="0" algn="r" eaLnBrk="1" hangingPunct="1">
                <a:buNone/>
              </a:pPr>
              <a:t>12</a:t>
            </a:fld>
            <a:endParaRPr lang="en-US" altLang="zh-CN" sz="1200" baseline="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115" y="620395"/>
            <a:ext cx="7856220" cy="15906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9780" y="2348865"/>
            <a:ext cx="3541395" cy="324993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86715" y="2021205"/>
            <a:ext cx="3825240" cy="1691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解：</a:t>
            </a:r>
            <a:r>
              <a:rPr lang="en-US" altLang="zh-CN" sz="3200" dirty="0"/>
              <a:t>4=</a:t>
            </a:r>
            <a:r>
              <a:rPr lang="zh-CN" altLang="en-US" sz="3200" dirty="0"/>
              <a:t>（</a:t>
            </a:r>
            <a:r>
              <a:rPr lang="en-US" altLang="zh-CN" sz="3200" dirty="0"/>
              <a:t>V1-V2)/3+(V1-V3)/2</a:t>
            </a:r>
          </a:p>
          <a:p>
            <a:endParaRPr lang="en-US" altLang="zh-CN" sz="3200" dirty="0"/>
          </a:p>
          <a:p>
            <a:r>
              <a:rPr lang="en-US" altLang="zh-CN" sz="3200" dirty="0"/>
              <a:t>V2/4=(V1-V2)/3+4X(V2/4)</a:t>
            </a:r>
          </a:p>
          <a:p>
            <a:endParaRPr lang="en-US" altLang="zh-CN" sz="3200" dirty="0"/>
          </a:p>
          <a:p>
            <a:r>
              <a:rPr lang="en-US" altLang="zh-CN" sz="3200" dirty="0"/>
              <a:t>V3/6+4X(V2/4)=(V1-V3)/2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/>
          </p:cNvSpPr>
          <p:nvPr>
            <p:ph type="title"/>
          </p:nvPr>
        </p:nvSpPr>
        <p:spPr>
          <a:xfrm>
            <a:off x="468313" y="457200"/>
            <a:ext cx="8218487" cy="1243013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4000" dirty="0">
                <a:solidFill>
                  <a:srgbClr val="0000E1"/>
                </a:solidFill>
                <a:latin typeface="Franklin Gothic Medium" panose="020B0603020102020204" pitchFamily="34" charset="0"/>
              </a:rPr>
              <a:t>3.3  </a:t>
            </a:r>
            <a:r>
              <a:rPr lang="zh-CN" altLang="en-US" sz="4000" b="1" dirty="0">
                <a:solidFill>
                  <a:srgbClr val="0000E1"/>
                </a:solidFill>
                <a:latin typeface="Franklin Gothic Medium" panose="020B0603020102020204" pitchFamily="34" charset="0"/>
              </a:rPr>
              <a:t>含电压源的节点分析法</a:t>
            </a:r>
            <a:r>
              <a:rPr lang="zh-CN" altLang="en-US" sz="4000" b="1" dirty="0">
                <a:solidFill>
                  <a:srgbClr val="969696"/>
                </a:solidFill>
                <a:latin typeface="Franklin Gothic Medium" panose="020B0603020102020204" pitchFamily="34" charset="0"/>
              </a:rPr>
              <a:t>（改）</a:t>
            </a:r>
            <a:endParaRPr lang="en-US" altLang="zh-CN" sz="4000" b="1" dirty="0">
              <a:solidFill>
                <a:srgbClr val="969696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19459" name="Text Box 219"/>
          <p:cNvSpPr txBox="1"/>
          <p:nvPr/>
        </p:nvSpPr>
        <p:spPr>
          <a:xfrm>
            <a:off x="250825" y="5013325"/>
            <a:ext cx="18415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1800" dirty="0">
              <a:ea typeface="Arial" panose="020B0604020202020204" pitchFamily="34" charset="0"/>
            </a:endParaRPr>
          </a:p>
        </p:txBody>
      </p:sp>
      <p:sp>
        <p:nvSpPr>
          <p:cNvPr id="19460" name="Text Box 221"/>
          <p:cNvSpPr txBox="1"/>
          <p:nvPr/>
        </p:nvSpPr>
        <p:spPr>
          <a:xfrm>
            <a:off x="323850" y="836613"/>
            <a:ext cx="760413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ea typeface="Arial" panose="020B0604020202020204" pitchFamily="34" charset="0"/>
            </a:endParaRPr>
          </a:p>
        </p:txBody>
      </p:sp>
      <p:sp>
        <p:nvSpPr>
          <p:cNvPr id="19461" name="Text Box 222"/>
          <p:cNvSpPr txBox="1"/>
          <p:nvPr/>
        </p:nvSpPr>
        <p:spPr>
          <a:xfrm>
            <a:off x="-323850" y="1412875"/>
            <a:ext cx="165735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1800" dirty="0">
              <a:ea typeface="Arial" panose="020B0604020202020204" pitchFamily="34" charset="0"/>
            </a:endParaRPr>
          </a:p>
        </p:txBody>
      </p:sp>
      <p:sp>
        <p:nvSpPr>
          <p:cNvPr id="19462" name="文本框 1"/>
          <p:cNvSpPr txBox="1"/>
          <p:nvPr/>
        </p:nvSpPr>
        <p:spPr>
          <a:xfrm>
            <a:off x="1835150" y="2921000"/>
            <a:ext cx="5083175" cy="22463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>
              <a:spcBef>
                <a:spcPct val="0"/>
              </a:spcBef>
              <a:buClrTx/>
              <a:buSzTx/>
            </a:pPr>
            <a:r>
              <a: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  <a:cs typeface="Arial" panose="020B0604020202020204" pitchFamily="34" charset="0"/>
              </a:rPr>
              <a:t>超节点（广义节点）？</a:t>
            </a:r>
            <a:endParaRPr lang="en-US" altLang="zh-CN" sz="2000" b="1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>
              <a:spcBef>
                <a:spcPct val="0"/>
              </a:spcBef>
              <a:buClrTx/>
              <a:buSzTx/>
            </a:pPr>
            <a:endParaRPr lang="en-US" altLang="zh-CN" sz="2000" b="1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>
              <a:spcBef>
                <a:spcPct val="0"/>
              </a:spcBef>
              <a:buClrTx/>
              <a:buSzTx/>
            </a:pPr>
            <a:endParaRPr lang="en-US" altLang="zh-CN" sz="2000" b="1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>
              <a:spcBef>
                <a:spcPct val="0"/>
              </a:spcBef>
              <a:buClrTx/>
              <a:buSzTx/>
            </a:pPr>
            <a:r>
              <a:rPr lang="zh-CN" altLang="en-US" sz="2000" b="1" dirty="0">
                <a:latin typeface="Times New Roman" panose="02020603050405020304" pitchFamily="18" charset="0"/>
                <a:cs typeface="Arial" panose="020B0604020202020204" pitchFamily="34" charset="0"/>
              </a:rPr>
              <a:t>大道至简！</a:t>
            </a:r>
            <a:endParaRPr lang="en-US" altLang="zh-CN" sz="2000" b="1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>
              <a:spcBef>
                <a:spcPct val="0"/>
              </a:spcBef>
              <a:buClrTx/>
              <a:buSzTx/>
            </a:pPr>
            <a:endParaRPr lang="en-US" altLang="zh-CN" sz="2000" b="1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>
              <a:spcBef>
                <a:spcPct val="0"/>
              </a:spcBef>
              <a:buClrTx/>
              <a:buSzTx/>
            </a:pPr>
            <a:endParaRPr lang="en-US" altLang="zh-CN" sz="2000" b="1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>
              <a:spcBef>
                <a:spcPct val="0"/>
              </a:spcBef>
              <a:buClrTx/>
              <a:buSzTx/>
            </a:pPr>
            <a:r>
              <a:rPr lang="zh-CN" altLang="en-US" sz="2000" b="1" dirty="0">
                <a:latin typeface="Times New Roman" panose="02020603050405020304" pitchFamily="18" charset="0"/>
                <a:cs typeface="Arial" panose="020B0604020202020204" pitchFamily="34" charset="0"/>
              </a:rPr>
              <a:t>少即是多，以不变应万变。。。</a:t>
            </a:r>
            <a:endParaRPr lang="zh-CN" altLang="en-US" sz="2000" baseline="-25000" dirty="0"/>
          </a:p>
        </p:txBody>
      </p:sp>
      <p:sp>
        <p:nvSpPr>
          <p:cNvPr id="19463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baseline="0" dirty="0">
                <a:latin typeface="Arial Black" panose="020B0A04020102020204" pitchFamily="34" charset="0"/>
                <a:cs typeface="Arial" panose="020B0604020202020204" pitchFamily="34" charset="0"/>
              </a:rPr>
              <a:pPr lvl="0" algn="r" eaLnBrk="1" hangingPunct="1">
                <a:buNone/>
              </a:pPr>
              <a:t>14</a:t>
            </a:fld>
            <a:endParaRPr lang="en-US" altLang="zh-CN" sz="1200" baseline="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/>
          </p:cNvSpPr>
          <p:nvPr>
            <p:ph type="title"/>
          </p:nvPr>
        </p:nvSpPr>
        <p:spPr>
          <a:xfrm>
            <a:off x="468313" y="457200"/>
            <a:ext cx="8218487" cy="1243013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4000" dirty="0">
                <a:solidFill>
                  <a:srgbClr val="0000E1"/>
                </a:solidFill>
                <a:latin typeface="Franklin Gothic Medium" panose="020B0603020102020204" pitchFamily="34" charset="0"/>
              </a:rPr>
              <a:t>3.3  </a:t>
            </a:r>
            <a:r>
              <a:rPr lang="zh-CN" altLang="en-US" sz="4000" b="1" dirty="0">
                <a:solidFill>
                  <a:srgbClr val="0000E1"/>
                </a:solidFill>
                <a:latin typeface="Franklin Gothic Medium" panose="020B0603020102020204" pitchFamily="34" charset="0"/>
              </a:rPr>
              <a:t>含电压源的节点分析法</a:t>
            </a:r>
            <a:r>
              <a:rPr lang="zh-CN" altLang="en-US" sz="4000" b="1" dirty="0">
                <a:solidFill>
                  <a:srgbClr val="969696"/>
                </a:solidFill>
                <a:latin typeface="Franklin Gothic Medium" panose="020B0603020102020204" pitchFamily="34" charset="0"/>
              </a:rPr>
              <a:t>（改）</a:t>
            </a:r>
            <a:endParaRPr lang="en-US" altLang="zh-CN" sz="4000" b="1" dirty="0">
              <a:solidFill>
                <a:srgbClr val="969696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1507" name="Text Box 219"/>
          <p:cNvSpPr txBox="1"/>
          <p:nvPr/>
        </p:nvSpPr>
        <p:spPr>
          <a:xfrm>
            <a:off x="250825" y="5013325"/>
            <a:ext cx="18415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1800" dirty="0">
              <a:ea typeface="Arial" panose="020B0604020202020204" pitchFamily="34" charset="0"/>
            </a:endParaRPr>
          </a:p>
        </p:txBody>
      </p:sp>
      <p:sp>
        <p:nvSpPr>
          <p:cNvPr id="21508" name="Text Box 220"/>
          <p:cNvSpPr txBox="1"/>
          <p:nvPr/>
        </p:nvSpPr>
        <p:spPr>
          <a:xfrm>
            <a:off x="5364163" y="6278563"/>
            <a:ext cx="2663825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dirty="0">
                <a:cs typeface="Arial" panose="020B0604020202020204" pitchFamily="34" charset="0"/>
              </a:rPr>
              <a:t>图</a:t>
            </a:r>
            <a:r>
              <a:rPr lang="en-US" altLang="zh-CN" sz="1800" dirty="0">
                <a:cs typeface="Arial" panose="020B0604020202020204" pitchFamily="34" charset="0"/>
              </a:rPr>
              <a:t> 3.7</a:t>
            </a:r>
            <a:r>
              <a:rPr lang="zh-CN" altLang="en-US" sz="1800" dirty="0">
                <a:cs typeface="Arial" panose="020B0604020202020204" pitchFamily="34" charset="0"/>
              </a:rPr>
              <a:t>（</a:t>
            </a:r>
            <a:r>
              <a:rPr lang="zh-CN" altLang="en-US" sz="1800" dirty="0">
                <a:solidFill>
                  <a:srgbClr val="FF0000"/>
                </a:solidFill>
                <a:cs typeface="Arial" panose="020B0604020202020204" pitchFamily="34" charset="0"/>
              </a:rPr>
              <a:t>堂练</a:t>
            </a:r>
            <a:r>
              <a:rPr lang="zh-CN" altLang="en-US" sz="1800" dirty="0">
                <a:cs typeface="Arial" panose="020B0604020202020204" pitchFamily="34" charset="0"/>
              </a:rPr>
              <a:t>）</a:t>
            </a:r>
            <a:endParaRPr lang="zh-CN" altLang="en-US" sz="1800" dirty="0">
              <a:ea typeface="Arial" panose="020B0604020202020204" pitchFamily="34" charset="0"/>
            </a:endParaRPr>
          </a:p>
        </p:txBody>
      </p:sp>
      <p:sp>
        <p:nvSpPr>
          <p:cNvPr id="21509" name="Text Box 221"/>
          <p:cNvSpPr txBox="1"/>
          <p:nvPr/>
        </p:nvSpPr>
        <p:spPr>
          <a:xfrm>
            <a:off x="323850" y="836613"/>
            <a:ext cx="760413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ea typeface="Arial" panose="020B0604020202020204" pitchFamily="34" charset="0"/>
            </a:endParaRPr>
          </a:p>
        </p:txBody>
      </p:sp>
      <p:sp>
        <p:nvSpPr>
          <p:cNvPr id="21510" name="Text Box 222"/>
          <p:cNvSpPr txBox="1"/>
          <p:nvPr/>
        </p:nvSpPr>
        <p:spPr>
          <a:xfrm>
            <a:off x="-323850" y="1412875"/>
            <a:ext cx="165735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1800" dirty="0">
              <a:ea typeface="Arial" panose="020B0604020202020204" pitchFamily="34" charset="0"/>
            </a:endParaRPr>
          </a:p>
        </p:txBody>
      </p:sp>
      <p:pic>
        <p:nvPicPr>
          <p:cNvPr id="21511" name="Picture 2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200" y="2862263"/>
            <a:ext cx="4194175" cy="31575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512" name="矩形 1"/>
          <p:cNvSpPr/>
          <p:nvPr/>
        </p:nvSpPr>
        <p:spPr>
          <a:xfrm>
            <a:off x="6588125" y="3789363"/>
            <a:ext cx="398463" cy="3079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 dirty="0">
                <a:cs typeface="Arial" panose="020B0604020202020204" pitchFamily="34" charset="0"/>
              </a:rPr>
              <a:t>+ -</a:t>
            </a:r>
            <a:endParaRPr lang="zh-CN" altLang="en-US" sz="1400" b="1" dirty="0">
              <a:ea typeface="Arial" panose="020B0604020202020204" pitchFamily="34" charset="0"/>
            </a:endParaRPr>
          </a:p>
        </p:txBody>
      </p:sp>
      <p:sp>
        <p:nvSpPr>
          <p:cNvPr id="21513" name="矩形 1"/>
          <p:cNvSpPr/>
          <p:nvPr/>
        </p:nvSpPr>
        <p:spPr>
          <a:xfrm>
            <a:off x="755650" y="2159000"/>
            <a:ext cx="3860800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000" b="1" dirty="0">
                <a:latin typeface="Times New Roman" panose="02020603050405020304" pitchFamily="18" charset="0"/>
              </a:rPr>
              <a:t>问题：求图</a:t>
            </a:r>
            <a:r>
              <a:rPr lang="en-US" altLang="zh-CN" sz="2000" b="1" dirty="0">
                <a:latin typeface="Times New Roman" panose="02020603050405020304" pitchFamily="18" charset="0"/>
              </a:rPr>
              <a:t>3.7</a:t>
            </a:r>
            <a:r>
              <a:rPr lang="zh-CN" altLang="en-US" sz="2000" b="1" dirty="0">
                <a:latin typeface="Times New Roman" panose="02020603050405020304" pitchFamily="18" charset="0"/>
              </a:rPr>
              <a:t>中各节点的电压？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21514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baseline="0" dirty="0">
                <a:latin typeface="Arial Black" panose="020B0A04020102020204" pitchFamily="34" charset="0"/>
                <a:cs typeface="Arial" panose="020B0604020202020204" pitchFamily="34" charset="0"/>
              </a:rPr>
              <a:pPr lvl="0" algn="r" eaLnBrk="1" hangingPunct="1">
                <a:buNone/>
              </a:pPr>
              <a:t>15</a:t>
            </a:fld>
            <a:endParaRPr lang="en-US" altLang="zh-CN" sz="1200" baseline="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2395538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200" b="1" dirty="0">
                <a:solidFill>
                  <a:srgbClr val="0000E1"/>
                </a:solidFill>
              </a:rPr>
              <a:t>解决方案</a:t>
            </a:r>
            <a:r>
              <a:rPr lang="en-US" altLang="zh-CN" sz="3200" b="1" dirty="0">
                <a:solidFill>
                  <a:srgbClr val="0000E1"/>
                </a:solidFill>
              </a:rPr>
              <a:t>:</a:t>
            </a:r>
            <a:r>
              <a:rPr lang="en-US" altLang="zh-CN" b="1" dirty="0"/>
              <a:t> </a:t>
            </a:r>
            <a:br>
              <a:rPr lang="en-US" altLang="zh-CN" b="1" dirty="0"/>
            </a:br>
            <a:r>
              <a:rPr lang="en-US" altLang="zh-CN" b="1" dirty="0"/>
              <a:t>……</a:t>
            </a:r>
          </a:p>
        </p:txBody>
      </p:sp>
      <p:pic>
        <p:nvPicPr>
          <p:cNvPr id="23555" name="Picture 2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488" y="476250"/>
            <a:ext cx="4481512" cy="3373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556" name="文本框 1"/>
          <p:cNvSpPr txBox="1"/>
          <p:nvPr/>
        </p:nvSpPr>
        <p:spPr>
          <a:xfrm>
            <a:off x="7308850" y="1501775"/>
            <a:ext cx="396875" cy="3063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 dirty="0">
                <a:cs typeface="Arial" panose="020B0604020202020204" pitchFamily="34" charset="0"/>
              </a:rPr>
              <a:t>+ -</a:t>
            </a:r>
            <a:endParaRPr lang="zh-CN" altLang="en-US" sz="1400" b="1" dirty="0">
              <a:ea typeface="Arial" panose="020B0604020202020204" pitchFamily="34" charset="0"/>
            </a:endParaRPr>
          </a:p>
        </p:txBody>
      </p:sp>
      <p:sp>
        <p:nvSpPr>
          <p:cNvPr id="23557" name="TextBox 1"/>
          <p:cNvSpPr txBox="1"/>
          <p:nvPr/>
        </p:nvSpPr>
        <p:spPr>
          <a:xfrm>
            <a:off x="539750" y="2565400"/>
            <a:ext cx="3775075" cy="16303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cs typeface="Arial" panose="020B0604020202020204" pitchFamily="34" charset="0"/>
              </a:rPr>
              <a:t>假设电压源电流 </a:t>
            </a:r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000" b="1" dirty="0">
                <a:cs typeface="Arial" panose="020B0604020202020204" pitchFamily="34" charset="0"/>
              </a:rPr>
              <a:t>;</a:t>
            </a:r>
            <a:endParaRPr lang="en-US" altLang="zh-CN" sz="2000" b="1" baseline="-25000" dirty="0">
              <a:cs typeface="Arial" panose="020B060402020202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cs typeface="Arial" panose="020B0604020202020204" pitchFamily="34" charset="0"/>
              </a:rPr>
              <a:t>然后根据电压源特性增补方程：</a:t>
            </a:r>
            <a:endParaRPr lang="en-US" altLang="zh-CN" sz="2000" b="1" dirty="0">
              <a:cs typeface="Arial" panose="020B060402020202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V</a:t>
            </a:r>
            <a:r>
              <a: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b="1" dirty="0">
                <a:cs typeface="Arial" panose="020B0604020202020204" pitchFamily="34" charset="0"/>
              </a:rPr>
              <a:t>-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000" b="1" dirty="0">
                <a:cs typeface="Arial" panose="020B0604020202020204" pitchFamily="34" charset="0"/>
              </a:rPr>
              <a:t>5 V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dirty="0">
              <a:cs typeface="Arial" panose="020B060402020202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dirty="0">
              <a:ea typeface="Arial" panose="020B0604020202020204" pitchFamily="34" charset="0"/>
            </a:endParaRPr>
          </a:p>
        </p:txBody>
      </p:sp>
      <p:sp>
        <p:nvSpPr>
          <p:cNvPr id="23558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baseline="0" dirty="0">
                <a:latin typeface="Arial Black" panose="020B0A04020102020204" pitchFamily="34" charset="0"/>
                <a:cs typeface="Arial" panose="020B0604020202020204" pitchFamily="34" charset="0"/>
              </a:rPr>
              <a:pPr lvl="0" algn="r" eaLnBrk="1" hangingPunct="1">
                <a:buNone/>
              </a:pPr>
              <a:t>16</a:t>
            </a:fld>
            <a:endParaRPr lang="en-US" altLang="zh-CN" sz="1200" baseline="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895" y="3716655"/>
            <a:ext cx="5212080" cy="13906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8245" y="5661025"/>
            <a:ext cx="6179185" cy="45021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8" name="Group 56"/>
          <p:cNvGrpSpPr/>
          <p:nvPr/>
        </p:nvGrpSpPr>
        <p:grpSpPr>
          <a:xfrm>
            <a:off x="3923983" y="548323"/>
            <a:ext cx="5472112" cy="2808287"/>
            <a:chOff x="521" y="618"/>
            <a:chExt cx="4581" cy="2361"/>
          </a:xfrm>
        </p:grpSpPr>
        <p:sp>
          <p:nvSpPr>
            <p:cNvPr id="24583" name="Text Box 23"/>
            <p:cNvSpPr txBox="1"/>
            <p:nvPr/>
          </p:nvSpPr>
          <p:spPr>
            <a:xfrm>
              <a:off x="2269" y="1172"/>
              <a:ext cx="588" cy="35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b="1" baseline="-25000" dirty="0">
                  <a:cs typeface="Arial" panose="020B0604020202020204" pitchFamily="34" charset="0"/>
                </a:rPr>
                <a:t>2V</a:t>
              </a:r>
              <a:endParaRPr lang="en-US" altLang="zh-CN" b="1" baseline="-25000" dirty="0">
                <a:ea typeface="Arial" panose="020B0604020202020204" pitchFamily="34" charset="0"/>
              </a:endParaRPr>
            </a:p>
          </p:txBody>
        </p:sp>
        <p:sp>
          <p:nvSpPr>
            <p:cNvPr id="24584" name="Line 35"/>
            <p:cNvSpPr/>
            <p:nvPr/>
          </p:nvSpPr>
          <p:spPr>
            <a:xfrm>
              <a:off x="1054" y="1720"/>
              <a:ext cx="0" cy="122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85" name="Line 8"/>
            <p:cNvSpPr/>
            <p:nvPr/>
          </p:nvSpPr>
          <p:spPr>
            <a:xfrm>
              <a:off x="1721" y="949"/>
              <a:ext cx="0" cy="86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86" name="Line 37"/>
            <p:cNvSpPr/>
            <p:nvPr/>
          </p:nvSpPr>
          <p:spPr>
            <a:xfrm>
              <a:off x="4168" y="1720"/>
              <a:ext cx="0" cy="122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87" name="Line 7"/>
            <p:cNvSpPr/>
            <p:nvPr/>
          </p:nvSpPr>
          <p:spPr>
            <a:xfrm>
              <a:off x="1054" y="1720"/>
              <a:ext cx="311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88" name="Line 9"/>
            <p:cNvSpPr/>
            <p:nvPr/>
          </p:nvSpPr>
          <p:spPr>
            <a:xfrm>
              <a:off x="1721" y="949"/>
              <a:ext cx="164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89" name="Line 10"/>
            <p:cNvSpPr/>
            <p:nvPr/>
          </p:nvSpPr>
          <p:spPr>
            <a:xfrm>
              <a:off x="3322" y="949"/>
              <a:ext cx="0" cy="81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pic>
          <p:nvPicPr>
            <p:cNvPr id="24590" name="Picture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-5400000">
              <a:off x="2387" y="680"/>
              <a:ext cx="216" cy="571"/>
            </a:xfrm>
            <a:prstGeom prst="rect">
              <a:avLst/>
            </a:prstGeom>
            <a:noFill/>
            <a:ln w="9525">
              <a:noFill/>
            </a:ln>
          </p:spPr>
        </p:pic>
        <p:graphicFrame>
          <p:nvGraphicFramePr>
            <p:cNvPr id="24591" name="Object 14"/>
            <p:cNvGraphicFramePr>
              <a:graphicFrameLocks noChangeAspect="1"/>
            </p:cNvGraphicFramePr>
            <p:nvPr/>
          </p:nvGraphicFramePr>
          <p:xfrm>
            <a:off x="2210" y="618"/>
            <a:ext cx="446" cy="265"/>
          </p:xfrm>
          <a:graphic>
            <a:graphicData uri="http://schemas.openxmlformats.org/presentationml/2006/ole">
              <p:oleObj spid="_x0000_s7175" r:id="rId5" imgW="304404" imgH="177569" progId="">
                <p:embed/>
              </p:oleObj>
            </a:graphicData>
          </a:graphic>
        </p:graphicFrame>
        <p:pic>
          <p:nvPicPr>
            <p:cNvPr id="24592" name="Picture 1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10" y="1538"/>
              <a:ext cx="488" cy="47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4593" name="Text Box 29"/>
            <p:cNvSpPr txBox="1"/>
            <p:nvPr/>
          </p:nvSpPr>
          <p:spPr>
            <a:xfrm>
              <a:off x="1367" y="1357"/>
              <a:ext cx="444" cy="43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Monotype Corsiva" panose="03010101010201010101" pitchFamily="66" charset="0"/>
                  <a:ea typeface="华文行楷" panose="02010800040101010101" pitchFamily="2" charset="-122"/>
                </a:rPr>
                <a:t>v</a:t>
              </a:r>
              <a:r>
                <a:rPr lang="en-US" altLang="zh-CN" sz="2800" b="1" baseline="-25000" dirty="0">
                  <a:latin typeface="Monotype Corsiva" panose="03010101010201010101" pitchFamily="66" charset="0"/>
                  <a:ea typeface="华文行楷" panose="02010800040101010101" pitchFamily="2" charset="-122"/>
                </a:rPr>
                <a:t>1</a:t>
              </a:r>
              <a:endParaRPr lang="en-US" altLang="zh-CN" sz="2800" b="1" dirty="0">
                <a:latin typeface="Monotype Corsiva" panose="03010101010201010101" pitchFamily="66" charset="0"/>
                <a:ea typeface="华文行楷" panose="02010800040101010101" pitchFamily="2" charset="-122"/>
              </a:endParaRPr>
            </a:p>
          </p:txBody>
        </p:sp>
        <p:sp>
          <p:nvSpPr>
            <p:cNvPr id="24594" name="Text Box 33"/>
            <p:cNvSpPr txBox="1"/>
            <p:nvPr/>
          </p:nvSpPr>
          <p:spPr>
            <a:xfrm>
              <a:off x="3281" y="1370"/>
              <a:ext cx="844" cy="43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Monotype Corsiva" panose="03010101010201010101" pitchFamily="66" charset="0"/>
                  <a:cs typeface="Arial" panose="020B0604020202020204" pitchFamily="34" charset="0"/>
                </a:rPr>
                <a:t>v</a:t>
              </a:r>
              <a:r>
                <a:rPr lang="en-US" altLang="zh-CN" sz="2800" b="1" baseline="-25000" dirty="0">
                  <a:latin typeface="Monotype Corsiva" panose="03010101010201010101" pitchFamily="66" charset="0"/>
                  <a:cs typeface="Arial" panose="020B0604020202020204" pitchFamily="34" charset="0"/>
                </a:rPr>
                <a:t>2</a:t>
              </a:r>
              <a:endParaRPr lang="en-US" altLang="zh-CN" sz="2800" b="1" dirty="0">
                <a:latin typeface="Monotype Corsiva" panose="03010101010201010101" pitchFamily="66" charset="0"/>
                <a:ea typeface="Arial" panose="020B0604020202020204" pitchFamily="34" charset="0"/>
              </a:endParaRPr>
            </a:p>
          </p:txBody>
        </p:sp>
        <p:sp>
          <p:nvSpPr>
            <p:cNvPr id="24595" name="Line 36"/>
            <p:cNvSpPr/>
            <p:nvPr/>
          </p:nvSpPr>
          <p:spPr>
            <a:xfrm>
              <a:off x="1054" y="2944"/>
              <a:ext cx="311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96" name="Line 38"/>
            <p:cNvSpPr/>
            <p:nvPr/>
          </p:nvSpPr>
          <p:spPr>
            <a:xfrm>
              <a:off x="1720" y="1752"/>
              <a:ext cx="0" cy="117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97" name="Line 39"/>
            <p:cNvSpPr/>
            <p:nvPr/>
          </p:nvSpPr>
          <p:spPr>
            <a:xfrm>
              <a:off x="3322" y="1765"/>
              <a:ext cx="11" cy="121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pic>
          <p:nvPicPr>
            <p:cNvPr id="24598" name="Picture 4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945" y="2128"/>
              <a:ext cx="418" cy="474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4599" name="Picture 41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39" y="2115"/>
              <a:ext cx="418" cy="474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4600" name="Picture 4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01" y="1992"/>
              <a:ext cx="212" cy="58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4601" name="Picture 4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21" y="1992"/>
              <a:ext cx="212" cy="582"/>
            </a:xfrm>
            <a:prstGeom prst="rect">
              <a:avLst/>
            </a:prstGeom>
            <a:noFill/>
            <a:ln w="9525">
              <a:noFill/>
            </a:ln>
          </p:spPr>
        </p:pic>
        <p:graphicFrame>
          <p:nvGraphicFramePr>
            <p:cNvPr id="24602" name="Object 44"/>
            <p:cNvGraphicFramePr>
              <a:graphicFrameLocks noChangeAspect="1"/>
            </p:cNvGraphicFramePr>
            <p:nvPr/>
          </p:nvGraphicFramePr>
          <p:xfrm>
            <a:off x="1855" y="2219"/>
            <a:ext cx="371" cy="252"/>
          </p:xfrm>
          <a:graphic>
            <a:graphicData uri="http://schemas.openxmlformats.org/presentationml/2006/ole">
              <p:oleObj spid="_x0000_s7176" r:id="rId8" imgW="241091" imgH="164957" progId="">
                <p:embed/>
              </p:oleObj>
            </a:graphicData>
          </a:graphic>
        </p:graphicFrame>
        <p:graphicFrame>
          <p:nvGraphicFramePr>
            <p:cNvPr id="24603" name="Object 47"/>
            <p:cNvGraphicFramePr>
              <a:graphicFrameLocks noChangeAspect="1"/>
            </p:cNvGraphicFramePr>
            <p:nvPr/>
          </p:nvGraphicFramePr>
          <p:xfrm>
            <a:off x="2833" y="2232"/>
            <a:ext cx="371" cy="252"/>
          </p:xfrm>
          <a:graphic>
            <a:graphicData uri="http://schemas.openxmlformats.org/presentationml/2006/ole">
              <p:oleObj spid="_x0000_s7177" r:id="rId9" imgW="241091" imgH="164957" progId="">
                <p:embed/>
              </p:oleObj>
            </a:graphicData>
          </a:graphic>
        </p:graphicFrame>
        <p:sp>
          <p:nvSpPr>
            <p:cNvPr id="24604" name="Text Box 50"/>
            <p:cNvSpPr txBox="1"/>
            <p:nvPr/>
          </p:nvSpPr>
          <p:spPr>
            <a:xfrm>
              <a:off x="521" y="2173"/>
              <a:ext cx="578" cy="34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b="1" baseline="-25000" dirty="0">
                  <a:cs typeface="Arial" panose="020B0604020202020204" pitchFamily="34" charset="0"/>
                </a:rPr>
                <a:t>2A</a:t>
              </a:r>
              <a:endParaRPr lang="en-US" altLang="zh-CN" b="1" baseline="-25000" dirty="0">
                <a:ea typeface="Arial" panose="020B0604020202020204" pitchFamily="34" charset="0"/>
              </a:endParaRPr>
            </a:p>
          </p:txBody>
        </p:sp>
        <p:sp>
          <p:nvSpPr>
            <p:cNvPr id="24605" name="Text Box 51"/>
            <p:cNvSpPr txBox="1"/>
            <p:nvPr/>
          </p:nvSpPr>
          <p:spPr>
            <a:xfrm>
              <a:off x="4390" y="2220"/>
              <a:ext cx="712" cy="34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b="1" baseline="-25000" dirty="0">
                  <a:cs typeface="Arial" panose="020B0604020202020204" pitchFamily="34" charset="0"/>
                </a:rPr>
                <a:t>7A</a:t>
              </a:r>
              <a:endParaRPr lang="en-US" altLang="zh-CN" b="1" baseline="-25000" dirty="0">
                <a:ea typeface="Arial" panose="020B0604020202020204" pitchFamily="34" charset="0"/>
              </a:endParaRPr>
            </a:p>
          </p:txBody>
        </p:sp>
      </p:grpSp>
      <p:sp>
        <p:nvSpPr>
          <p:cNvPr id="77827" name="Rectangle 57"/>
          <p:cNvSpPr>
            <a:spLocks noChangeArrowheads="1"/>
          </p:cNvSpPr>
          <p:nvPr/>
        </p:nvSpPr>
        <p:spPr bwMode="auto">
          <a:xfrm>
            <a:off x="938213" y="617538"/>
            <a:ext cx="4176713" cy="56165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举例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如图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,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求各节点电压。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解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E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0000E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……</a:t>
            </a:r>
          </a:p>
        </p:txBody>
      </p:sp>
      <p:sp>
        <p:nvSpPr>
          <p:cNvPr id="24580" name="文本框 41"/>
          <p:cNvSpPr txBox="1"/>
          <p:nvPr/>
        </p:nvSpPr>
        <p:spPr>
          <a:xfrm>
            <a:off x="3659188" y="5549900"/>
            <a:ext cx="1203325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……</a:t>
            </a:r>
          </a:p>
        </p:txBody>
      </p:sp>
      <p:sp>
        <p:nvSpPr>
          <p:cNvPr id="24581" name="文本框 3"/>
          <p:cNvSpPr txBox="1"/>
          <p:nvPr/>
        </p:nvSpPr>
        <p:spPr>
          <a:xfrm>
            <a:off x="2717800" y="5553075"/>
            <a:ext cx="3509963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小坑    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             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。。。</a:t>
            </a:r>
            <a:endParaRPr lang="zh-CN" altLang="en-US" sz="2000" baseline="-25000" dirty="0"/>
          </a:p>
        </p:txBody>
      </p:sp>
      <p:sp>
        <p:nvSpPr>
          <p:cNvPr id="24582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baseline="0" dirty="0">
                <a:latin typeface="Arial Black" panose="020B0A04020102020204" pitchFamily="34" charset="0"/>
                <a:cs typeface="Arial" panose="020B0604020202020204" pitchFamily="34" charset="0"/>
              </a:rPr>
              <a:pPr lvl="0" algn="r" eaLnBrk="1" hangingPunct="1">
                <a:buNone/>
              </a:pPr>
              <a:t>17</a:t>
            </a:fld>
            <a:endParaRPr lang="en-US" altLang="zh-CN" sz="1200" baseline="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15390" y="4050030"/>
            <a:ext cx="6515100" cy="272796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2"/>
          <p:cNvPicPr>
            <a:picLocks noGrp="1" noChangeAspect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344805" y="157480"/>
            <a:ext cx="8188960" cy="3429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340" y="3789045"/>
            <a:ext cx="2578735" cy="4946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650" y="4652645"/>
            <a:ext cx="7760970" cy="65151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160" y="5516880"/>
            <a:ext cx="7331075" cy="5518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6" name="Group 56"/>
          <p:cNvGrpSpPr/>
          <p:nvPr/>
        </p:nvGrpSpPr>
        <p:grpSpPr>
          <a:xfrm>
            <a:off x="3995738" y="1773238"/>
            <a:ext cx="5472112" cy="2808287"/>
            <a:chOff x="521" y="618"/>
            <a:chExt cx="4581" cy="2361"/>
          </a:xfrm>
        </p:grpSpPr>
        <p:sp>
          <p:nvSpPr>
            <p:cNvPr id="26653" name="Text Box 23"/>
            <p:cNvSpPr txBox="1"/>
            <p:nvPr/>
          </p:nvSpPr>
          <p:spPr>
            <a:xfrm>
              <a:off x="2269" y="1172"/>
              <a:ext cx="588" cy="35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b="1" baseline="-25000" dirty="0">
                  <a:cs typeface="Arial" panose="020B0604020202020204" pitchFamily="34" charset="0"/>
                </a:rPr>
                <a:t>2V</a:t>
              </a:r>
              <a:endParaRPr lang="en-US" altLang="zh-CN" b="1" baseline="-25000" dirty="0">
                <a:ea typeface="Arial" panose="020B0604020202020204" pitchFamily="34" charset="0"/>
              </a:endParaRPr>
            </a:p>
          </p:txBody>
        </p:sp>
        <p:sp>
          <p:nvSpPr>
            <p:cNvPr id="26654" name="Line 35"/>
            <p:cNvSpPr/>
            <p:nvPr/>
          </p:nvSpPr>
          <p:spPr>
            <a:xfrm>
              <a:off x="1054" y="1720"/>
              <a:ext cx="0" cy="122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55" name="Line 8"/>
            <p:cNvSpPr/>
            <p:nvPr/>
          </p:nvSpPr>
          <p:spPr>
            <a:xfrm>
              <a:off x="1721" y="949"/>
              <a:ext cx="0" cy="86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56" name="Line 37"/>
            <p:cNvSpPr/>
            <p:nvPr/>
          </p:nvSpPr>
          <p:spPr>
            <a:xfrm>
              <a:off x="4168" y="1720"/>
              <a:ext cx="0" cy="122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57" name="Line 7"/>
            <p:cNvSpPr/>
            <p:nvPr/>
          </p:nvSpPr>
          <p:spPr>
            <a:xfrm>
              <a:off x="1054" y="1720"/>
              <a:ext cx="311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58" name="Line 9"/>
            <p:cNvSpPr/>
            <p:nvPr/>
          </p:nvSpPr>
          <p:spPr>
            <a:xfrm>
              <a:off x="1721" y="949"/>
              <a:ext cx="164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59" name="Line 10"/>
            <p:cNvSpPr/>
            <p:nvPr/>
          </p:nvSpPr>
          <p:spPr>
            <a:xfrm>
              <a:off x="3322" y="949"/>
              <a:ext cx="0" cy="81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pic>
          <p:nvPicPr>
            <p:cNvPr id="26660" name="Picture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-5400000">
              <a:off x="2387" y="680"/>
              <a:ext cx="216" cy="571"/>
            </a:xfrm>
            <a:prstGeom prst="rect">
              <a:avLst/>
            </a:prstGeom>
            <a:noFill/>
            <a:ln w="9525">
              <a:noFill/>
            </a:ln>
          </p:spPr>
        </p:pic>
        <p:graphicFrame>
          <p:nvGraphicFramePr>
            <p:cNvPr id="26661" name="Object 14"/>
            <p:cNvGraphicFramePr>
              <a:graphicFrameLocks noChangeAspect="1"/>
            </p:cNvGraphicFramePr>
            <p:nvPr/>
          </p:nvGraphicFramePr>
          <p:xfrm>
            <a:off x="2210" y="618"/>
            <a:ext cx="446" cy="265"/>
          </p:xfrm>
          <a:graphic>
            <a:graphicData uri="http://schemas.openxmlformats.org/presentationml/2006/ole">
              <p:oleObj spid="_x0000_s8205" r:id="rId5" imgW="304404" imgH="177569" progId="">
                <p:embed/>
              </p:oleObj>
            </a:graphicData>
          </a:graphic>
        </p:graphicFrame>
        <p:pic>
          <p:nvPicPr>
            <p:cNvPr id="26662" name="Picture 1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10" y="1538"/>
              <a:ext cx="488" cy="47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6663" name="Text Box 29"/>
            <p:cNvSpPr txBox="1"/>
            <p:nvPr/>
          </p:nvSpPr>
          <p:spPr>
            <a:xfrm>
              <a:off x="1367" y="1357"/>
              <a:ext cx="444" cy="43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Monotype Corsiva" panose="03010101010201010101" pitchFamily="66" charset="0"/>
                  <a:ea typeface="华文行楷" panose="02010800040101010101" pitchFamily="2" charset="-122"/>
                </a:rPr>
                <a:t>v</a:t>
              </a:r>
              <a:r>
                <a:rPr lang="en-US" altLang="zh-CN" sz="2800" b="1" baseline="-25000" dirty="0">
                  <a:latin typeface="Monotype Corsiva" panose="03010101010201010101" pitchFamily="66" charset="0"/>
                  <a:ea typeface="华文行楷" panose="02010800040101010101" pitchFamily="2" charset="-122"/>
                </a:rPr>
                <a:t>1</a:t>
              </a:r>
              <a:endParaRPr lang="en-US" altLang="zh-CN" sz="2800" b="1" dirty="0">
                <a:latin typeface="Monotype Corsiva" panose="03010101010201010101" pitchFamily="66" charset="0"/>
                <a:ea typeface="华文行楷" panose="02010800040101010101" pitchFamily="2" charset="-122"/>
              </a:endParaRPr>
            </a:p>
          </p:txBody>
        </p:sp>
        <p:sp>
          <p:nvSpPr>
            <p:cNvPr id="26664" name="Text Box 33"/>
            <p:cNvSpPr txBox="1"/>
            <p:nvPr/>
          </p:nvSpPr>
          <p:spPr>
            <a:xfrm>
              <a:off x="3281" y="1370"/>
              <a:ext cx="844" cy="43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Monotype Corsiva" panose="03010101010201010101" pitchFamily="66" charset="0"/>
                  <a:cs typeface="Arial" panose="020B0604020202020204" pitchFamily="34" charset="0"/>
                </a:rPr>
                <a:t>v</a:t>
              </a:r>
              <a:r>
                <a:rPr lang="en-US" altLang="zh-CN" sz="2800" b="1" baseline="-25000" dirty="0">
                  <a:latin typeface="Monotype Corsiva" panose="03010101010201010101" pitchFamily="66" charset="0"/>
                  <a:cs typeface="Arial" panose="020B0604020202020204" pitchFamily="34" charset="0"/>
                </a:rPr>
                <a:t>2</a:t>
              </a:r>
              <a:endParaRPr lang="en-US" altLang="zh-CN" sz="2800" b="1" dirty="0">
                <a:latin typeface="Monotype Corsiva" panose="03010101010201010101" pitchFamily="66" charset="0"/>
                <a:ea typeface="Arial" panose="020B0604020202020204" pitchFamily="34" charset="0"/>
              </a:endParaRPr>
            </a:p>
          </p:txBody>
        </p:sp>
        <p:sp>
          <p:nvSpPr>
            <p:cNvPr id="26665" name="Line 36"/>
            <p:cNvSpPr/>
            <p:nvPr/>
          </p:nvSpPr>
          <p:spPr>
            <a:xfrm>
              <a:off x="1054" y="2944"/>
              <a:ext cx="311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66" name="Line 38"/>
            <p:cNvSpPr/>
            <p:nvPr/>
          </p:nvSpPr>
          <p:spPr>
            <a:xfrm>
              <a:off x="1720" y="1752"/>
              <a:ext cx="0" cy="117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67" name="Line 39"/>
            <p:cNvSpPr/>
            <p:nvPr/>
          </p:nvSpPr>
          <p:spPr>
            <a:xfrm>
              <a:off x="3322" y="1765"/>
              <a:ext cx="11" cy="121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pic>
          <p:nvPicPr>
            <p:cNvPr id="26668" name="Picture 4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945" y="2128"/>
              <a:ext cx="418" cy="474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6669" name="Picture 41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39" y="2115"/>
              <a:ext cx="418" cy="474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6670" name="Picture 4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01" y="1992"/>
              <a:ext cx="212" cy="58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6671" name="Picture 4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21" y="1992"/>
              <a:ext cx="212" cy="582"/>
            </a:xfrm>
            <a:prstGeom prst="rect">
              <a:avLst/>
            </a:prstGeom>
            <a:noFill/>
            <a:ln w="9525">
              <a:noFill/>
            </a:ln>
          </p:spPr>
        </p:pic>
        <p:graphicFrame>
          <p:nvGraphicFramePr>
            <p:cNvPr id="26672" name="Object 44"/>
            <p:cNvGraphicFramePr>
              <a:graphicFrameLocks noChangeAspect="1"/>
            </p:cNvGraphicFramePr>
            <p:nvPr/>
          </p:nvGraphicFramePr>
          <p:xfrm>
            <a:off x="1855" y="2219"/>
            <a:ext cx="371" cy="252"/>
          </p:xfrm>
          <a:graphic>
            <a:graphicData uri="http://schemas.openxmlformats.org/presentationml/2006/ole">
              <p:oleObj spid="_x0000_s8206" r:id="rId8" imgW="241091" imgH="164957" progId="">
                <p:embed/>
              </p:oleObj>
            </a:graphicData>
          </a:graphic>
        </p:graphicFrame>
        <p:graphicFrame>
          <p:nvGraphicFramePr>
            <p:cNvPr id="26673" name="Object 47"/>
            <p:cNvGraphicFramePr>
              <a:graphicFrameLocks noChangeAspect="1"/>
            </p:cNvGraphicFramePr>
            <p:nvPr/>
          </p:nvGraphicFramePr>
          <p:xfrm>
            <a:off x="2833" y="2232"/>
            <a:ext cx="371" cy="252"/>
          </p:xfrm>
          <a:graphic>
            <a:graphicData uri="http://schemas.openxmlformats.org/presentationml/2006/ole">
              <p:oleObj spid="_x0000_s8207" r:id="rId9" imgW="241091" imgH="164957" progId="">
                <p:embed/>
              </p:oleObj>
            </a:graphicData>
          </a:graphic>
        </p:graphicFrame>
        <p:sp>
          <p:nvSpPr>
            <p:cNvPr id="26674" name="Text Box 50"/>
            <p:cNvSpPr txBox="1"/>
            <p:nvPr/>
          </p:nvSpPr>
          <p:spPr>
            <a:xfrm>
              <a:off x="521" y="2173"/>
              <a:ext cx="578" cy="34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b="1" baseline="-25000" dirty="0">
                  <a:cs typeface="Arial" panose="020B0604020202020204" pitchFamily="34" charset="0"/>
                </a:rPr>
                <a:t>2A</a:t>
              </a:r>
              <a:endParaRPr lang="en-US" altLang="zh-CN" b="1" baseline="-25000" dirty="0">
                <a:ea typeface="Arial" panose="020B0604020202020204" pitchFamily="34" charset="0"/>
              </a:endParaRPr>
            </a:p>
          </p:txBody>
        </p:sp>
        <p:sp>
          <p:nvSpPr>
            <p:cNvPr id="26675" name="Text Box 51"/>
            <p:cNvSpPr txBox="1"/>
            <p:nvPr/>
          </p:nvSpPr>
          <p:spPr>
            <a:xfrm>
              <a:off x="4390" y="2220"/>
              <a:ext cx="712" cy="34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b="1" baseline="-25000" dirty="0">
                  <a:cs typeface="Arial" panose="020B0604020202020204" pitchFamily="34" charset="0"/>
                </a:rPr>
                <a:t>7A</a:t>
              </a:r>
              <a:endParaRPr lang="en-US" altLang="zh-CN" b="1" baseline="-25000" dirty="0">
                <a:ea typeface="Arial" panose="020B0604020202020204" pitchFamily="34" charset="0"/>
              </a:endParaRPr>
            </a:p>
          </p:txBody>
        </p:sp>
      </p:grpSp>
      <p:sp>
        <p:nvSpPr>
          <p:cNvPr id="26627" name="Rectangle 57"/>
          <p:cNvSpPr/>
          <p:nvPr/>
        </p:nvSpPr>
        <p:spPr>
          <a:xfrm>
            <a:off x="398463" y="528638"/>
            <a:ext cx="3989387" cy="27749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buNone/>
            </a:pPr>
            <a:r>
              <a:rPr lang="zh-CN" altLang="en-US" sz="2000" b="1" dirty="0">
                <a:solidFill>
                  <a:srgbClr val="FF0000"/>
                </a:solidFill>
                <a:cs typeface="Arial" panose="020B0604020202020204" pitchFamily="34" charset="0"/>
              </a:rPr>
              <a:t>举例</a:t>
            </a:r>
            <a:endParaRPr lang="zh-CN" altLang="en-US" sz="2000" b="1" dirty="0">
              <a:cs typeface="Arial" panose="020B0604020202020204" pitchFamily="34" charset="0"/>
            </a:endParaRPr>
          </a:p>
          <a:p>
            <a:pPr marL="342900" lvl="0" indent="-342900" eaLnBrk="1" hangingPunct="1">
              <a:buNone/>
            </a:pPr>
            <a:r>
              <a:rPr lang="zh-CN" altLang="en-US" sz="2000" b="1" dirty="0">
                <a:cs typeface="Arial" panose="020B0604020202020204" pitchFamily="34" charset="0"/>
              </a:rPr>
              <a:t>如图</a:t>
            </a:r>
            <a:r>
              <a:rPr lang="en-US" altLang="zh-CN" sz="2000" b="1" dirty="0">
                <a:cs typeface="Arial" panose="020B0604020202020204" pitchFamily="34" charset="0"/>
              </a:rPr>
              <a:t> ,</a:t>
            </a:r>
            <a:r>
              <a:rPr lang="zh-CN" altLang="en-US" sz="2000" b="1" dirty="0">
                <a:cs typeface="Arial" panose="020B0604020202020204" pitchFamily="34" charset="0"/>
              </a:rPr>
              <a:t>求节点电压。</a:t>
            </a:r>
            <a:endParaRPr lang="en-US" altLang="zh-CN" sz="2000" b="1" dirty="0">
              <a:cs typeface="Arial" panose="020B0604020202020204" pitchFamily="34" charset="0"/>
            </a:endParaRPr>
          </a:p>
          <a:p>
            <a:pPr marL="342900" lvl="0" indent="-342900" eaLnBrk="1" hangingPunct="1">
              <a:buNone/>
            </a:pPr>
            <a:r>
              <a:rPr lang="en-US" altLang="zh-CN" sz="2000" dirty="0">
                <a:cs typeface="Arial" panose="020B0604020202020204" pitchFamily="34" charset="0"/>
              </a:rPr>
              <a:t>       </a:t>
            </a:r>
          </a:p>
          <a:p>
            <a:pPr marL="342900" lvl="0" indent="-342900" eaLnBrk="1" hangingPunct="1">
              <a:buNone/>
            </a:pPr>
            <a:endParaRPr lang="en-US" altLang="zh-CN" sz="2000" dirty="0">
              <a:cs typeface="Arial" panose="020B0604020202020204" pitchFamily="34" charset="0"/>
            </a:endParaRPr>
          </a:p>
          <a:p>
            <a:pPr marL="342900" lvl="0" indent="-342900" eaLnBrk="1" hangingPunct="1"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E1"/>
                </a:solidFill>
                <a:cs typeface="Arial" panose="020B0604020202020204" pitchFamily="34" charset="0"/>
              </a:rPr>
              <a:t>解决方案</a:t>
            </a:r>
            <a:r>
              <a:rPr lang="en-US" altLang="zh-CN" sz="2800" b="1" dirty="0">
                <a:solidFill>
                  <a:srgbClr val="0000E1"/>
                </a:solidFill>
                <a:cs typeface="Arial" panose="020B0604020202020204" pitchFamily="34" charset="0"/>
              </a:rPr>
              <a:t>:</a:t>
            </a:r>
            <a:endParaRPr lang="en-US" altLang="zh-CN" sz="2800" i="1" dirty="0">
              <a:solidFill>
                <a:srgbClr val="969696"/>
              </a:solidFill>
              <a:cs typeface="Arial" panose="020B0604020202020204" pitchFamily="34" charset="0"/>
            </a:endParaRPr>
          </a:p>
          <a:p>
            <a:pPr marL="342900" lvl="0" indent="-342900" eaLnBrk="1" hangingPunct="1">
              <a:buFont typeface="Wingdings" panose="05000000000000000000" pitchFamily="2" charset="2"/>
              <a:buChar char="n"/>
            </a:pPr>
            <a:endParaRPr lang="en-US" altLang="zh-CN" sz="2800" dirty="0">
              <a:solidFill>
                <a:srgbClr val="969696"/>
              </a:solidFill>
              <a:cs typeface="Arial" panose="020B0604020202020204" pitchFamily="34" charset="0"/>
            </a:endParaRPr>
          </a:p>
          <a:p>
            <a:pPr marL="342900" lvl="0" indent="-342900" eaLnBrk="1" hangingPunct="1">
              <a:buNone/>
            </a:pPr>
            <a:r>
              <a:rPr lang="en-US" altLang="zh-CN" dirty="0">
                <a:cs typeface="Arial" panose="020B0604020202020204" pitchFamily="34" charset="0"/>
              </a:rPr>
              <a:t>     </a:t>
            </a:r>
          </a:p>
          <a:p>
            <a:pPr marL="342900" lvl="0" indent="-342900" eaLnBrk="1" hangingPunct="1">
              <a:buNone/>
            </a:pPr>
            <a:r>
              <a:rPr lang="zh-CN" altLang="en-US" sz="2400" b="1" dirty="0">
                <a:latin typeface="宋体" panose="02010600030101010101" pitchFamily="2" charset="-122"/>
                <a:cs typeface="Arial" panose="020B0604020202020204" pitchFamily="34" charset="0"/>
              </a:rPr>
              <a:t>   ③</a:t>
            </a:r>
          </a:p>
          <a:p>
            <a:pPr marL="342900" lvl="0" indent="-342900" eaLnBrk="1" hangingPunct="1">
              <a:buNone/>
            </a:pPr>
            <a:r>
              <a:rPr lang="zh-CN" altLang="en-US" sz="2400" b="1" dirty="0">
                <a:latin typeface="宋体" panose="02010600030101010101" pitchFamily="2" charset="-122"/>
                <a:cs typeface="Arial" panose="020B0604020202020204" pitchFamily="34" charset="0"/>
              </a:rPr>
              <a:t>   ④  。。。</a:t>
            </a:r>
          </a:p>
          <a:p>
            <a:pPr marL="342900" lvl="0" indent="-342900" eaLnBrk="1" hangingPunct="1">
              <a:buNone/>
            </a:pPr>
            <a:r>
              <a:rPr lang="zh-CN" altLang="en-US" sz="2400" b="1" dirty="0">
                <a:latin typeface="宋体" panose="02010600030101010101" pitchFamily="2" charset="-122"/>
                <a:cs typeface="Arial" panose="020B0604020202020204" pitchFamily="34" charset="0"/>
              </a:rPr>
              <a:t>   ⑤  。。。</a:t>
            </a:r>
            <a:endParaRPr lang="en-US" altLang="zh-CN" b="1" baseline="-25000" dirty="0">
              <a:solidFill>
                <a:schemeClr val="bg2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eaLnBrk="1" hangingPunct="1">
              <a:buNone/>
            </a:pPr>
            <a:endParaRPr lang="en-US" altLang="zh-CN" sz="2800" b="1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graphicFrame>
        <p:nvGraphicFramePr>
          <p:cNvPr id="26628" name="Object 69"/>
          <p:cNvGraphicFramePr>
            <a:graphicFrameLocks noChangeAspect="1"/>
          </p:cNvGraphicFramePr>
          <p:nvPr/>
        </p:nvGraphicFramePr>
        <p:xfrm>
          <a:off x="1566863" y="2622550"/>
          <a:ext cx="1800225" cy="514350"/>
        </p:xfrm>
        <a:graphic>
          <a:graphicData uri="http://schemas.openxmlformats.org/presentationml/2006/ole">
            <p:oleObj spid="_x0000_s8208" r:id="rId10" imgW="800100" imgH="228600" progId="">
              <p:embed/>
            </p:oleObj>
          </a:graphicData>
        </a:graphic>
      </p:graphicFrame>
      <p:sp>
        <p:nvSpPr>
          <p:cNvPr id="26629" name="矩形 33"/>
          <p:cNvSpPr/>
          <p:nvPr/>
        </p:nvSpPr>
        <p:spPr>
          <a:xfrm>
            <a:off x="846138" y="2622550"/>
            <a:ext cx="49053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cs typeface="Arial" panose="020B0604020202020204" pitchFamily="34" charset="0"/>
              </a:rPr>
              <a:t>①</a:t>
            </a:r>
            <a:endParaRPr lang="zh-CN" altLang="en-US" sz="2400" b="1" dirty="0">
              <a:ea typeface="Arial" panose="020B0604020202020204" pitchFamily="34" charset="0"/>
            </a:endParaRPr>
          </a:p>
        </p:txBody>
      </p:sp>
      <p:graphicFrame>
        <p:nvGraphicFramePr>
          <p:cNvPr id="26630" name="Object 4"/>
          <p:cNvGraphicFramePr>
            <a:graphicFrameLocks noChangeAspect="1"/>
          </p:cNvGraphicFramePr>
          <p:nvPr/>
        </p:nvGraphicFramePr>
        <p:xfrm>
          <a:off x="1582738" y="3694113"/>
          <a:ext cx="1276350" cy="436562"/>
        </p:xfrm>
        <a:graphic>
          <a:graphicData uri="http://schemas.openxmlformats.org/presentationml/2006/ole">
            <p:oleObj spid="_x0000_s8209" r:id="rId11" imgW="647419" imgH="215806" progId="">
              <p:embed/>
            </p:oleObj>
          </a:graphicData>
        </a:graphic>
      </p:graphicFrame>
      <p:sp>
        <p:nvSpPr>
          <p:cNvPr id="26631" name="矩形 81"/>
          <p:cNvSpPr/>
          <p:nvPr/>
        </p:nvSpPr>
        <p:spPr>
          <a:xfrm>
            <a:off x="846138" y="3197225"/>
            <a:ext cx="49053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cs typeface="Arial" panose="020B0604020202020204" pitchFamily="34" charset="0"/>
              </a:rPr>
              <a:t>②</a:t>
            </a:r>
            <a:endParaRPr lang="zh-CN" altLang="en-US" sz="2400" b="1" dirty="0">
              <a:ea typeface="Arial" panose="020B0604020202020204" pitchFamily="34" charset="0"/>
            </a:endParaRPr>
          </a:p>
        </p:txBody>
      </p:sp>
      <p:cxnSp>
        <p:nvCxnSpPr>
          <p:cNvPr id="26632" name="直接箭头连接符 2"/>
          <p:cNvCxnSpPr/>
          <p:nvPr/>
        </p:nvCxnSpPr>
        <p:spPr>
          <a:xfrm flipV="1">
            <a:off x="5286375" y="2155825"/>
            <a:ext cx="0" cy="514350"/>
          </a:xfrm>
          <a:prstGeom prst="straightConnector1">
            <a:avLst/>
          </a:prstGeom>
          <a:ln w="952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6633" name="直接箭头连接符 4"/>
          <p:cNvCxnSpPr/>
          <p:nvPr/>
        </p:nvCxnSpPr>
        <p:spPr>
          <a:xfrm>
            <a:off x="5537200" y="2997200"/>
            <a:ext cx="476250" cy="0"/>
          </a:xfrm>
          <a:prstGeom prst="straightConnector1">
            <a:avLst/>
          </a:prstGeom>
          <a:ln w="1587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6634" name="直接箭头连接符 6"/>
          <p:cNvCxnSpPr/>
          <p:nvPr/>
        </p:nvCxnSpPr>
        <p:spPr>
          <a:xfrm>
            <a:off x="5291138" y="3211513"/>
            <a:ext cx="0" cy="542925"/>
          </a:xfrm>
          <a:prstGeom prst="straightConnector1">
            <a:avLst/>
          </a:prstGeom>
          <a:ln w="952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6635" name="直接箭头连接符 9"/>
          <p:cNvCxnSpPr/>
          <p:nvPr/>
        </p:nvCxnSpPr>
        <p:spPr>
          <a:xfrm>
            <a:off x="7473950" y="3187700"/>
            <a:ext cx="611188" cy="0"/>
          </a:xfrm>
          <a:prstGeom prst="straightConnector1">
            <a:avLst/>
          </a:prstGeom>
          <a:ln w="952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6636" name="直接箭头连接符 11"/>
          <p:cNvCxnSpPr>
            <a:stCxn id="26671" idx="3"/>
          </p:cNvCxnSpPr>
          <p:nvPr/>
        </p:nvCxnSpPr>
        <p:spPr>
          <a:xfrm>
            <a:off x="7473950" y="3754438"/>
            <a:ext cx="0" cy="622300"/>
          </a:xfrm>
          <a:prstGeom prst="straightConnector1">
            <a:avLst/>
          </a:prstGeom>
          <a:ln w="952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26637" name="文本框 12"/>
          <p:cNvSpPr txBox="1"/>
          <p:nvPr/>
        </p:nvSpPr>
        <p:spPr>
          <a:xfrm>
            <a:off x="5006975" y="2217738"/>
            <a:ext cx="339725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000" baseline="-25000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6638" name="文本框 42"/>
          <p:cNvSpPr txBox="1"/>
          <p:nvPr/>
        </p:nvSpPr>
        <p:spPr>
          <a:xfrm>
            <a:off x="5605463" y="2616200"/>
            <a:ext cx="339725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000" b="1" baseline="-25000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6639" name="文本框 43"/>
          <p:cNvSpPr txBox="1"/>
          <p:nvPr/>
        </p:nvSpPr>
        <p:spPr>
          <a:xfrm>
            <a:off x="5033963" y="3198813"/>
            <a:ext cx="339725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000" baseline="-25000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6640" name="文本框 44"/>
          <p:cNvSpPr txBox="1"/>
          <p:nvPr/>
        </p:nvSpPr>
        <p:spPr>
          <a:xfrm>
            <a:off x="7673975" y="3097213"/>
            <a:ext cx="339725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2000" baseline="-25000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6641" name="文本框 45"/>
          <p:cNvSpPr txBox="1"/>
          <p:nvPr/>
        </p:nvSpPr>
        <p:spPr>
          <a:xfrm>
            <a:off x="7469188" y="3857625"/>
            <a:ext cx="339725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2000" baseline="-25000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26642" name="直接连接符 14"/>
          <p:cNvCxnSpPr/>
          <p:nvPr/>
        </p:nvCxnSpPr>
        <p:spPr>
          <a:xfrm>
            <a:off x="2466975" y="3092450"/>
            <a:ext cx="392113" cy="0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6643" name="文本框 53"/>
          <p:cNvSpPr txBox="1"/>
          <p:nvPr/>
        </p:nvSpPr>
        <p:spPr>
          <a:xfrm>
            <a:off x="3762375" y="5048250"/>
            <a:ext cx="5299075" cy="12303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注意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:</a:t>
            </a: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  1</a:t>
            </a: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，</a:t>
            </a:r>
            <a:r>
              <a:rPr lang="en-US" altLang="zh-CN" sz="1800" b="1" dirty="0">
                <a:solidFill>
                  <a:schemeClr val="bg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10Ω</a:t>
            </a:r>
            <a:r>
              <a:rPr lang="en-US" altLang="zh-CN" sz="1800" b="1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zh-CN" altLang="en-US" sz="1800" b="1" dirty="0">
                <a:latin typeface="Times New Roman" panose="02020603050405020304" pitchFamily="18" charset="0"/>
                <a:cs typeface="Arial" panose="020B0604020202020204" pitchFamily="34" charset="0"/>
              </a:rPr>
              <a:t>电阻并联</a:t>
            </a:r>
            <a:r>
              <a:rPr lang="en-US" altLang="zh-CN" sz="1800" b="1" dirty="0">
                <a:solidFill>
                  <a:schemeClr val="bg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2V</a:t>
            </a:r>
            <a:r>
              <a:rPr lang="en-US" altLang="zh-CN" sz="1800" b="1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zh-CN" altLang="en-US" sz="1800" b="1" dirty="0">
                <a:latin typeface="Times New Roman" panose="02020603050405020304" pitchFamily="18" charset="0"/>
                <a:cs typeface="Arial" panose="020B0604020202020204" pitchFamily="34" charset="0"/>
              </a:rPr>
              <a:t>电源，原电路可化简为</a:t>
            </a:r>
            <a:r>
              <a:rPr lang="en-US" altLang="zh-CN" sz="1800" b="1" dirty="0">
                <a:latin typeface="Times New Roman" panose="02020603050405020304" pitchFamily="18" charset="0"/>
                <a:cs typeface="Arial" panose="020B0604020202020204" pitchFamily="34" charset="0"/>
              </a:rPr>
              <a:t>....</a:t>
            </a:r>
            <a:r>
              <a:rPr lang="zh-CN" altLang="en-US" sz="1800" b="1" dirty="0">
                <a:latin typeface="Times New Roman" panose="02020603050405020304" pitchFamily="18" charset="0"/>
                <a:cs typeface="Arial" panose="020B0604020202020204" pitchFamily="34" charset="0"/>
              </a:rPr>
              <a:t>，前提是不影响外所求电路参数（即外电路等效）。</a:t>
            </a:r>
            <a:endParaRPr lang="en-US" altLang="zh-CN" sz="1800" b="1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  2</a:t>
            </a: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，</a:t>
            </a:r>
            <a:r>
              <a:rPr lang="en-US" altLang="zh-CN" sz="1800" b="1" dirty="0">
                <a:solidFill>
                  <a:schemeClr val="bg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2V</a:t>
            </a:r>
            <a:r>
              <a:rPr lang="en-US" altLang="zh-CN" sz="1800" b="1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zh-CN" altLang="en-US" sz="1800" b="1" dirty="0">
                <a:latin typeface="Times New Roman" panose="02020603050405020304" pitchFamily="18" charset="0"/>
                <a:cs typeface="Arial" panose="020B0604020202020204" pitchFamily="34" charset="0"/>
              </a:rPr>
              <a:t>电压源上的电流</a:t>
            </a:r>
            <a:r>
              <a:rPr lang="en-US" altLang="zh-CN" sz="1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8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800" b="1" dirty="0">
                <a:latin typeface="Times New Roman" panose="02020603050405020304" pitchFamily="18" charset="0"/>
                <a:cs typeface="Arial" panose="020B0604020202020204" pitchFamily="34" charset="0"/>
              </a:rPr>
              <a:t>。。。</a:t>
            </a:r>
            <a:endParaRPr lang="zh-CN" altLang="en-US" sz="1800" b="1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cxnSp>
        <p:nvCxnSpPr>
          <p:cNvPr id="26644" name="直接连接符 21"/>
          <p:cNvCxnSpPr/>
          <p:nvPr/>
        </p:nvCxnSpPr>
        <p:spPr>
          <a:xfrm>
            <a:off x="7354888" y="4591050"/>
            <a:ext cx="0" cy="27146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6645" name="直接连接符 23"/>
          <p:cNvCxnSpPr/>
          <p:nvPr/>
        </p:nvCxnSpPr>
        <p:spPr>
          <a:xfrm>
            <a:off x="7221538" y="4862513"/>
            <a:ext cx="2667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6646" name="文本框 63"/>
          <p:cNvSpPr txBox="1"/>
          <p:nvPr/>
        </p:nvSpPr>
        <p:spPr>
          <a:xfrm>
            <a:off x="6946900" y="4445000"/>
            <a:ext cx="350838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lang="zh-CN" altLang="en-US" sz="1800" b="1" i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26647" name="Object 69"/>
          <p:cNvGraphicFramePr>
            <a:graphicFrameLocks noChangeAspect="1"/>
          </p:cNvGraphicFramePr>
          <p:nvPr/>
        </p:nvGraphicFramePr>
        <p:xfrm>
          <a:off x="1538288" y="3182938"/>
          <a:ext cx="1857375" cy="514350"/>
        </p:xfrm>
        <a:graphic>
          <a:graphicData uri="http://schemas.openxmlformats.org/presentationml/2006/ole">
            <p:oleObj spid="_x0000_s8210" r:id="rId12" imgW="825500" imgH="228600" progId="">
              <p:embed/>
            </p:oleObj>
          </a:graphicData>
        </a:graphic>
      </p:graphicFrame>
      <p:sp>
        <p:nvSpPr>
          <p:cNvPr id="26648" name="矩形 1"/>
          <p:cNvSpPr/>
          <p:nvPr/>
        </p:nvSpPr>
        <p:spPr>
          <a:xfrm>
            <a:off x="881063" y="4913313"/>
            <a:ext cx="50482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  <a:cs typeface="Arial" panose="020B0604020202020204" pitchFamily="34" charset="0"/>
              </a:rPr>
              <a:t>⑥</a:t>
            </a:r>
            <a:endParaRPr lang="zh-CN" altLang="en-US" sz="2400" baseline="-25000" dirty="0"/>
          </a:p>
        </p:txBody>
      </p:sp>
      <p:sp>
        <p:nvSpPr>
          <p:cNvPr id="26649" name="矩形 2"/>
          <p:cNvSpPr/>
          <p:nvPr/>
        </p:nvSpPr>
        <p:spPr>
          <a:xfrm>
            <a:off x="1495425" y="4943475"/>
            <a:ext cx="958850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宋体" panose="02010600030101010101" pitchFamily="2" charset="-122"/>
                <a:cs typeface="Arial" panose="020B0604020202020204" pitchFamily="34" charset="0"/>
              </a:rPr>
              <a:t>。。。</a:t>
            </a:r>
            <a:endParaRPr lang="zh-CN" altLang="en-US" sz="2000" baseline="-25000" dirty="0"/>
          </a:p>
        </p:txBody>
      </p:sp>
      <p:sp>
        <p:nvSpPr>
          <p:cNvPr id="26650" name="矩形 1"/>
          <p:cNvSpPr/>
          <p:nvPr/>
        </p:nvSpPr>
        <p:spPr>
          <a:xfrm>
            <a:off x="881063" y="5375275"/>
            <a:ext cx="504825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  <a:cs typeface="Arial" panose="020B0604020202020204" pitchFamily="34" charset="0"/>
              </a:rPr>
              <a:t>⑦</a:t>
            </a:r>
            <a:endParaRPr lang="zh-CN" altLang="en-US" sz="2400" baseline="-25000" dirty="0"/>
          </a:p>
        </p:txBody>
      </p:sp>
      <p:sp>
        <p:nvSpPr>
          <p:cNvPr id="26651" name="矩形 2"/>
          <p:cNvSpPr/>
          <p:nvPr/>
        </p:nvSpPr>
        <p:spPr>
          <a:xfrm>
            <a:off x="1495425" y="5386388"/>
            <a:ext cx="958850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宋体" panose="02010600030101010101" pitchFamily="2" charset="-122"/>
                <a:cs typeface="Arial" panose="020B0604020202020204" pitchFamily="34" charset="0"/>
              </a:rPr>
              <a:t>。。。</a:t>
            </a:r>
            <a:endParaRPr lang="zh-CN" altLang="en-US" sz="2000" baseline="-25000" dirty="0"/>
          </a:p>
        </p:txBody>
      </p:sp>
      <p:sp>
        <p:nvSpPr>
          <p:cNvPr id="26652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baseline="0" dirty="0">
                <a:latin typeface="Arial Black" panose="020B0A04020102020204" pitchFamily="34" charset="0"/>
                <a:cs typeface="Arial" panose="020B0604020202020204" pitchFamily="34" charset="0"/>
              </a:rPr>
              <a:pPr lvl="0" algn="r" eaLnBrk="1" hangingPunct="1">
                <a:buNone/>
              </a:pPr>
              <a:t>19</a:t>
            </a:fld>
            <a:endParaRPr lang="en-US" altLang="zh-CN" sz="1200" baseline="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565525" y="3168650"/>
            <a:ext cx="810260" cy="3708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800">
                <a:solidFill>
                  <a:srgbClr val="FF0000"/>
                </a:solidFill>
              </a:rPr>
              <a:t>i5  ?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2"/>
          <p:cNvPicPr>
            <a:picLocks noGrp="1" noChangeAspect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539115" y="620395"/>
            <a:ext cx="7797165" cy="59817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9655" y="1628775"/>
            <a:ext cx="3543300" cy="17449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22910" y="1492885"/>
            <a:ext cx="4149090" cy="1691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解：</a:t>
            </a:r>
          </a:p>
          <a:p>
            <a:r>
              <a:rPr lang="en-US" altLang="zh-CN" sz="3200" dirty="0"/>
              <a:t>    </a:t>
            </a:r>
          </a:p>
          <a:p>
            <a:r>
              <a:rPr lang="en-US" altLang="zh-CN" sz="3200" dirty="0"/>
              <a:t>    2i -V=6</a:t>
            </a:r>
          </a:p>
          <a:p>
            <a:endParaRPr lang="en-US" altLang="zh-CN" sz="3200" dirty="0"/>
          </a:p>
          <a:p>
            <a:r>
              <a:rPr lang="en-US" altLang="zh-CN" sz="3200" dirty="0"/>
              <a:t>    (14-V)/4=V/3+i+2i/6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160" y="4869180"/>
            <a:ext cx="4619625" cy="6515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19"/>
          <p:cNvSpPr txBox="1"/>
          <p:nvPr/>
        </p:nvSpPr>
        <p:spPr>
          <a:xfrm>
            <a:off x="250825" y="5013325"/>
            <a:ext cx="18415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1800" dirty="0">
              <a:ea typeface="Arial" panose="020B0604020202020204" pitchFamily="34" charset="0"/>
            </a:endParaRPr>
          </a:p>
        </p:txBody>
      </p:sp>
      <p:sp>
        <p:nvSpPr>
          <p:cNvPr id="28675" name="Text Box 220"/>
          <p:cNvSpPr txBox="1"/>
          <p:nvPr/>
        </p:nvSpPr>
        <p:spPr>
          <a:xfrm>
            <a:off x="3919538" y="5876925"/>
            <a:ext cx="2663825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dirty="0">
                <a:cs typeface="Arial" panose="020B0604020202020204" pitchFamily="34" charset="0"/>
              </a:rPr>
              <a:t>图</a:t>
            </a:r>
            <a:r>
              <a:rPr lang="en-US" altLang="zh-CN" sz="1800" dirty="0">
                <a:cs typeface="Arial" panose="020B0604020202020204" pitchFamily="34" charset="0"/>
              </a:rPr>
              <a:t> 3.7</a:t>
            </a:r>
            <a:r>
              <a:rPr lang="zh-CN" altLang="en-US" sz="1800" dirty="0">
                <a:cs typeface="Arial" panose="020B0604020202020204" pitchFamily="34" charset="0"/>
              </a:rPr>
              <a:t>（</a:t>
            </a:r>
            <a:r>
              <a:rPr lang="zh-CN" altLang="en-US" sz="1800" dirty="0">
                <a:solidFill>
                  <a:srgbClr val="FF0000"/>
                </a:solidFill>
                <a:cs typeface="Arial" panose="020B0604020202020204" pitchFamily="34" charset="0"/>
              </a:rPr>
              <a:t>堂练</a:t>
            </a:r>
            <a:r>
              <a:rPr lang="zh-CN" altLang="en-US" sz="1800" dirty="0">
                <a:cs typeface="Arial" panose="020B0604020202020204" pitchFamily="34" charset="0"/>
              </a:rPr>
              <a:t>）</a:t>
            </a:r>
            <a:endParaRPr lang="zh-CN" altLang="en-US" sz="1800" dirty="0">
              <a:ea typeface="Arial" panose="020B0604020202020204" pitchFamily="34" charset="0"/>
            </a:endParaRPr>
          </a:p>
        </p:txBody>
      </p:sp>
      <p:sp>
        <p:nvSpPr>
          <p:cNvPr id="28676" name="Text Box 221"/>
          <p:cNvSpPr txBox="1"/>
          <p:nvPr/>
        </p:nvSpPr>
        <p:spPr>
          <a:xfrm>
            <a:off x="323850" y="836613"/>
            <a:ext cx="760413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ea typeface="Arial" panose="020B0604020202020204" pitchFamily="34" charset="0"/>
            </a:endParaRPr>
          </a:p>
        </p:txBody>
      </p:sp>
      <p:sp>
        <p:nvSpPr>
          <p:cNvPr id="28677" name="Text Box 222"/>
          <p:cNvSpPr txBox="1"/>
          <p:nvPr/>
        </p:nvSpPr>
        <p:spPr>
          <a:xfrm>
            <a:off x="-323850" y="1412875"/>
            <a:ext cx="165735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1800" dirty="0">
              <a:ea typeface="Arial" panose="020B0604020202020204" pitchFamily="34" charset="0"/>
            </a:endParaRPr>
          </a:p>
        </p:txBody>
      </p:sp>
      <p:pic>
        <p:nvPicPr>
          <p:cNvPr id="28678" name="Picture 227"/>
          <p:cNvPicPr>
            <a:picLocks noChangeAspect="1"/>
          </p:cNvPicPr>
          <p:nvPr/>
        </p:nvPicPr>
        <p:blipFill>
          <a:blip r:embed="rId3"/>
          <a:srcRect r="10220"/>
          <a:stretch>
            <a:fillRect/>
          </a:stretch>
        </p:blipFill>
        <p:spPr>
          <a:xfrm>
            <a:off x="4572000" y="1484630"/>
            <a:ext cx="4172585" cy="34994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679" name="矩形 1"/>
          <p:cNvSpPr/>
          <p:nvPr/>
        </p:nvSpPr>
        <p:spPr>
          <a:xfrm>
            <a:off x="5251450" y="3068638"/>
            <a:ext cx="398463" cy="3079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 dirty="0">
                <a:cs typeface="Arial" panose="020B0604020202020204" pitchFamily="34" charset="0"/>
              </a:rPr>
              <a:t>+ -</a:t>
            </a:r>
            <a:endParaRPr lang="zh-CN" altLang="en-US" sz="1400" b="1" dirty="0">
              <a:ea typeface="Arial" panose="020B0604020202020204" pitchFamily="34" charset="0"/>
            </a:endParaRPr>
          </a:p>
        </p:txBody>
      </p:sp>
      <p:sp>
        <p:nvSpPr>
          <p:cNvPr id="28680" name="矩形 1"/>
          <p:cNvSpPr/>
          <p:nvPr/>
        </p:nvSpPr>
        <p:spPr>
          <a:xfrm>
            <a:off x="899478" y="620395"/>
            <a:ext cx="5829300" cy="4238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例题：</a:t>
            </a:r>
            <a:r>
              <a:rPr lang="zh-CN" altLang="en-US" sz="2400" b="1" dirty="0">
                <a:latin typeface="Times New Roman" panose="02020603050405020304" pitchFamily="18" charset="0"/>
              </a:rPr>
              <a:t>求图</a:t>
            </a:r>
            <a:r>
              <a:rPr lang="en-US" altLang="zh-CN" sz="2400" b="1" dirty="0">
                <a:latin typeface="Times New Roman" panose="02020603050405020304" pitchFamily="18" charset="0"/>
              </a:rPr>
              <a:t>3.7</a:t>
            </a:r>
            <a:r>
              <a:rPr lang="zh-CN" altLang="en-US" sz="2400" b="1" dirty="0">
                <a:latin typeface="Times New Roman" panose="02020603050405020304" pitchFamily="18" charset="0"/>
              </a:rPr>
              <a:t>中各节点的电压？</a:t>
            </a:r>
            <a:r>
              <a:rPr lang="zh-CN" altLang="en-US" sz="2400" b="1" dirty="0">
                <a:solidFill>
                  <a:srgbClr val="969696"/>
                </a:solidFill>
                <a:latin typeface="Times New Roman" panose="02020603050405020304" pitchFamily="18" charset="0"/>
              </a:rPr>
              <a:t>（堂练）</a:t>
            </a:r>
            <a:endParaRPr lang="en-US" altLang="zh-CN" sz="2400" b="1" dirty="0">
              <a:solidFill>
                <a:srgbClr val="969696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81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baseline="0" dirty="0">
                <a:latin typeface="Arial Black" panose="020B0A04020102020204" pitchFamily="34" charset="0"/>
                <a:cs typeface="Arial" panose="020B0604020202020204" pitchFamily="34" charset="0"/>
              </a:rPr>
              <a:pPr lvl="0" algn="r" eaLnBrk="1" hangingPunct="1">
                <a:buNone/>
              </a:pPr>
              <a:t>21</a:t>
            </a:fld>
            <a:endParaRPr lang="en-US" altLang="zh-CN" sz="1200" baseline="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0225" y="1392555"/>
            <a:ext cx="3825875" cy="1489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解：</a:t>
            </a:r>
            <a:r>
              <a:rPr lang="en-US" altLang="zh-CN" sz="2800" dirty="0"/>
              <a:t>i1+i4=i2+i3</a:t>
            </a:r>
          </a:p>
          <a:p>
            <a:endParaRPr lang="en-US" altLang="zh-CN" sz="2800" dirty="0"/>
          </a:p>
          <a:p>
            <a:r>
              <a:rPr lang="en-US" altLang="zh-CN" sz="2800" dirty="0"/>
              <a:t>(10-V2)/2+(10-V3)/4=V2/8+V3/6</a:t>
            </a:r>
          </a:p>
          <a:p>
            <a:endParaRPr lang="en-US" altLang="zh-CN" sz="2800" dirty="0"/>
          </a:p>
          <a:p>
            <a:r>
              <a:rPr lang="en-US" altLang="zh-CN" sz="2800" dirty="0"/>
              <a:t>V2-V3=5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/>
          </p:cNvSpPr>
          <p:nvPr>
            <p:ph type="title"/>
          </p:nvPr>
        </p:nvSpPr>
        <p:spPr>
          <a:xfrm>
            <a:off x="366713" y="115888"/>
            <a:ext cx="8229600" cy="2395537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200" b="1" dirty="0">
                <a:solidFill>
                  <a:srgbClr val="0000E1"/>
                </a:solidFill>
              </a:rPr>
              <a:t>解决方案</a:t>
            </a:r>
            <a:r>
              <a:rPr lang="en-US" altLang="zh-CN" sz="3200" b="1" dirty="0">
                <a:solidFill>
                  <a:srgbClr val="0000E1"/>
                </a:solidFill>
              </a:rPr>
              <a:t>:</a:t>
            </a:r>
            <a:r>
              <a:rPr lang="en-US" altLang="zh-CN" b="1" dirty="0"/>
              <a:t> </a:t>
            </a:r>
            <a:r>
              <a:rPr lang="en-US" altLang="zh-CN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原来的方案）</a:t>
            </a:r>
            <a:r>
              <a:rPr lang="en-US" altLang="zh-CN" b="1" dirty="0"/>
              <a:t/>
            </a:r>
            <a:br>
              <a:rPr lang="en-US" altLang="zh-CN" b="1" dirty="0"/>
            </a:br>
            <a:r>
              <a:rPr lang="en-US" altLang="zh-CN" b="1" dirty="0"/>
              <a:t>……</a:t>
            </a:r>
          </a:p>
        </p:txBody>
      </p:sp>
      <p:pic>
        <p:nvPicPr>
          <p:cNvPr id="30723" name="Picture 2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488" y="476250"/>
            <a:ext cx="4481512" cy="3373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24" name="文本框 1"/>
          <p:cNvSpPr txBox="1"/>
          <p:nvPr/>
        </p:nvSpPr>
        <p:spPr>
          <a:xfrm>
            <a:off x="7308850" y="1501775"/>
            <a:ext cx="396875" cy="3063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 dirty="0">
                <a:cs typeface="Arial" panose="020B0604020202020204" pitchFamily="34" charset="0"/>
              </a:rPr>
              <a:t>+ -</a:t>
            </a:r>
            <a:endParaRPr lang="zh-CN" altLang="en-US" sz="1400" b="1" dirty="0">
              <a:ea typeface="Arial" panose="020B0604020202020204" pitchFamily="34" charset="0"/>
            </a:endParaRPr>
          </a:p>
        </p:txBody>
      </p:sp>
      <p:sp>
        <p:nvSpPr>
          <p:cNvPr id="30725" name="TextBox 1"/>
          <p:cNvSpPr txBox="1"/>
          <p:nvPr/>
        </p:nvSpPr>
        <p:spPr>
          <a:xfrm>
            <a:off x="468313" y="2060575"/>
            <a:ext cx="3775075" cy="16303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cs typeface="Arial" panose="020B0604020202020204" pitchFamily="34" charset="0"/>
              </a:rPr>
              <a:t>假设电压源电流 </a:t>
            </a:r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000" b="1" dirty="0">
                <a:cs typeface="Arial" panose="020B0604020202020204" pitchFamily="34" charset="0"/>
              </a:rPr>
              <a:t>;</a:t>
            </a:r>
            <a:endParaRPr lang="en-US" altLang="zh-CN" sz="2000" b="1" baseline="-25000" dirty="0">
              <a:cs typeface="Arial" panose="020B060402020202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cs typeface="Arial" panose="020B0604020202020204" pitchFamily="34" charset="0"/>
              </a:rPr>
              <a:t>然后根据电压源特性增补方程：</a:t>
            </a:r>
            <a:endParaRPr lang="en-US" altLang="zh-CN" sz="2000" b="1" dirty="0">
              <a:cs typeface="Arial" panose="020B060402020202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000" b="1" dirty="0">
                <a:cs typeface="Arial" panose="020B0604020202020204" pitchFamily="34" charset="0"/>
              </a:rPr>
              <a:t>- 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5</a:t>
            </a:r>
            <a:r>
              <a:rPr lang="en-US" altLang="zh-CN" sz="2000" b="1" dirty="0">
                <a:cs typeface="Arial" panose="020B0604020202020204" pitchFamily="34" charset="0"/>
              </a:rPr>
              <a:t> 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dirty="0">
              <a:cs typeface="Arial" panose="020B060402020202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dirty="0">
              <a:ea typeface="Arial" panose="020B0604020202020204" pitchFamily="34" charset="0"/>
            </a:endParaRPr>
          </a:p>
        </p:txBody>
      </p:sp>
      <p:sp>
        <p:nvSpPr>
          <p:cNvPr id="30726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baseline="0" dirty="0">
                <a:latin typeface="Arial Black" panose="020B0A04020102020204" pitchFamily="34" charset="0"/>
                <a:cs typeface="Arial" panose="020B0604020202020204" pitchFamily="34" charset="0"/>
              </a:rPr>
              <a:pPr lvl="0" algn="r" eaLnBrk="1" hangingPunct="1">
                <a:buNone/>
              </a:pPr>
              <a:t>22</a:t>
            </a:fld>
            <a:endParaRPr lang="en-US" altLang="zh-CN" sz="1200" baseline="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80340" y="404495"/>
            <a:ext cx="5420360" cy="5340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rcRect l="3146" r="4233"/>
          <a:stretch>
            <a:fillRect/>
          </a:stretch>
        </p:blipFill>
        <p:spPr>
          <a:xfrm>
            <a:off x="4283710" y="836295"/>
            <a:ext cx="4591050" cy="29781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22885" y="980440"/>
            <a:ext cx="3704590" cy="4527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解：</a:t>
            </a:r>
            <a:r>
              <a:rPr lang="en-US" altLang="zh-CN" sz="2400" dirty="0"/>
              <a:t>V1/2+(V1-V4)/3+(V2-V3)/6=10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   (V2-V3)/6+(V1-V4)/3=V3/4+V4/1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  V1-V2=20  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  V3-V4=3(V1-V4)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   -20+(V1-V4)_3(V1-V4)+(V3-V2)=0</a:t>
            </a:r>
          </a:p>
          <a:p>
            <a:endParaRPr lang="zh-CN" altLang="en-US" sz="2400" dirty="0"/>
          </a:p>
          <a:p>
            <a:r>
              <a:rPr lang="zh-CN" altLang="en-US" sz="2400" dirty="0"/>
              <a:t>求解上面</a:t>
            </a:r>
            <a:r>
              <a:rPr lang="en-US" altLang="zh-CN" sz="2400" dirty="0"/>
              <a:t>5</a:t>
            </a:r>
            <a:r>
              <a:rPr lang="zh-CN" altLang="en-US" sz="2400" dirty="0"/>
              <a:t>个方程中的</a:t>
            </a:r>
            <a:r>
              <a:rPr lang="en-US" altLang="zh-CN" sz="2400" dirty="0"/>
              <a:t>4</a:t>
            </a:r>
            <a:r>
              <a:rPr lang="zh-CN" altLang="en-US" sz="2400" dirty="0"/>
              <a:t>个即可。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  </a:t>
            </a:r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885" y="3500755"/>
            <a:ext cx="8580120" cy="33375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50" y="620395"/>
            <a:ext cx="7338695" cy="43751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45795" y="1337945"/>
            <a:ext cx="4286250" cy="1640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解：</a:t>
            </a:r>
          </a:p>
          <a:p>
            <a:endParaRPr lang="en-US" altLang="zh-CN" sz="2800">
              <a:sym typeface="+mn-ea"/>
            </a:endParaRPr>
          </a:p>
          <a:p>
            <a:r>
              <a:rPr lang="zh-CN" altLang="en-US" sz="2800"/>
              <a:t>上课讨论。。。。</a:t>
            </a:r>
            <a:endParaRPr lang="en-US" altLang="zh-CN" sz="2800"/>
          </a:p>
          <a:p>
            <a:endParaRPr lang="en-US" altLang="zh-CN" sz="2800"/>
          </a:p>
          <a:p>
            <a:endParaRPr lang="en-US" altLang="zh-CN" sz="2800" baseline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4572000" y="1340485"/>
          <a:ext cx="4154805" cy="3328670"/>
        </p:xfrm>
        <a:graphic>
          <a:graphicData uri="http://schemas.openxmlformats.org/presentationml/2006/ole">
            <p:oleObj spid="_x0000_s9219" r:id="rId4" imgW="4168501" imgH="3909399" progId="PBrush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rcRect t="4763" r="4212" b="12958"/>
          <a:stretch>
            <a:fillRect/>
          </a:stretch>
        </p:blipFill>
        <p:spPr>
          <a:xfrm rot="5400000">
            <a:off x="1955800" y="-365125"/>
            <a:ext cx="5367020" cy="89211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rcRect b="14313"/>
          <a:stretch>
            <a:fillRect/>
          </a:stretch>
        </p:blipFill>
        <p:spPr>
          <a:xfrm>
            <a:off x="6660515" y="-243205"/>
            <a:ext cx="2781300" cy="226568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5560" y="332105"/>
            <a:ext cx="6461125" cy="13709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r>
              <a:rPr lang="zh-CN" altLang="en-US" sz="3200">
                <a:solidFill>
                  <a:srgbClr val="FF0000"/>
                </a:solidFill>
              </a:rPr>
              <a:t>把两个电压源和6Ω电阻看成超节点，得到第一个式子</a:t>
            </a:r>
          </a:p>
          <a:p>
            <a:endParaRPr lang="zh-CN" altLang="en-US" sz="3200">
              <a:solidFill>
                <a:srgbClr val="FF0000"/>
              </a:solidFill>
            </a:endParaRPr>
          </a:p>
          <a:p>
            <a:r>
              <a:rPr lang="zh-CN" altLang="en-US" sz="3200">
                <a:solidFill>
                  <a:srgbClr val="FF0000"/>
                </a:solidFill>
              </a:rPr>
              <a:t>用克莱姆法则求解。</a:t>
            </a:r>
          </a:p>
          <a:p>
            <a:endParaRPr lang="zh-CN" altLang="en-US" sz="32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Oval 21"/>
          <p:cNvSpPr/>
          <p:nvPr/>
        </p:nvSpPr>
        <p:spPr>
          <a:xfrm>
            <a:off x="4356100" y="2708275"/>
            <a:ext cx="2627313" cy="863600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aseline="-25000" dirty="0">
              <a:ea typeface="Arial" panose="020B0604020202020204" pitchFamily="34" charset="0"/>
            </a:endParaRPr>
          </a:p>
        </p:txBody>
      </p:sp>
      <p:sp>
        <p:nvSpPr>
          <p:cNvPr id="31747" name="Oval 20"/>
          <p:cNvSpPr/>
          <p:nvPr/>
        </p:nvSpPr>
        <p:spPr>
          <a:xfrm>
            <a:off x="0" y="2708275"/>
            <a:ext cx="2627313" cy="863600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aseline="-25000" dirty="0">
              <a:ea typeface="Arial" panose="020B0604020202020204" pitchFamily="34" charset="0"/>
            </a:endParaRPr>
          </a:p>
        </p:txBody>
      </p:sp>
      <p:sp>
        <p:nvSpPr>
          <p:cNvPr id="31748" name="Text Box 4"/>
          <p:cNvSpPr txBox="1"/>
          <p:nvPr/>
        </p:nvSpPr>
        <p:spPr>
          <a:xfrm>
            <a:off x="468313" y="692150"/>
            <a:ext cx="6048375" cy="854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FF0000"/>
                </a:solidFill>
                <a:cs typeface="Arial" panose="020B0604020202020204" pitchFamily="34" charset="0"/>
              </a:rPr>
              <a:t>举例</a:t>
            </a:r>
            <a:r>
              <a:rPr lang="en-US" altLang="zh-CN" sz="2000" b="1" dirty="0">
                <a:solidFill>
                  <a:srgbClr val="FF0000"/>
                </a:solidFill>
                <a:cs typeface="Arial" panose="020B0604020202020204" pitchFamily="34" charset="0"/>
              </a:rPr>
              <a:t> 3.4</a:t>
            </a:r>
            <a:r>
              <a:rPr lang="zh-CN" altLang="en-US" sz="2000" b="1" dirty="0">
                <a:solidFill>
                  <a:srgbClr val="FF0000"/>
                </a:solidFill>
                <a:cs typeface="Arial" panose="020B0604020202020204" pitchFamily="34" charset="0"/>
              </a:rPr>
              <a:t>（堂练）</a:t>
            </a:r>
            <a:endParaRPr lang="en-US" altLang="zh-CN" sz="2000" b="1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Times New Roman" panose="02020603050405020304" pitchFamily="18" charset="0"/>
                <a:cs typeface="Arial" panose="020B0604020202020204" pitchFamily="34" charset="0"/>
              </a:rPr>
              <a:t>如图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3.12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，</a:t>
            </a:r>
            <a:r>
              <a:rPr lang="zh-CN" altLang="en-US" sz="2000" b="1" dirty="0">
                <a:latin typeface="Times New Roman" panose="02020603050405020304" pitchFamily="18" charset="0"/>
                <a:cs typeface="Arial" panose="020B0604020202020204" pitchFamily="34" charset="0"/>
              </a:rPr>
              <a:t>求节点电压</a:t>
            </a:r>
            <a:endParaRPr lang="en-US" altLang="zh-CN" sz="2000" b="1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sp>
        <p:nvSpPr>
          <p:cNvPr id="31749" name="Line 5"/>
          <p:cNvSpPr/>
          <p:nvPr/>
        </p:nvSpPr>
        <p:spPr>
          <a:xfrm>
            <a:off x="684213" y="1989138"/>
            <a:ext cx="590391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50" name="Line 6"/>
          <p:cNvSpPr/>
          <p:nvPr/>
        </p:nvSpPr>
        <p:spPr>
          <a:xfrm>
            <a:off x="684213" y="1989138"/>
            <a:ext cx="0" cy="25923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51" name="Line 7"/>
          <p:cNvSpPr/>
          <p:nvPr/>
        </p:nvSpPr>
        <p:spPr>
          <a:xfrm>
            <a:off x="6588125" y="1989138"/>
            <a:ext cx="0" cy="25717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52" name="Line 8"/>
          <p:cNvSpPr/>
          <p:nvPr/>
        </p:nvSpPr>
        <p:spPr>
          <a:xfrm>
            <a:off x="684213" y="3141663"/>
            <a:ext cx="590391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53" name="Line 9"/>
          <p:cNvSpPr/>
          <p:nvPr/>
        </p:nvSpPr>
        <p:spPr>
          <a:xfrm>
            <a:off x="684213" y="4581525"/>
            <a:ext cx="590391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54" name="Line 10"/>
          <p:cNvSpPr/>
          <p:nvPr/>
        </p:nvSpPr>
        <p:spPr>
          <a:xfrm>
            <a:off x="2339975" y="3141663"/>
            <a:ext cx="0" cy="14398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55" name="Line 11"/>
          <p:cNvSpPr/>
          <p:nvPr/>
        </p:nvSpPr>
        <p:spPr>
          <a:xfrm>
            <a:off x="4716463" y="3141663"/>
            <a:ext cx="0" cy="14398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31756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675" y="1824038"/>
            <a:ext cx="863600" cy="3492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57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263" y="2781300"/>
            <a:ext cx="692150" cy="7191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58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450" y="2852738"/>
            <a:ext cx="620713" cy="6032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59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2863" y="3500438"/>
            <a:ext cx="342900" cy="8477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60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2313" y="3500438"/>
            <a:ext cx="346075" cy="8556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61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1050" y="3573463"/>
            <a:ext cx="550863" cy="6254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62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700" y="3500438"/>
            <a:ext cx="317500" cy="787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63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87675" y="2957513"/>
            <a:ext cx="855663" cy="3460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764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baseline="0" dirty="0">
                <a:latin typeface="Arial Black" panose="020B0A04020102020204" pitchFamily="34" charset="0"/>
                <a:cs typeface="Arial" panose="020B0604020202020204" pitchFamily="34" charset="0"/>
              </a:rPr>
              <a:pPr lvl="0" algn="r" eaLnBrk="1" hangingPunct="1">
                <a:buNone/>
              </a:pPr>
              <a:t>26</a:t>
            </a:fld>
            <a:endParaRPr lang="en-US" altLang="zh-CN" sz="1200" baseline="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/>
          <p:nvPr/>
        </p:nvSpPr>
        <p:spPr>
          <a:xfrm>
            <a:off x="539750" y="692150"/>
            <a:ext cx="6192838" cy="1282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E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解决方案</a:t>
            </a:r>
            <a:r>
              <a:rPr lang="zh-CN" altLang="en-US" sz="2400" b="1" dirty="0">
                <a:solidFill>
                  <a:srgbClr val="0000E1"/>
                </a:solidFill>
                <a:latin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：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rgbClr val="969696"/>
                </a:solidFill>
                <a:latin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（板图。。。）</a:t>
            </a:r>
            <a:endParaRPr lang="zh-CN" altLang="en-US" sz="1800" b="1" dirty="0">
              <a:solidFill>
                <a:srgbClr val="969696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zh-CN" sz="1800" dirty="0">
              <a:solidFill>
                <a:srgbClr val="969696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graphicFrame>
        <p:nvGraphicFramePr>
          <p:cNvPr id="32771" name="Object 3"/>
          <p:cNvGraphicFramePr>
            <a:graphicFrameLocks noChangeAspect="1"/>
          </p:cNvGraphicFramePr>
          <p:nvPr/>
        </p:nvGraphicFramePr>
        <p:xfrm>
          <a:off x="1258888" y="2276475"/>
          <a:ext cx="1295400" cy="342900"/>
        </p:xfrm>
        <a:graphic>
          <a:graphicData uri="http://schemas.openxmlformats.org/presentationml/2006/ole">
            <p:oleObj spid="_x0000_s10255" r:id="rId3" imgW="863225" imgH="228501" progId="">
              <p:embed/>
            </p:oleObj>
          </a:graphicData>
        </a:graphic>
      </p:graphicFrame>
      <p:graphicFrame>
        <p:nvGraphicFramePr>
          <p:cNvPr id="32772" name="Object 6"/>
          <p:cNvGraphicFramePr>
            <a:graphicFrameLocks noChangeAspect="1"/>
          </p:cNvGraphicFramePr>
          <p:nvPr/>
        </p:nvGraphicFramePr>
        <p:xfrm>
          <a:off x="1258888" y="2708275"/>
          <a:ext cx="1709737" cy="342900"/>
        </p:xfrm>
        <a:graphic>
          <a:graphicData uri="http://schemas.openxmlformats.org/presentationml/2006/ole">
            <p:oleObj spid="_x0000_s10256" r:id="rId4" imgW="1143000" imgH="228600" progId="">
              <p:embed/>
            </p:oleObj>
          </a:graphicData>
        </a:graphic>
      </p:graphicFrame>
      <p:grpSp>
        <p:nvGrpSpPr>
          <p:cNvPr id="32773" name="Group 8"/>
          <p:cNvGrpSpPr/>
          <p:nvPr/>
        </p:nvGrpSpPr>
        <p:grpSpPr>
          <a:xfrm>
            <a:off x="3563938" y="1052513"/>
            <a:ext cx="5054600" cy="2667000"/>
            <a:chOff x="14" y="2478"/>
            <a:chExt cx="2957" cy="1696"/>
          </a:xfrm>
        </p:grpSpPr>
        <p:sp>
          <p:nvSpPr>
            <p:cNvPr id="32779" name="Oval 9"/>
            <p:cNvSpPr/>
            <p:nvPr/>
          </p:nvSpPr>
          <p:spPr>
            <a:xfrm>
              <a:off x="1797" y="3032"/>
              <a:ext cx="1075" cy="354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aseline="-25000" dirty="0">
                <a:ea typeface="Arial" panose="020B0604020202020204" pitchFamily="34" charset="0"/>
              </a:endParaRPr>
            </a:p>
          </p:txBody>
        </p:sp>
        <p:sp>
          <p:nvSpPr>
            <p:cNvPr id="32780" name="Oval 10"/>
            <p:cNvSpPr/>
            <p:nvPr/>
          </p:nvSpPr>
          <p:spPr>
            <a:xfrm>
              <a:off x="14" y="3032"/>
              <a:ext cx="1075" cy="354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aseline="-25000" dirty="0">
                <a:ea typeface="Arial" panose="020B0604020202020204" pitchFamily="34" charset="0"/>
              </a:endParaRPr>
            </a:p>
          </p:txBody>
        </p:sp>
        <p:sp>
          <p:nvSpPr>
            <p:cNvPr id="32781" name="Line 11"/>
            <p:cNvSpPr/>
            <p:nvPr/>
          </p:nvSpPr>
          <p:spPr>
            <a:xfrm>
              <a:off x="294" y="2738"/>
              <a:ext cx="241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82" name="Line 12"/>
            <p:cNvSpPr/>
            <p:nvPr/>
          </p:nvSpPr>
          <p:spPr>
            <a:xfrm>
              <a:off x="294" y="2738"/>
              <a:ext cx="0" cy="106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83" name="Line 13"/>
            <p:cNvSpPr/>
            <p:nvPr/>
          </p:nvSpPr>
          <p:spPr>
            <a:xfrm>
              <a:off x="2710" y="2738"/>
              <a:ext cx="0" cy="105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84" name="Line 14"/>
            <p:cNvSpPr/>
            <p:nvPr/>
          </p:nvSpPr>
          <p:spPr>
            <a:xfrm>
              <a:off x="294" y="3209"/>
              <a:ext cx="241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2785" name="Line 15"/>
            <p:cNvSpPr/>
            <p:nvPr/>
          </p:nvSpPr>
          <p:spPr>
            <a:xfrm>
              <a:off x="294" y="3799"/>
              <a:ext cx="241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86" name="Line 16"/>
            <p:cNvSpPr/>
            <p:nvPr/>
          </p:nvSpPr>
          <p:spPr>
            <a:xfrm>
              <a:off x="971" y="3209"/>
              <a:ext cx="0" cy="59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87" name="Line 17"/>
            <p:cNvSpPr/>
            <p:nvPr/>
          </p:nvSpPr>
          <p:spPr>
            <a:xfrm>
              <a:off x="1944" y="3209"/>
              <a:ext cx="0" cy="59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pic>
          <p:nvPicPr>
            <p:cNvPr id="32788" name="Picture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37" y="2670"/>
              <a:ext cx="353" cy="143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9" name="Picture 1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630" y="3357"/>
              <a:ext cx="140" cy="34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0" name="Picture 2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869" y="3357"/>
              <a:ext cx="142" cy="35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1" name="Picture 21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54" y="3386"/>
              <a:ext cx="225" cy="257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2" name="Picture 2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7" y="3357"/>
              <a:ext cx="130" cy="32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3" name="Picture 2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37" y="3134"/>
              <a:ext cx="350" cy="14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2794" name="Freeform 24"/>
            <p:cNvSpPr/>
            <p:nvPr/>
          </p:nvSpPr>
          <p:spPr>
            <a:xfrm>
              <a:off x="976" y="3203"/>
              <a:ext cx="261" cy="9"/>
            </a:xfrm>
            <a:custGeom>
              <a:avLst/>
              <a:gdLst>
                <a:gd name="txL" fmla="*/ 0 w 277"/>
                <a:gd name="txT" fmla="*/ 0 h 9"/>
                <a:gd name="txR" fmla="*/ 277 w 277"/>
                <a:gd name="txB" fmla="*/ 9 h 9"/>
              </a:gdLst>
              <a:ahLst/>
              <a:cxnLst>
                <a:cxn ang="0">
                  <a:pos x="0" y="9"/>
                </a:cxn>
                <a:cxn ang="0">
                  <a:pos x="56" y="0"/>
                </a:cxn>
              </a:cxnLst>
              <a:rect l="txL" t="txT" r="txR" b="txB"/>
              <a:pathLst>
                <a:path w="277" h="9">
                  <a:moveTo>
                    <a:pt x="0" y="9"/>
                  </a:moveTo>
                  <a:lnTo>
                    <a:pt x="277" y="0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5" name="Freeform 25"/>
            <p:cNvSpPr/>
            <p:nvPr/>
          </p:nvSpPr>
          <p:spPr>
            <a:xfrm>
              <a:off x="1603" y="3203"/>
              <a:ext cx="336" cy="9"/>
            </a:xfrm>
            <a:custGeom>
              <a:avLst/>
              <a:gdLst>
                <a:gd name="txL" fmla="*/ 0 w 357"/>
                <a:gd name="txT" fmla="*/ 0 h 9"/>
                <a:gd name="txR" fmla="*/ 357 w 357"/>
                <a:gd name="txB" fmla="*/ 9 h 9"/>
              </a:gdLst>
              <a:ahLst/>
              <a:cxnLst>
                <a:cxn ang="0">
                  <a:pos x="0" y="0"/>
                </a:cxn>
                <a:cxn ang="0">
                  <a:pos x="69" y="9"/>
                </a:cxn>
              </a:cxnLst>
              <a:rect l="txL" t="txT" r="txR" b="txB"/>
              <a:pathLst>
                <a:path w="357" h="9">
                  <a:moveTo>
                    <a:pt x="0" y="0"/>
                  </a:moveTo>
                  <a:lnTo>
                    <a:pt x="357" y="9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6" name="Text Box 26"/>
            <p:cNvSpPr txBox="1"/>
            <p:nvPr/>
          </p:nvSpPr>
          <p:spPr>
            <a:xfrm>
              <a:off x="867" y="2969"/>
              <a:ext cx="211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i="1" dirty="0">
                  <a:latin typeface="Times New Roman" panose="02020603050405020304" pitchFamily="18" charset="0"/>
                  <a:cs typeface="Arial" panose="020B0604020202020204" pitchFamily="34" charset="0"/>
                </a:rPr>
                <a:t>v</a:t>
              </a:r>
              <a:r>
                <a:rPr lang="en-US" altLang="zh-CN" sz="1800" i="1" baseline="-25000" dirty="0">
                  <a:latin typeface="Times New Roman" panose="02020603050405020304" pitchFamily="18" charset="0"/>
                  <a:cs typeface="Arial" panose="020B0604020202020204" pitchFamily="34" charset="0"/>
                </a:rPr>
                <a:t>2</a:t>
              </a:r>
              <a:endParaRPr lang="en-US" altLang="zh-CN" sz="1800" i="1" baseline="-25000" dirty="0">
                <a:latin typeface="Times New Roman" panose="02020603050405020304" pitchFamily="18" charset="0"/>
                <a:ea typeface="Arial" panose="020B0604020202020204" pitchFamily="34" charset="0"/>
              </a:endParaRPr>
            </a:p>
          </p:txBody>
        </p:sp>
        <p:sp>
          <p:nvSpPr>
            <p:cNvPr id="32797" name="Text Box 27"/>
            <p:cNvSpPr txBox="1"/>
            <p:nvPr/>
          </p:nvSpPr>
          <p:spPr>
            <a:xfrm>
              <a:off x="185" y="2968"/>
              <a:ext cx="256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i="1" dirty="0">
                  <a:latin typeface="Times New Roman" panose="02020603050405020304" pitchFamily="18" charset="0"/>
                  <a:cs typeface="Arial" panose="020B0604020202020204" pitchFamily="34" charset="0"/>
                </a:rPr>
                <a:t>v</a:t>
              </a:r>
              <a:r>
                <a:rPr lang="en-US" altLang="zh-CN" sz="1800" i="1" baseline="-25000" dirty="0">
                  <a:latin typeface="Times New Roman" panose="02020603050405020304" pitchFamily="18" charset="0"/>
                  <a:cs typeface="Arial" panose="020B0604020202020204" pitchFamily="34" charset="0"/>
                </a:rPr>
                <a:t>1</a:t>
              </a:r>
              <a:endParaRPr lang="en-US" altLang="zh-CN" sz="1800" i="1" baseline="-25000" dirty="0">
                <a:latin typeface="Times New Roman" panose="02020603050405020304" pitchFamily="18" charset="0"/>
                <a:ea typeface="Arial" panose="020B0604020202020204" pitchFamily="34" charset="0"/>
              </a:endParaRPr>
            </a:p>
          </p:txBody>
        </p:sp>
        <p:sp>
          <p:nvSpPr>
            <p:cNvPr id="32798" name="Line 28"/>
            <p:cNvSpPr/>
            <p:nvPr/>
          </p:nvSpPr>
          <p:spPr>
            <a:xfrm flipV="1">
              <a:off x="377" y="2801"/>
              <a:ext cx="0" cy="18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2799" name="Line 29"/>
            <p:cNvSpPr/>
            <p:nvPr/>
          </p:nvSpPr>
          <p:spPr>
            <a:xfrm>
              <a:off x="422" y="3254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2800" name="Text Box 30"/>
            <p:cNvSpPr txBox="1"/>
            <p:nvPr/>
          </p:nvSpPr>
          <p:spPr>
            <a:xfrm>
              <a:off x="377" y="2755"/>
              <a:ext cx="190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i="1" dirty="0">
                  <a:latin typeface="Times New Roman" panose="02020603050405020304" pitchFamily="18" charset="0"/>
                  <a:cs typeface="Arial" panose="020B0604020202020204" pitchFamily="34" charset="0"/>
                </a:rPr>
                <a:t>i</a:t>
              </a:r>
              <a:r>
                <a:rPr lang="en-US" altLang="zh-CN" sz="1800" i="1" baseline="-25000" dirty="0">
                  <a:latin typeface="Times New Roman" panose="02020603050405020304" pitchFamily="18" charset="0"/>
                  <a:cs typeface="Arial" panose="020B0604020202020204" pitchFamily="34" charset="0"/>
                </a:rPr>
                <a:t>1</a:t>
              </a:r>
              <a:endParaRPr lang="en-US" altLang="zh-CN" sz="1800" i="1" baseline="-25000" dirty="0">
                <a:latin typeface="Times New Roman" panose="02020603050405020304" pitchFamily="18" charset="0"/>
                <a:ea typeface="Arial" panose="020B0604020202020204" pitchFamily="34" charset="0"/>
              </a:endParaRPr>
            </a:p>
          </p:txBody>
        </p:sp>
        <p:sp>
          <p:nvSpPr>
            <p:cNvPr id="32801" name="Text Box 31"/>
            <p:cNvSpPr txBox="1"/>
            <p:nvPr/>
          </p:nvSpPr>
          <p:spPr>
            <a:xfrm>
              <a:off x="377" y="3391"/>
              <a:ext cx="190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i="1" dirty="0">
                  <a:latin typeface="Times New Roman" panose="02020603050405020304" pitchFamily="18" charset="0"/>
                  <a:cs typeface="Arial" panose="020B0604020202020204" pitchFamily="34" charset="0"/>
                </a:rPr>
                <a:t>i</a:t>
              </a:r>
              <a:r>
                <a:rPr lang="en-US" altLang="zh-CN" sz="1800" i="1" baseline="-25000" dirty="0">
                  <a:latin typeface="Times New Roman" panose="02020603050405020304" pitchFamily="18" charset="0"/>
                  <a:cs typeface="Arial" panose="020B0604020202020204" pitchFamily="34" charset="0"/>
                </a:rPr>
                <a:t>2</a:t>
              </a:r>
              <a:endParaRPr lang="en-US" altLang="zh-CN" sz="1800" i="1" baseline="-25000" dirty="0">
                <a:latin typeface="Times New Roman" panose="02020603050405020304" pitchFamily="18" charset="0"/>
                <a:ea typeface="Arial" panose="020B0604020202020204" pitchFamily="34" charset="0"/>
              </a:endParaRPr>
            </a:p>
          </p:txBody>
        </p:sp>
        <p:sp>
          <p:nvSpPr>
            <p:cNvPr id="32802" name="Line 32"/>
            <p:cNvSpPr/>
            <p:nvPr/>
          </p:nvSpPr>
          <p:spPr>
            <a:xfrm flipH="1">
              <a:off x="1284" y="3118"/>
              <a:ext cx="22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2803" name="Text Box 33"/>
            <p:cNvSpPr txBox="1"/>
            <p:nvPr/>
          </p:nvSpPr>
          <p:spPr>
            <a:xfrm>
              <a:off x="1375" y="2846"/>
              <a:ext cx="227" cy="23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i="1" dirty="0">
                  <a:latin typeface="Times New Roman" panose="02020603050405020304" pitchFamily="18" charset="0"/>
                  <a:cs typeface="Arial" panose="020B0604020202020204" pitchFamily="34" charset="0"/>
                </a:rPr>
                <a:t>i</a:t>
              </a:r>
              <a:r>
                <a:rPr lang="en-US" altLang="zh-CN" sz="1800" i="1" baseline="-25000" dirty="0">
                  <a:latin typeface="Times New Roman" panose="02020603050405020304" pitchFamily="18" charset="0"/>
                  <a:cs typeface="Arial" panose="020B0604020202020204" pitchFamily="34" charset="0"/>
                </a:rPr>
                <a:t>3</a:t>
              </a:r>
              <a:endParaRPr lang="en-US" altLang="zh-CN" sz="1800" i="1" baseline="-25000" dirty="0">
                <a:latin typeface="Times New Roman" panose="02020603050405020304" pitchFamily="18" charset="0"/>
                <a:ea typeface="Arial" panose="020B0604020202020204" pitchFamily="34" charset="0"/>
              </a:endParaRPr>
            </a:p>
          </p:txBody>
        </p:sp>
        <p:sp>
          <p:nvSpPr>
            <p:cNvPr id="32804" name="Text Box 34"/>
            <p:cNvSpPr txBox="1"/>
            <p:nvPr/>
          </p:nvSpPr>
          <p:spPr>
            <a:xfrm>
              <a:off x="1647" y="3391"/>
              <a:ext cx="189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i="1" dirty="0">
                  <a:latin typeface="Times New Roman" panose="02020603050405020304" pitchFamily="18" charset="0"/>
                  <a:cs typeface="Arial" panose="020B0604020202020204" pitchFamily="34" charset="0"/>
                </a:rPr>
                <a:t>i</a:t>
              </a:r>
              <a:r>
                <a:rPr lang="en-US" altLang="zh-CN" sz="1800" i="1" baseline="-25000" dirty="0">
                  <a:latin typeface="Times New Roman" panose="02020603050405020304" pitchFamily="18" charset="0"/>
                  <a:cs typeface="Arial" panose="020B0604020202020204" pitchFamily="34" charset="0"/>
                </a:rPr>
                <a:t>5</a:t>
              </a:r>
              <a:endParaRPr lang="en-US" altLang="zh-CN" sz="1800" i="1" baseline="-25000" dirty="0">
                <a:latin typeface="Times New Roman" panose="02020603050405020304" pitchFamily="18" charset="0"/>
                <a:ea typeface="Arial" panose="020B0604020202020204" pitchFamily="34" charset="0"/>
              </a:endParaRPr>
            </a:p>
          </p:txBody>
        </p:sp>
        <p:sp>
          <p:nvSpPr>
            <p:cNvPr id="32805" name="Line 35"/>
            <p:cNvSpPr/>
            <p:nvPr/>
          </p:nvSpPr>
          <p:spPr>
            <a:xfrm>
              <a:off x="1828" y="3391"/>
              <a:ext cx="0" cy="18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2806" name="Text Box 36"/>
            <p:cNvSpPr txBox="1"/>
            <p:nvPr/>
          </p:nvSpPr>
          <p:spPr>
            <a:xfrm>
              <a:off x="2373" y="3436"/>
              <a:ext cx="189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i="1" dirty="0">
                  <a:latin typeface="Times New Roman" panose="02020603050405020304" pitchFamily="18" charset="0"/>
                  <a:cs typeface="Arial" panose="020B0604020202020204" pitchFamily="34" charset="0"/>
                </a:rPr>
                <a:t>i</a:t>
              </a:r>
              <a:r>
                <a:rPr lang="en-US" altLang="zh-CN" sz="1800" i="1" baseline="-25000" dirty="0">
                  <a:latin typeface="Times New Roman" panose="02020603050405020304" pitchFamily="18" charset="0"/>
                  <a:cs typeface="Arial" panose="020B0604020202020204" pitchFamily="34" charset="0"/>
                </a:rPr>
                <a:t>4</a:t>
              </a:r>
              <a:endParaRPr lang="en-US" altLang="zh-CN" sz="1800" i="1" baseline="-25000" dirty="0">
                <a:latin typeface="Times New Roman" panose="02020603050405020304" pitchFamily="18" charset="0"/>
                <a:ea typeface="Arial" panose="020B0604020202020204" pitchFamily="34" charset="0"/>
              </a:endParaRPr>
            </a:p>
          </p:txBody>
        </p:sp>
        <p:sp>
          <p:nvSpPr>
            <p:cNvPr id="32807" name="Line 37"/>
            <p:cNvSpPr/>
            <p:nvPr/>
          </p:nvSpPr>
          <p:spPr>
            <a:xfrm>
              <a:off x="2554" y="3436"/>
              <a:ext cx="0" cy="18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32808" name="Object 38"/>
            <p:cNvGraphicFramePr>
              <a:graphicFrameLocks noChangeAspect="1"/>
            </p:cNvGraphicFramePr>
            <p:nvPr/>
          </p:nvGraphicFramePr>
          <p:xfrm>
            <a:off x="1964" y="3436"/>
            <a:ext cx="212" cy="145"/>
          </p:xfrm>
          <a:graphic>
            <a:graphicData uri="http://schemas.openxmlformats.org/presentationml/2006/ole">
              <p:oleObj spid="_x0000_s10257" r:id="rId9" imgW="241091" imgH="164957" progId="">
                <p:embed/>
              </p:oleObj>
            </a:graphicData>
          </a:graphic>
        </p:graphicFrame>
        <p:graphicFrame>
          <p:nvGraphicFramePr>
            <p:cNvPr id="32809" name="Object 39"/>
            <p:cNvGraphicFramePr>
              <a:graphicFrameLocks noChangeAspect="1"/>
            </p:cNvGraphicFramePr>
            <p:nvPr/>
          </p:nvGraphicFramePr>
          <p:xfrm>
            <a:off x="1284" y="3295"/>
            <a:ext cx="212" cy="156"/>
          </p:xfrm>
          <a:graphic>
            <a:graphicData uri="http://schemas.openxmlformats.org/presentationml/2006/ole">
              <p:oleObj spid="_x0000_s10258" r:id="rId10" imgW="241091" imgH="177646" progId="">
                <p:embed/>
              </p:oleObj>
            </a:graphicData>
          </a:graphic>
        </p:graphicFrame>
        <p:graphicFrame>
          <p:nvGraphicFramePr>
            <p:cNvPr id="32810" name="Object 40"/>
            <p:cNvGraphicFramePr>
              <a:graphicFrameLocks noChangeAspect="1"/>
            </p:cNvGraphicFramePr>
            <p:nvPr/>
          </p:nvGraphicFramePr>
          <p:xfrm>
            <a:off x="1334" y="2478"/>
            <a:ext cx="201" cy="156"/>
          </p:xfrm>
          <a:graphic>
            <a:graphicData uri="http://schemas.openxmlformats.org/presentationml/2006/ole">
              <p:oleObj spid="_x0000_s10259" r:id="rId11" imgW="228402" imgH="177646" progId="">
                <p:embed/>
              </p:oleObj>
            </a:graphicData>
          </a:graphic>
        </p:graphicFrame>
        <p:graphicFrame>
          <p:nvGraphicFramePr>
            <p:cNvPr id="32811" name="Object 41"/>
            <p:cNvGraphicFramePr>
              <a:graphicFrameLocks noChangeAspect="1"/>
            </p:cNvGraphicFramePr>
            <p:nvPr/>
          </p:nvGraphicFramePr>
          <p:xfrm>
            <a:off x="2781" y="3436"/>
            <a:ext cx="190" cy="145"/>
          </p:xfrm>
          <a:graphic>
            <a:graphicData uri="http://schemas.openxmlformats.org/presentationml/2006/ole">
              <p:oleObj spid="_x0000_s10260" r:id="rId12" imgW="215619" imgH="164885" progId="">
                <p:embed/>
              </p:oleObj>
            </a:graphicData>
          </a:graphic>
        </p:graphicFrame>
        <p:sp>
          <p:nvSpPr>
            <p:cNvPr id="32812" name="Text Box 42"/>
            <p:cNvSpPr txBox="1"/>
            <p:nvPr/>
          </p:nvSpPr>
          <p:spPr>
            <a:xfrm>
              <a:off x="1012" y="3436"/>
              <a:ext cx="338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  <a:cs typeface="Arial" panose="020B0604020202020204" pitchFamily="34" charset="0"/>
                </a:rPr>
                <a:t>10A</a:t>
              </a:r>
              <a:endParaRPr lang="en-US" altLang="zh-CN" sz="1800" dirty="0">
                <a:latin typeface="Times New Roman" panose="02020603050405020304" pitchFamily="18" charset="0"/>
                <a:ea typeface="Arial" panose="020B0604020202020204" pitchFamily="34" charset="0"/>
              </a:endParaRPr>
            </a:p>
          </p:txBody>
        </p:sp>
        <p:graphicFrame>
          <p:nvGraphicFramePr>
            <p:cNvPr id="32813" name="Object 43"/>
            <p:cNvGraphicFramePr>
              <a:graphicFrameLocks noChangeAspect="1"/>
            </p:cNvGraphicFramePr>
            <p:nvPr/>
          </p:nvGraphicFramePr>
          <p:xfrm>
            <a:off x="105" y="3436"/>
            <a:ext cx="212" cy="145"/>
          </p:xfrm>
          <a:graphic>
            <a:graphicData uri="http://schemas.openxmlformats.org/presentationml/2006/ole">
              <p:oleObj spid="_x0000_s10261" r:id="rId13" imgW="241091" imgH="164957" progId="">
                <p:embed/>
              </p:oleObj>
            </a:graphicData>
          </a:graphic>
        </p:graphicFrame>
        <p:sp>
          <p:nvSpPr>
            <p:cNvPr id="32814" name="Line 44"/>
            <p:cNvSpPr/>
            <p:nvPr/>
          </p:nvSpPr>
          <p:spPr>
            <a:xfrm>
              <a:off x="1383" y="3793"/>
              <a:ext cx="0" cy="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15" name="Freeform 45"/>
            <p:cNvSpPr/>
            <p:nvPr/>
          </p:nvSpPr>
          <p:spPr>
            <a:xfrm>
              <a:off x="1292" y="3884"/>
              <a:ext cx="180" cy="2"/>
            </a:xfrm>
            <a:custGeom>
              <a:avLst/>
              <a:gdLst>
                <a:gd name="txL" fmla="*/ 0 w 180"/>
                <a:gd name="txT" fmla="*/ 0 h 2"/>
                <a:gd name="txR" fmla="*/ 180 w 180"/>
                <a:gd name="txB" fmla="*/ 2 h 2"/>
              </a:gdLst>
              <a:ahLst/>
              <a:cxnLst>
                <a:cxn ang="0">
                  <a:pos x="0" y="0"/>
                </a:cxn>
                <a:cxn ang="0">
                  <a:pos x="180" y="2"/>
                </a:cxn>
              </a:cxnLst>
              <a:rect l="txL" t="txT" r="txR" b="txB"/>
              <a:pathLst>
                <a:path w="180" h="2">
                  <a:moveTo>
                    <a:pt x="0" y="0"/>
                  </a:moveTo>
                  <a:lnTo>
                    <a:pt x="180" y="2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6" name="Line 46"/>
            <p:cNvSpPr/>
            <p:nvPr/>
          </p:nvSpPr>
          <p:spPr>
            <a:xfrm>
              <a:off x="1338" y="3929"/>
              <a:ext cx="9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17" name="Freeform 47"/>
            <p:cNvSpPr/>
            <p:nvPr/>
          </p:nvSpPr>
          <p:spPr>
            <a:xfrm>
              <a:off x="1338" y="3974"/>
              <a:ext cx="79" cy="3"/>
            </a:xfrm>
            <a:custGeom>
              <a:avLst/>
              <a:gdLst>
                <a:gd name="txL" fmla="*/ 0 w 79"/>
                <a:gd name="txT" fmla="*/ 0 h 3"/>
                <a:gd name="txR" fmla="*/ 79 w 79"/>
                <a:gd name="txB" fmla="*/ 3 h 3"/>
              </a:gdLst>
              <a:ahLst/>
              <a:cxnLst>
                <a:cxn ang="0">
                  <a:pos x="0" y="0"/>
                </a:cxn>
                <a:cxn ang="0">
                  <a:pos x="79" y="3"/>
                </a:cxn>
              </a:cxnLst>
              <a:rect l="txL" t="txT" r="txR" b="txB"/>
              <a:pathLst>
                <a:path w="79" h="3">
                  <a:moveTo>
                    <a:pt x="0" y="0"/>
                  </a:moveTo>
                  <a:lnTo>
                    <a:pt x="79" y="3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8" name="Text Box 48"/>
            <p:cNvSpPr txBox="1"/>
            <p:nvPr/>
          </p:nvSpPr>
          <p:spPr>
            <a:xfrm>
              <a:off x="1837" y="2976"/>
              <a:ext cx="212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i="1" dirty="0">
                  <a:latin typeface="Times New Roman" panose="02020603050405020304" pitchFamily="18" charset="0"/>
                  <a:cs typeface="Arial" panose="020B0604020202020204" pitchFamily="34" charset="0"/>
                </a:rPr>
                <a:t>v</a:t>
              </a:r>
              <a:r>
                <a:rPr lang="en-US" altLang="zh-CN" sz="1800" i="1" baseline="-25000" dirty="0">
                  <a:latin typeface="Times New Roman" panose="02020603050405020304" pitchFamily="18" charset="0"/>
                  <a:cs typeface="Arial" panose="020B0604020202020204" pitchFamily="34" charset="0"/>
                </a:rPr>
                <a:t>3</a:t>
              </a:r>
              <a:endParaRPr lang="en-US" altLang="zh-CN" sz="1800" i="1" baseline="-25000" dirty="0">
                <a:latin typeface="Times New Roman" panose="02020603050405020304" pitchFamily="18" charset="0"/>
                <a:ea typeface="Arial" panose="020B0604020202020204" pitchFamily="34" charset="0"/>
              </a:endParaRPr>
            </a:p>
          </p:txBody>
        </p:sp>
        <p:sp>
          <p:nvSpPr>
            <p:cNvPr id="32819" name="Text Box 49"/>
            <p:cNvSpPr txBox="1"/>
            <p:nvPr/>
          </p:nvSpPr>
          <p:spPr>
            <a:xfrm>
              <a:off x="2517" y="2976"/>
              <a:ext cx="212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i="1" dirty="0">
                  <a:latin typeface="Times New Roman" panose="02020603050405020304" pitchFamily="18" charset="0"/>
                  <a:cs typeface="Arial" panose="020B0604020202020204" pitchFamily="34" charset="0"/>
                </a:rPr>
                <a:t>v</a:t>
              </a:r>
              <a:r>
                <a:rPr lang="en-US" altLang="zh-CN" sz="1800" i="1" baseline="-25000" dirty="0">
                  <a:latin typeface="Times New Roman" panose="02020603050405020304" pitchFamily="18" charset="0"/>
                  <a:cs typeface="Arial" panose="020B0604020202020204" pitchFamily="34" charset="0"/>
                </a:rPr>
                <a:t>4</a:t>
              </a:r>
              <a:endParaRPr lang="en-US" altLang="zh-CN" sz="1800" i="1" baseline="-25000" dirty="0">
                <a:latin typeface="Times New Roman" panose="02020603050405020304" pitchFamily="18" charset="0"/>
                <a:ea typeface="Arial" panose="020B0604020202020204" pitchFamily="34" charset="0"/>
              </a:endParaRPr>
            </a:p>
          </p:txBody>
        </p:sp>
        <p:sp>
          <p:nvSpPr>
            <p:cNvPr id="32820" name="Text Box 50"/>
            <p:cNvSpPr txBox="1"/>
            <p:nvPr/>
          </p:nvSpPr>
          <p:spPr>
            <a:xfrm>
              <a:off x="917" y="3941"/>
              <a:ext cx="107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dirty="0">
                <a:ea typeface="Arial" panose="020B0604020202020204" pitchFamily="34" charset="0"/>
              </a:endParaRPr>
            </a:p>
          </p:txBody>
        </p:sp>
      </p:grpSp>
      <p:sp>
        <p:nvSpPr>
          <p:cNvPr id="32774" name="矩形 52"/>
          <p:cNvSpPr/>
          <p:nvPr/>
        </p:nvSpPr>
        <p:spPr>
          <a:xfrm>
            <a:off x="611188" y="2708275"/>
            <a:ext cx="49053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cs typeface="Arial" panose="020B0604020202020204" pitchFamily="34" charset="0"/>
              </a:rPr>
              <a:t>②</a:t>
            </a:r>
            <a:endParaRPr lang="zh-CN" altLang="en-US" sz="2400" b="1" dirty="0">
              <a:ea typeface="Arial" panose="020B0604020202020204" pitchFamily="34" charset="0"/>
            </a:endParaRPr>
          </a:p>
        </p:txBody>
      </p:sp>
      <p:sp>
        <p:nvSpPr>
          <p:cNvPr id="32775" name="矩形 53"/>
          <p:cNvSpPr/>
          <p:nvPr/>
        </p:nvSpPr>
        <p:spPr>
          <a:xfrm>
            <a:off x="611188" y="2276475"/>
            <a:ext cx="49053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cs typeface="Arial" panose="020B0604020202020204" pitchFamily="34" charset="0"/>
              </a:rPr>
              <a:t>①</a:t>
            </a:r>
            <a:endParaRPr lang="zh-CN" altLang="en-US" sz="2400" b="1" dirty="0">
              <a:ea typeface="Arial" panose="020B0604020202020204" pitchFamily="34" charset="0"/>
            </a:endParaRPr>
          </a:p>
        </p:txBody>
      </p:sp>
      <p:sp>
        <p:nvSpPr>
          <p:cNvPr id="32776" name="Text Box 54"/>
          <p:cNvSpPr txBox="1"/>
          <p:nvPr/>
        </p:nvSpPr>
        <p:spPr>
          <a:xfrm>
            <a:off x="468313" y="3068638"/>
            <a:ext cx="2251075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baseline="-25000" dirty="0">
                <a:cs typeface="Arial" panose="020B0604020202020204" pitchFamily="34" charset="0"/>
              </a:rPr>
              <a:t>    </a:t>
            </a:r>
            <a:r>
              <a:rPr lang="zh-CN" altLang="en-US" sz="2400" b="1" dirty="0">
                <a:latin typeface="宋体" panose="02010600030101010101" pitchFamily="2" charset="-122"/>
                <a:cs typeface="Arial" panose="020B0604020202020204" pitchFamily="34" charset="0"/>
              </a:rPr>
              <a:t>③  。。。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  <a:cs typeface="Arial" panose="020B0604020202020204" pitchFamily="34" charset="0"/>
              </a:rPr>
              <a:t> ④  。。。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  <a:cs typeface="Arial" panose="020B0604020202020204" pitchFamily="34" charset="0"/>
              </a:rPr>
              <a:t> ⑤  。。。。。</a:t>
            </a:r>
            <a:endParaRPr lang="zh-CN" altLang="en-US" sz="2400" b="1" dirty="0">
              <a:latin typeface="宋体" panose="02010600030101010101" pitchFamily="2" charset="-122"/>
              <a:ea typeface="Arial" panose="020B0604020202020204" pitchFamily="34" charset="0"/>
            </a:endParaRPr>
          </a:p>
        </p:txBody>
      </p:sp>
      <p:sp>
        <p:nvSpPr>
          <p:cNvPr id="32777" name="Text Box 55"/>
          <p:cNvSpPr txBox="1"/>
          <p:nvPr/>
        </p:nvSpPr>
        <p:spPr>
          <a:xfrm>
            <a:off x="4932363" y="3860800"/>
            <a:ext cx="2767012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cs typeface="Arial" panose="020B0604020202020204" pitchFamily="34" charset="0"/>
              </a:rPr>
              <a:t>（</a:t>
            </a:r>
            <a:r>
              <a:rPr lang="en-US" altLang="zh-CN" sz="2000" b="1" dirty="0">
                <a:cs typeface="Arial" panose="020B0604020202020204" pitchFamily="34" charset="0"/>
              </a:rPr>
              <a:t>12</a:t>
            </a:r>
            <a:r>
              <a:rPr lang="zh-CN" altLang="en-US" sz="2000" b="1" dirty="0">
                <a:cs typeface="Arial" panose="020B0604020202020204" pitchFamily="34" charset="0"/>
              </a:rPr>
              <a:t>个未知数。。。）</a:t>
            </a:r>
            <a:endParaRPr lang="zh-CN" altLang="en-US" sz="2000" b="1" dirty="0">
              <a:ea typeface="Arial" panose="020B0604020202020204" pitchFamily="34" charset="0"/>
            </a:endParaRPr>
          </a:p>
        </p:txBody>
      </p:sp>
      <p:sp>
        <p:nvSpPr>
          <p:cNvPr id="32778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baseline="0" dirty="0">
                <a:latin typeface="Arial Black" panose="020B0A04020102020204" pitchFamily="34" charset="0"/>
                <a:cs typeface="Arial" panose="020B0604020202020204" pitchFamily="34" charset="0"/>
              </a:rPr>
              <a:pPr lvl="0" algn="r" eaLnBrk="1" hangingPunct="1">
                <a:buNone/>
              </a:pPr>
              <a:t>27</a:t>
            </a:fld>
            <a:endParaRPr lang="en-US" altLang="zh-CN" sz="1200" baseline="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/>
          </p:cNvSpPr>
          <p:nvPr>
            <p:ph type="title"/>
          </p:nvPr>
        </p:nvSpPr>
        <p:spPr>
          <a:xfrm>
            <a:off x="468313" y="1125538"/>
            <a:ext cx="8229600" cy="668337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>
                <a:solidFill>
                  <a:srgbClr val="0000FF"/>
                </a:solidFill>
                <a:latin typeface="Franklin Gothic Medium" panose="020B0603020102020204" pitchFamily="34" charset="0"/>
              </a:rPr>
              <a:t>3.4  </a:t>
            </a:r>
            <a:r>
              <a:rPr lang="zh-CN" altLang="en-US" b="1" dirty="0">
                <a:solidFill>
                  <a:srgbClr val="0000FF"/>
                </a:solidFill>
                <a:latin typeface="Franklin Gothic Medium" panose="020B0603020102020204" pitchFamily="34" charset="0"/>
              </a:rPr>
              <a:t>网孔分析法</a:t>
            </a:r>
            <a:endParaRPr lang="en-US" altLang="zh-CN" b="1" dirty="0">
              <a:solidFill>
                <a:srgbClr val="0000FF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33795" name="Text Box 4"/>
          <p:cNvSpPr txBox="1"/>
          <p:nvPr/>
        </p:nvSpPr>
        <p:spPr>
          <a:xfrm>
            <a:off x="611188" y="2924175"/>
            <a:ext cx="8208962" cy="1016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ea typeface="黑体" panose="02010609060101010101" pitchFamily="49" charset="-122"/>
              </a:rPr>
              <a:t>列</a:t>
            </a:r>
            <a:r>
              <a:rPr lang="zh-CN" altLang="en-US" sz="2400" u="sng" dirty="0">
                <a:ea typeface="黑体" panose="02010609060101010101" pitchFamily="49" charset="-122"/>
              </a:rPr>
              <a:t>回路电压方程</a:t>
            </a:r>
            <a:r>
              <a:rPr lang="zh-CN" altLang="en-US" sz="2400" dirty="0">
                <a:ea typeface="黑体" panose="02010609060101010101" pitchFamily="49" charset="-122"/>
              </a:rPr>
              <a:t>，求网孔电流（支路电流）                    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ea typeface="黑体" panose="02010609060101010101" pitchFamily="49" charset="-122"/>
              </a:rPr>
              <a:t>（本节讨论不带电流源，只含电压源的情况）</a:t>
            </a:r>
          </a:p>
        </p:txBody>
      </p:sp>
      <p:sp>
        <p:nvSpPr>
          <p:cNvPr id="33796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baseline="0" dirty="0">
                <a:latin typeface="Arial Black" panose="020B0A04020102020204" pitchFamily="34" charset="0"/>
                <a:cs typeface="Arial" panose="020B0604020202020204" pitchFamily="34" charset="0"/>
              </a:rPr>
              <a:pPr lvl="0" algn="r" eaLnBrk="1" hangingPunct="1">
                <a:buNone/>
              </a:pPr>
              <a:t>28</a:t>
            </a:fld>
            <a:endParaRPr lang="en-US" altLang="zh-CN" sz="1200" baseline="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4"/>
          <p:cNvSpPr txBox="1"/>
          <p:nvPr/>
        </p:nvSpPr>
        <p:spPr>
          <a:xfrm>
            <a:off x="550863" y="1076325"/>
            <a:ext cx="5160962" cy="400050"/>
          </a:xfrm>
          <a:prstGeom prst="rect">
            <a:avLst/>
          </a:prstGeom>
          <a:noFill/>
          <a:ln w="76200" cap="flat" cmpd="tri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网孔</a:t>
            </a:r>
            <a:r>
              <a:rPr lang="zh-CN" altLang="en-US" sz="2000" b="1" dirty="0">
                <a:latin typeface="Arial Black" panose="020B0A04020102020204" pitchFamily="34" charset="0"/>
                <a:cs typeface="Arial" panose="020B0604020202020204" pitchFamily="34" charset="0"/>
              </a:rPr>
              <a:t>是指不包含其他任何回路的一条回路。</a:t>
            </a:r>
            <a:endParaRPr lang="en-US" altLang="zh-CN" sz="2000" b="1" dirty="0">
              <a:latin typeface="Arial Black" panose="020B0A04020102020204" pitchFamily="34" charset="0"/>
              <a:ea typeface="Arial" panose="020B0604020202020204" pitchFamily="34" charset="0"/>
            </a:endParaRPr>
          </a:p>
        </p:txBody>
      </p:sp>
      <p:sp>
        <p:nvSpPr>
          <p:cNvPr id="35843" name="Text Box 5"/>
          <p:cNvSpPr txBox="1"/>
          <p:nvPr/>
        </p:nvSpPr>
        <p:spPr>
          <a:xfrm>
            <a:off x="887413" y="554038"/>
            <a:ext cx="16557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Arial Black" panose="020B0A04020102020204" pitchFamily="34" charset="0"/>
                <a:cs typeface="Arial" panose="020B0604020202020204" pitchFamily="34" charset="0"/>
              </a:rPr>
              <a:t>网孔</a:t>
            </a:r>
            <a:endParaRPr lang="en-US" altLang="zh-CN" sz="2400" b="1" dirty="0">
              <a:latin typeface="Arial Black" panose="020B0A04020102020204" pitchFamily="34" charset="0"/>
              <a:ea typeface="Arial" panose="020B0604020202020204" pitchFamily="34" charset="0"/>
            </a:endParaRPr>
          </a:p>
        </p:txBody>
      </p:sp>
      <p:grpSp>
        <p:nvGrpSpPr>
          <p:cNvPr id="35844" name="Group 6"/>
          <p:cNvGrpSpPr/>
          <p:nvPr/>
        </p:nvGrpSpPr>
        <p:grpSpPr>
          <a:xfrm>
            <a:off x="1835150" y="2212975"/>
            <a:ext cx="5473700" cy="2628900"/>
            <a:chOff x="536" y="762"/>
            <a:chExt cx="4676" cy="2845"/>
          </a:xfrm>
        </p:grpSpPr>
        <p:sp>
          <p:nvSpPr>
            <p:cNvPr id="35848" name="Freeform 7"/>
            <p:cNvSpPr/>
            <p:nvPr/>
          </p:nvSpPr>
          <p:spPr>
            <a:xfrm>
              <a:off x="2874" y="1257"/>
              <a:ext cx="1" cy="2064"/>
            </a:xfrm>
            <a:custGeom>
              <a:avLst/>
              <a:gdLst>
                <a:gd name="txL" fmla="*/ 0 w 1"/>
                <a:gd name="txT" fmla="*/ 0 h 2064"/>
                <a:gd name="txR" fmla="*/ 1 w 1"/>
                <a:gd name="txB" fmla="*/ 2064 h 2064"/>
              </a:gdLst>
              <a:ahLst/>
              <a:cxnLst>
                <a:cxn ang="0">
                  <a:pos x="0" y="2064"/>
                </a:cxn>
                <a:cxn ang="0">
                  <a:pos x="0" y="0"/>
                </a:cxn>
                <a:cxn ang="0">
                  <a:pos x="0" y="2064"/>
                </a:cxn>
                <a:cxn ang="0">
                  <a:pos x="0" y="2064"/>
                </a:cxn>
              </a:cxnLst>
              <a:rect l="txL" t="txT" r="txR" b="txB"/>
              <a:pathLst>
                <a:path w="1" h="2064">
                  <a:moveTo>
                    <a:pt x="0" y="2064"/>
                  </a:moveTo>
                  <a:lnTo>
                    <a:pt x="0" y="0"/>
                  </a:lnTo>
                  <a:lnTo>
                    <a:pt x="0" y="206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49" name="Freeform 8"/>
            <p:cNvSpPr>
              <a:spLocks noEditPoints="1"/>
            </p:cNvSpPr>
            <p:nvPr/>
          </p:nvSpPr>
          <p:spPr>
            <a:xfrm>
              <a:off x="969" y="1257"/>
              <a:ext cx="1905" cy="1"/>
            </a:xfrm>
            <a:custGeom>
              <a:avLst/>
              <a:gdLst>
                <a:gd name="txL" fmla="*/ 0 w 1905"/>
                <a:gd name="txT" fmla="*/ 0 h 1"/>
                <a:gd name="txR" fmla="*/ 1905 w 1905"/>
                <a:gd name="txB" fmla="*/ 1 h 1"/>
              </a:gdLst>
              <a:ahLst/>
              <a:cxnLst>
                <a:cxn ang="0">
                  <a:pos x="1905" y="0"/>
                </a:cxn>
                <a:cxn ang="0">
                  <a:pos x="0" y="0"/>
                </a:cxn>
                <a:cxn ang="0">
                  <a:pos x="1905" y="0"/>
                </a:cxn>
                <a:cxn ang="0">
                  <a:pos x="1905" y="0"/>
                </a:cxn>
                <a:cxn ang="0">
                  <a:pos x="1905" y="0"/>
                </a:cxn>
                <a:cxn ang="0">
                  <a:pos x="1905" y="0"/>
                </a:cxn>
                <a:cxn ang="0">
                  <a:pos x="1905" y="0"/>
                </a:cxn>
              </a:cxnLst>
              <a:rect l="txL" t="txT" r="txR" b="txB"/>
              <a:pathLst>
                <a:path w="1905" h="1">
                  <a:moveTo>
                    <a:pt x="1905" y="0"/>
                  </a:moveTo>
                  <a:lnTo>
                    <a:pt x="0" y="0"/>
                  </a:lnTo>
                  <a:lnTo>
                    <a:pt x="1905" y="0"/>
                  </a:lnTo>
                  <a:close/>
                  <a:moveTo>
                    <a:pt x="1905" y="0"/>
                  </a:moveTo>
                  <a:lnTo>
                    <a:pt x="1905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0" name="Freeform 9"/>
            <p:cNvSpPr>
              <a:spLocks noEditPoints="1"/>
            </p:cNvSpPr>
            <p:nvPr/>
          </p:nvSpPr>
          <p:spPr>
            <a:xfrm>
              <a:off x="969" y="1257"/>
              <a:ext cx="1" cy="2064"/>
            </a:xfrm>
            <a:custGeom>
              <a:avLst/>
              <a:gdLst>
                <a:gd name="txL" fmla="*/ 0 w 1"/>
                <a:gd name="txT" fmla="*/ 0 h 2064"/>
                <a:gd name="txR" fmla="*/ 1 w 1"/>
                <a:gd name="txB" fmla="*/ 2064 h 2064"/>
              </a:gdLst>
              <a:ahLst/>
              <a:cxnLst>
                <a:cxn ang="0">
                  <a:pos x="0" y="0"/>
                </a:cxn>
                <a:cxn ang="0">
                  <a:pos x="0" y="2064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2064">
                  <a:moveTo>
                    <a:pt x="0" y="0"/>
                  </a:moveTo>
                  <a:lnTo>
                    <a:pt x="0" y="2064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1" name="Freeform 10"/>
            <p:cNvSpPr>
              <a:spLocks noEditPoints="1"/>
            </p:cNvSpPr>
            <p:nvPr/>
          </p:nvSpPr>
          <p:spPr>
            <a:xfrm>
              <a:off x="969" y="3321"/>
              <a:ext cx="1905" cy="1"/>
            </a:xfrm>
            <a:custGeom>
              <a:avLst/>
              <a:gdLst>
                <a:gd name="txL" fmla="*/ 0 w 1905"/>
                <a:gd name="txT" fmla="*/ 0 h 1"/>
                <a:gd name="txR" fmla="*/ 1905 w 1905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905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905" h="1">
                  <a:moveTo>
                    <a:pt x="0" y="0"/>
                  </a:moveTo>
                  <a:lnTo>
                    <a:pt x="1905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2" name="Freeform 11"/>
            <p:cNvSpPr/>
            <p:nvPr/>
          </p:nvSpPr>
          <p:spPr>
            <a:xfrm>
              <a:off x="2874" y="3321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3" name="Freeform 12"/>
            <p:cNvSpPr/>
            <p:nvPr/>
          </p:nvSpPr>
          <p:spPr>
            <a:xfrm>
              <a:off x="2874" y="3321"/>
              <a:ext cx="1897" cy="1"/>
            </a:xfrm>
            <a:custGeom>
              <a:avLst/>
              <a:gdLst>
                <a:gd name="txL" fmla="*/ 0 w 1897"/>
                <a:gd name="txT" fmla="*/ 0 h 1"/>
                <a:gd name="txR" fmla="*/ 1897 w 1897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897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897" h="1">
                  <a:moveTo>
                    <a:pt x="0" y="0"/>
                  </a:moveTo>
                  <a:lnTo>
                    <a:pt x="189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4" name="Freeform 13"/>
            <p:cNvSpPr>
              <a:spLocks noEditPoints="1"/>
            </p:cNvSpPr>
            <p:nvPr/>
          </p:nvSpPr>
          <p:spPr>
            <a:xfrm>
              <a:off x="4771" y="1257"/>
              <a:ext cx="1" cy="2064"/>
            </a:xfrm>
            <a:custGeom>
              <a:avLst/>
              <a:gdLst>
                <a:gd name="txL" fmla="*/ 0 w 1"/>
                <a:gd name="txT" fmla="*/ 0 h 2064"/>
                <a:gd name="txR" fmla="*/ 1 w 1"/>
                <a:gd name="txB" fmla="*/ 2064 h 2064"/>
              </a:gdLst>
              <a:ahLst/>
              <a:cxnLst>
                <a:cxn ang="0">
                  <a:pos x="0" y="2064"/>
                </a:cxn>
                <a:cxn ang="0">
                  <a:pos x="0" y="0"/>
                </a:cxn>
                <a:cxn ang="0">
                  <a:pos x="0" y="2064"/>
                </a:cxn>
                <a:cxn ang="0">
                  <a:pos x="0" y="2064"/>
                </a:cxn>
                <a:cxn ang="0">
                  <a:pos x="0" y="2064"/>
                </a:cxn>
                <a:cxn ang="0">
                  <a:pos x="0" y="2064"/>
                </a:cxn>
                <a:cxn ang="0">
                  <a:pos x="0" y="2064"/>
                </a:cxn>
              </a:cxnLst>
              <a:rect l="txL" t="txT" r="txR" b="txB"/>
              <a:pathLst>
                <a:path w="1" h="2064">
                  <a:moveTo>
                    <a:pt x="0" y="2064"/>
                  </a:moveTo>
                  <a:lnTo>
                    <a:pt x="0" y="0"/>
                  </a:lnTo>
                  <a:lnTo>
                    <a:pt x="0" y="2064"/>
                  </a:lnTo>
                  <a:close/>
                  <a:moveTo>
                    <a:pt x="0" y="2064"/>
                  </a:moveTo>
                  <a:lnTo>
                    <a:pt x="0" y="206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5" name="Freeform 14"/>
            <p:cNvSpPr>
              <a:spLocks noEditPoints="1"/>
            </p:cNvSpPr>
            <p:nvPr/>
          </p:nvSpPr>
          <p:spPr>
            <a:xfrm>
              <a:off x="2874" y="1257"/>
              <a:ext cx="1897" cy="1"/>
            </a:xfrm>
            <a:custGeom>
              <a:avLst/>
              <a:gdLst>
                <a:gd name="txL" fmla="*/ 0 w 1897"/>
                <a:gd name="txT" fmla="*/ 0 h 1"/>
                <a:gd name="txR" fmla="*/ 1897 w 1897"/>
                <a:gd name="txB" fmla="*/ 1 h 1"/>
              </a:gdLst>
              <a:ahLst/>
              <a:cxnLst>
                <a:cxn ang="0">
                  <a:pos x="1897" y="0"/>
                </a:cxn>
                <a:cxn ang="0">
                  <a:pos x="0" y="0"/>
                </a:cxn>
                <a:cxn ang="0">
                  <a:pos x="1897" y="0"/>
                </a:cxn>
                <a:cxn ang="0">
                  <a:pos x="1897" y="0"/>
                </a:cxn>
                <a:cxn ang="0">
                  <a:pos x="1897" y="0"/>
                </a:cxn>
                <a:cxn ang="0">
                  <a:pos x="1897" y="0"/>
                </a:cxn>
                <a:cxn ang="0">
                  <a:pos x="1897" y="0"/>
                </a:cxn>
              </a:cxnLst>
              <a:rect l="txL" t="txT" r="txR" b="txB"/>
              <a:pathLst>
                <a:path w="1897" h="1">
                  <a:moveTo>
                    <a:pt x="1897" y="0"/>
                  </a:moveTo>
                  <a:lnTo>
                    <a:pt x="0" y="0"/>
                  </a:lnTo>
                  <a:lnTo>
                    <a:pt x="1897" y="0"/>
                  </a:lnTo>
                  <a:close/>
                  <a:moveTo>
                    <a:pt x="1897" y="0"/>
                  </a:moveTo>
                  <a:lnTo>
                    <a:pt x="1897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6" name="Freeform 15"/>
            <p:cNvSpPr/>
            <p:nvPr/>
          </p:nvSpPr>
          <p:spPr>
            <a:xfrm>
              <a:off x="807" y="2084"/>
              <a:ext cx="340" cy="410"/>
            </a:xfrm>
            <a:custGeom>
              <a:avLst/>
              <a:gdLst>
                <a:gd name="txL" fmla="*/ 0 w 340"/>
                <a:gd name="txT" fmla="*/ 0 h 410"/>
                <a:gd name="txR" fmla="*/ 340 w 340"/>
                <a:gd name="txB" fmla="*/ 410 h 410"/>
              </a:gdLst>
              <a:ahLst/>
              <a:cxnLst>
                <a:cxn ang="0">
                  <a:pos x="170" y="410"/>
                </a:cxn>
                <a:cxn ang="0">
                  <a:pos x="201" y="402"/>
                </a:cxn>
                <a:cxn ang="0">
                  <a:pos x="240" y="394"/>
                </a:cxn>
                <a:cxn ang="0">
                  <a:pos x="294" y="348"/>
                </a:cxn>
                <a:cxn ang="0">
                  <a:pos x="325" y="286"/>
                </a:cxn>
                <a:cxn ang="0">
                  <a:pos x="340" y="209"/>
                </a:cxn>
                <a:cxn ang="0">
                  <a:pos x="325" y="124"/>
                </a:cxn>
                <a:cxn ang="0">
                  <a:pos x="294" y="62"/>
                </a:cxn>
                <a:cxn ang="0">
                  <a:pos x="240" y="16"/>
                </a:cxn>
                <a:cxn ang="0">
                  <a:pos x="201" y="8"/>
                </a:cxn>
                <a:cxn ang="0">
                  <a:pos x="170" y="0"/>
                </a:cxn>
                <a:cxn ang="0">
                  <a:pos x="139" y="8"/>
                </a:cxn>
                <a:cxn ang="0">
                  <a:pos x="108" y="16"/>
                </a:cxn>
                <a:cxn ang="0">
                  <a:pos x="54" y="62"/>
                </a:cxn>
                <a:cxn ang="0">
                  <a:pos x="15" y="124"/>
                </a:cxn>
                <a:cxn ang="0">
                  <a:pos x="0" y="209"/>
                </a:cxn>
                <a:cxn ang="0">
                  <a:pos x="15" y="286"/>
                </a:cxn>
                <a:cxn ang="0">
                  <a:pos x="54" y="348"/>
                </a:cxn>
                <a:cxn ang="0">
                  <a:pos x="108" y="394"/>
                </a:cxn>
                <a:cxn ang="0">
                  <a:pos x="139" y="402"/>
                </a:cxn>
                <a:cxn ang="0">
                  <a:pos x="170" y="410"/>
                </a:cxn>
                <a:cxn ang="0">
                  <a:pos x="170" y="410"/>
                </a:cxn>
              </a:cxnLst>
              <a:rect l="txL" t="txT" r="txR" b="txB"/>
              <a:pathLst>
                <a:path w="340" h="410">
                  <a:moveTo>
                    <a:pt x="170" y="410"/>
                  </a:moveTo>
                  <a:lnTo>
                    <a:pt x="201" y="402"/>
                  </a:lnTo>
                  <a:lnTo>
                    <a:pt x="240" y="394"/>
                  </a:lnTo>
                  <a:lnTo>
                    <a:pt x="294" y="348"/>
                  </a:lnTo>
                  <a:lnTo>
                    <a:pt x="325" y="286"/>
                  </a:lnTo>
                  <a:lnTo>
                    <a:pt x="340" y="209"/>
                  </a:lnTo>
                  <a:lnTo>
                    <a:pt x="325" y="124"/>
                  </a:lnTo>
                  <a:lnTo>
                    <a:pt x="294" y="62"/>
                  </a:lnTo>
                  <a:lnTo>
                    <a:pt x="240" y="16"/>
                  </a:lnTo>
                  <a:lnTo>
                    <a:pt x="201" y="8"/>
                  </a:lnTo>
                  <a:lnTo>
                    <a:pt x="170" y="0"/>
                  </a:lnTo>
                  <a:lnTo>
                    <a:pt x="139" y="8"/>
                  </a:lnTo>
                  <a:lnTo>
                    <a:pt x="108" y="16"/>
                  </a:lnTo>
                  <a:lnTo>
                    <a:pt x="54" y="62"/>
                  </a:lnTo>
                  <a:lnTo>
                    <a:pt x="15" y="124"/>
                  </a:lnTo>
                  <a:lnTo>
                    <a:pt x="0" y="209"/>
                  </a:lnTo>
                  <a:lnTo>
                    <a:pt x="15" y="286"/>
                  </a:lnTo>
                  <a:lnTo>
                    <a:pt x="54" y="348"/>
                  </a:lnTo>
                  <a:lnTo>
                    <a:pt x="108" y="394"/>
                  </a:lnTo>
                  <a:lnTo>
                    <a:pt x="139" y="402"/>
                  </a:lnTo>
                  <a:lnTo>
                    <a:pt x="170" y="41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7" name="Freeform 16"/>
            <p:cNvSpPr/>
            <p:nvPr/>
          </p:nvSpPr>
          <p:spPr>
            <a:xfrm>
              <a:off x="977" y="2293"/>
              <a:ext cx="170" cy="201"/>
            </a:xfrm>
            <a:custGeom>
              <a:avLst/>
              <a:gdLst>
                <a:gd name="txL" fmla="*/ 0 w 170"/>
                <a:gd name="txT" fmla="*/ 0 h 201"/>
                <a:gd name="txR" fmla="*/ 170 w 170"/>
                <a:gd name="txB" fmla="*/ 201 h 201"/>
              </a:gdLst>
              <a:ahLst/>
              <a:cxnLst>
                <a:cxn ang="0">
                  <a:pos x="0" y="201"/>
                </a:cxn>
                <a:cxn ang="0">
                  <a:pos x="31" y="193"/>
                </a:cxn>
                <a:cxn ang="0">
                  <a:pos x="70" y="185"/>
                </a:cxn>
                <a:cxn ang="0">
                  <a:pos x="124" y="139"/>
                </a:cxn>
                <a:cxn ang="0">
                  <a:pos x="155" y="77"/>
                </a:cxn>
                <a:cxn ang="0">
                  <a:pos x="170" y="0"/>
                </a:cxn>
                <a:cxn ang="0">
                  <a:pos x="170" y="0"/>
                </a:cxn>
                <a:cxn ang="0">
                  <a:pos x="155" y="77"/>
                </a:cxn>
                <a:cxn ang="0">
                  <a:pos x="124" y="139"/>
                </a:cxn>
                <a:cxn ang="0">
                  <a:pos x="70" y="185"/>
                </a:cxn>
                <a:cxn ang="0">
                  <a:pos x="31" y="193"/>
                </a:cxn>
                <a:cxn ang="0">
                  <a:pos x="0" y="201"/>
                </a:cxn>
                <a:cxn ang="0">
                  <a:pos x="0" y="201"/>
                </a:cxn>
              </a:cxnLst>
              <a:rect l="txL" t="txT" r="txR" b="txB"/>
              <a:pathLst>
                <a:path w="170" h="201">
                  <a:moveTo>
                    <a:pt x="0" y="201"/>
                  </a:moveTo>
                  <a:lnTo>
                    <a:pt x="31" y="193"/>
                  </a:lnTo>
                  <a:lnTo>
                    <a:pt x="70" y="185"/>
                  </a:lnTo>
                  <a:lnTo>
                    <a:pt x="124" y="139"/>
                  </a:lnTo>
                  <a:lnTo>
                    <a:pt x="155" y="77"/>
                  </a:lnTo>
                  <a:lnTo>
                    <a:pt x="170" y="0"/>
                  </a:lnTo>
                  <a:lnTo>
                    <a:pt x="155" y="77"/>
                  </a:lnTo>
                  <a:lnTo>
                    <a:pt x="124" y="139"/>
                  </a:lnTo>
                  <a:lnTo>
                    <a:pt x="70" y="185"/>
                  </a:lnTo>
                  <a:lnTo>
                    <a:pt x="31" y="193"/>
                  </a:lnTo>
                  <a:lnTo>
                    <a:pt x="0" y="20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8" name="Freeform 17"/>
            <p:cNvSpPr>
              <a:spLocks noEditPoints="1"/>
            </p:cNvSpPr>
            <p:nvPr/>
          </p:nvSpPr>
          <p:spPr>
            <a:xfrm>
              <a:off x="977" y="2084"/>
              <a:ext cx="170" cy="209"/>
            </a:xfrm>
            <a:custGeom>
              <a:avLst/>
              <a:gdLst>
                <a:gd name="txL" fmla="*/ 0 w 170"/>
                <a:gd name="txT" fmla="*/ 0 h 209"/>
                <a:gd name="txR" fmla="*/ 170 w 170"/>
                <a:gd name="txB" fmla="*/ 209 h 209"/>
              </a:gdLst>
              <a:ahLst/>
              <a:cxnLst>
                <a:cxn ang="0">
                  <a:pos x="170" y="209"/>
                </a:cxn>
                <a:cxn ang="0">
                  <a:pos x="155" y="124"/>
                </a:cxn>
                <a:cxn ang="0">
                  <a:pos x="124" y="62"/>
                </a:cxn>
                <a:cxn ang="0">
                  <a:pos x="70" y="16"/>
                </a:cxn>
                <a:cxn ang="0">
                  <a:pos x="31" y="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31" y="8"/>
                </a:cxn>
                <a:cxn ang="0">
                  <a:pos x="70" y="16"/>
                </a:cxn>
                <a:cxn ang="0">
                  <a:pos x="124" y="62"/>
                </a:cxn>
                <a:cxn ang="0">
                  <a:pos x="155" y="124"/>
                </a:cxn>
                <a:cxn ang="0">
                  <a:pos x="170" y="209"/>
                </a:cxn>
                <a:cxn ang="0">
                  <a:pos x="170" y="209"/>
                </a:cxn>
                <a:cxn ang="0">
                  <a:pos x="170" y="209"/>
                </a:cxn>
                <a:cxn ang="0">
                  <a:pos x="170" y="209"/>
                </a:cxn>
                <a:cxn ang="0">
                  <a:pos x="170" y="209"/>
                </a:cxn>
              </a:cxnLst>
              <a:rect l="txL" t="txT" r="txR" b="txB"/>
              <a:pathLst>
                <a:path w="170" h="209">
                  <a:moveTo>
                    <a:pt x="170" y="209"/>
                  </a:moveTo>
                  <a:lnTo>
                    <a:pt x="155" y="124"/>
                  </a:lnTo>
                  <a:lnTo>
                    <a:pt x="124" y="62"/>
                  </a:lnTo>
                  <a:lnTo>
                    <a:pt x="70" y="16"/>
                  </a:lnTo>
                  <a:lnTo>
                    <a:pt x="31" y="8"/>
                  </a:lnTo>
                  <a:lnTo>
                    <a:pt x="0" y="0"/>
                  </a:lnTo>
                  <a:lnTo>
                    <a:pt x="31" y="8"/>
                  </a:lnTo>
                  <a:lnTo>
                    <a:pt x="70" y="16"/>
                  </a:lnTo>
                  <a:lnTo>
                    <a:pt x="124" y="62"/>
                  </a:lnTo>
                  <a:lnTo>
                    <a:pt x="155" y="124"/>
                  </a:lnTo>
                  <a:lnTo>
                    <a:pt x="170" y="209"/>
                  </a:lnTo>
                  <a:close/>
                  <a:moveTo>
                    <a:pt x="170" y="209"/>
                  </a:moveTo>
                  <a:lnTo>
                    <a:pt x="170" y="20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9" name="Freeform 18"/>
            <p:cNvSpPr>
              <a:spLocks noEditPoints="1"/>
            </p:cNvSpPr>
            <p:nvPr/>
          </p:nvSpPr>
          <p:spPr>
            <a:xfrm>
              <a:off x="807" y="2084"/>
              <a:ext cx="170" cy="209"/>
            </a:xfrm>
            <a:custGeom>
              <a:avLst/>
              <a:gdLst>
                <a:gd name="txL" fmla="*/ 0 w 170"/>
                <a:gd name="txT" fmla="*/ 0 h 209"/>
                <a:gd name="txR" fmla="*/ 170 w 170"/>
                <a:gd name="txB" fmla="*/ 209 h 209"/>
              </a:gdLst>
              <a:ahLst/>
              <a:cxnLst>
                <a:cxn ang="0">
                  <a:pos x="170" y="0"/>
                </a:cxn>
                <a:cxn ang="0">
                  <a:pos x="139" y="8"/>
                </a:cxn>
                <a:cxn ang="0">
                  <a:pos x="108" y="16"/>
                </a:cxn>
                <a:cxn ang="0">
                  <a:pos x="54" y="62"/>
                </a:cxn>
                <a:cxn ang="0">
                  <a:pos x="15" y="124"/>
                </a:cxn>
                <a:cxn ang="0">
                  <a:pos x="0" y="209"/>
                </a:cxn>
                <a:cxn ang="0">
                  <a:pos x="0" y="209"/>
                </a:cxn>
                <a:cxn ang="0">
                  <a:pos x="15" y="124"/>
                </a:cxn>
                <a:cxn ang="0">
                  <a:pos x="54" y="62"/>
                </a:cxn>
                <a:cxn ang="0">
                  <a:pos x="108" y="16"/>
                </a:cxn>
                <a:cxn ang="0">
                  <a:pos x="139" y="8"/>
                </a:cxn>
                <a:cxn ang="0">
                  <a:pos x="170" y="0"/>
                </a:cxn>
                <a:cxn ang="0">
                  <a:pos x="170" y="0"/>
                </a:cxn>
                <a:cxn ang="0">
                  <a:pos x="170" y="0"/>
                </a:cxn>
                <a:cxn ang="0">
                  <a:pos x="170" y="0"/>
                </a:cxn>
                <a:cxn ang="0">
                  <a:pos x="170" y="0"/>
                </a:cxn>
              </a:cxnLst>
              <a:rect l="txL" t="txT" r="txR" b="txB"/>
              <a:pathLst>
                <a:path w="170" h="209">
                  <a:moveTo>
                    <a:pt x="170" y="0"/>
                  </a:moveTo>
                  <a:lnTo>
                    <a:pt x="139" y="8"/>
                  </a:lnTo>
                  <a:lnTo>
                    <a:pt x="108" y="16"/>
                  </a:lnTo>
                  <a:lnTo>
                    <a:pt x="54" y="62"/>
                  </a:lnTo>
                  <a:lnTo>
                    <a:pt x="15" y="124"/>
                  </a:lnTo>
                  <a:lnTo>
                    <a:pt x="0" y="209"/>
                  </a:lnTo>
                  <a:lnTo>
                    <a:pt x="15" y="124"/>
                  </a:lnTo>
                  <a:lnTo>
                    <a:pt x="54" y="62"/>
                  </a:lnTo>
                  <a:lnTo>
                    <a:pt x="108" y="16"/>
                  </a:lnTo>
                  <a:lnTo>
                    <a:pt x="139" y="8"/>
                  </a:lnTo>
                  <a:lnTo>
                    <a:pt x="170" y="0"/>
                  </a:lnTo>
                  <a:close/>
                  <a:moveTo>
                    <a:pt x="170" y="0"/>
                  </a:moveTo>
                  <a:lnTo>
                    <a:pt x="17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0" name="Freeform 19"/>
            <p:cNvSpPr>
              <a:spLocks noEditPoints="1"/>
            </p:cNvSpPr>
            <p:nvPr/>
          </p:nvSpPr>
          <p:spPr>
            <a:xfrm>
              <a:off x="807" y="2293"/>
              <a:ext cx="170" cy="201"/>
            </a:xfrm>
            <a:custGeom>
              <a:avLst/>
              <a:gdLst>
                <a:gd name="txL" fmla="*/ 0 w 170"/>
                <a:gd name="txT" fmla="*/ 0 h 201"/>
                <a:gd name="txR" fmla="*/ 170 w 170"/>
                <a:gd name="txB" fmla="*/ 201 h 201"/>
              </a:gdLst>
              <a:ahLst/>
              <a:cxnLst>
                <a:cxn ang="0">
                  <a:pos x="0" y="0"/>
                </a:cxn>
                <a:cxn ang="0">
                  <a:pos x="15" y="77"/>
                </a:cxn>
                <a:cxn ang="0">
                  <a:pos x="54" y="139"/>
                </a:cxn>
                <a:cxn ang="0">
                  <a:pos x="108" y="185"/>
                </a:cxn>
                <a:cxn ang="0">
                  <a:pos x="139" y="193"/>
                </a:cxn>
                <a:cxn ang="0">
                  <a:pos x="170" y="201"/>
                </a:cxn>
                <a:cxn ang="0">
                  <a:pos x="170" y="201"/>
                </a:cxn>
                <a:cxn ang="0">
                  <a:pos x="139" y="193"/>
                </a:cxn>
                <a:cxn ang="0">
                  <a:pos x="108" y="185"/>
                </a:cxn>
                <a:cxn ang="0">
                  <a:pos x="54" y="139"/>
                </a:cxn>
                <a:cxn ang="0">
                  <a:pos x="15" y="7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70" h="201">
                  <a:moveTo>
                    <a:pt x="0" y="0"/>
                  </a:moveTo>
                  <a:lnTo>
                    <a:pt x="15" y="77"/>
                  </a:lnTo>
                  <a:lnTo>
                    <a:pt x="54" y="139"/>
                  </a:lnTo>
                  <a:lnTo>
                    <a:pt x="108" y="185"/>
                  </a:lnTo>
                  <a:lnTo>
                    <a:pt x="139" y="193"/>
                  </a:lnTo>
                  <a:lnTo>
                    <a:pt x="170" y="201"/>
                  </a:lnTo>
                  <a:lnTo>
                    <a:pt x="139" y="193"/>
                  </a:lnTo>
                  <a:lnTo>
                    <a:pt x="108" y="185"/>
                  </a:lnTo>
                  <a:lnTo>
                    <a:pt x="54" y="139"/>
                  </a:lnTo>
                  <a:lnTo>
                    <a:pt x="15" y="77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1" name="Freeform 20"/>
            <p:cNvSpPr/>
            <p:nvPr/>
          </p:nvSpPr>
          <p:spPr>
            <a:xfrm>
              <a:off x="977" y="2494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2" name="Freeform 21"/>
            <p:cNvSpPr/>
            <p:nvPr/>
          </p:nvSpPr>
          <p:spPr>
            <a:xfrm>
              <a:off x="923" y="2154"/>
              <a:ext cx="101" cy="123"/>
            </a:xfrm>
            <a:custGeom>
              <a:avLst/>
              <a:gdLst>
                <a:gd name="txL" fmla="*/ 0 w 101"/>
                <a:gd name="txT" fmla="*/ 0 h 123"/>
                <a:gd name="txR" fmla="*/ 101 w 101"/>
                <a:gd name="txB" fmla="*/ 123 h 123"/>
              </a:gdLst>
              <a:ahLst/>
              <a:cxnLst>
                <a:cxn ang="0">
                  <a:pos x="46" y="54"/>
                </a:cxn>
                <a:cxn ang="0">
                  <a:pos x="0" y="54"/>
                </a:cxn>
                <a:cxn ang="0">
                  <a:pos x="0" y="69"/>
                </a:cxn>
                <a:cxn ang="0">
                  <a:pos x="46" y="69"/>
                </a:cxn>
                <a:cxn ang="0">
                  <a:pos x="46" y="123"/>
                </a:cxn>
                <a:cxn ang="0">
                  <a:pos x="54" y="123"/>
                </a:cxn>
                <a:cxn ang="0">
                  <a:pos x="54" y="69"/>
                </a:cxn>
                <a:cxn ang="0">
                  <a:pos x="101" y="69"/>
                </a:cxn>
                <a:cxn ang="0">
                  <a:pos x="101" y="54"/>
                </a:cxn>
                <a:cxn ang="0">
                  <a:pos x="54" y="54"/>
                </a:cxn>
                <a:cxn ang="0">
                  <a:pos x="54" y="0"/>
                </a:cxn>
                <a:cxn ang="0">
                  <a:pos x="46" y="0"/>
                </a:cxn>
                <a:cxn ang="0">
                  <a:pos x="46" y="54"/>
                </a:cxn>
              </a:cxnLst>
              <a:rect l="txL" t="txT" r="txR" b="txB"/>
              <a:pathLst>
                <a:path w="101" h="123">
                  <a:moveTo>
                    <a:pt x="46" y="54"/>
                  </a:moveTo>
                  <a:lnTo>
                    <a:pt x="0" y="54"/>
                  </a:lnTo>
                  <a:lnTo>
                    <a:pt x="0" y="69"/>
                  </a:lnTo>
                  <a:lnTo>
                    <a:pt x="46" y="69"/>
                  </a:lnTo>
                  <a:lnTo>
                    <a:pt x="46" y="123"/>
                  </a:lnTo>
                  <a:lnTo>
                    <a:pt x="54" y="123"/>
                  </a:lnTo>
                  <a:lnTo>
                    <a:pt x="54" y="69"/>
                  </a:lnTo>
                  <a:lnTo>
                    <a:pt x="101" y="69"/>
                  </a:lnTo>
                  <a:lnTo>
                    <a:pt x="101" y="54"/>
                  </a:lnTo>
                  <a:lnTo>
                    <a:pt x="54" y="54"/>
                  </a:lnTo>
                  <a:lnTo>
                    <a:pt x="54" y="0"/>
                  </a:lnTo>
                  <a:lnTo>
                    <a:pt x="46" y="0"/>
                  </a:lnTo>
                  <a:lnTo>
                    <a:pt x="46" y="5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3" name="Rectangle 22"/>
            <p:cNvSpPr/>
            <p:nvPr/>
          </p:nvSpPr>
          <p:spPr>
            <a:xfrm>
              <a:off x="923" y="2378"/>
              <a:ext cx="101" cy="8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aseline="-25000" dirty="0">
                <a:ea typeface="Arial" panose="020B0604020202020204" pitchFamily="34" charset="0"/>
              </a:endParaRPr>
            </a:p>
          </p:txBody>
        </p:sp>
        <p:sp>
          <p:nvSpPr>
            <p:cNvPr id="35864" name="Freeform 23"/>
            <p:cNvSpPr/>
            <p:nvPr/>
          </p:nvSpPr>
          <p:spPr>
            <a:xfrm>
              <a:off x="4601" y="2084"/>
              <a:ext cx="348" cy="410"/>
            </a:xfrm>
            <a:custGeom>
              <a:avLst/>
              <a:gdLst>
                <a:gd name="txL" fmla="*/ 0 w 348"/>
                <a:gd name="txT" fmla="*/ 0 h 410"/>
                <a:gd name="txR" fmla="*/ 348 w 348"/>
                <a:gd name="txB" fmla="*/ 410 h 410"/>
              </a:gdLst>
              <a:ahLst/>
              <a:cxnLst>
                <a:cxn ang="0">
                  <a:pos x="178" y="410"/>
                </a:cxn>
                <a:cxn ang="0">
                  <a:pos x="209" y="402"/>
                </a:cxn>
                <a:cxn ang="0">
                  <a:pos x="247" y="394"/>
                </a:cxn>
                <a:cxn ang="0">
                  <a:pos x="302" y="348"/>
                </a:cxn>
                <a:cxn ang="0">
                  <a:pos x="333" y="286"/>
                </a:cxn>
                <a:cxn ang="0">
                  <a:pos x="348" y="209"/>
                </a:cxn>
                <a:cxn ang="0">
                  <a:pos x="333" y="124"/>
                </a:cxn>
                <a:cxn ang="0">
                  <a:pos x="302" y="62"/>
                </a:cxn>
                <a:cxn ang="0">
                  <a:pos x="247" y="16"/>
                </a:cxn>
                <a:cxn ang="0">
                  <a:pos x="209" y="8"/>
                </a:cxn>
                <a:cxn ang="0">
                  <a:pos x="178" y="0"/>
                </a:cxn>
                <a:cxn ang="0">
                  <a:pos x="139" y="8"/>
                </a:cxn>
                <a:cxn ang="0">
                  <a:pos x="108" y="16"/>
                </a:cxn>
                <a:cxn ang="0">
                  <a:pos x="54" y="62"/>
                </a:cxn>
                <a:cxn ang="0">
                  <a:pos x="15" y="124"/>
                </a:cxn>
                <a:cxn ang="0">
                  <a:pos x="0" y="209"/>
                </a:cxn>
                <a:cxn ang="0">
                  <a:pos x="15" y="286"/>
                </a:cxn>
                <a:cxn ang="0">
                  <a:pos x="54" y="348"/>
                </a:cxn>
                <a:cxn ang="0">
                  <a:pos x="108" y="394"/>
                </a:cxn>
                <a:cxn ang="0">
                  <a:pos x="139" y="402"/>
                </a:cxn>
                <a:cxn ang="0">
                  <a:pos x="178" y="410"/>
                </a:cxn>
                <a:cxn ang="0">
                  <a:pos x="178" y="410"/>
                </a:cxn>
              </a:cxnLst>
              <a:rect l="txL" t="txT" r="txR" b="txB"/>
              <a:pathLst>
                <a:path w="348" h="410">
                  <a:moveTo>
                    <a:pt x="178" y="410"/>
                  </a:moveTo>
                  <a:lnTo>
                    <a:pt x="209" y="402"/>
                  </a:lnTo>
                  <a:lnTo>
                    <a:pt x="247" y="394"/>
                  </a:lnTo>
                  <a:lnTo>
                    <a:pt x="302" y="348"/>
                  </a:lnTo>
                  <a:lnTo>
                    <a:pt x="333" y="286"/>
                  </a:lnTo>
                  <a:lnTo>
                    <a:pt x="348" y="209"/>
                  </a:lnTo>
                  <a:lnTo>
                    <a:pt x="333" y="124"/>
                  </a:lnTo>
                  <a:lnTo>
                    <a:pt x="302" y="62"/>
                  </a:lnTo>
                  <a:lnTo>
                    <a:pt x="247" y="16"/>
                  </a:lnTo>
                  <a:lnTo>
                    <a:pt x="209" y="8"/>
                  </a:lnTo>
                  <a:lnTo>
                    <a:pt x="178" y="0"/>
                  </a:lnTo>
                  <a:lnTo>
                    <a:pt x="139" y="8"/>
                  </a:lnTo>
                  <a:lnTo>
                    <a:pt x="108" y="16"/>
                  </a:lnTo>
                  <a:lnTo>
                    <a:pt x="54" y="62"/>
                  </a:lnTo>
                  <a:lnTo>
                    <a:pt x="15" y="124"/>
                  </a:lnTo>
                  <a:lnTo>
                    <a:pt x="0" y="209"/>
                  </a:lnTo>
                  <a:lnTo>
                    <a:pt x="15" y="286"/>
                  </a:lnTo>
                  <a:lnTo>
                    <a:pt x="54" y="348"/>
                  </a:lnTo>
                  <a:lnTo>
                    <a:pt x="108" y="394"/>
                  </a:lnTo>
                  <a:lnTo>
                    <a:pt x="139" y="402"/>
                  </a:lnTo>
                  <a:lnTo>
                    <a:pt x="178" y="41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5" name="Freeform 24"/>
            <p:cNvSpPr/>
            <p:nvPr/>
          </p:nvSpPr>
          <p:spPr>
            <a:xfrm>
              <a:off x="4779" y="2293"/>
              <a:ext cx="170" cy="201"/>
            </a:xfrm>
            <a:custGeom>
              <a:avLst/>
              <a:gdLst>
                <a:gd name="txL" fmla="*/ 0 w 170"/>
                <a:gd name="txT" fmla="*/ 0 h 201"/>
                <a:gd name="txR" fmla="*/ 170 w 170"/>
                <a:gd name="txB" fmla="*/ 201 h 201"/>
              </a:gdLst>
              <a:ahLst/>
              <a:cxnLst>
                <a:cxn ang="0">
                  <a:pos x="0" y="201"/>
                </a:cxn>
                <a:cxn ang="0">
                  <a:pos x="31" y="193"/>
                </a:cxn>
                <a:cxn ang="0">
                  <a:pos x="69" y="185"/>
                </a:cxn>
                <a:cxn ang="0">
                  <a:pos x="124" y="139"/>
                </a:cxn>
                <a:cxn ang="0">
                  <a:pos x="155" y="77"/>
                </a:cxn>
                <a:cxn ang="0">
                  <a:pos x="170" y="0"/>
                </a:cxn>
                <a:cxn ang="0">
                  <a:pos x="170" y="0"/>
                </a:cxn>
                <a:cxn ang="0">
                  <a:pos x="155" y="77"/>
                </a:cxn>
                <a:cxn ang="0">
                  <a:pos x="124" y="139"/>
                </a:cxn>
                <a:cxn ang="0">
                  <a:pos x="69" y="185"/>
                </a:cxn>
                <a:cxn ang="0">
                  <a:pos x="31" y="193"/>
                </a:cxn>
                <a:cxn ang="0">
                  <a:pos x="0" y="201"/>
                </a:cxn>
                <a:cxn ang="0">
                  <a:pos x="0" y="201"/>
                </a:cxn>
              </a:cxnLst>
              <a:rect l="txL" t="txT" r="txR" b="txB"/>
              <a:pathLst>
                <a:path w="170" h="201">
                  <a:moveTo>
                    <a:pt x="0" y="201"/>
                  </a:moveTo>
                  <a:lnTo>
                    <a:pt x="31" y="193"/>
                  </a:lnTo>
                  <a:lnTo>
                    <a:pt x="69" y="185"/>
                  </a:lnTo>
                  <a:lnTo>
                    <a:pt x="124" y="139"/>
                  </a:lnTo>
                  <a:lnTo>
                    <a:pt x="155" y="77"/>
                  </a:lnTo>
                  <a:lnTo>
                    <a:pt x="170" y="0"/>
                  </a:lnTo>
                  <a:lnTo>
                    <a:pt x="155" y="77"/>
                  </a:lnTo>
                  <a:lnTo>
                    <a:pt x="124" y="139"/>
                  </a:lnTo>
                  <a:lnTo>
                    <a:pt x="69" y="185"/>
                  </a:lnTo>
                  <a:lnTo>
                    <a:pt x="31" y="193"/>
                  </a:lnTo>
                  <a:lnTo>
                    <a:pt x="0" y="20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6" name="Freeform 25"/>
            <p:cNvSpPr>
              <a:spLocks noEditPoints="1"/>
            </p:cNvSpPr>
            <p:nvPr/>
          </p:nvSpPr>
          <p:spPr>
            <a:xfrm>
              <a:off x="4779" y="2084"/>
              <a:ext cx="170" cy="209"/>
            </a:xfrm>
            <a:custGeom>
              <a:avLst/>
              <a:gdLst>
                <a:gd name="txL" fmla="*/ 0 w 170"/>
                <a:gd name="txT" fmla="*/ 0 h 209"/>
                <a:gd name="txR" fmla="*/ 170 w 170"/>
                <a:gd name="txB" fmla="*/ 209 h 209"/>
              </a:gdLst>
              <a:ahLst/>
              <a:cxnLst>
                <a:cxn ang="0">
                  <a:pos x="170" y="209"/>
                </a:cxn>
                <a:cxn ang="0">
                  <a:pos x="155" y="124"/>
                </a:cxn>
                <a:cxn ang="0">
                  <a:pos x="124" y="62"/>
                </a:cxn>
                <a:cxn ang="0">
                  <a:pos x="69" y="16"/>
                </a:cxn>
                <a:cxn ang="0">
                  <a:pos x="31" y="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31" y="8"/>
                </a:cxn>
                <a:cxn ang="0">
                  <a:pos x="69" y="16"/>
                </a:cxn>
                <a:cxn ang="0">
                  <a:pos x="124" y="62"/>
                </a:cxn>
                <a:cxn ang="0">
                  <a:pos x="155" y="124"/>
                </a:cxn>
                <a:cxn ang="0">
                  <a:pos x="170" y="209"/>
                </a:cxn>
                <a:cxn ang="0">
                  <a:pos x="170" y="209"/>
                </a:cxn>
                <a:cxn ang="0">
                  <a:pos x="170" y="209"/>
                </a:cxn>
                <a:cxn ang="0">
                  <a:pos x="170" y="209"/>
                </a:cxn>
                <a:cxn ang="0">
                  <a:pos x="170" y="209"/>
                </a:cxn>
              </a:cxnLst>
              <a:rect l="txL" t="txT" r="txR" b="txB"/>
              <a:pathLst>
                <a:path w="170" h="209">
                  <a:moveTo>
                    <a:pt x="170" y="209"/>
                  </a:moveTo>
                  <a:lnTo>
                    <a:pt x="155" y="124"/>
                  </a:lnTo>
                  <a:lnTo>
                    <a:pt x="124" y="62"/>
                  </a:lnTo>
                  <a:lnTo>
                    <a:pt x="69" y="16"/>
                  </a:lnTo>
                  <a:lnTo>
                    <a:pt x="31" y="8"/>
                  </a:lnTo>
                  <a:lnTo>
                    <a:pt x="0" y="0"/>
                  </a:lnTo>
                  <a:lnTo>
                    <a:pt x="31" y="8"/>
                  </a:lnTo>
                  <a:lnTo>
                    <a:pt x="69" y="16"/>
                  </a:lnTo>
                  <a:lnTo>
                    <a:pt x="124" y="62"/>
                  </a:lnTo>
                  <a:lnTo>
                    <a:pt x="155" y="124"/>
                  </a:lnTo>
                  <a:lnTo>
                    <a:pt x="170" y="209"/>
                  </a:lnTo>
                  <a:close/>
                  <a:moveTo>
                    <a:pt x="170" y="209"/>
                  </a:moveTo>
                  <a:lnTo>
                    <a:pt x="170" y="20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7" name="Freeform 26"/>
            <p:cNvSpPr>
              <a:spLocks noEditPoints="1"/>
            </p:cNvSpPr>
            <p:nvPr/>
          </p:nvSpPr>
          <p:spPr>
            <a:xfrm>
              <a:off x="4601" y="2084"/>
              <a:ext cx="178" cy="209"/>
            </a:xfrm>
            <a:custGeom>
              <a:avLst/>
              <a:gdLst>
                <a:gd name="txL" fmla="*/ 0 w 178"/>
                <a:gd name="txT" fmla="*/ 0 h 209"/>
                <a:gd name="txR" fmla="*/ 178 w 178"/>
                <a:gd name="txB" fmla="*/ 209 h 209"/>
              </a:gdLst>
              <a:ahLst/>
              <a:cxnLst>
                <a:cxn ang="0">
                  <a:pos x="178" y="0"/>
                </a:cxn>
                <a:cxn ang="0">
                  <a:pos x="139" y="8"/>
                </a:cxn>
                <a:cxn ang="0">
                  <a:pos x="108" y="16"/>
                </a:cxn>
                <a:cxn ang="0">
                  <a:pos x="54" y="62"/>
                </a:cxn>
                <a:cxn ang="0">
                  <a:pos x="23" y="124"/>
                </a:cxn>
                <a:cxn ang="0">
                  <a:pos x="7" y="209"/>
                </a:cxn>
                <a:cxn ang="0">
                  <a:pos x="0" y="209"/>
                </a:cxn>
                <a:cxn ang="0">
                  <a:pos x="15" y="124"/>
                </a:cxn>
                <a:cxn ang="0">
                  <a:pos x="54" y="62"/>
                </a:cxn>
                <a:cxn ang="0">
                  <a:pos x="108" y="16"/>
                </a:cxn>
                <a:cxn ang="0">
                  <a:pos x="139" y="8"/>
                </a:cxn>
                <a:cxn ang="0">
                  <a:pos x="178" y="0"/>
                </a:cxn>
                <a:cxn ang="0">
                  <a:pos x="178" y="0"/>
                </a:cxn>
                <a:cxn ang="0">
                  <a:pos x="178" y="0"/>
                </a:cxn>
                <a:cxn ang="0">
                  <a:pos x="178" y="0"/>
                </a:cxn>
                <a:cxn ang="0">
                  <a:pos x="178" y="0"/>
                </a:cxn>
              </a:cxnLst>
              <a:rect l="txL" t="txT" r="txR" b="txB"/>
              <a:pathLst>
                <a:path w="178" h="209">
                  <a:moveTo>
                    <a:pt x="178" y="0"/>
                  </a:moveTo>
                  <a:lnTo>
                    <a:pt x="139" y="8"/>
                  </a:lnTo>
                  <a:lnTo>
                    <a:pt x="108" y="16"/>
                  </a:lnTo>
                  <a:lnTo>
                    <a:pt x="54" y="62"/>
                  </a:lnTo>
                  <a:lnTo>
                    <a:pt x="23" y="124"/>
                  </a:lnTo>
                  <a:lnTo>
                    <a:pt x="7" y="209"/>
                  </a:lnTo>
                  <a:lnTo>
                    <a:pt x="0" y="209"/>
                  </a:lnTo>
                  <a:lnTo>
                    <a:pt x="15" y="124"/>
                  </a:lnTo>
                  <a:lnTo>
                    <a:pt x="54" y="62"/>
                  </a:lnTo>
                  <a:lnTo>
                    <a:pt x="108" y="16"/>
                  </a:lnTo>
                  <a:lnTo>
                    <a:pt x="139" y="8"/>
                  </a:lnTo>
                  <a:lnTo>
                    <a:pt x="178" y="0"/>
                  </a:lnTo>
                  <a:close/>
                  <a:moveTo>
                    <a:pt x="178" y="0"/>
                  </a:moveTo>
                  <a:lnTo>
                    <a:pt x="178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8" name="Freeform 27"/>
            <p:cNvSpPr>
              <a:spLocks noEditPoints="1"/>
            </p:cNvSpPr>
            <p:nvPr/>
          </p:nvSpPr>
          <p:spPr>
            <a:xfrm>
              <a:off x="4601" y="2293"/>
              <a:ext cx="178" cy="201"/>
            </a:xfrm>
            <a:custGeom>
              <a:avLst/>
              <a:gdLst>
                <a:gd name="txL" fmla="*/ 0 w 178"/>
                <a:gd name="txT" fmla="*/ 0 h 201"/>
                <a:gd name="txR" fmla="*/ 178 w 178"/>
                <a:gd name="txB" fmla="*/ 201 h 201"/>
              </a:gdLst>
              <a:ahLst/>
              <a:cxnLst>
                <a:cxn ang="0">
                  <a:pos x="0" y="0"/>
                </a:cxn>
                <a:cxn ang="0">
                  <a:pos x="15" y="77"/>
                </a:cxn>
                <a:cxn ang="0">
                  <a:pos x="54" y="139"/>
                </a:cxn>
                <a:cxn ang="0">
                  <a:pos x="108" y="185"/>
                </a:cxn>
                <a:cxn ang="0">
                  <a:pos x="139" y="193"/>
                </a:cxn>
                <a:cxn ang="0">
                  <a:pos x="178" y="201"/>
                </a:cxn>
                <a:cxn ang="0">
                  <a:pos x="178" y="201"/>
                </a:cxn>
                <a:cxn ang="0">
                  <a:pos x="139" y="193"/>
                </a:cxn>
                <a:cxn ang="0">
                  <a:pos x="108" y="185"/>
                </a:cxn>
                <a:cxn ang="0">
                  <a:pos x="54" y="139"/>
                </a:cxn>
                <a:cxn ang="0">
                  <a:pos x="23" y="77"/>
                </a:cxn>
                <a:cxn ang="0">
                  <a:pos x="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78" h="201">
                  <a:moveTo>
                    <a:pt x="0" y="0"/>
                  </a:moveTo>
                  <a:lnTo>
                    <a:pt x="15" y="77"/>
                  </a:lnTo>
                  <a:lnTo>
                    <a:pt x="54" y="139"/>
                  </a:lnTo>
                  <a:lnTo>
                    <a:pt x="108" y="185"/>
                  </a:lnTo>
                  <a:lnTo>
                    <a:pt x="139" y="193"/>
                  </a:lnTo>
                  <a:lnTo>
                    <a:pt x="178" y="201"/>
                  </a:lnTo>
                  <a:lnTo>
                    <a:pt x="139" y="193"/>
                  </a:lnTo>
                  <a:lnTo>
                    <a:pt x="108" y="185"/>
                  </a:lnTo>
                  <a:lnTo>
                    <a:pt x="54" y="139"/>
                  </a:lnTo>
                  <a:lnTo>
                    <a:pt x="23" y="77"/>
                  </a:lnTo>
                  <a:lnTo>
                    <a:pt x="7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9" name="Freeform 28"/>
            <p:cNvSpPr/>
            <p:nvPr/>
          </p:nvSpPr>
          <p:spPr>
            <a:xfrm>
              <a:off x="4779" y="2494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0" name="Freeform 29"/>
            <p:cNvSpPr/>
            <p:nvPr/>
          </p:nvSpPr>
          <p:spPr>
            <a:xfrm>
              <a:off x="4724" y="2154"/>
              <a:ext cx="101" cy="123"/>
            </a:xfrm>
            <a:custGeom>
              <a:avLst/>
              <a:gdLst>
                <a:gd name="txL" fmla="*/ 0 w 101"/>
                <a:gd name="txT" fmla="*/ 0 h 123"/>
                <a:gd name="txR" fmla="*/ 101 w 101"/>
                <a:gd name="txB" fmla="*/ 123 h 123"/>
              </a:gdLst>
              <a:ahLst/>
              <a:cxnLst>
                <a:cxn ang="0">
                  <a:pos x="39" y="54"/>
                </a:cxn>
                <a:cxn ang="0">
                  <a:pos x="0" y="54"/>
                </a:cxn>
                <a:cxn ang="0">
                  <a:pos x="0" y="69"/>
                </a:cxn>
                <a:cxn ang="0">
                  <a:pos x="39" y="69"/>
                </a:cxn>
                <a:cxn ang="0">
                  <a:pos x="39" y="123"/>
                </a:cxn>
                <a:cxn ang="0">
                  <a:pos x="55" y="123"/>
                </a:cxn>
                <a:cxn ang="0">
                  <a:pos x="55" y="69"/>
                </a:cxn>
                <a:cxn ang="0">
                  <a:pos x="101" y="69"/>
                </a:cxn>
                <a:cxn ang="0">
                  <a:pos x="101" y="54"/>
                </a:cxn>
                <a:cxn ang="0">
                  <a:pos x="55" y="54"/>
                </a:cxn>
                <a:cxn ang="0">
                  <a:pos x="55" y="0"/>
                </a:cxn>
                <a:cxn ang="0">
                  <a:pos x="39" y="0"/>
                </a:cxn>
                <a:cxn ang="0">
                  <a:pos x="39" y="54"/>
                </a:cxn>
              </a:cxnLst>
              <a:rect l="txL" t="txT" r="txR" b="txB"/>
              <a:pathLst>
                <a:path w="101" h="123">
                  <a:moveTo>
                    <a:pt x="39" y="54"/>
                  </a:moveTo>
                  <a:lnTo>
                    <a:pt x="0" y="54"/>
                  </a:lnTo>
                  <a:lnTo>
                    <a:pt x="0" y="69"/>
                  </a:lnTo>
                  <a:lnTo>
                    <a:pt x="39" y="69"/>
                  </a:lnTo>
                  <a:lnTo>
                    <a:pt x="39" y="123"/>
                  </a:lnTo>
                  <a:lnTo>
                    <a:pt x="55" y="123"/>
                  </a:lnTo>
                  <a:lnTo>
                    <a:pt x="55" y="69"/>
                  </a:lnTo>
                  <a:lnTo>
                    <a:pt x="101" y="69"/>
                  </a:lnTo>
                  <a:lnTo>
                    <a:pt x="101" y="54"/>
                  </a:lnTo>
                  <a:lnTo>
                    <a:pt x="55" y="54"/>
                  </a:lnTo>
                  <a:lnTo>
                    <a:pt x="55" y="0"/>
                  </a:lnTo>
                  <a:lnTo>
                    <a:pt x="39" y="0"/>
                  </a:lnTo>
                  <a:lnTo>
                    <a:pt x="39" y="5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1" name="Rectangle 30"/>
            <p:cNvSpPr/>
            <p:nvPr/>
          </p:nvSpPr>
          <p:spPr>
            <a:xfrm>
              <a:off x="4717" y="2378"/>
              <a:ext cx="108" cy="8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aseline="-25000" dirty="0">
                <a:ea typeface="Arial" panose="020B0604020202020204" pitchFamily="34" charset="0"/>
              </a:endParaRPr>
            </a:p>
          </p:txBody>
        </p:sp>
        <p:sp>
          <p:nvSpPr>
            <p:cNvPr id="35872" name="Freeform 31"/>
            <p:cNvSpPr/>
            <p:nvPr/>
          </p:nvSpPr>
          <p:spPr>
            <a:xfrm>
              <a:off x="1821" y="1226"/>
              <a:ext cx="410" cy="62"/>
            </a:xfrm>
            <a:custGeom>
              <a:avLst/>
              <a:gdLst>
                <a:gd name="txL" fmla="*/ 0 w 410"/>
                <a:gd name="txT" fmla="*/ 0 h 62"/>
                <a:gd name="txR" fmla="*/ 410 w 410"/>
                <a:gd name="txB" fmla="*/ 62 h 62"/>
              </a:gdLst>
              <a:ahLst/>
              <a:cxnLst>
                <a:cxn ang="0">
                  <a:pos x="0" y="62"/>
                </a:cxn>
                <a:cxn ang="0">
                  <a:pos x="0" y="0"/>
                </a:cxn>
                <a:cxn ang="0">
                  <a:pos x="410" y="0"/>
                </a:cxn>
                <a:cxn ang="0">
                  <a:pos x="410" y="62"/>
                </a:cxn>
                <a:cxn ang="0">
                  <a:pos x="0" y="62"/>
                </a:cxn>
                <a:cxn ang="0">
                  <a:pos x="0" y="62"/>
                </a:cxn>
              </a:cxnLst>
              <a:rect l="txL" t="txT" r="txR" b="txB"/>
              <a:pathLst>
                <a:path w="410" h="62">
                  <a:moveTo>
                    <a:pt x="0" y="62"/>
                  </a:moveTo>
                  <a:lnTo>
                    <a:pt x="0" y="0"/>
                  </a:lnTo>
                  <a:lnTo>
                    <a:pt x="410" y="0"/>
                  </a:lnTo>
                  <a:lnTo>
                    <a:pt x="410" y="62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3" name="Freeform 32"/>
            <p:cNvSpPr/>
            <p:nvPr/>
          </p:nvSpPr>
          <p:spPr>
            <a:xfrm>
              <a:off x="2208" y="1257"/>
              <a:ext cx="31" cy="77"/>
            </a:xfrm>
            <a:custGeom>
              <a:avLst/>
              <a:gdLst>
                <a:gd name="txL" fmla="*/ 0 w 31"/>
                <a:gd name="txT" fmla="*/ 0 h 77"/>
                <a:gd name="txR" fmla="*/ 31 w 31"/>
                <a:gd name="txB" fmla="*/ 77 h 77"/>
              </a:gdLst>
              <a:ahLst/>
              <a:cxnLst>
                <a:cxn ang="0">
                  <a:pos x="31" y="0"/>
                </a:cxn>
                <a:cxn ang="0">
                  <a:pos x="0" y="77"/>
                </a:cxn>
                <a:cxn ang="0">
                  <a:pos x="31" y="0"/>
                </a:cxn>
                <a:cxn ang="0">
                  <a:pos x="31" y="0"/>
                </a:cxn>
              </a:cxnLst>
              <a:rect l="txL" t="txT" r="txR" b="txB"/>
              <a:pathLst>
                <a:path w="31" h="77">
                  <a:moveTo>
                    <a:pt x="31" y="0"/>
                  </a:moveTo>
                  <a:lnTo>
                    <a:pt x="0" y="77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4" name="Freeform 33"/>
            <p:cNvSpPr>
              <a:spLocks noEditPoints="1"/>
            </p:cNvSpPr>
            <p:nvPr/>
          </p:nvSpPr>
          <p:spPr>
            <a:xfrm>
              <a:off x="2185" y="1257"/>
              <a:ext cx="23" cy="77"/>
            </a:xfrm>
            <a:custGeom>
              <a:avLst/>
              <a:gdLst>
                <a:gd name="txL" fmla="*/ 0 w 23"/>
                <a:gd name="txT" fmla="*/ 0 h 77"/>
                <a:gd name="txR" fmla="*/ 23 w 23"/>
                <a:gd name="txB" fmla="*/ 77 h 77"/>
              </a:gdLst>
              <a:ahLst/>
              <a:cxnLst>
                <a:cxn ang="0">
                  <a:pos x="23" y="77"/>
                </a:cxn>
                <a:cxn ang="0">
                  <a:pos x="0" y="0"/>
                </a:cxn>
                <a:cxn ang="0">
                  <a:pos x="23" y="77"/>
                </a:cxn>
                <a:cxn ang="0">
                  <a:pos x="23" y="77"/>
                </a:cxn>
                <a:cxn ang="0">
                  <a:pos x="23" y="77"/>
                </a:cxn>
                <a:cxn ang="0">
                  <a:pos x="23" y="77"/>
                </a:cxn>
                <a:cxn ang="0">
                  <a:pos x="23" y="77"/>
                </a:cxn>
              </a:cxnLst>
              <a:rect l="txL" t="txT" r="txR" b="txB"/>
              <a:pathLst>
                <a:path w="23" h="77">
                  <a:moveTo>
                    <a:pt x="23" y="77"/>
                  </a:moveTo>
                  <a:lnTo>
                    <a:pt x="0" y="0"/>
                  </a:lnTo>
                  <a:lnTo>
                    <a:pt x="23" y="77"/>
                  </a:lnTo>
                  <a:close/>
                  <a:moveTo>
                    <a:pt x="23" y="77"/>
                  </a:moveTo>
                  <a:lnTo>
                    <a:pt x="23" y="7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5" name="Freeform 34"/>
            <p:cNvSpPr>
              <a:spLocks noEditPoints="1"/>
            </p:cNvSpPr>
            <p:nvPr/>
          </p:nvSpPr>
          <p:spPr>
            <a:xfrm>
              <a:off x="2154" y="1180"/>
              <a:ext cx="31" cy="77"/>
            </a:xfrm>
            <a:custGeom>
              <a:avLst/>
              <a:gdLst>
                <a:gd name="txL" fmla="*/ 0 w 31"/>
                <a:gd name="txT" fmla="*/ 0 h 77"/>
                <a:gd name="txR" fmla="*/ 31 w 31"/>
                <a:gd name="txB" fmla="*/ 77 h 77"/>
              </a:gdLst>
              <a:ahLst/>
              <a:cxnLst>
                <a:cxn ang="0">
                  <a:pos x="31" y="77"/>
                </a:cxn>
                <a:cxn ang="0">
                  <a:pos x="0" y="0"/>
                </a:cxn>
                <a:cxn ang="0">
                  <a:pos x="31" y="77"/>
                </a:cxn>
                <a:cxn ang="0">
                  <a:pos x="31" y="77"/>
                </a:cxn>
                <a:cxn ang="0">
                  <a:pos x="31" y="77"/>
                </a:cxn>
                <a:cxn ang="0">
                  <a:pos x="31" y="77"/>
                </a:cxn>
                <a:cxn ang="0">
                  <a:pos x="31" y="77"/>
                </a:cxn>
              </a:cxnLst>
              <a:rect l="txL" t="txT" r="txR" b="txB"/>
              <a:pathLst>
                <a:path w="31" h="77">
                  <a:moveTo>
                    <a:pt x="31" y="77"/>
                  </a:moveTo>
                  <a:lnTo>
                    <a:pt x="0" y="0"/>
                  </a:lnTo>
                  <a:lnTo>
                    <a:pt x="31" y="77"/>
                  </a:lnTo>
                  <a:close/>
                  <a:moveTo>
                    <a:pt x="31" y="77"/>
                  </a:moveTo>
                  <a:lnTo>
                    <a:pt x="31" y="7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6" name="Freeform 35"/>
            <p:cNvSpPr>
              <a:spLocks noEditPoints="1"/>
            </p:cNvSpPr>
            <p:nvPr/>
          </p:nvSpPr>
          <p:spPr>
            <a:xfrm>
              <a:off x="2131" y="1180"/>
              <a:ext cx="23" cy="77"/>
            </a:xfrm>
            <a:custGeom>
              <a:avLst/>
              <a:gdLst>
                <a:gd name="txL" fmla="*/ 0 w 23"/>
                <a:gd name="txT" fmla="*/ 0 h 77"/>
                <a:gd name="txR" fmla="*/ 23 w 23"/>
                <a:gd name="txB" fmla="*/ 77 h 77"/>
              </a:gdLst>
              <a:ahLst/>
              <a:cxnLst>
                <a:cxn ang="0">
                  <a:pos x="23" y="0"/>
                </a:cxn>
                <a:cxn ang="0">
                  <a:pos x="0" y="77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23" y="0"/>
                </a:cxn>
              </a:cxnLst>
              <a:rect l="txL" t="txT" r="txR" b="txB"/>
              <a:pathLst>
                <a:path w="23" h="77">
                  <a:moveTo>
                    <a:pt x="23" y="0"/>
                  </a:moveTo>
                  <a:lnTo>
                    <a:pt x="0" y="77"/>
                  </a:lnTo>
                  <a:lnTo>
                    <a:pt x="23" y="0"/>
                  </a:lnTo>
                  <a:close/>
                  <a:moveTo>
                    <a:pt x="23" y="0"/>
                  </a:moveTo>
                  <a:lnTo>
                    <a:pt x="23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7" name="Freeform 36"/>
            <p:cNvSpPr>
              <a:spLocks noEditPoints="1"/>
            </p:cNvSpPr>
            <p:nvPr/>
          </p:nvSpPr>
          <p:spPr>
            <a:xfrm>
              <a:off x="2131" y="1257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8" name="Freeform 37"/>
            <p:cNvSpPr>
              <a:spLocks noEditPoints="1"/>
            </p:cNvSpPr>
            <p:nvPr/>
          </p:nvSpPr>
          <p:spPr>
            <a:xfrm>
              <a:off x="2107" y="1257"/>
              <a:ext cx="24" cy="77"/>
            </a:xfrm>
            <a:custGeom>
              <a:avLst/>
              <a:gdLst>
                <a:gd name="txL" fmla="*/ 0 w 24"/>
                <a:gd name="txT" fmla="*/ 0 h 77"/>
                <a:gd name="txR" fmla="*/ 24 w 24"/>
                <a:gd name="txB" fmla="*/ 77 h 77"/>
              </a:gdLst>
              <a:ahLst/>
              <a:cxnLst>
                <a:cxn ang="0">
                  <a:pos x="24" y="0"/>
                </a:cxn>
                <a:cxn ang="0">
                  <a:pos x="0" y="77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24" y="0"/>
                </a:cxn>
              </a:cxnLst>
              <a:rect l="txL" t="txT" r="txR" b="txB"/>
              <a:pathLst>
                <a:path w="24" h="77">
                  <a:moveTo>
                    <a:pt x="24" y="0"/>
                  </a:moveTo>
                  <a:lnTo>
                    <a:pt x="0" y="77"/>
                  </a:lnTo>
                  <a:lnTo>
                    <a:pt x="24" y="0"/>
                  </a:lnTo>
                  <a:close/>
                  <a:moveTo>
                    <a:pt x="24" y="0"/>
                  </a:moveTo>
                  <a:lnTo>
                    <a:pt x="24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9" name="Freeform 38"/>
            <p:cNvSpPr>
              <a:spLocks noEditPoints="1"/>
            </p:cNvSpPr>
            <p:nvPr/>
          </p:nvSpPr>
          <p:spPr>
            <a:xfrm>
              <a:off x="2077" y="1257"/>
              <a:ext cx="30" cy="77"/>
            </a:xfrm>
            <a:custGeom>
              <a:avLst/>
              <a:gdLst>
                <a:gd name="txL" fmla="*/ 0 w 30"/>
                <a:gd name="txT" fmla="*/ 0 h 77"/>
                <a:gd name="txR" fmla="*/ 30 w 30"/>
                <a:gd name="txB" fmla="*/ 77 h 77"/>
              </a:gdLst>
              <a:ahLst/>
              <a:cxnLst>
                <a:cxn ang="0">
                  <a:pos x="30" y="77"/>
                </a:cxn>
                <a:cxn ang="0">
                  <a:pos x="0" y="0"/>
                </a:cxn>
                <a:cxn ang="0">
                  <a:pos x="30" y="77"/>
                </a:cxn>
                <a:cxn ang="0">
                  <a:pos x="30" y="77"/>
                </a:cxn>
                <a:cxn ang="0">
                  <a:pos x="30" y="77"/>
                </a:cxn>
                <a:cxn ang="0">
                  <a:pos x="30" y="77"/>
                </a:cxn>
                <a:cxn ang="0">
                  <a:pos x="30" y="77"/>
                </a:cxn>
              </a:cxnLst>
              <a:rect l="txL" t="txT" r="txR" b="txB"/>
              <a:pathLst>
                <a:path w="30" h="77">
                  <a:moveTo>
                    <a:pt x="30" y="77"/>
                  </a:moveTo>
                  <a:lnTo>
                    <a:pt x="0" y="0"/>
                  </a:lnTo>
                  <a:lnTo>
                    <a:pt x="30" y="77"/>
                  </a:lnTo>
                  <a:close/>
                  <a:moveTo>
                    <a:pt x="30" y="77"/>
                  </a:moveTo>
                  <a:lnTo>
                    <a:pt x="30" y="7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0" name="Freeform 39"/>
            <p:cNvSpPr>
              <a:spLocks noEditPoints="1"/>
            </p:cNvSpPr>
            <p:nvPr/>
          </p:nvSpPr>
          <p:spPr>
            <a:xfrm>
              <a:off x="2053" y="1180"/>
              <a:ext cx="24" cy="77"/>
            </a:xfrm>
            <a:custGeom>
              <a:avLst/>
              <a:gdLst>
                <a:gd name="txL" fmla="*/ 0 w 24"/>
                <a:gd name="txT" fmla="*/ 0 h 77"/>
                <a:gd name="txR" fmla="*/ 24 w 24"/>
                <a:gd name="txB" fmla="*/ 77 h 77"/>
              </a:gdLst>
              <a:ahLst/>
              <a:cxnLst>
                <a:cxn ang="0">
                  <a:pos x="24" y="77"/>
                </a:cxn>
                <a:cxn ang="0">
                  <a:pos x="0" y="0"/>
                </a:cxn>
                <a:cxn ang="0">
                  <a:pos x="24" y="77"/>
                </a:cxn>
                <a:cxn ang="0">
                  <a:pos x="24" y="77"/>
                </a:cxn>
                <a:cxn ang="0">
                  <a:pos x="24" y="77"/>
                </a:cxn>
                <a:cxn ang="0">
                  <a:pos x="24" y="77"/>
                </a:cxn>
                <a:cxn ang="0">
                  <a:pos x="24" y="77"/>
                </a:cxn>
              </a:cxnLst>
              <a:rect l="txL" t="txT" r="txR" b="txB"/>
              <a:pathLst>
                <a:path w="24" h="77">
                  <a:moveTo>
                    <a:pt x="24" y="77"/>
                  </a:moveTo>
                  <a:lnTo>
                    <a:pt x="0" y="0"/>
                  </a:lnTo>
                  <a:lnTo>
                    <a:pt x="24" y="77"/>
                  </a:lnTo>
                  <a:close/>
                  <a:moveTo>
                    <a:pt x="24" y="77"/>
                  </a:moveTo>
                  <a:lnTo>
                    <a:pt x="24" y="7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1" name="Freeform 40"/>
            <p:cNvSpPr>
              <a:spLocks noEditPoints="1"/>
            </p:cNvSpPr>
            <p:nvPr/>
          </p:nvSpPr>
          <p:spPr>
            <a:xfrm>
              <a:off x="2022" y="1180"/>
              <a:ext cx="31" cy="77"/>
            </a:xfrm>
            <a:custGeom>
              <a:avLst/>
              <a:gdLst>
                <a:gd name="txL" fmla="*/ 0 w 31"/>
                <a:gd name="txT" fmla="*/ 0 h 77"/>
                <a:gd name="txR" fmla="*/ 31 w 31"/>
                <a:gd name="txB" fmla="*/ 77 h 77"/>
              </a:gdLst>
              <a:ahLst/>
              <a:cxnLst>
                <a:cxn ang="0">
                  <a:pos x="31" y="0"/>
                </a:cxn>
                <a:cxn ang="0">
                  <a:pos x="0" y="77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31" y="0"/>
                </a:cxn>
              </a:cxnLst>
              <a:rect l="txL" t="txT" r="txR" b="txB"/>
              <a:pathLst>
                <a:path w="31" h="77">
                  <a:moveTo>
                    <a:pt x="31" y="0"/>
                  </a:moveTo>
                  <a:lnTo>
                    <a:pt x="0" y="77"/>
                  </a:lnTo>
                  <a:lnTo>
                    <a:pt x="31" y="0"/>
                  </a:lnTo>
                  <a:close/>
                  <a:moveTo>
                    <a:pt x="31" y="0"/>
                  </a:moveTo>
                  <a:lnTo>
                    <a:pt x="31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2" name="Freeform 41"/>
            <p:cNvSpPr>
              <a:spLocks noEditPoints="1"/>
            </p:cNvSpPr>
            <p:nvPr/>
          </p:nvSpPr>
          <p:spPr>
            <a:xfrm>
              <a:off x="1999" y="1257"/>
              <a:ext cx="23" cy="77"/>
            </a:xfrm>
            <a:custGeom>
              <a:avLst/>
              <a:gdLst>
                <a:gd name="txL" fmla="*/ 0 w 23"/>
                <a:gd name="txT" fmla="*/ 0 h 77"/>
                <a:gd name="txR" fmla="*/ 23 w 23"/>
                <a:gd name="txB" fmla="*/ 77 h 77"/>
              </a:gdLst>
              <a:ahLst/>
              <a:cxnLst>
                <a:cxn ang="0">
                  <a:pos x="23" y="0"/>
                </a:cxn>
                <a:cxn ang="0">
                  <a:pos x="0" y="77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23" y="0"/>
                </a:cxn>
              </a:cxnLst>
              <a:rect l="txL" t="txT" r="txR" b="txB"/>
              <a:pathLst>
                <a:path w="23" h="77">
                  <a:moveTo>
                    <a:pt x="23" y="0"/>
                  </a:moveTo>
                  <a:lnTo>
                    <a:pt x="0" y="77"/>
                  </a:lnTo>
                  <a:lnTo>
                    <a:pt x="23" y="0"/>
                  </a:lnTo>
                  <a:close/>
                  <a:moveTo>
                    <a:pt x="23" y="0"/>
                  </a:moveTo>
                  <a:lnTo>
                    <a:pt x="23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3" name="Freeform 42"/>
            <p:cNvSpPr>
              <a:spLocks noEditPoints="1"/>
            </p:cNvSpPr>
            <p:nvPr/>
          </p:nvSpPr>
          <p:spPr>
            <a:xfrm>
              <a:off x="1976" y="1257"/>
              <a:ext cx="23" cy="77"/>
            </a:xfrm>
            <a:custGeom>
              <a:avLst/>
              <a:gdLst>
                <a:gd name="txL" fmla="*/ 0 w 23"/>
                <a:gd name="txT" fmla="*/ 0 h 77"/>
                <a:gd name="txR" fmla="*/ 23 w 23"/>
                <a:gd name="txB" fmla="*/ 77 h 77"/>
              </a:gdLst>
              <a:ahLst/>
              <a:cxnLst>
                <a:cxn ang="0">
                  <a:pos x="23" y="77"/>
                </a:cxn>
                <a:cxn ang="0">
                  <a:pos x="0" y="0"/>
                </a:cxn>
                <a:cxn ang="0">
                  <a:pos x="23" y="77"/>
                </a:cxn>
                <a:cxn ang="0">
                  <a:pos x="23" y="77"/>
                </a:cxn>
                <a:cxn ang="0">
                  <a:pos x="23" y="77"/>
                </a:cxn>
                <a:cxn ang="0">
                  <a:pos x="23" y="77"/>
                </a:cxn>
                <a:cxn ang="0">
                  <a:pos x="23" y="77"/>
                </a:cxn>
              </a:cxnLst>
              <a:rect l="txL" t="txT" r="txR" b="txB"/>
              <a:pathLst>
                <a:path w="23" h="77">
                  <a:moveTo>
                    <a:pt x="23" y="77"/>
                  </a:moveTo>
                  <a:lnTo>
                    <a:pt x="0" y="0"/>
                  </a:lnTo>
                  <a:lnTo>
                    <a:pt x="23" y="77"/>
                  </a:lnTo>
                  <a:close/>
                  <a:moveTo>
                    <a:pt x="23" y="77"/>
                  </a:moveTo>
                  <a:lnTo>
                    <a:pt x="23" y="7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4" name="Freeform 43"/>
            <p:cNvSpPr>
              <a:spLocks noEditPoints="1"/>
            </p:cNvSpPr>
            <p:nvPr/>
          </p:nvSpPr>
          <p:spPr>
            <a:xfrm>
              <a:off x="1945" y="1180"/>
              <a:ext cx="31" cy="77"/>
            </a:xfrm>
            <a:custGeom>
              <a:avLst/>
              <a:gdLst>
                <a:gd name="txL" fmla="*/ 0 w 31"/>
                <a:gd name="txT" fmla="*/ 0 h 77"/>
                <a:gd name="txR" fmla="*/ 31 w 31"/>
                <a:gd name="txB" fmla="*/ 77 h 77"/>
              </a:gdLst>
              <a:ahLst/>
              <a:cxnLst>
                <a:cxn ang="0">
                  <a:pos x="31" y="77"/>
                </a:cxn>
                <a:cxn ang="0">
                  <a:pos x="0" y="0"/>
                </a:cxn>
                <a:cxn ang="0">
                  <a:pos x="31" y="77"/>
                </a:cxn>
                <a:cxn ang="0">
                  <a:pos x="31" y="77"/>
                </a:cxn>
                <a:cxn ang="0">
                  <a:pos x="31" y="77"/>
                </a:cxn>
                <a:cxn ang="0">
                  <a:pos x="31" y="77"/>
                </a:cxn>
                <a:cxn ang="0">
                  <a:pos x="31" y="77"/>
                </a:cxn>
              </a:cxnLst>
              <a:rect l="txL" t="txT" r="txR" b="txB"/>
              <a:pathLst>
                <a:path w="31" h="77">
                  <a:moveTo>
                    <a:pt x="31" y="77"/>
                  </a:moveTo>
                  <a:lnTo>
                    <a:pt x="0" y="0"/>
                  </a:lnTo>
                  <a:lnTo>
                    <a:pt x="31" y="77"/>
                  </a:lnTo>
                  <a:close/>
                  <a:moveTo>
                    <a:pt x="31" y="77"/>
                  </a:moveTo>
                  <a:lnTo>
                    <a:pt x="31" y="7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5" name="Freeform 44"/>
            <p:cNvSpPr>
              <a:spLocks noEditPoints="1"/>
            </p:cNvSpPr>
            <p:nvPr/>
          </p:nvSpPr>
          <p:spPr>
            <a:xfrm>
              <a:off x="1922" y="1180"/>
              <a:ext cx="23" cy="77"/>
            </a:xfrm>
            <a:custGeom>
              <a:avLst/>
              <a:gdLst>
                <a:gd name="txL" fmla="*/ 0 w 23"/>
                <a:gd name="txT" fmla="*/ 0 h 77"/>
                <a:gd name="txR" fmla="*/ 23 w 23"/>
                <a:gd name="txB" fmla="*/ 77 h 77"/>
              </a:gdLst>
              <a:ahLst/>
              <a:cxnLst>
                <a:cxn ang="0">
                  <a:pos x="23" y="0"/>
                </a:cxn>
                <a:cxn ang="0">
                  <a:pos x="0" y="77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23" y="0"/>
                </a:cxn>
              </a:cxnLst>
              <a:rect l="txL" t="txT" r="txR" b="txB"/>
              <a:pathLst>
                <a:path w="23" h="77">
                  <a:moveTo>
                    <a:pt x="23" y="0"/>
                  </a:moveTo>
                  <a:lnTo>
                    <a:pt x="0" y="77"/>
                  </a:lnTo>
                  <a:lnTo>
                    <a:pt x="23" y="0"/>
                  </a:lnTo>
                  <a:close/>
                  <a:moveTo>
                    <a:pt x="23" y="0"/>
                  </a:moveTo>
                  <a:lnTo>
                    <a:pt x="23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6" name="Freeform 45"/>
            <p:cNvSpPr>
              <a:spLocks noEditPoints="1"/>
            </p:cNvSpPr>
            <p:nvPr/>
          </p:nvSpPr>
          <p:spPr>
            <a:xfrm>
              <a:off x="1891" y="1257"/>
              <a:ext cx="31" cy="77"/>
            </a:xfrm>
            <a:custGeom>
              <a:avLst/>
              <a:gdLst>
                <a:gd name="txL" fmla="*/ 0 w 31"/>
                <a:gd name="txT" fmla="*/ 0 h 77"/>
                <a:gd name="txR" fmla="*/ 31 w 31"/>
                <a:gd name="txB" fmla="*/ 77 h 77"/>
              </a:gdLst>
              <a:ahLst/>
              <a:cxnLst>
                <a:cxn ang="0">
                  <a:pos x="31" y="0"/>
                </a:cxn>
                <a:cxn ang="0">
                  <a:pos x="0" y="77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31" y="0"/>
                </a:cxn>
              </a:cxnLst>
              <a:rect l="txL" t="txT" r="txR" b="txB"/>
              <a:pathLst>
                <a:path w="31" h="77">
                  <a:moveTo>
                    <a:pt x="31" y="0"/>
                  </a:moveTo>
                  <a:lnTo>
                    <a:pt x="0" y="77"/>
                  </a:lnTo>
                  <a:lnTo>
                    <a:pt x="31" y="0"/>
                  </a:lnTo>
                  <a:close/>
                  <a:moveTo>
                    <a:pt x="31" y="0"/>
                  </a:moveTo>
                  <a:lnTo>
                    <a:pt x="31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7" name="Freeform 46"/>
            <p:cNvSpPr>
              <a:spLocks noEditPoints="1"/>
            </p:cNvSpPr>
            <p:nvPr/>
          </p:nvSpPr>
          <p:spPr>
            <a:xfrm>
              <a:off x="1867" y="1257"/>
              <a:ext cx="24" cy="77"/>
            </a:xfrm>
            <a:custGeom>
              <a:avLst/>
              <a:gdLst>
                <a:gd name="txL" fmla="*/ 0 w 24"/>
                <a:gd name="txT" fmla="*/ 0 h 77"/>
                <a:gd name="txR" fmla="*/ 24 w 24"/>
                <a:gd name="txB" fmla="*/ 77 h 77"/>
              </a:gdLst>
              <a:ahLst/>
              <a:cxnLst>
                <a:cxn ang="0">
                  <a:pos x="24" y="77"/>
                </a:cxn>
                <a:cxn ang="0">
                  <a:pos x="0" y="0"/>
                </a:cxn>
                <a:cxn ang="0">
                  <a:pos x="24" y="77"/>
                </a:cxn>
                <a:cxn ang="0">
                  <a:pos x="24" y="77"/>
                </a:cxn>
                <a:cxn ang="0">
                  <a:pos x="24" y="77"/>
                </a:cxn>
                <a:cxn ang="0">
                  <a:pos x="24" y="77"/>
                </a:cxn>
                <a:cxn ang="0">
                  <a:pos x="24" y="77"/>
                </a:cxn>
              </a:cxnLst>
              <a:rect l="txL" t="txT" r="txR" b="txB"/>
              <a:pathLst>
                <a:path w="24" h="77">
                  <a:moveTo>
                    <a:pt x="24" y="77"/>
                  </a:moveTo>
                  <a:lnTo>
                    <a:pt x="0" y="0"/>
                  </a:lnTo>
                  <a:lnTo>
                    <a:pt x="24" y="77"/>
                  </a:lnTo>
                  <a:close/>
                  <a:moveTo>
                    <a:pt x="24" y="77"/>
                  </a:moveTo>
                  <a:lnTo>
                    <a:pt x="24" y="7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8" name="Freeform 47"/>
            <p:cNvSpPr>
              <a:spLocks noEditPoints="1"/>
            </p:cNvSpPr>
            <p:nvPr/>
          </p:nvSpPr>
          <p:spPr>
            <a:xfrm>
              <a:off x="1844" y="1180"/>
              <a:ext cx="23" cy="77"/>
            </a:xfrm>
            <a:custGeom>
              <a:avLst/>
              <a:gdLst>
                <a:gd name="txL" fmla="*/ 0 w 23"/>
                <a:gd name="txT" fmla="*/ 0 h 77"/>
                <a:gd name="txR" fmla="*/ 23 w 23"/>
                <a:gd name="txB" fmla="*/ 77 h 77"/>
              </a:gdLst>
              <a:ahLst/>
              <a:cxnLst>
                <a:cxn ang="0">
                  <a:pos x="23" y="77"/>
                </a:cxn>
                <a:cxn ang="0">
                  <a:pos x="0" y="0"/>
                </a:cxn>
                <a:cxn ang="0">
                  <a:pos x="23" y="77"/>
                </a:cxn>
                <a:cxn ang="0">
                  <a:pos x="23" y="77"/>
                </a:cxn>
                <a:cxn ang="0">
                  <a:pos x="23" y="77"/>
                </a:cxn>
                <a:cxn ang="0">
                  <a:pos x="23" y="77"/>
                </a:cxn>
                <a:cxn ang="0">
                  <a:pos x="23" y="77"/>
                </a:cxn>
              </a:cxnLst>
              <a:rect l="txL" t="txT" r="txR" b="txB"/>
              <a:pathLst>
                <a:path w="23" h="77">
                  <a:moveTo>
                    <a:pt x="23" y="77"/>
                  </a:moveTo>
                  <a:lnTo>
                    <a:pt x="0" y="0"/>
                  </a:lnTo>
                  <a:lnTo>
                    <a:pt x="23" y="77"/>
                  </a:lnTo>
                  <a:close/>
                  <a:moveTo>
                    <a:pt x="23" y="77"/>
                  </a:moveTo>
                  <a:lnTo>
                    <a:pt x="23" y="7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9" name="Freeform 48"/>
            <p:cNvSpPr>
              <a:spLocks noEditPoints="1"/>
            </p:cNvSpPr>
            <p:nvPr/>
          </p:nvSpPr>
          <p:spPr>
            <a:xfrm>
              <a:off x="1813" y="1180"/>
              <a:ext cx="31" cy="85"/>
            </a:xfrm>
            <a:custGeom>
              <a:avLst/>
              <a:gdLst>
                <a:gd name="txL" fmla="*/ 0 w 31"/>
                <a:gd name="txT" fmla="*/ 0 h 85"/>
                <a:gd name="txR" fmla="*/ 31 w 31"/>
                <a:gd name="txB" fmla="*/ 85 h 85"/>
              </a:gdLst>
              <a:ahLst/>
              <a:cxnLst>
                <a:cxn ang="0">
                  <a:pos x="31" y="0"/>
                </a:cxn>
                <a:cxn ang="0">
                  <a:pos x="0" y="85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31" y="0"/>
                </a:cxn>
              </a:cxnLst>
              <a:rect l="txL" t="txT" r="txR" b="txB"/>
              <a:pathLst>
                <a:path w="31" h="85">
                  <a:moveTo>
                    <a:pt x="31" y="0"/>
                  </a:moveTo>
                  <a:lnTo>
                    <a:pt x="0" y="85"/>
                  </a:lnTo>
                  <a:lnTo>
                    <a:pt x="31" y="0"/>
                  </a:lnTo>
                  <a:close/>
                  <a:moveTo>
                    <a:pt x="31" y="0"/>
                  </a:moveTo>
                  <a:lnTo>
                    <a:pt x="31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90" name="Freeform 49"/>
            <p:cNvSpPr/>
            <p:nvPr/>
          </p:nvSpPr>
          <p:spPr>
            <a:xfrm>
              <a:off x="3726" y="1226"/>
              <a:ext cx="410" cy="62"/>
            </a:xfrm>
            <a:custGeom>
              <a:avLst/>
              <a:gdLst>
                <a:gd name="txL" fmla="*/ 0 w 410"/>
                <a:gd name="txT" fmla="*/ 0 h 62"/>
                <a:gd name="txR" fmla="*/ 410 w 410"/>
                <a:gd name="txB" fmla="*/ 62 h 62"/>
              </a:gdLst>
              <a:ahLst/>
              <a:cxnLst>
                <a:cxn ang="0">
                  <a:pos x="0" y="62"/>
                </a:cxn>
                <a:cxn ang="0">
                  <a:pos x="0" y="0"/>
                </a:cxn>
                <a:cxn ang="0">
                  <a:pos x="410" y="0"/>
                </a:cxn>
                <a:cxn ang="0">
                  <a:pos x="410" y="62"/>
                </a:cxn>
                <a:cxn ang="0">
                  <a:pos x="0" y="62"/>
                </a:cxn>
                <a:cxn ang="0">
                  <a:pos x="0" y="62"/>
                </a:cxn>
              </a:cxnLst>
              <a:rect l="txL" t="txT" r="txR" b="txB"/>
              <a:pathLst>
                <a:path w="410" h="62">
                  <a:moveTo>
                    <a:pt x="0" y="62"/>
                  </a:moveTo>
                  <a:lnTo>
                    <a:pt x="0" y="0"/>
                  </a:lnTo>
                  <a:lnTo>
                    <a:pt x="410" y="0"/>
                  </a:lnTo>
                  <a:lnTo>
                    <a:pt x="410" y="62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91" name="Freeform 50"/>
            <p:cNvSpPr/>
            <p:nvPr/>
          </p:nvSpPr>
          <p:spPr>
            <a:xfrm>
              <a:off x="4113" y="1257"/>
              <a:ext cx="23" cy="77"/>
            </a:xfrm>
            <a:custGeom>
              <a:avLst/>
              <a:gdLst>
                <a:gd name="txL" fmla="*/ 0 w 23"/>
                <a:gd name="txT" fmla="*/ 0 h 77"/>
                <a:gd name="txR" fmla="*/ 23 w 23"/>
                <a:gd name="txB" fmla="*/ 77 h 77"/>
              </a:gdLst>
              <a:ahLst/>
              <a:cxnLst>
                <a:cxn ang="0">
                  <a:pos x="23" y="0"/>
                </a:cxn>
                <a:cxn ang="0">
                  <a:pos x="0" y="77"/>
                </a:cxn>
                <a:cxn ang="0">
                  <a:pos x="23" y="0"/>
                </a:cxn>
                <a:cxn ang="0">
                  <a:pos x="23" y="0"/>
                </a:cxn>
              </a:cxnLst>
              <a:rect l="txL" t="txT" r="txR" b="txB"/>
              <a:pathLst>
                <a:path w="23" h="77">
                  <a:moveTo>
                    <a:pt x="23" y="0"/>
                  </a:moveTo>
                  <a:lnTo>
                    <a:pt x="0" y="77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92" name="Freeform 51"/>
            <p:cNvSpPr>
              <a:spLocks noEditPoints="1"/>
            </p:cNvSpPr>
            <p:nvPr/>
          </p:nvSpPr>
          <p:spPr>
            <a:xfrm>
              <a:off x="4090" y="1257"/>
              <a:ext cx="23" cy="77"/>
            </a:xfrm>
            <a:custGeom>
              <a:avLst/>
              <a:gdLst>
                <a:gd name="txL" fmla="*/ 0 w 23"/>
                <a:gd name="txT" fmla="*/ 0 h 77"/>
                <a:gd name="txR" fmla="*/ 23 w 23"/>
                <a:gd name="txB" fmla="*/ 77 h 77"/>
              </a:gdLst>
              <a:ahLst/>
              <a:cxnLst>
                <a:cxn ang="0">
                  <a:pos x="23" y="77"/>
                </a:cxn>
                <a:cxn ang="0">
                  <a:pos x="0" y="0"/>
                </a:cxn>
                <a:cxn ang="0">
                  <a:pos x="23" y="77"/>
                </a:cxn>
                <a:cxn ang="0">
                  <a:pos x="23" y="77"/>
                </a:cxn>
                <a:cxn ang="0">
                  <a:pos x="23" y="77"/>
                </a:cxn>
                <a:cxn ang="0">
                  <a:pos x="23" y="77"/>
                </a:cxn>
                <a:cxn ang="0">
                  <a:pos x="23" y="77"/>
                </a:cxn>
                <a:cxn ang="0">
                  <a:pos x="23" y="77"/>
                </a:cxn>
              </a:cxnLst>
              <a:rect l="txL" t="txT" r="txR" b="txB"/>
              <a:pathLst>
                <a:path w="23" h="77">
                  <a:moveTo>
                    <a:pt x="23" y="77"/>
                  </a:moveTo>
                  <a:lnTo>
                    <a:pt x="0" y="0"/>
                  </a:lnTo>
                  <a:lnTo>
                    <a:pt x="23" y="77"/>
                  </a:lnTo>
                  <a:close/>
                  <a:moveTo>
                    <a:pt x="23" y="77"/>
                  </a:moveTo>
                  <a:lnTo>
                    <a:pt x="23" y="7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93" name="Freeform 52"/>
            <p:cNvSpPr>
              <a:spLocks noEditPoints="1"/>
            </p:cNvSpPr>
            <p:nvPr/>
          </p:nvSpPr>
          <p:spPr>
            <a:xfrm>
              <a:off x="4059" y="1180"/>
              <a:ext cx="31" cy="77"/>
            </a:xfrm>
            <a:custGeom>
              <a:avLst/>
              <a:gdLst>
                <a:gd name="txL" fmla="*/ 0 w 31"/>
                <a:gd name="txT" fmla="*/ 0 h 77"/>
                <a:gd name="txR" fmla="*/ 31 w 31"/>
                <a:gd name="txB" fmla="*/ 77 h 77"/>
              </a:gdLst>
              <a:ahLst/>
              <a:cxnLst>
                <a:cxn ang="0">
                  <a:pos x="31" y="77"/>
                </a:cxn>
                <a:cxn ang="0">
                  <a:pos x="0" y="0"/>
                </a:cxn>
                <a:cxn ang="0">
                  <a:pos x="31" y="77"/>
                </a:cxn>
                <a:cxn ang="0">
                  <a:pos x="31" y="77"/>
                </a:cxn>
                <a:cxn ang="0">
                  <a:pos x="31" y="77"/>
                </a:cxn>
                <a:cxn ang="0">
                  <a:pos x="31" y="77"/>
                </a:cxn>
                <a:cxn ang="0">
                  <a:pos x="31" y="77"/>
                </a:cxn>
              </a:cxnLst>
              <a:rect l="txL" t="txT" r="txR" b="txB"/>
              <a:pathLst>
                <a:path w="31" h="77">
                  <a:moveTo>
                    <a:pt x="31" y="77"/>
                  </a:moveTo>
                  <a:lnTo>
                    <a:pt x="0" y="0"/>
                  </a:lnTo>
                  <a:lnTo>
                    <a:pt x="31" y="77"/>
                  </a:lnTo>
                  <a:close/>
                  <a:moveTo>
                    <a:pt x="31" y="77"/>
                  </a:moveTo>
                  <a:lnTo>
                    <a:pt x="31" y="7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94" name="Freeform 53"/>
            <p:cNvSpPr>
              <a:spLocks noEditPoints="1"/>
            </p:cNvSpPr>
            <p:nvPr/>
          </p:nvSpPr>
          <p:spPr>
            <a:xfrm>
              <a:off x="4035" y="1180"/>
              <a:ext cx="24" cy="77"/>
            </a:xfrm>
            <a:custGeom>
              <a:avLst/>
              <a:gdLst>
                <a:gd name="txL" fmla="*/ 0 w 24"/>
                <a:gd name="txT" fmla="*/ 0 h 77"/>
                <a:gd name="txR" fmla="*/ 24 w 24"/>
                <a:gd name="txB" fmla="*/ 77 h 77"/>
              </a:gdLst>
              <a:ahLst/>
              <a:cxnLst>
                <a:cxn ang="0">
                  <a:pos x="24" y="0"/>
                </a:cxn>
                <a:cxn ang="0">
                  <a:pos x="0" y="77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24" y="0"/>
                </a:cxn>
              </a:cxnLst>
              <a:rect l="txL" t="txT" r="txR" b="txB"/>
              <a:pathLst>
                <a:path w="24" h="77">
                  <a:moveTo>
                    <a:pt x="24" y="0"/>
                  </a:moveTo>
                  <a:lnTo>
                    <a:pt x="0" y="77"/>
                  </a:lnTo>
                  <a:lnTo>
                    <a:pt x="24" y="0"/>
                  </a:lnTo>
                  <a:close/>
                  <a:moveTo>
                    <a:pt x="24" y="0"/>
                  </a:moveTo>
                  <a:lnTo>
                    <a:pt x="24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95" name="Freeform 54"/>
            <p:cNvSpPr>
              <a:spLocks noEditPoints="1"/>
            </p:cNvSpPr>
            <p:nvPr/>
          </p:nvSpPr>
          <p:spPr>
            <a:xfrm>
              <a:off x="4035" y="1257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96" name="Freeform 55"/>
            <p:cNvSpPr>
              <a:spLocks noEditPoints="1"/>
            </p:cNvSpPr>
            <p:nvPr/>
          </p:nvSpPr>
          <p:spPr>
            <a:xfrm>
              <a:off x="4004" y="1257"/>
              <a:ext cx="31" cy="77"/>
            </a:xfrm>
            <a:custGeom>
              <a:avLst/>
              <a:gdLst>
                <a:gd name="txL" fmla="*/ 0 w 31"/>
                <a:gd name="txT" fmla="*/ 0 h 77"/>
                <a:gd name="txR" fmla="*/ 31 w 31"/>
                <a:gd name="txB" fmla="*/ 77 h 77"/>
              </a:gdLst>
              <a:ahLst/>
              <a:cxnLst>
                <a:cxn ang="0">
                  <a:pos x="31" y="0"/>
                </a:cxn>
                <a:cxn ang="0">
                  <a:pos x="0" y="77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31" y="0"/>
                </a:cxn>
              </a:cxnLst>
              <a:rect l="txL" t="txT" r="txR" b="txB"/>
              <a:pathLst>
                <a:path w="31" h="77">
                  <a:moveTo>
                    <a:pt x="31" y="0"/>
                  </a:moveTo>
                  <a:lnTo>
                    <a:pt x="0" y="77"/>
                  </a:lnTo>
                  <a:lnTo>
                    <a:pt x="31" y="0"/>
                  </a:lnTo>
                  <a:close/>
                  <a:moveTo>
                    <a:pt x="31" y="0"/>
                  </a:moveTo>
                  <a:lnTo>
                    <a:pt x="31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97" name="Freeform 56"/>
            <p:cNvSpPr>
              <a:spLocks noEditPoints="1"/>
            </p:cNvSpPr>
            <p:nvPr/>
          </p:nvSpPr>
          <p:spPr>
            <a:xfrm>
              <a:off x="3981" y="1257"/>
              <a:ext cx="23" cy="77"/>
            </a:xfrm>
            <a:custGeom>
              <a:avLst/>
              <a:gdLst>
                <a:gd name="txL" fmla="*/ 0 w 23"/>
                <a:gd name="txT" fmla="*/ 0 h 77"/>
                <a:gd name="txR" fmla="*/ 23 w 23"/>
                <a:gd name="txB" fmla="*/ 77 h 77"/>
              </a:gdLst>
              <a:ahLst/>
              <a:cxnLst>
                <a:cxn ang="0">
                  <a:pos x="23" y="77"/>
                </a:cxn>
                <a:cxn ang="0">
                  <a:pos x="0" y="0"/>
                </a:cxn>
                <a:cxn ang="0">
                  <a:pos x="23" y="77"/>
                </a:cxn>
                <a:cxn ang="0">
                  <a:pos x="23" y="77"/>
                </a:cxn>
                <a:cxn ang="0">
                  <a:pos x="23" y="77"/>
                </a:cxn>
                <a:cxn ang="0">
                  <a:pos x="23" y="77"/>
                </a:cxn>
                <a:cxn ang="0">
                  <a:pos x="23" y="77"/>
                </a:cxn>
              </a:cxnLst>
              <a:rect l="txL" t="txT" r="txR" b="txB"/>
              <a:pathLst>
                <a:path w="23" h="77">
                  <a:moveTo>
                    <a:pt x="23" y="77"/>
                  </a:moveTo>
                  <a:lnTo>
                    <a:pt x="0" y="0"/>
                  </a:lnTo>
                  <a:lnTo>
                    <a:pt x="23" y="77"/>
                  </a:lnTo>
                  <a:close/>
                  <a:moveTo>
                    <a:pt x="23" y="77"/>
                  </a:moveTo>
                  <a:lnTo>
                    <a:pt x="23" y="7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98" name="Freeform 57"/>
            <p:cNvSpPr>
              <a:spLocks noEditPoints="1"/>
            </p:cNvSpPr>
            <p:nvPr/>
          </p:nvSpPr>
          <p:spPr>
            <a:xfrm>
              <a:off x="3950" y="1180"/>
              <a:ext cx="31" cy="77"/>
            </a:xfrm>
            <a:custGeom>
              <a:avLst/>
              <a:gdLst>
                <a:gd name="txL" fmla="*/ 0 w 31"/>
                <a:gd name="txT" fmla="*/ 0 h 77"/>
                <a:gd name="txR" fmla="*/ 31 w 31"/>
                <a:gd name="txB" fmla="*/ 77 h 77"/>
              </a:gdLst>
              <a:ahLst/>
              <a:cxnLst>
                <a:cxn ang="0">
                  <a:pos x="31" y="77"/>
                </a:cxn>
                <a:cxn ang="0">
                  <a:pos x="0" y="0"/>
                </a:cxn>
                <a:cxn ang="0">
                  <a:pos x="31" y="77"/>
                </a:cxn>
                <a:cxn ang="0">
                  <a:pos x="31" y="77"/>
                </a:cxn>
                <a:cxn ang="0">
                  <a:pos x="31" y="77"/>
                </a:cxn>
                <a:cxn ang="0">
                  <a:pos x="31" y="77"/>
                </a:cxn>
                <a:cxn ang="0">
                  <a:pos x="31" y="77"/>
                </a:cxn>
              </a:cxnLst>
              <a:rect l="txL" t="txT" r="txR" b="txB"/>
              <a:pathLst>
                <a:path w="31" h="77">
                  <a:moveTo>
                    <a:pt x="31" y="77"/>
                  </a:moveTo>
                  <a:lnTo>
                    <a:pt x="0" y="0"/>
                  </a:lnTo>
                  <a:lnTo>
                    <a:pt x="31" y="77"/>
                  </a:lnTo>
                  <a:close/>
                  <a:moveTo>
                    <a:pt x="31" y="77"/>
                  </a:moveTo>
                  <a:lnTo>
                    <a:pt x="31" y="7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99" name="Freeform 58"/>
            <p:cNvSpPr>
              <a:spLocks noEditPoints="1"/>
            </p:cNvSpPr>
            <p:nvPr/>
          </p:nvSpPr>
          <p:spPr>
            <a:xfrm>
              <a:off x="3927" y="1180"/>
              <a:ext cx="23" cy="77"/>
            </a:xfrm>
            <a:custGeom>
              <a:avLst/>
              <a:gdLst>
                <a:gd name="txL" fmla="*/ 0 w 23"/>
                <a:gd name="txT" fmla="*/ 0 h 77"/>
                <a:gd name="txR" fmla="*/ 23 w 23"/>
                <a:gd name="txB" fmla="*/ 77 h 77"/>
              </a:gdLst>
              <a:ahLst/>
              <a:cxnLst>
                <a:cxn ang="0">
                  <a:pos x="23" y="0"/>
                </a:cxn>
                <a:cxn ang="0">
                  <a:pos x="0" y="77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23" y="0"/>
                </a:cxn>
              </a:cxnLst>
              <a:rect l="txL" t="txT" r="txR" b="txB"/>
              <a:pathLst>
                <a:path w="23" h="77">
                  <a:moveTo>
                    <a:pt x="23" y="0"/>
                  </a:moveTo>
                  <a:lnTo>
                    <a:pt x="0" y="77"/>
                  </a:lnTo>
                  <a:lnTo>
                    <a:pt x="23" y="0"/>
                  </a:lnTo>
                  <a:close/>
                  <a:moveTo>
                    <a:pt x="23" y="0"/>
                  </a:moveTo>
                  <a:lnTo>
                    <a:pt x="23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00" name="Freeform 59"/>
            <p:cNvSpPr>
              <a:spLocks noEditPoints="1"/>
            </p:cNvSpPr>
            <p:nvPr/>
          </p:nvSpPr>
          <p:spPr>
            <a:xfrm>
              <a:off x="3904" y="1257"/>
              <a:ext cx="23" cy="77"/>
            </a:xfrm>
            <a:custGeom>
              <a:avLst/>
              <a:gdLst>
                <a:gd name="txL" fmla="*/ 0 w 23"/>
                <a:gd name="txT" fmla="*/ 0 h 77"/>
                <a:gd name="txR" fmla="*/ 23 w 23"/>
                <a:gd name="txB" fmla="*/ 77 h 77"/>
              </a:gdLst>
              <a:ahLst/>
              <a:cxnLst>
                <a:cxn ang="0">
                  <a:pos x="23" y="0"/>
                </a:cxn>
                <a:cxn ang="0">
                  <a:pos x="0" y="77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23" y="0"/>
                </a:cxn>
              </a:cxnLst>
              <a:rect l="txL" t="txT" r="txR" b="txB"/>
              <a:pathLst>
                <a:path w="23" h="77">
                  <a:moveTo>
                    <a:pt x="23" y="0"/>
                  </a:moveTo>
                  <a:lnTo>
                    <a:pt x="0" y="77"/>
                  </a:lnTo>
                  <a:lnTo>
                    <a:pt x="23" y="0"/>
                  </a:lnTo>
                  <a:close/>
                  <a:moveTo>
                    <a:pt x="23" y="0"/>
                  </a:moveTo>
                  <a:lnTo>
                    <a:pt x="23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01" name="Freeform 60"/>
            <p:cNvSpPr>
              <a:spLocks noEditPoints="1"/>
            </p:cNvSpPr>
            <p:nvPr/>
          </p:nvSpPr>
          <p:spPr>
            <a:xfrm>
              <a:off x="3873" y="1257"/>
              <a:ext cx="31" cy="77"/>
            </a:xfrm>
            <a:custGeom>
              <a:avLst/>
              <a:gdLst>
                <a:gd name="txL" fmla="*/ 0 w 31"/>
                <a:gd name="txT" fmla="*/ 0 h 77"/>
                <a:gd name="txR" fmla="*/ 31 w 31"/>
                <a:gd name="txB" fmla="*/ 77 h 77"/>
              </a:gdLst>
              <a:ahLst/>
              <a:cxnLst>
                <a:cxn ang="0">
                  <a:pos x="31" y="77"/>
                </a:cxn>
                <a:cxn ang="0">
                  <a:pos x="0" y="0"/>
                </a:cxn>
                <a:cxn ang="0">
                  <a:pos x="31" y="77"/>
                </a:cxn>
                <a:cxn ang="0">
                  <a:pos x="31" y="77"/>
                </a:cxn>
                <a:cxn ang="0">
                  <a:pos x="31" y="77"/>
                </a:cxn>
                <a:cxn ang="0">
                  <a:pos x="31" y="77"/>
                </a:cxn>
                <a:cxn ang="0">
                  <a:pos x="31" y="77"/>
                </a:cxn>
              </a:cxnLst>
              <a:rect l="txL" t="txT" r="txR" b="txB"/>
              <a:pathLst>
                <a:path w="31" h="77">
                  <a:moveTo>
                    <a:pt x="31" y="77"/>
                  </a:moveTo>
                  <a:lnTo>
                    <a:pt x="0" y="0"/>
                  </a:lnTo>
                  <a:lnTo>
                    <a:pt x="31" y="77"/>
                  </a:lnTo>
                  <a:close/>
                  <a:moveTo>
                    <a:pt x="31" y="77"/>
                  </a:moveTo>
                  <a:lnTo>
                    <a:pt x="31" y="7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02" name="Freeform 61"/>
            <p:cNvSpPr>
              <a:spLocks noEditPoints="1"/>
            </p:cNvSpPr>
            <p:nvPr/>
          </p:nvSpPr>
          <p:spPr>
            <a:xfrm>
              <a:off x="3850" y="1180"/>
              <a:ext cx="23" cy="77"/>
            </a:xfrm>
            <a:custGeom>
              <a:avLst/>
              <a:gdLst>
                <a:gd name="txL" fmla="*/ 0 w 23"/>
                <a:gd name="txT" fmla="*/ 0 h 77"/>
                <a:gd name="txR" fmla="*/ 23 w 23"/>
                <a:gd name="txB" fmla="*/ 77 h 77"/>
              </a:gdLst>
              <a:ahLst/>
              <a:cxnLst>
                <a:cxn ang="0">
                  <a:pos x="23" y="77"/>
                </a:cxn>
                <a:cxn ang="0">
                  <a:pos x="0" y="0"/>
                </a:cxn>
                <a:cxn ang="0">
                  <a:pos x="23" y="77"/>
                </a:cxn>
                <a:cxn ang="0">
                  <a:pos x="23" y="77"/>
                </a:cxn>
                <a:cxn ang="0">
                  <a:pos x="23" y="77"/>
                </a:cxn>
                <a:cxn ang="0">
                  <a:pos x="23" y="77"/>
                </a:cxn>
                <a:cxn ang="0">
                  <a:pos x="23" y="77"/>
                </a:cxn>
              </a:cxnLst>
              <a:rect l="txL" t="txT" r="txR" b="txB"/>
              <a:pathLst>
                <a:path w="23" h="77">
                  <a:moveTo>
                    <a:pt x="23" y="77"/>
                  </a:moveTo>
                  <a:lnTo>
                    <a:pt x="0" y="0"/>
                  </a:lnTo>
                  <a:lnTo>
                    <a:pt x="23" y="77"/>
                  </a:lnTo>
                  <a:close/>
                  <a:moveTo>
                    <a:pt x="23" y="77"/>
                  </a:moveTo>
                  <a:lnTo>
                    <a:pt x="23" y="7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03" name="Freeform 62"/>
            <p:cNvSpPr>
              <a:spLocks noEditPoints="1"/>
            </p:cNvSpPr>
            <p:nvPr/>
          </p:nvSpPr>
          <p:spPr>
            <a:xfrm>
              <a:off x="3819" y="1180"/>
              <a:ext cx="31" cy="77"/>
            </a:xfrm>
            <a:custGeom>
              <a:avLst/>
              <a:gdLst>
                <a:gd name="txL" fmla="*/ 0 w 31"/>
                <a:gd name="txT" fmla="*/ 0 h 77"/>
                <a:gd name="txR" fmla="*/ 31 w 31"/>
                <a:gd name="txB" fmla="*/ 77 h 77"/>
              </a:gdLst>
              <a:ahLst/>
              <a:cxnLst>
                <a:cxn ang="0">
                  <a:pos x="31" y="0"/>
                </a:cxn>
                <a:cxn ang="0">
                  <a:pos x="0" y="77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31" y="0"/>
                </a:cxn>
              </a:cxnLst>
              <a:rect l="txL" t="txT" r="txR" b="txB"/>
              <a:pathLst>
                <a:path w="31" h="77">
                  <a:moveTo>
                    <a:pt x="31" y="0"/>
                  </a:moveTo>
                  <a:lnTo>
                    <a:pt x="0" y="77"/>
                  </a:lnTo>
                  <a:lnTo>
                    <a:pt x="31" y="0"/>
                  </a:lnTo>
                  <a:close/>
                  <a:moveTo>
                    <a:pt x="31" y="0"/>
                  </a:moveTo>
                  <a:lnTo>
                    <a:pt x="31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04" name="Freeform 63"/>
            <p:cNvSpPr>
              <a:spLocks noEditPoints="1"/>
            </p:cNvSpPr>
            <p:nvPr/>
          </p:nvSpPr>
          <p:spPr>
            <a:xfrm>
              <a:off x="3795" y="1257"/>
              <a:ext cx="24" cy="77"/>
            </a:xfrm>
            <a:custGeom>
              <a:avLst/>
              <a:gdLst>
                <a:gd name="txL" fmla="*/ 0 w 24"/>
                <a:gd name="txT" fmla="*/ 0 h 77"/>
                <a:gd name="txR" fmla="*/ 24 w 24"/>
                <a:gd name="txB" fmla="*/ 77 h 77"/>
              </a:gdLst>
              <a:ahLst/>
              <a:cxnLst>
                <a:cxn ang="0">
                  <a:pos x="24" y="0"/>
                </a:cxn>
                <a:cxn ang="0">
                  <a:pos x="0" y="77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24" y="0"/>
                </a:cxn>
              </a:cxnLst>
              <a:rect l="txL" t="txT" r="txR" b="txB"/>
              <a:pathLst>
                <a:path w="24" h="77">
                  <a:moveTo>
                    <a:pt x="24" y="0"/>
                  </a:moveTo>
                  <a:lnTo>
                    <a:pt x="0" y="77"/>
                  </a:lnTo>
                  <a:lnTo>
                    <a:pt x="24" y="0"/>
                  </a:lnTo>
                  <a:close/>
                  <a:moveTo>
                    <a:pt x="24" y="0"/>
                  </a:moveTo>
                  <a:lnTo>
                    <a:pt x="24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05" name="Freeform 64"/>
            <p:cNvSpPr>
              <a:spLocks noEditPoints="1"/>
            </p:cNvSpPr>
            <p:nvPr/>
          </p:nvSpPr>
          <p:spPr>
            <a:xfrm>
              <a:off x="3772" y="1257"/>
              <a:ext cx="23" cy="77"/>
            </a:xfrm>
            <a:custGeom>
              <a:avLst/>
              <a:gdLst>
                <a:gd name="txL" fmla="*/ 0 w 23"/>
                <a:gd name="txT" fmla="*/ 0 h 77"/>
                <a:gd name="txR" fmla="*/ 23 w 23"/>
                <a:gd name="txB" fmla="*/ 77 h 77"/>
              </a:gdLst>
              <a:ahLst/>
              <a:cxnLst>
                <a:cxn ang="0">
                  <a:pos x="23" y="77"/>
                </a:cxn>
                <a:cxn ang="0">
                  <a:pos x="0" y="0"/>
                </a:cxn>
                <a:cxn ang="0">
                  <a:pos x="23" y="77"/>
                </a:cxn>
                <a:cxn ang="0">
                  <a:pos x="23" y="77"/>
                </a:cxn>
                <a:cxn ang="0">
                  <a:pos x="23" y="77"/>
                </a:cxn>
                <a:cxn ang="0">
                  <a:pos x="23" y="77"/>
                </a:cxn>
                <a:cxn ang="0">
                  <a:pos x="23" y="77"/>
                </a:cxn>
              </a:cxnLst>
              <a:rect l="txL" t="txT" r="txR" b="txB"/>
              <a:pathLst>
                <a:path w="23" h="77">
                  <a:moveTo>
                    <a:pt x="23" y="77"/>
                  </a:moveTo>
                  <a:lnTo>
                    <a:pt x="0" y="0"/>
                  </a:lnTo>
                  <a:lnTo>
                    <a:pt x="23" y="77"/>
                  </a:lnTo>
                  <a:close/>
                  <a:moveTo>
                    <a:pt x="23" y="77"/>
                  </a:moveTo>
                  <a:lnTo>
                    <a:pt x="23" y="7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06" name="Freeform 65"/>
            <p:cNvSpPr>
              <a:spLocks noEditPoints="1"/>
            </p:cNvSpPr>
            <p:nvPr/>
          </p:nvSpPr>
          <p:spPr>
            <a:xfrm>
              <a:off x="3741" y="1180"/>
              <a:ext cx="31" cy="77"/>
            </a:xfrm>
            <a:custGeom>
              <a:avLst/>
              <a:gdLst>
                <a:gd name="txL" fmla="*/ 0 w 31"/>
                <a:gd name="txT" fmla="*/ 0 h 77"/>
                <a:gd name="txR" fmla="*/ 31 w 31"/>
                <a:gd name="txB" fmla="*/ 77 h 77"/>
              </a:gdLst>
              <a:ahLst/>
              <a:cxnLst>
                <a:cxn ang="0">
                  <a:pos x="31" y="77"/>
                </a:cxn>
                <a:cxn ang="0">
                  <a:pos x="0" y="0"/>
                </a:cxn>
                <a:cxn ang="0">
                  <a:pos x="31" y="77"/>
                </a:cxn>
                <a:cxn ang="0">
                  <a:pos x="31" y="77"/>
                </a:cxn>
                <a:cxn ang="0">
                  <a:pos x="31" y="77"/>
                </a:cxn>
                <a:cxn ang="0">
                  <a:pos x="31" y="77"/>
                </a:cxn>
                <a:cxn ang="0">
                  <a:pos x="31" y="77"/>
                </a:cxn>
              </a:cxnLst>
              <a:rect l="txL" t="txT" r="txR" b="txB"/>
              <a:pathLst>
                <a:path w="31" h="77">
                  <a:moveTo>
                    <a:pt x="31" y="77"/>
                  </a:moveTo>
                  <a:lnTo>
                    <a:pt x="0" y="0"/>
                  </a:lnTo>
                  <a:lnTo>
                    <a:pt x="31" y="77"/>
                  </a:lnTo>
                  <a:close/>
                  <a:moveTo>
                    <a:pt x="31" y="77"/>
                  </a:moveTo>
                  <a:lnTo>
                    <a:pt x="31" y="7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07" name="Freeform 66"/>
            <p:cNvSpPr>
              <a:spLocks noEditPoints="1"/>
            </p:cNvSpPr>
            <p:nvPr/>
          </p:nvSpPr>
          <p:spPr>
            <a:xfrm>
              <a:off x="3718" y="1180"/>
              <a:ext cx="23" cy="85"/>
            </a:xfrm>
            <a:custGeom>
              <a:avLst/>
              <a:gdLst>
                <a:gd name="txL" fmla="*/ 0 w 23"/>
                <a:gd name="txT" fmla="*/ 0 h 85"/>
                <a:gd name="txR" fmla="*/ 23 w 23"/>
                <a:gd name="txB" fmla="*/ 85 h 85"/>
              </a:gdLst>
              <a:ahLst/>
              <a:cxnLst>
                <a:cxn ang="0">
                  <a:pos x="23" y="0"/>
                </a:cxn>
                <a:cxn ang="0">
                  <a:pos x="0" y="85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23" y="0"/>
                </a:cxn>
              </a:cxnLst>
              <a:rect l="txL" t="txT" r="txR" b="txB"/>
              <a:pathLst>
                <a:path w="23" h="85">
                  <a:moveTo>
                    <a:pt x="23" y="0"/>
                  </a:moveTo>
                  <a:lnTo>
                    <a:pt x="0" y="85"/>
                  </a:lnTo>
                  <a:lnTo>
                    <a:pt x="23" y="0"/>
                  </a:lnTo>
                  <a:close/>
                  <a:moveTo>
                    <a:pt x="23" y="0"/>
                  </a:moveTo>
                  <a:lnTo>
                    <a:pt x="23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08" name="Freeform 67"/>
            <p:cNvSpPr/>
            <p:nvPr/>
          </p:nvSpPr>
          <p:spPr>
            <a:xfrm>
              <a:off x="1271" y="762"/>
              <a:ext cx="85" cy="162"/>
            </a:xfrm>
            <a:custGeom>
              <a:avLst/>
              <a:gdLst>
                <a:gd name="txL" fmla="*/ 0 w 85"/>
                <a:gd name="txT" fmla="*/ 0 h 162"/>
                <a:gd name="txR" fmla="*/ 85 w 85"/>
                <a:gd name="txB" fmla="*/ 162 h 162"/>
              </a:gdLst>
              <a:ahLst/>
              <a:cxnLst>
                <a:cxn ang="0">
                  <a:pos x="0" y="162"/>
                </a:cxn>
                <a:cxn ang="0">
                  <a:pos x="54" y="162"/>
                </a:cxn>
                <a:cxn ang="0">
                  <a:pos x="54" y="155"/>
                </a:cxn>
                <a:cxn ang="0">
                  <a:pos x="47" y="155"/>
                </a:cxn>
                <a:cxn ang="0">
                  <a:pos x="39" y="147"/>
                </a:cxn>
                <a:cxn ang="0">
                  <a:pos x="39" y="139"/>
                </a:cxn>
                <a:cxn ang="0">
                  <a:pos x="39" y="132"/>
                </a:cxn>
                <a:cxn ang="0">
                  <a:pos x="62" y="23"/>
                </a:cxn>
                <a:cxn ang="0">
                  <a:pos x="70" y="8"/>
                </a:cxn>
                <a:cxn ang="0">
                  <a:pos x="85" y="0"/>
                </a:cxn>
                <a:cxn ang="0">
                  <a:pos x="85" y="0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39" y="8"/>
                </a:cxn>
                <a:cxn ang="0">
                  <a:pos x="47" y="16"/>
                </a:cxn>
                <a:cxn ang="0">
                  <a:pos x="47" y="23"/>
                </a:cxn>
                <a:cxn ang="0">
                  <a:pos x="47" y="31"/>
                </a:cxn>
                <a:cxn ang="0">
                  <a:pos x="16" y="139"/>
                </a:cxn>
                <a:cxn ang="0">
                  <a:pos x="16" y="155"/>
                </a:cxn>
                <a:cxn ang="0">
                  <a:pos x="0" y="155"/>
                </a:cxn>
                <a:cxn ang="0">
                  <a:pos x="0" y="162"/>
                </a:cxn>
              </a:cxnLst>
              <a:rect l="txL" t="txT" r="txR" b="txB"/>
              <a:pathLst>
                <a:path w="85" h="162">
                  <a:moveTo>
                    <a:pt x="0" y="162"/>
                  </a:moveTo>
                  <a:lnTo>
                    <a:pt x="54" y="162"/>
                  </a:lnTo>
                  <a:lnTo>
                    <a:pt x="54" y="155"/>
                  </a:lnTo>
                  <a:lnTo>
                    <a:pt x="47" y="155"/>
                  </a:lnTo>
                  <a:lnTo>
                    <a:pt x="39" y="147"/>
                  </a:lnTo>
                  <a:lnTo>
                    <a:pt x="39" y="139"/>
                  </a:lnTo>
                  <a:lnTo>
                    <a:pt x="39" y="132"/>
                  </a:lnTo>
                  <a:lnTo>
                    <a:pt x="62" y="23"/>
                  </a:lnTo>
                  <a:lnTo>
                    <a:pt x="70" y="8"/>
                  </a:lnTo>
                  <a:lnTo>
                    <a:pt x="85" y="0"/>
                  </a:lnTo>
                  <a:lnTo>
                    <a:pt x="31" y="0"/>
                  </a:lnTo>
                  <a:lnTo>
                    <a:pt x="39" y="8"/>
                  </a:lnTo>
                  <a:lnTo>
                    <a:pt x="47" y="16"/>
                  </a:lnTo>
                  <a:lnTo>
                    <a:pt x="47" y="23"/>
                  </a:lnTo>
                  <a:lnTo>
                    <a:pt x="47" y="31"/>
                  </a:lnTo>
                  <a:lnTo>
                    <a:pt x="16" y="139"/>
                  </a:lnTo>
                  <a:lnTo>
                    <a:pt x="16" y="155"/>
                  </a:lnTo>
                  <a:lnTo>
                    <a:pt x="0" y="155"/>
                  </a:lnTo>
                  <a:lnTo>
                    <a:pt x="0" y="16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09" name="Freeform 68"/>
            <p:cNvSpPr/>
            <p:nvPr/>
          </p:nvSpPr>
          <p:spPr>
            <a:xfrm>
              <a:off x="1356" y="855"/>
              <a:ext cx="47" cy="124"/>
            </a:xfrm>
            <a:custGeom>
              <a:avLst/>
              <a:gdLst>
                <a:gd name="txL" fmla="*/ 0 w 47"/>
                <a:gd name="txT" fmla="*/ 0 h 124"/>
                <a:gd name="txR" fmla="*/ 47 w 47"/>
                <a:gd name="txB" fmla="*/ 124 h 124"/>
              </a:gdLst>
              <a:ahLst/>
              <a:cxnLst>
                <a:cxn ang="0">
                  <a:pos x="8" y="124"/>
                </a:cxn>
                <a:cxn ang="0">
                  <a:pos x="47" y="124"/>
                </a:cxn>
                <a:cxn ang="0">
                  <a:pos x="47" y="124"/>
                </a:cxn>
                <a:cxn ang="0">
                  <a:pos x="39" y="124"/>
                </a:cxn>
                <a:cxn ang="0">
                  <a:pos x="31" y="116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0" y="23"/>
                </a:cxn>
                <a:cxn ang="0">
                  <a:pos x="0" y="23"/>
                </a:cxn>
                <a:cxn ang="0">
                  <a:pos x="16" y="15"/>
                </a:cxn>
                <a:cxn ang="0">
                  <a:pos x="16" y="15"/>
                </a:cxn>
                <a:cxn ang="0">
                  <a:pos x="16" y="23"/>
                </a:cxn>
                <a:cxn ang="0">
                  <a:pos x="16" y="23"/>
                </a:cxn>
                <a:cxn ang="0">
                  <a:pos x="16" y="108"/>
                </a:cxn>
                <a:cxn ang="0">
                  <a:pos x="16" y="124"/>
                </a:cxn>
                <a:cxn ang="0">
                  <a:pos x="8" y="124"/>
                </a:cxn>
                <a:cxn ang="0">
                  <a:pos x="8" y="124"/>
                </a:cxn>
              </a:cxnLst>
              <a:rect l="txL" t="txT" r="txR" b="txB"/>
              <a:pathLst>
                <a:path w="47" h="124">
                  <a:moveTo>
                    <a:pt x="8" y="124"/>
                  </a:moveTo>
                  <a:lnTo>
                    <a:pt x="47" y="124"/>
                  </a:lnTo>
                  <a:lnTo>
                    <a:pt x="39" y="124"/>
                  </a:lnTo>
                  <a:lnTo>
                    <a:pt x="31" y="116"/>
                  </a:lnTo>
                  <a:lnTo>
                    <a:pt x="31" y="0"/>
                  </a:lnTo>
                  <a:lnTo>
                    <a:pt x="0" y="23"/>
                  </a:lnTo>
                  <a:lnTo>
                    <a:pt x="16" y="15"/>
                  </a:lnTo>
                  <a:lnTo>
                    <a:pt x="16" y="23"/>
                  </a:lnTo>
                  <a:lnTo>
                    <a:pt x="16" y="108"/>
                  </a:lnTo>
                  <a:lnTo>
                    <a:pt x="16" y="124"/>
                  </a:lnTo>
                  <a:lnTo>
                    <a:pt x="8" y="12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10" name="Freeform 69"/>
            <p:cNvSpPr>
              <a:spLocks noEditPoints="1"/>
            </p:cNvSpPr>
            <p:nvPr/>
          </p:nvSpPr>
          <p:spPr>
            <a:xfrm>
              <a:off x="1906" y="839"/>
              <a:ext cx="124" cy="155"/>
            </a:xfrm>
            <a:custGeom>
              <a:avLst/>
              <a:gdLst>
                <a:gd name="txL" fmla="*/ 0 w 124"/>
                <a:gd name="txT" fmla="*/ 0 h 155"/>
                <a:gd name="txR" fmla="*/ 124 w 124"/>
                <a:gd name="txB" fmla="*/ 155 h 155"/>
              </a:gdLst>
              <a:ahLst/>
              <a:cxnLst>
                <a:cxn ang="0">
                  <a:pos x="116" y="155"/>
                </a:cxn>
                <a:cxn ang="0">
                  <a:pos x="109" y="147"/>
                </a:cxn>
                <a:cxn ang="0">
                  <a:pos x="101" y="140"/>
                </a:cxn>
                <a:cxn ang="0">
                  <a:pos x="85" y="78"/>
                </a:cxn>
                <a:cxn ang="0">
                  <a:pos x="109" y="70"/>
                </a:cxn>
                <a:cxn ang="0">
                  <a:pos x="116" y="62"/>
                </a:cxn>
                <a:cxn ang="0">
                  <a:pos x="124" y="31"/>
                </a:cxn>
                <a:cxn ang="0">
                  <a:pos x="116" y="16"/>
                </a:cxn>
                <a:cxn ang="0">
                  <a:pos x="101" y="8"/>
                </a:cxn>
                <a:cxn ang="0">
                  <a:pos x="85" y="0"/>
                </a:cxn>
                <a:cxn ang="0">
                  <a:pos x="78" y="0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39" y="0"/>
                </a:cxn>
                <a:cxn ang="0">
                  <a:pos x="47" y="16"/>
                </a:cxn>
                <a:cxn ang="0">
                  <a:pos x="47" y="24"/>
                </a:cxn>
                <a:cxn ang="0">
                  <a:pos x="47" y="24"/>
                </a:cxn>
                <a:cxn ang="0">
                  <a:pos x="16" y="132"/>
                </a:cxn>
                <a:cxn ang="0">
                  <a:pos x="8" y="147"/>
                </a:cxn>
                <a:cxn ang="0">
                  <a:pos x="0" y="155"/>
                </a:cxn>
                <a:cxn ang="0">
                  <a:pos x="0" y="155"/>
                </a:cxn>
                <a:cxn ang="0">
                  <a:pos x="54" y="155"/>
                </a:cxn>
                <a:cxn ang="0">
                  <a:pos x="54" y="155"/>
                </a:cxn>
                <a:cxn ang="0">
                  <a:pos x="39" y="155"/>
                </a:cxn>
                <a:cxn ang="0">
                  <a:pos x="39" y="140"/>
                </a:cxn>
                <a:cxn ang="0">
                  <a:pos x="39" y="140"/>
                </a:cxn>
                <a:cxn ang="0">
                  <a:pos x="39" y="124"/>
                </a:cxn>
                <a:cxn ang="0">
                  <a:pos x="54" y="78"/>
                </a:cxn>
                <a:cxn ang="0">
                  <a:pos x="62" y="78"/>
                </a:cxn>
                <a:cxn ang="0">
                  <a:pos x="85" y="155"/>
                </a:cxn>
                <a:cxn ang="0">
                  <a:pos x="116" y="155"/>
                </a:cxn>
                <a:cxn ang="0">
                  <a:pos x="116" y="155"/>
                </a:cxn>
                <a:cxn ang="0">
                  <a:pos x="70" y="8"/>
                </a:cxn>
                <a:cxn ang="0">
                  <a:pos x="70" y="8"/>
                </a:cxn>
                <a:cxn ang="0">
                  <a:pos x="78" y="8"/>
                </a:cxn>
                <a:cxn ang="0">
                  <a:pos x="93" y="8"/>
                </a:cxn>
                <a:cxn ang="0">
                  <a:pos x="101" y="16"/>
                </a:cxn>
                <a:cxn ang="0">
                  <a:pos x="101" y="31"/>
                </a:cxn>
                <a:cxn ang="0">
                  <a:pos x="93" y="55"/>
                </a:cxn>
                <a:cxn ang="0">
                  <a:pos x="85" y="70"/>
                </a:cxn>
                <a:cxn ang="0">
                  <a:pos x="62" y="70"/>
                </a:cxn>
                <a:cxn ang="0">
                  <a:pos x="62" y="70"/>
                </a:cxn>
                <a:cxn ang="0">
                  <a:pos x="54" y="70"/>
                </a:cxn>
                <a:cxn ang="0">
                  <a:pos x="70" y="8"/>
                </a:cxn>
              </a:cxnLst>
              <a:rect l="txL" t="txT" r="txR" b="txB"/>
              <a:pathLst>
                <a:path w="124" h="155">
                  <a:moveTo>
                    <a:pt x="116" y="155"/>
                  </a:moveTo>
                  <a:lnTo>
                    <a:pt x="109" y="147"/>
                  </a:lnTo>
                  <a:lnTo>
                    <a:pt x="101" y="140"/>
                  </a:lnTo>
                  <a:lnTo>
                    <a:pt x="85" y="78"/>
                  </a:lnTo>
                  <a:lnTo>
                    <a:pt x="109" y="70"/>
                  </a:lnTo>
                  <a:lnTo>
                    <a:pt x="116" y="62"/>
                  </a:lnTo>
                  <a:lnTo>
                    <a:pt x="124" y="31"/>
                  </a:lnTo>
                  <a:lnTo>
                    <a:pt x="116" y="16"/>
                  </a:lnTo>
                  <a:lnTo>
                    <a:pt x="101" y="8"/>
                  </a:lnTo>
                  <a:lnTo>
                    <a:pt x="85" y="0"/>
                  </a:lnTo>
                  <a:lnTo>
                    <a:pt x="78" y="0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47" y="16"/>
                  </a:lnTo>
                  <a:lnTo>
                    <a:pt x="47" y="24"/>
                  </a:lnTo>
                  <a:lnTo>
                    <a:pt x="16" y="132"/>
                  </a:lnTo>
                  <a:lnTo>
                    <a:pt x="8" y="147"/>
                  </a:lnTo>
                  <a:lnTo>
                    <a:pt x="0" y="155"/>
                  </a:lnTo>
                  <a:lnTo>
                    <a:pt x="54" y="155"/>
                  </a:lnTo>
                  <a:lnTo>
                    <a:pt x="39" y="155"/>
                  </a:lnTo>
                  <a:lnTo>
                    <a:pt x="39" y="140"/>
                  </a:lnTo>
                  <a:lnTo>
                    <a:pt x="39" y="124"/>
                  </a:lnTo>
                  <a:lnTo>
                    <a:pt x="54" y="78"/>
                  </a:lnTo>
                  <a:lnTo>
                    <a:pt x="62" y="78"/>
                  </a:lnTo>
                  <a:lnTo>
                    <a:pt x="85" y="155"/>
                  </a:lnTo>
                  <a:lnTo>
                    <a:pt x="116" y="155"/>
                  </a:lnTo>
                  <a:close/>
                  <a:moveTo>
                    <a:pt x="70" y="8"/>
                  </a:moveTo>
                  <a:lnTo>
                    <a:pt x="70" y="8"/>
                  </a:lnTo>
                  <a:lnTo>
                    <a:pt x="78" y="8"/>
                  </a:lnTo>
                  <a:lnTo>
                    <a:pt x="93" y="8"/>
                  </a:lnTo>
                  <a:lnTo>
                    <a:pt x="101" y="16"/>
                  </a:lnTo>
                  <a:lnTo>
                    <a:pt x="101" y="31"/>
                  </a:lnTo>
                  <a:lnTo>
                    <a:pt x="93" y="55"/>
                  </a:lnTo>
                  <a:lnTo>
                    <a:pt x="85" y="70"/>
                  </a:lnTo>
                  <a:lnTo>
                    <a:pt x="62" y="70"/>
                  </a:lnTo>
                  <a:lnTo>
                    <a:pt x="54" y="70"/>
                  </a:lnTo>
                  <a:lnTo>
                    <a:pt x="70" y="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11" name="Freeform 70"/>
            <p:cNvSpPr/>
            <p:nvPr/>
          </p:nvSpPr>
          <p:spPr>
            <a:xfrm>
              <a:off x="2053" y="932"/>
              <a:ext cx="39" cy="124"/>
            </a:xfrm>
            <a:custGeom>
              <a:avLst/>
              <a:gdLst>
                <a:gd name="txL" fmla="*/ 0 w 39"/>
                <a:gd name="txT" fmla="*/ 0 h 124"/>
                <a:gd name="txR" fmla="*/ 39 w 39"/>
                <a:gd name="txB" fmla="*/ 124 h 124"/>
              </a:gdLst>
              <a:ahLst/>
              <a:cxnLst>
                <a:cxn ang="0">
                  <a:pos x="0" y="124"/>
                </a:cxn>
                <a:cxn ang="0">
                  <a:pos x="39" y="124"/>
                </a:cxn>
                <a:cxn ang="0">
                  <a:pos x="39" y="124"/>
                </a:cxn>
                <a:cxn ang="0">
                  <a:pos x="31" y="124"/>
                </a:cxn>
                <a:cxn ang="0">
                  <a:pos x="24" y="108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0" y="16"/>
                </a:cxn>
                <a:cxn ang="0">
                  <a:pos x="0" y="23"/>
                </a:cxn>
                <a:cxn ang="0">
                  <a:pos x="8" y="16"/>
                </a:cxn>
                <a:cxn ang="0">
                  <a:pos x="8" y="16"/>
                </a:cxn>
                <a:cxn ang="0">
                  <a:pos x="16" y="23"/>
                </a:cxn>
                <a:cxn ang="0">
                  <a:pos x="16" y="23"/>
                </a:cxn>
                <a:cxn ang="0">
                  <a:pos x="16" y="108"/>
                </a:cxn>
                <a:cxn ang="0">
                  <a:pos x="8" y="124"/>
                </a:cxn>
                <a:cxn ang="0">
                  <a:pos x="0" y="124"/>
                </a:cxn>
                <a:cxn ang="0">
                  <a:pos x="0" y="124"/>
                </a:cxn>
              </a:cxnLst>
              <a:rect l="txL" t="txT" r="txR" b="txB"/>
              <a:pathLst>
                <a:path w="39" h="124">
                  <a:moveTo>
                    <a:pt x="0" y="124"/>
                  </a:moveTo>
                  <a:lnTo>
                    <a:pt x="39" y="124"/>
                  </a:lnTo>
                  <a:lnTo>
                    <a:pt x="31" y="124"/>
                  </a:lnTo>
                  <a:lnTo>
                    <a:pt x="24" y="108"/>
                  </a:lnTo>
                  <a:lnTo>
                    <a:pt x="24" y="0"/>
                  </a:lnTo>
                  <a:lnTo>
                    <a:pt x="0" y="16"/>
                  </a:lnTo>
                  <a:lnTo>
                    <a:pt x="0" y="23"/>
                  </a:lnTo>
                  <a:lnTo>
                    <a:pt x="8" y="16"/>
                  </a:lnTo>
                  <a:lnTo>
                    <a:pt x="16" y="23"/>
                  </a:lnTo>
                  <a:lnTo>
                    <a:pt x="16" y="108"/>
                  </a:lnTo>
                  <a:lnTo>
                    <a:pt x="8" y="124"/>
                  </a:lnTo>
                  <a:lnTo>
                    <a:pt x="0" y="12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12" name="Freeform 71"/>
            <p:cNvSpPr>
              <a:spLocks noEditPoints="1"/>
            </p:cNvSpPr>
            <p:nvPr/>
          </p:nvSpPr>
          <p:spPr>
            <a:xfrm>
              <a:off x="3819" y="839"/>
              <a:ext cx="123" cy="155"/>
            </a:xfrm>
            <a:custGeom>
              <a:avLst/>
              <a:gdLst>
                <a:gd name="txL" fmla="*/ 0 w 123"/>
                <a:gd name="txT" fmla="*/ 0 h 155"/>
                <a:gd name="txR" fmla="*/ 123 w 123"/>
                <a:gd name="txB" fmla="*/ 155 h 155"/>
              </a:gdLst>
              <a:ahLst/>
              <a:cxnLst>
                <a:cxn ang="0">
                  <a:pos x="116" y="155"/>
                </a:cxn>
                <a:cxn ang="0">
                  <a:pos x="108" y="147"/>
                </a:cxn>
                <a:cxn ang="0">
                  <a:pos x="100" y="140"/>
                </a:cxn>
                <a:cxn ang="0">
                  <a:pos x="85" y="78"/>
                </a:cxn>
                <a:cxn ang="0">
                  <a:pos x="108" y="70"/>
                </a:cxn>
                <a:cxn ang="0">
                  <a:pos x="116" y="62"/>
                </a:cxn>
                <a:cxn ang="0">
                  <a:pos x="123" y="31"/>
                </a:cxn>
                <a:cxn ang="0">
                  <a:pos x="116" y="16"/>
                </a:cxn>
                <a:cxn ang="0">
                  <a:pos x="100" y="8"/>
                </a:cxn>
                <a:cxn ang="0">
                  <a:pos x="85" y="0"/>
                </a:cxn>
                <a:cxn ang="0">
                  <a:pos x="77" y="0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38" y="0"/>
                </a:cxn>
                <a:cxn ang="0">
                  <a:pos x="46" y="16"/>
                </a:cxn>
                <a:cxn ang="0">
                  <a:pos x="46" y="24"/>
                </a:cxn>
                <a:cxn ang="0">
                  <a:pos x="46" y="24"/>
                </a:cxn>
                <a:cxn ang="0">
                  <a:pos x="15" y="132"/>
                </a:cxn>
                <a:cxn ang="0">
                  <a:pos x="7" y="147"/>
                </a:cxn>
                <a:cxn ang="0">
                  <a:pos x="0" y="155"/>
                </a:cxn>
                <a:cxn ang="0">
                  <a:pos x="0" y="155"/>
                </a:cxn>
                <a:cxn ang="0">
                  <a:pos x="54" y="155"/>
                </a:cxn>
                <a:cxn ang="0">
                  <a:pos x="54" y="155"/>
                </a:cxn>
                <a:cxn ang="0">
                  <a:pos x="38" y="155"/>
                </a:cxn>
                <a:cxn ang="0">
                  <a:pos x="38" y="140"/>
                </a:cxn>
                <a:cxn ang="0">
                  <a:pos x="38" y="140"/>
                </a:cxn>
                <a:cxn ang="0">
                  <a:pos x="38" y="124"/>
                </a:cxn>
                <a:cxn ang="0">
                  <a:pos x="54" y="78"/>
                </a:cxn>
                <a:cxn ang="0">
                  <a:pos x="62" y="78"/>
                </a:cxn>
                <a:cxn ang="0">
                  <a:pos x="93" y="155"/>
                </a:cxn>
                <a:cxn ang="0">
                  <a:pos x="116" y="155"/>
                </a:cxn>
                <a:cxn ang="0">
                  <a:pos x="116" y="155"/>
                </a:cxn>
                <a:cxn ang="0">
                  <a:pos x="69" y="8"/>
                </a:cxn>
                <a:cxn ang="0">
                  <a:pos x="69" y="8"/>
                </a:cxn>
                <a:cxn ang="0">
                  <a:pos x="77" y="8"/>
                </a:cxn>
                <a:cxn ang="0">
                  <a:pos x="93" y="8"/>
                </a:cxn>
                <a:cxn ang="0">
                  <a:pos x="100" y="16"/>
                </a:cxn>
                <a:cxn ang="0">
                  <a:pos x="100" y="31"/>
                </a:cxn>
                <a:cxn ang="0">
                  <a:pos x="93" y="55"/>
                </a:cxn>
                <a:cxn ang="0">
                  <a:pos x="85" y="70"/>
                </a:cxn>
                <a:cxn ang="0">
                  <a:pos x="62" y="70"/>
                </a:cxn>
                <a:cxn ang="0">
                  <a:pos x="62" y="70"/>
                </a:cxn>
                <a:cxn ang="0">
                  <a:pos x="54" y="70"/>
                </a:cxn>
                <a:cxn ang="0">
                  <a:pos x="69" y="8"/>
                </a:cxn>
              </a:cxnLst>
              <a:rect l="txL" t="txT" r="txR" b="txB"/>
              <a:pathLst>
                <a:path w="123" h="155">
                  <a:moveTo>
                    <a:pt x="116" y="155"/>
                  </a:moveTo>
                  <a:lnTo>
                    <a:pt x="108" y="147"/>
                  </a:lnTo>
                  <a:lnTo>
                    <a:pt x="100" y="140"/>
                  </a:lnTo>
                  <a:lnTo>
                    <a:pt x="85" y="78"/>
                  </a:lnTo>
                  <a:lnTo>
                    <a:pt x="108" y="70"/>
                  </a:lnTo>
                  <a:lnTo>
                    <a:pt x="116" y="62"/>
                  </a:lnTo>
                  <a:lnTo>
                    <a:pt x="123" y="31"/>
                  </a:lnTo>
                  <a:lnTo>
                    <a:pt x="116" y="16"/>
                  </a:lnTo>
                  <a:lnTo>
                    <a:pt x="100" y="8"/>
                  </a:lnTo>
                  <a:lnTo>
                    <a:pt x="85" y="0"/>
                  </a:lnTo>
                  <a:lnTo>
                    <a:pt x="77" y="0"/>
                  </a:lnTo>
                  <a:lnTo>
                    <a:pt x="31" y="0"/>
                  </a:lnTo>
                  <a:lnTo>
                    <a:pt x="38" y="0"/>
                  </a:lnTo>
                  <a:lnTo>
                    <a:pt x="46" y="16"/>
                  </a:lnTo>
                  <a:lnTo>
                    <a:pt x="46" y="24"/>
                  </a:lnTo>
                  <a:lnTo>
                    <a:pt x="15" y="132"/>
                  </a:lnTo>
                  <a:lnTo>
                    <a:pt x="7" y="147"/>
                  </a:lnTo>
                  <a:lnTo>
                    <a:pt x="0" y="155"/>
                  </a:lnTo>
                  <a:lnTo>
                    <a:pt x="54" y="155"/>
                  </a:lnTo>
                  <a:lnTo>
                    <a:pt x="38" y="155"/>
                  </a:lnTo>
                  <a:lnTo>
                    <a:pt x="38" y="140"/>
                  </a:lnTo>
                  <a:lnTo>
                    <a:pt x="38" y="124"/>
                  </a:lnTo>
                  <a:lnTo>
                    <a:pt x="54" y="78"/>
                  </a:lnTo>
                  <a:lnTo>
                    <a:pt x="62" y="78"/>
                  </a:lnTo>
                  <a:lnTo>
                    <a:pt x="93" y="155"/>
                  </a:lnTo>
                  <a:lnTo>
                    <a:pt x="116" y="155"/>
                  </a:lnTo>
                  <a:close/>
                  <a:moveTo>
                    <a:pt x="69" y="8"/>
                  </a:moveTo>
                  <a:lnTo>
                    <a:pt x="69" y="8"/>
                  </a:lnTo>
                  <a:lnTo>
                    <a:pt x="77" y="8"/>
                  </a:lnTo>
                  <a:lnTo>
                    <a:pt x="93" y="8"/>
                  </a:lnTo>
                  <a:lnTo>
                    <a:pt x="100" y="16"/>
                  </a:lnTo>
                  <a:lnTo>
                    <a:pt x="100" y="31"/>
                  </a:lnTo>
                  <a:lnTo>
                    <a:pt x="93" y="55"/>
                  </a:lnTo>
                  <a:lnTo>
                    <a:pt x="85" y="70"/>
                  </a:lnTo>
                  <a:lnTo>
                    <a:pt x="62" y="70"/>
                  </a:lnTo>
                  <a:lnTo>
                    <a:pt x="54" y="70"/>
                  </a:lnTo>
                  <a:lnTo>
                    <a:pt x="69" y="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13" name="Freeform 72"/>
            <p:cNvSpPr/>
            <p:nvPr/>
          </p:nvSpPr>
          <p:spPr>
            <a:xfrm>
              <a:off x="3950" y="932"/>
              <a:ext cx="70" cy="124"/>
            </a:xfrm>
            <a:custGeom>
              <a:avLst/>
              <a:gdLst>
                <a:gd name="txL" fmla="*/ 0 w 70"/>
                <a:gd name="txT" fmla="*/ 0 h 124"/>
                <a:gd name="txR" fmla="*/ 70 w 70"/>
                <a:gd name="txB" fmla="*/ 124 h 124"/>
              </a:gdLst>
              <a:ahLst/>
              <a:cxnLst>
                <a:cxn ang="0">
                  <a:pos x="70" y="101"/>
                </a:cxn>
                <a:cxn ang="0">
                  <a:pos x="70" y="101"/>
                </a:cxn>
                <a:cxn ang="0">
                  <a:pos x="62" y="108"/>
                </a:cxn>
                <a:cxn ang="0">
                  <a:pos x="54" y="108"/>
                </a:cxn>
                <a:cxn ang="0">
                  <a:pos x="16" y="108"/>
                </a:cxn>
                <a:cxn ang="0">
                  <a:pos x="39" y="78"/>
                </a:cxn>
                <a:cxn ang="0">
                  <a:pos x="54" y="62"/>
                </a:cxn>
                <a:cxn ang="0">
                  <a:pos x="62" y="31"/>
                </a:cxn>
                <a:cxn ang="0">
                  <a:pos x="54" y="8"/>
                </a:cxn>
                <a:cxn ang="0">
                  <a:pos x="31" y="0"/>
                </a:cxn>
                <a:cxn ang="0">
                  <a:pos x="16" y="8"/>
                </a:cxn>
                <a:cxn ang="0">
                  <a:pos x="8" y="23"/>
                </a:cxn>
                <a:cxn ang="0">
                  <a:pos x="0" y="39"/>
                </a:cxn>
                <a:cxn ang="0">
                  <a:pos x="8" y="39"/>
                </a:cxn>
                <a:cxn ang="0">
                  <a:pos x="16" y="23"/>
                </a:cxn>
                <a:cxn ang="0">
                  <a:pos x="23" y="16"/>
                </a:cxn>
                <a:cxn ang="0">
                  <a:pos x="39" y="16"/>
                </a:cxn>
                <a:cxn ang="0">
                  <a:pos x="47" y="23"/>
                </a:cxn>
                <a:cxn ang="0">
                  <a:pos x="47" y="39"/>
                </a:cxn>
                <a:cxn ang="0">
                  <a:pos x="39" y="62"/>
                </a:cxn>
                <a:cxn ang="0">
                  <a:pos x="31" y="85"/>
                </a:cxn>
                <a:cxn ang="0">
                  <a:pos x="0" y="124"/>
                </a:cxn>
                <a:cxn ang="0">
                  <a:pos x="0" y="124"/>
                </a:cxn>
                <a:cxn ang="0">
                  <a:pos x="62" y="124"/>
                </a:cxn>
                <a:cxn ang="0">
                  <a:pos x="70" y="101"/>
                </a:cxn>
              </a:cxnLst>
              <a:rect l="txL" t="txT" r="txR" b="txB"/>
              <a:pathLst>
                <a:path w="70" h="124">
                  <a:moveTo>
                    <a:pt x="70" y="101"/>
                  </a:moveTo>
                  <a:lnTo>
                    <a:pt x="70" y="101"/>
                  </a:lnTo>
                  <a:lnTo>
                    <a:pt x="62" y="108"/>
                  </a:lnTo>
                  <a:lnTo>
                    <a:pt x="54" y="108"/>
                  </a:lnTo>
                  <a:lnTo>
                    <a:pt x="16" y="108"/>
                  </a:lnTo>
                  <a:lnTo>
                    <a:pt x="39" y="78"/>
                  </a:lnTo>
                  <a:lnTo>
                    <a:pt x="54" y="62"/>
                  </a:lnTo>
                  <a:lnTo>
                    <a:pt x="62" y="31"/>
                  </a:lnTo>
                  <a:lnTo>
                    <a:pt x="54" y="8"/>
                  </a:lnTo>
                  <a:lnTo>
                    <a:pt x="31" y="0"/>
                  </a:lnTo>
                  <a:lnTo>
                    <a:pt x="16" y="8"/>
                  </a:lnTo>
                  <a:lnTo>
                    <a:pt x="8" y="23"/>
                  </a:lnTo>
                  <a:lnTo>
                    <a:pt x="0" y="39"/>
                  </a:lnTo>
                  <a:lnTo>
                    <a:pt x="8" y="39"/>
                  </a:lnTo>
                  <a:lnTo>
                    <a:pt x="16" y="23"/>
                  </a:lnTo>
                  <a:lnTo>
                    <a:pt x="23" y="16"/>
                  </a:lnTo>
                  <a:lnTo>
                    <a:pt x="39" y="16"/>
                  </a:lnTo>
                  <a:lnTo>
                    <a:pt x="47" y="23"/>
                  </a:lnTo>
                  <a:lnTo>
                    <a:pt x="47" y="39"/>
                  </a:lnTo>
                  <a:lnTo>
                    <a:pt x="39" y="62"/>
                  </a:lnTo>
                  <a:lnTo>
                    <a:pt x="31" y="85"/>
                  </a:lnTo>
                  <a:lnTo>
                    <a:pt x="0" y="124"/>
                  </a:lnTo>
                  <a:lnTo>
                    <a:pt x="62" y="124"/>
                  </a:lnTo>
                  <a:lnTo>
                    <a:pt x="70" y="10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14" name="Freeform 73"/>
            <p:cNvSpPr>
              <a:spLocks noEditPoints="1"/>
            </p:cNvSpPr>
            <p:nvPr/>
          </p:nvSpPr>
          <p:spPr>
            <a:xfrm>
              <a:off x="3091" y="2262"/>
              <a:ext cx="124" cy="162"/>
            </a:xfrm>
            <a:custGeom>
              <a:avLst/>
              <a:gdLst>
                <a:gd name="txL" fmla="*/ 0 w 124"/>
                <a:gd name="txT" fmla="*/ 0 h 162"/>
                <a:gd name="txR" fmla="*/ 124 w 124"/>
                <a:gd name="txB" fmla="*/ 162 h 162"/>
              </a:gdLst>
              <a:ahLst/>
              <a:cxnLst>
                <a:cxn ang="0">
                  <a:pos x="116" y="155"/>
                </a:cxn>
                <a:cxn ang="0">
                  <a:pos x="108" y="147"/>
                </a:cxn>
                <a:cxn ang="0">
                  <a:pos x="100" y="139"/>
                </a:cxn>
                <a:cxn ang="0">
                  <a:pos x="77" y="77"/>
                </a:cxn>
                <a:cxn ang="0">
                  <a:pos x="116" y="62"/>
                </a:cxn>
                <a:cxn ang="0">
                  <a:pos x="124" y="31"/>
                </a:cxn>
                <a:cxn ang="0">
                  <a:pos x="116" y="15"/>
                </a:cxn>
                <a:cxn ang="0">
                  <a:pos x="100" y="8"/>
                </a:cxn>
                <a:cxn ang="0">
                  <a:pos x="85" y="0"/>
                </a:cxn>
                <a:cxn ang="0">
                  <a:pos x="77" y="0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39" y="8"/>
                </a:cxn>
                <a:cxn ang="0">
                  <a:pos x="39" y="15"/>
                </a:cxn>
                <a:cxn ang="0">
                  <a:pos x="39" y="23"/>
                </a:cxn>
                <a:cxn ang="0">
                  <a:pos x="39" y="31"/>
                </a:cxn>
                <a:cxn ang="0">
                  <a:pos x="15" y="139"/>
                </a:cxn>
                <a:cxn ang="0">
                  <a:pos x="8" y="155"/>
                </a:cxn>
                <a:cxn ang="0">
                  <a:pos x="0" y="155"/>
                </a:cxn>
                <a:cxn ang="0">
                  <a:pos x="0" y="162"/>
                </a:cxn>
                <a:cxn ang="0">
                  <a:pos x="46" y="162"/>
                </a:cxn>
                <a:cxn ang="0">
                  <a:pos x="46" y="155"/>
                </a:cxn>
                <a:cxn ang="0">
                  <a:pos x="39" y="155"/>
                </a:cxn>
                <a:cxn ang="0">
                  <a:pos x="31" y="147"/>
                </a:cxn>
                <a:cxn ang="0">
                  <a:pos x="31" y="139"/>
                </a:cxn>
                <a:cxn ang="0">
                  <a:pos x="39" y="131"/>
                </a:cxn>
                <a:cxn ang="0">
                  <a:pos x="46" y="77"/>
                </a:cxn>
                <a:cxn ang="0">
                  <a:pos x="62" y="77"/>
                </a:cxn>
                <a:cxn ang="0">
                  <a:pos x="85" y="162"/>
                </a:cxn>
                <a:cxn ang="0">
                  <a:pos x="116" y="162"/>
                </a:cxn>
                <a:cxn ang="0">
                  <a:pos x="116" y="155"/>
                </a:cxn>
                <a:cxn ang="0">
                  <a:pos x="62" y="15"/>
                </a:cxn>
                <a:cxn ang="0">
                  <a:pos x="62" y="8"/>
                </a:cxn>
                <a:cxn ang="0">
                  <a:pos x="77" y="8"/>
                </a:cxn>
                <a:cxn ang="0">
                  <a:pos x="93" y="15"/>
                </a:cxn>
                <a:cxn ang="0">
                  <a:pos x="100" y="31"/>
                </a:cxn>
                <a:cxn ang="0">
                  <a:pos x="93" y="62"/>
                </a:cxn>
                <a:cxn ang="0">
                  <a:pos x="85" y="70"/>
                </a:cxn>
                <a:cxn ang="0">
                  <a:pos x="62" y="70"/>
                </a:cxn>
                <a:cxn ang="0">
                  <a:pos x="54" y="70"/>
                </a:cxn>
                <a:cxn ang="0">
                  <a:pos x="46" y="70"/>
                </a:cxn>
                <a:cxn ang="0">
                  <a:pos x="62" y="15"/>
                </a:cxn>
              </a:cxnLst>
              <a:rect l="txL" t="txT" r="txR" b="txB"/>
              <a:pathLst>
                <a:path w="124" h="162">
                  <a:moveTo>
                    <a:pt x="116" y="155"/>
                  </a:moveTo>
                  <a:lnTo>
                    <a:pt x="108" y="147"/>
                  </a:lnTo>
                  <a:lnTo>
                    <a:pt x="100" y="139"/>
                  </a:lnTo>
                  <a:lnTo>
                    <a:pt x="77" y="77"/>
                  </a:lnTo>
                  <a:lnTo>
                    <a:pt x="116" y="62"/>
                  </a:lnTo>
                  <a:lnTo>
                    <a:pt x="124" y="31"/>
                  </a:lnTo>
                  <a:lnTo>
                    <a:pt x="116" y="15"/>
                  </a:lnTo>
                  <a:lnTo>
                    <a:pt x="100" y="8"/>
                  </a:lnTo>
                  <a:lnTo>
                    <a:pt x="85" y="0"/>
                  </a:lnTo>
                  <a:lnTo>
                    <a:pt x="77" y="0"/>
                  </a:lnTo>
                  <a:lnTo>
                    <a:pt x="31" y="0"/>
                  </a:lnTo>
                  <a:lnTo>
                    <a:pt x="39" y="8"/>
                  </a:lnTo>
                  <a:lnTo>
                    <a:pt x="39" y="15"/>
                  </a:lnTo>
                  <a:lnTo>
                    <a:pt x="39" y="23"/>
                  </a:lnTo>
                  <a:lnTo>
                    <a:pt x="39" y="31"/>
                  </a:lnTo>
                  <a:lnTo>
                    <a:pt x="15" y="139"/>
                  </a:lnTo>
                  <a:lnTo>
                    <a:pt x="8" y="155"/>
                  </a:lnTo>
                  <a:lnTo>
                    <a:pt x="0" y="155"/>
                  </a:lnTo>
                  <a:lnTo>
                    <a:pt x="0" y="162"/>
                  </a:lnTo>
                  <a:lnTo>
                    <a:pt x="46" y="162"/>
                  </a:lnTo>
                  <a:lnTo>
                    <a:pt x="46" y="155"/>
                  </a:lnTo>
                  <a:lnTo>
                    <a:pt x="39" y="155"/>
                  </a:lnTo>
                  <a:lnTo>
                    <a:pt x="31" y="147"/>
                  </a:lnTo>
                  <a:lnTo>
                    <a:pt x="31" y="139"/>
                  </a:lnTo>
                  <a:lnTo>
                    <a:pt x="39" y="131"/>
                  </a:lnTo>
                  <a:lnTo>
                    <a:pt x="46" y="77"/>
                  </a:lnTo>
                  <a:lnTo>
                    <a:pt x="62" y="77"/>
                  </a:lnTo>
                  <a:lnTo>
                    <a:pt x="85" y="162"/>
                  </a:lnTo>
                  <a:lnTo>
                    <a:pt x="116" y="162"/>
                  </a:lnTo>
                  <a:lnTo>
                    <a:pt x="116" y="155"/>
                  </a:lnTo>
                  <a:close/>
                  <a:moveTo>
                    <a:pt x="62" y="15"/>
                  </a:moveTo>
                  <a:lnTo>
                    <a:pt x="62" y="8"/>
                  </a:lnTo>
                  <a:lnTo>
                    <a:pt x="77" y="8"/>
                  </a:lnTo>
                  <a:lnTo>
                    <a:pt x="93" y="15"/>
                  </a:lnTo>
                  <a:lnTo>
                    <a:pt x="100" y="31"/>
                  </a:lnTo>
                  <a:lnTo>
                    <a:pt x="93" y="62"/>
                  </a:lnTo>
                  <a:lnTo>
                    <a:pt x="85" y="70"/>
                  </a:lnTo>
                  <a:lnTo>
                    <a:pt x="62" y="70"/>
                  </a:lnTo>
                  <a:lnTo>
                    <a:pt x="54" y="70"/>
                  </a:lnTo>
                  <a:lnTo>
                    <a:pt x="46" y="70"/>
                  </a:lnTo>
                  <a:lnTo>
                    <a:pt x="62" y="1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15" name="Freeform 74"/>
            <p:cNvSpPr/>
            <p:nvPr/>
          </p:nvSpPr>
          <p:spPr>
            <a:xfrm>
              <a:off x="3222" y="2355"/>
              <a:ext cx="62" cy="131"/>
            </a:xfrm>
            <a:custGeom>
              <a:avLst/>
              <a:gdLst>
                <a:gd name="txL" fmla="*/ 0 w 62"/>
                <a:gd name="txT" fmla="*/ 0 h 131"/>
                <a:gd name="txR" fmla="*/ 62 w 62"/>
                <a:gd name="txB" fmla="*/ 131 h 131"/>
              </a:gdLst>
              <a:ahLst/>
              <a:cxnLst>
                <a:cxn ang="0">
                  <a:pos x="16" y="69"/>
                </a:cxn>
                <a:cxn ang="0">
                  <a:pos x="31" y="69"/>
                </a:cxn>
                <a:cxn ang="0">
                  <a:pos x="39" y="69"/>
                </a:cxn>
                <a:cxn ang="0">
                  <a:pos x="47" y="85"/>
                </a:cxn>
                <a:cxn ang="0">
                  <a:pos x="47" y="93"/>
                </a:cxn>
                <a:cxn ang="0">
                  <a:pos x="39" y="116"/>
                </a:cxn>
                <a:cxn ang="0">
                  <a:pos x="31" y="123"/>
                </a:cxn>
                <a:cxn ang="0">
                  <a:pos x="16" y="123"/>
                </a:cxn>
                <a:cxn ang="0">
                  <a:pos x="8" y="116"/>
                </a:cxn>
                <a:cxn ang="0">
                  <a:pos x="0" y="116"/>
                </a:cxn>
                <a:cxn ang="0">
                  <a:pos x="0" y="123"/>
                </a:cxn>
                <a:cxn ang="0">
                  <a:pos x="8" y="131"/>
                </a:cxn>
                <a:cxn ang="0">
                  <a:pos x="16" y="131"/>
                </a:cxn>
                <a:cxn ang="0">
                  <a:pos x="47" y="123"/>
                </a:cxn>
                <a:cxn ang="0">
                  <a:pos x="62" y="108"/>
                </a:cxn>
                <a:cxn ang="0">
                  <a:pos x="62" y="85"/>
                </a:cxn>
                <a:cxn ang="0">
                  <a:pos x="55" y="62"/>
                </a:cxn>
                <a:cxn ang="0">
                  <a:pos x="39" y="54"/>
                </a:cxn>
                <a:cxn ang="0">
                  <a:pos x="47" y="46"/>
                </a:cxn>
                <a:cxn ang="0">
                  <a:pos x="55" y="31"/>
                </a:cxn>
                <a:cxn ang="0">
                  <a:pos x="47" y="15"/>
                </a:cxn>
                <a:cxn ang="0">
                  <a:pos x="39" y="8"/>
                </a:cxn>
                <a:cxn ang="0">
                  <a:pos x="31" y="0"/>
                </a:cxn>
                <a:cxn ang="0">
                  <a:pos x="16" y="8"/>
                </a:cxn>
                <a:cxn ang="0">
                  <a:pos x="0" y="31"/>
                </a:cxn>
                <a:cxn ang="0">
                  <a:pos x="0" y="31"/>
                </a:cxn>
                <a:cxn ang="0">
                  <a:pos x="8" y="23"/>
                </a:cxn>
                <a:cxn ang="0">
                  <a:pos x="24" y="15"/>
                </a:cxn>
                <a:cxn ang="0">
                  <a:pos x="39" y="23"/>
                </a:cxn>
                <a:cxn ang="0">
                  <a:pos x="39" y="31"/>
                </a:cxn>
                <a:cxn ang="0">
                  <a:pos x="31" y="54"/>
                </a:cxn>
                <a:cxn ang="0">
                  <a:pos x="16" y="62"/>
                </a:cxn>
                <a:cxn ang="0">
                  <a:pos x="16" y="69"/>
                </a:cxn>
              </a:cxnLst>
              <a:rect l="txL" t="txT" r="txR" b="txB"/>
              <a:pathLst>
                <a:path w="62" h="131">
                  <a:moveTo>
                    <a:pt x="16" y="69"/>
                  </a:moveTo>
                  <a:lnTo>
                    <a:pt x="31" y="69"/>
                  </a:lnTo>
                  <a:lnTo>
                    <a:pt x="39" y="69"/>
                  </a:lnTo>
                  <a:lnTo>
                    <a:pt x="47" y="85"/>
                  </a:lnTo>
                  <a:lnTo>
                    <a:pt x="47" y="93"/>
                  </a:lnTo>
                  <a:lnTo>
                    <a:pt x="39" y="116"/>
                  </a:lnTo>
                  <a:lnTo>
                    <a:pt x="31" y="123"/>
                  </a:lnTo>
                  <a:lnTo>
                    <a:pt x="16" y="123"/>
                  </a:lnTo>
                  <a:lnTo>
                    <a:pt x="8" y="116"/>
                  </a:lnTo>
                  <a:lnTo>
                    <a:pt x="0" y="116"/>
                  </a:lnTo>
                  <a:lnTo>
                    <a:pt x="0" y="123"/>
                  </a:lnTo>
                  <a:lnTo>
                    <a:pt x="8" y="131"/>
                  </a:lnTo>
                  <a:lnTo>
                    <a:pt x="16" y="131"/>
                  </a:lnTo>
                  <a:lnTo>
                    <a:pt x="47" y="123"/>
                  </a:lnTo>
                  <a:lnTo>
                    <a:pt x="62" y="108"/>
                  </a:lnTo>
                  <a:lnTo>
                    <a:pt x="62" y="85"/>
                  </a:lnTo>
                  <a:lnTo>
                    <a:pt x="55" y="62"/>
                  </a:lnTo>
                  <a:lnTo>
                    <a:pt x="39" y="54"/>
                  </a:lnTo>
                  <a:lnTo>
                    <a:pt x="47" y="46"/>
                  </a:lnTo>
                  <a:lnTo>
                    <a:pt x="55" y="31"/>
                  </a:lnTo>
                  <a:lnTo>
                    <a:pt x="47" y="15"/>
                  </a:lnTo>
                  <a:lnTo>
                    <a:pt x="39" y="8"/>
                  </a:lnTo>
                  <a:lnTo>
                    <a:pt x="31" y="0"/>
                  </a:lnTo>
                  <a:lnTo>
                    <a:pt x="16" y="8"/>
                  </a:lnTo>
                  <a:lnTo>
                    <a:pt x="0" y="31"/>
                  </a:lnTo>
                  <a:lnTo>
                    <a:pt x="8" y="23"/>
                  </a:lnTo>
                  <a:lnTo>
                    <a:pt x="24" y="15"/>
                  </a:lnTo>
                  <a:lnTo>
                    <a:pt x="39" y="23"/>
                  </a:lnTo>
                  <a:lnTo>
                    <a:pt x="39" y="31"/>
                  </a:lnTo>
                  <a:lnTo>
                    <a:pt x="31" y="54"/>
                  </a:lnTo>
                  <a:lnTo>
                    <a:pt x="16" y="62"/>
                  </a:lnTo>
                  <a:lnTo>
                    <a:pt x="16" y="6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16" name="Freeform 75"/>
            <p:cNvSpPr>
              <a:spLocks noEditPoints="1"/>
            </p:cNvSpPr>
            <p:nvPr/>
          </p:nvSpPr>
          <p:spPr>
            <a:xfrm>
              <a:off x="1836" y="1999"/>
              <a:ext cx="47" cy="163"/>
            </a:xfrm>
            <a:custGeom>
              <a:avLst/>
              <a:gdLst>
                <a:gd name="txL" fmla="*/ 0 w 47"/>
                <a:gd name="txT" fmla="*/ 0 h 163"/>
                <a:gd name="txR" fmla="*/ 47 w 47"/>
                <a:gd name="txB" fmla="*/ 163 h 163"/>
              </a:gdLst>
              <a:ahLst/>
              <a:cxnLst>
                <a:cxn ang="0">
                  <a:pos x="39" y="132"/>
                </a:cxn>
                <a:cxn ang="0">
                  <a:pos x="24" y="147"/>
                </a:cxn>
                <a:cxn ang="0">
                  <a:pos x="16" y="147"/>
                </a:cxn>
                <a:cxn ang="0">
                  <a:pos x="16" y="147"/>
                </a:cxn>
                <a:cxn ang="0">
                  <a:pos x="16" y="139"/>
                </a:cxn>
                <a:cxn ang="0">
                  <a:pos x="16" y="132"/>
                </a:cxn>
                <a:cxn ang="0">
                  <a:pos x="39" y="47"/>
                </a:cxn>
                <a:cxn ang="0">
                  <a:pos x="39" y="47"/>
                </a:cxn>
                <a:cxn ang="0">
                  <a:pos x="24" y="54"/>
                </a:cxn>
                <a:cxn ang="0">
                  <a:pos x="0" y="54"/>
                </a:cxn>
                <a:cxn ang="0">
                  <a:pos x="0" y="62"/>
                </a:cxn>
                <a:cxn ang="0">
                  <a:pos x="16" y="62"/>
                </a:cxn>
                <a:cxn ang="0">
                  <a:pos x="16" y="62"/>
                </a:cxn>
                <a:cxn ang="0">
                  <a:pos x="16" y="77"/>
                </a:cxn>
                <a:cxn ang="0">
                  <a:pos x="8" y="101"/>
                </a:cxn>
                <a:cxn ang="0">
                  <a:pos x="0" y="132"/>
                </a:cxn>
                <a:cxn ang="0">
                  <a:pos x="0" y="147"/>
                </a:cxn>
                <a:cxn ang="0">
                  <a:pos x="0" y="155"/>
                </a:cxn>
                <a:cxn ang="0">
                  <a:pos x="8" y="163"/>
                </a:cxn>
                <a:cxn ang="0">
                  <a:pos x="24" y="155"/>
                </a:cxn>
                <a:cxn ang="0">
                  <a:pos x="39" y="132"/>
                </a:cxn>
                <a:cxn ang="0">
                  <a:pos x="39" y="132"/>
                </a:cxn>
                <a:cxn ang="0">
                  <a:pos x="47" y="8"/>
                </a:cxn>
                <a:cxn ang="0">
                  <a:pos x="39" y="8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24" y="8"/>
                </a:cxn>
                <a:cxn ang="0">
                  <a:pos x="31" y="16"/>
                </a:cxn>
                <a:cxn ang="0">
                  <a:pos x="31" y="23"/>
                </a:cxn>
                <a:cxn ang="0">
                  <a:pos x="39" y="16"/>
                </a:cxn>
                <a:cxn ang="0">
                  <a:pos x="47" y="8"/>
                </a:cxn>
                <a:cxn ang="0">
                  <a:pos x="47" y="8"/>
                </a:cxn>
              </a:cxnLst>
              <a:rect l="txL" t="txT" r="txR" b="txB"/>
              <a:pathLst>
                <a:path w="47" h="163">
                  <a:moveTo>
                    <a:pt x="39" y="132"/>
                  </a:moveTo>
                  <a:lnTo>
                    <a:pt x="24" y="147"/>
                  </a:lnTo>
                  <a:lnTo>
                    <a:pt x="16" y="147"/>
                  </a:lnTo>
                  <a:lnTo>
                    <a:pt x="16" y="139"/>
                  </a:lnTo>
                  <a:lnTo>
                    <a:pt x="16" y="132"/>
                  </a:lnTo>
                  <a:lnTo>
                    <a:pt x="39" y="47"/>
                  </a:lnTo>
                  <a:lnTo>
                    <a:pt x="24" y="54"/>
                  </a:lnTo>
                  <a:lnTo>
                    <a:pt x="0" y="54"/>
                  </a:lnTo>
                  <a:lnTo>
                    <a:pt x="0" y="62"/>
                  </a:lnTo>
                  <a:lnTo>
                    <a:pt x="16" y="62"/>
                  </a:lnTo>
                  <a:lnTo>
                    <a:pt x="16" y="77"/>
                  </a:lnTo>
                  <a:lnTo>
                    <a:pt x="8" y="101"/>
                  </a:lnTo>
                  <a:lnTo>
                    <a:pt x="0" y="132"/>
                  </a:lnTo>
                  <a:lnTo>
                    <a:pt x="0" y="147"/>
                  </a:lnTo>
                  <a:lnTo>
                    <a:pt x="0" y="155"/>
                  </a:lnTo>
                  <a:lnTo>
                    <a:pt x="8" y="163"/>
                  </a:lnTo>
                  <a:lnTo>
                    <a:pt x="24" y="155"/>
                  </a:lnTo>
                  <a:lnTo>
                    <a:pt x="39" y="132"/>
                  </a:lnTo>
                  <a:close/>
                  <a:moveTo>
                    <a:pt x="47" y="8"/>
                  </a:moveTo>
                  <a:lnTo>
                    <a:pt x="39" y="8"/>
                  </a:lnTo>
                  <a:lnTo>
                    <a:pt x="31" y="0"/>
                  </a:lnTo>
                  <a:lnTo>
                    <a:pt x="24" y="8"/>
                  </a:lnTo>
                  <a:lnTo>
                    <a:pt x="31" y="16"/>
                  </a:lnTo>
                  <a:lnTo>
                    <a:pt x="31" y="23"/>
                  </a:lnTo>
                  <a:lnTo>
                    <a:pt x="39" y="16"/>
                  </a:lnTo>
                  <a:lnTo>
                    <a:pt x="47" y="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17" name="Freeform 76"/>
            <p:cNvSpPr/>
            <p:nvPr/>
          </p:nvSpPr>
          <p:spPr>
            <a:xfrm>
              <a:off x="1898" y="2092"/>
              <a:ext cx="39" cy="124"/>
            </a:xfrm>
            <a:custGeom>
              <a:avLst/>
              <a:gdLst>
                <a:gd name="txL" fmla="*/ 0 w 39"/>
                <a:gd name="txT" fmla="*/ 0 h 124"/>
                <a:gd name="txR" fmla="*/ 39 w 39"/>
                <a:gd name="txB" fmla="*/ 124 h 124"/>
              </a:gdLst>
              <a:ahLst/>
              <a:cxnLst>
                <a:cxn ang="0">
                  <a:pos x="0" y="124"/>
                </a:cxn>
                <a:cxn ang="0">
                  <a:pos x="39" y="124"/>
                </a:cxn>
                <a:cxn ang="0">
                  <a:pos x="39" y="124"/>
                </a:cxn>
                <a:cxn ang="0">
                  <a:pos x="31" y="124"/>
                </a:cxn>
                <a:cxn ang="0">
                  <a:pos x="24" y="116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0" y="15"/>
                </a:cxn>
                <a:cxn ang="0">
                  <a:pos x="0" y="23"/>
                </a:cxn>
                <a:cxn ang="0">
                  <a:pos x="8" y="15"/>
                </a:cxn>
                <a:cxn ang="0">
                  <a:pos x="8" y="15"/>
                </a:cxn>
                <a:cxn ang="0">
                  <a:pos x="16" y="23"/>
                </a:cxn>
                <a:cxn ang="0">
                  <a:pos x="16" y="23"/>
                </a:cxn>
                <a:cxn ang="0">
                  <a:pos x="16" y="108"/>
                </a:cxn>
                <a:cxn ang="0">
                  <a:pos x="8" y="124"/>
                </a:cxn>
                <a:cxn ang="0">
                  <a:pos x="0" y="124"/>
                </a:cxn>
                <a:cxn ang="0">
                  <a:pos x="0" y="124"/>
                </a:cxn>
              </a:cxnLst>
              <a:rect l="txL" t="txT" r="txR" b="txB"/>
              <a:pathLst>
                <a:path w="39" h="124">
                  <a:moveTo>
                    <a:pt x="0" y="124"/>
                  </a:moveTo>
                  <a:lnTo>
                    <a:pt x="39" y="124"/>
                  </a:lnTo>
                  <a:lnTo>
                    <a:pt x="31" y="124"/>
                  </a:lnTo>
                  <a:lnTo>
                    <a:pt x="24" y="116"/>
                  </a:lnTo>
                  <a:lnTo>
                    <a:pt x="24" y="0"/>
                  </a:lnTo>
                  <a:lnTo>
                    <a:pt x="0" y="15"/>
                  </a:lnTo>
                  <a:lnTo>
                    <a:pt x="0" y="23"/>
                  </a:lnTo>
                  <a:lnTo>
                    <a:pt x="8" y="15"/>
                  </a:lnTo>
                  <a:lnTo>
                    <a:pt x="16" y="23"/>
                  </a:lnTo>
                  <a:lnTo>
                    <a:pt x="16" y="108"/>
                  </a:lnTo>
                  <a:lnTo>
                    <a:pt x="8" y="124"/>
                  </a:lnTo>
                  <a:lnTo>
                    <a:pt x="0" y="12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18" name="Freeform 77"/>
            <p:cNvSpPr>
              <a:spLocks noEditPoints="1"/>
            </p:cNvSpPr>
            <p:nvPr/>
          </p:nvSpPr>
          <p:spPr>
            <a:xfrm>
              <a:off x="3896" y="1930"/>
              <a:ext cx="39" cy="162"/>
            </a:xfrm>
            <a:custGeom>
              <a:avLst/>
              <a:gdLst>
                <a:gd name="txL" fmla="*/ 0 w 39"/>
                <a:gd name="txT" fmla="*/ 0 h 162"/>
                <a:gd name="txR" fmla="*/ 39 w 39"/>
                <a:gd name="txB" fmla="*/ 162 h 162"/>
              </a:gdLst>
              <a:ahLst/>
              <a:cxnLst>
                <a:cxn ang="0">
                  <a:pos x="31" y="131"/>
                </a:cxn>
                <a:cxn ang="0">
                  <a:pos x="23" y="146"/>
                </a:cxn>
                <a:cxn ang="0">
                  <a:pos x="16" y="146"/>
                </a:cxn>
                <a:cxn ang="0">
                  <a:pos x="16" y="146"/>
                </a:cxn>
                <a:cxn ang="0">
                  <a:pos x="16" y="139"/>
                </a:cxn>
                <a:cxn ang="0">
                  <a:pos x="16" y="131"/>
                </a:cxn>
                <a:cxn ang="0">
                  <a:pos x="31" y="46"/>
                </a:cxn>
                <a:cxn ang="0">
                  <a:pos x="31" y="46"/>
                </a:cxn>
                <a:cxn ang="0">
                  <a:pos x="16" y="54"/>
                </a:cxn>
                <a:cxn ang="0">
                  <a:pos x="0" y="54"/>
                </a:cxn>
                <a:cxn ang="0">
                  <a:pos x="0" y="61"/>
                </a:cxn>
                <a:cxn ang="0">
                  <a:pos x="8" y="61"/>
                </a:cxn>
                <a:cxn ang="0">
                  <a:pos x="16" y="69"/>
                </a:cxn>
                <a:cxn ang="0">
                  <a:pos x="16" y="77"/>
                </a:cxn>
                <a:cxn ang="0">
                  <a:pos x="8" y="100"/>
                </a:cxn>
                <a:cxn ang="0">
                  <a:pos x="0" y="131"/>
                </a:cxn>
                <a:cxn ang="0">
                  <a:pos x="0" y="146"/>
                </a:cxn>
                <a:cxn ang="0">
                  <a:pos x="0" y="154"/>
                </a:cxn>
                <a:cxn ang="0">
                  <a:pos x="8" y="162"/>
                </a:cxn>
                <a:cxn ang="0">
                  <a:pos x="23" y="154"/>
                </a:cxn>
                <a:cxn ang="0">
                  <a:pos x="31" y="131"/>
                </a:cxn>
                <a:cxn ang="0">
                  <a:pos x="31" y="131"/>
                </a:cxn>
                <a:cxn ang="0">
                  <a:pos x="39" y="7"/>
                </a:cxn>
                <a:cxn ang="0">
                  <a:pos x="39" y="7"/>
                </a:cxn>
                <a:cxn ang="0">
                  <a:pos x="31" y="0"/>
                </a:cxn>
                <a:cxn ang="0">
                  <a:pos x="23" y="0"/>
                </a:cxn>
                <a:cxn ang="0">
                  <a:pos x="23" y="7"/>
                </a:cxn>
                <a:cxn ang="0">
                  <a:pos x="23" y="15"/>
                </a:cxn>
                <a:cxn ang="0">
                  <a:pos x="31" y="23"/>
                </a:cxn>
                <a:cxn ang="0">
                  <a:pos x="39" y="15"/>
                </a:cxn>
                <a:cxn ang="0">
                  <a:pos x="39" y="7"/>
                </a:cxn>
                <a:cxn ang="0">
                  <a:pos x="39" y="7"/>
                </a:cxn>
              </a:cxnLst>
              <a:rect l="txL" t="txT" r="txR" b="txB"/>
              <a:pathLst>
                <a:path w="39" h="162">
                  <a:moveTo>
                    <a:pt x="31" y="131"/>
                  </a:moveTo>
                  <a:lnTo>
                    <a:pt x="23" y="146"/>
                  </a:lnTo>
                  <a:lnTo>
                    <a:pt x="16" y="146"/>
                  </a:lnTo>
                  <a:lnTo>
                    <a:pt x="16" y="139"/>
                  </a:lnTo>
                  <a:lnTo>
                    <a:pt x="16" y="131"/>
                  </a:lnTo>
                  <a:lnTo>
                    <a:pt x="31" y="46"/>
                  </a:lnTo>
                  <a:lnTo>
                    <a:pt x="16" y="54"/>
                  </a:lnTo>
                  <a:lnTo>
                    <a:pt x="0" y="54"/>
                  </a:lnTo>
                  <a:lnTo>
                    <a:pt x="0" y="61"/>
                  </a:lnTo>
                  <a:lnTo>
                    <a:pt x="8" y="61"/>
                  </a:lnTo>
                  <a:lnTo>
                    <a:pt x="16" y="69"/>
                  </a:lnTo>
                  <a:lnTo>
                    <a:pt x="16" y="77"/>
                  </a:lnTo>
                  <a:lnTo>
                    <a:pt x="8" y="100"/>
                  </a:lnTo>
                  <a:lnTo>
                    <a:pt x="0" y="131"/>
                  </a:lnTo>
                  <a:lnTo>
                    <a:pt x="0" y="146"/>
                  </a:lnTo>
                  <a:lnTo>
                    <a:pt x="0" y="154"/>
                  </a:lnTo>
                  <a:lnTo>
                    <a:pt x="8" y="162"/>
                  </a:lnTo>
                  <a:lnTo>
                    <a:pt x="23" y="154"/>
                  </a:lnTo>
                  <a:lnTo>
                    <a:pt x="31" y="131"/>
                  </a:lnTo>
                  <a:close/>
                  <a:moveTo>
                    <a:pt x="39" y="7"/>
                  </a:moveTo>
                  <a:lnTo>
                    <a:pt x="39" y="7"/>
                  </a:lnTo>
                  <a:lnTo>
                    <a:pt x="31" y="0"/>
                  </a:lnTo>
                  <a:lnTo>
                    <a:pt x="23" y="0"/>
                  </a:lnTo>
                  <a:lnTo>
                    <a:pt x="23" y="7"/>
                  </a:lnTo>
                  <a:lnTo>
                    <a:pt x="23" y="15"/>
                  </a:lnTo>
                  <a:lnTo>
                    <a:pt x="31" y="23"/>
                  </a:lnTo>
                  <a:lnTo>
                    <a:pt x="39" y="15"/>
                  </a:lnTo>
                  <a:lnTo>
                    <a:pt x="39" y="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19" name="Freeform 78"/>
            <p:cNvSpPr/>
            <p:nvPr/>
          </p:nvSpPr>
          <p:spPr>
            <a:xfrm>
              <a:off x="3942" y="2022"/>
              <a:ext cx="70" cy="124"/>
            </a:xfrm>
            <a:custGeom>
              <a:avLst/>
              <a:gdLst>
                <a:gd name="txL" fmla="*/ 0 w 70"/>
                <a:gd name="txT" fmla="*/ 0 h 124"/>
                <a:gd name="txR" fmla="*/ 70 w 70"/>
                <a:gd name="txB" fmla="*/ 124 h 124"/>
              </a:gdLst>
              <a:ahLst/>
              <a:cxnLst>
                <a:cxn ang="0">
                  <a:pos x="70" y="101"/>
                </a:cxn>
                <a:cxn ang="0">
                  <a:pos x="70" y="101"/>
                </a:cxn>
                <a:cxn ang="0">
                  <a:pos x="62" y="109"/>
                </a:cxn>
                <a:cxn ang="0">
                  <a:pos x="55" y="116"/>
                </a:cxn>
                <a:cxn ang="0">
                  <a:pos x="16" y="116"/>
                </a:cxn>
                <a:cxn ang="0">
                  <a:pos x="39" y="78"/>
                </a:cxn>
                <a:cxn ang="0">
                  <a:pos x="55" y="62"/>
                </a:cxn>
                <a:cxn ang="0">
                  <a:pos x="62" y="39"/>
                </a:cxn>
                <a:cxn ang="0">
                  <a:pos x="55" y="8"/>
                </a:cxn>
                <a:cxn ang="0">
                  <a:pos x="31" y="0"/>
                </a:cxn>
                <a:cxn ang="0">
                  <a:pos x="16" y="8"/>
                </a:cxn>
                <a:cxn ang="0">
                  <a:pos x="8" y="24"/>
                </a:cxn>
                <a:cxn ang="0">
                  <a:pos x="0" y="39"/>
                </a:cxn>
                <a:cxn ang="0">
                  <a:pos x="8" y="39"/>
                </a:cxn>
                <a:cxn ang="0">
                  <a:pos x="16" y="24"/>
                </a:cxn>
                <a:cxn ang="0">
                  <a:pos x="24" y="16"/>
                </a:cxn>
                <a:cxn ang="0">
                  <a:pos x="39" y="16"/>
                </a:cxn>
                <a:cxn ang="0">
                  <a:pos x="47" y="24"/>
                </a:cxn>
                <a:cxn ang="0">
                  <a:pos x="47" y="39"/>
                </a:cxn>
                <a:cxn ang="0">
                  <a:pos x="39" y="62"/>
                </a:cxn>
                <a:cxn ang="0">
                  <a:pos x="31" y="93"/>
                </a:cxn>
                <a:cxn ang="0">
                  <a:pos x="0" y="124"/>
                </a:cxn>
                <a:cxn ang="0">
                  <a:pos x="0" y="124"/>
                </a:cxn>
                <a:cxn ang="0">
                  <a:pos x="62" y="124"/>
                </a:cxn>
                <a:cxn ang="0">
                  <a:pos x="70" y="101"/>
                </a:cxn>
              </a:cxnLst>
              <a:rect l="txL" t="txT" r="txR" b="txB"/>
              <a:pathLst>
                <a:path w="70" h="124">
                  <a:moveTo>
                    <a:pt x="70" y="101"/>
                  </a:moveTo>
                  <a:lnTo>
                    <a:pt x="70" y="101"/>
                  </a:lnTo>
                  <a:lnTo>
                    <a:pt x="62" y="109"/>
                  </a:lnTo>
                  <a:lnTo>
                    <a:pt x="55" y="116"/>
                  </a:lnTo>
                  <a:lnTo>
                    <a:pt x="16" y="116"/>
                  </a:lnTo>
                  <a:lnTo>
                    <a:pt x="39" y="78"/>
                  </a:lnTo>
                  <a:lnTo>
                    <a:pt x="55" y="62"/>
                  </a:lnTo>
                  <a:lnTo>
                    <a:pt x="62" y="39"/>
                  </a:lnTo>
                  <a:lnTo>
                    <a:pt x="55" y="8"/>
                  </a:lnTo>
                  <a:lnTo>
                    <a:pt x="31" y="0"/>
                  </a:lnTo>
                  <a:lnTo>
                    <a:pt x="16" y="8"/>
                  </a:lnTo>
                  <a:lnTo>
                    <a:pt x="8" y="24"/>
                  </a:lnTo>
                  <a:lnTo>
                    <a:pt x="0" y="39"/>
                  </a:lnTo>
                  <a:lnTo>
                    <a:pt x="8" y="39"/>
                  </a:lnTo>
                  <a:lnTo>
                    <a:pt x="16" y="24"/>
                  </a:lnTo>
                  <a:lnTo>
                    <a:pt x="24" y="16"/>
                  </a:lnTo>
                  <a:lnTo>
                    <a:pt x="39" y="16"/>
                  </a:lnTo>
                  <a:lnTo>
                    <a:pt x="47" y="24"/>
                  </a:lnTo>
                  <a:lnTo>
                    <a:pt x="47" y="39"/>
                  </a:lnTo>
                  <a:lnTo>
                    <a:pt x="39" y="62"/>
                  </a:lnTo>
                  <a:lnTo>
                    <a:pt x="31" y="93"/>
                  </a:lnTo>
                  <a:lnTo>
                    <a:pt x="0" y="124"/>
                  </a:lnTo>
                  <a:lnTo>
                    <a:pt x="62" y="124"/>
                  </a:lnTo>
                  <a:lnTo>
                    <a:pt x="70" y="10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20" name="Freeform 79"/>
            <p:cNvSpPr/>
            <p:nvPr/>
          </p:nvSpPr>
          <p:spPr>
            <a:xfrm>
              <a:off x="3199" y="762"/>
              <a:ext cx="85" cy="162"/>
            </a:xfrm>
            <a:custGeom>
              <a:avLst/>
              <a:gdLst>
                <a:gd name="txL" fmla="*/ 0 w 85"/>
                <a:gd name="txT" fmla="*/ 0 h 162"/>
                <a:gd name="txR" fmla="*/ 85 w 85"/>
                <a:gd name="txB" fmla="*/ 162 h 162"/>
              </a:gdLst>
              <a:ahLst/>
              <a:cxnLst>
                <a:cxn ang="0">
                  <a:pos x="0" y="162"/>
                </a:cxn>
                <a:cxn ang="0">
                  <a:pos x="54" y="162"/>
                </a:cxn>
                <a:cxn ang="0">
                  <a:pos x="54" y="155"/>
                </a:cxn>
                <a:cxn ang="0">
                  <a:pos x="47" y="155"/>
                </a:cxn>
                <a:cxn ang="0">
                  <a:pos x="39" y="147"/>
                </a:cxn>
                <a:cxn ang="0">
                  <a:pos x="39" y="139"/>
                </a:cxn>
                <a:cxn ang="0">
                  <a:pos x="39" y="132"/>
                </a:cxn>
                <a:cxn ang="0">
                  <a:pos x="62" y="23"/>
                </a:cxn>
                <a:cxn ang="0">
                  <a:pos x="70" y="8"/>
                </a:cxn>
                <a:cxn ang="0">
                  <a:pos x="85" y="0"/>
                </a:cxn>
                <a:cxn ang="0">
                  <a:pos x="85" y="0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39" y="8"/>
                </a:cxn>
                <a:cxn ang="0">
                  <a:pos x="47" y="16"/>
                </a:cxn>
                <a:cxn ang="0">
                  <a:pos x="47" y="23"/>
                </a:cxn>
                <a:cxn ang="0">
                  <a:pos x="47" y="31"/>
                </a:cxn>
                <a:cxn ang="0">
                  <a:pos x="16" y="139"/>
                </a:cxn>
                <a:cxn ang="0">
                  <a:pos x="16" y="155"/>
                </a:cxn>
                <a:cxn ang="0">
                  <a:pos x="0" y="155"/>
                </a:cxn>
                <a:cxn ang="0">
                  <a:pos x="0" y="162"/>
                </a:cxn>
              </a:cxnLst>
              <a:rect l="txL" t="txT" r="txR" b="txB"/>
              <a:pathLst>
                <a:path w="85" h="162">
                  <a:moveTo>
                    <a:pt x="0" y="162"/>
                  </a:moveTo>
                  <a:lnTo>
                    <a:pt x="54" y="162"/>
                  </a:lnTo>
                  <a:lnTo>
                    <a:pt x="54" y="155"/>
                  </a:lnTo>
                  <a:lnTo>
                    <a:pt x="47" y="155"/>
                  </a:lnTo>
                  <a:lnTo>
                    <a:pt x="39" y="147"/>
                  </a:lnTo>
                  <a:lnTo>
                    <a:pt x="39" y="139"/>
                  </a:lnTo>
                  <a:lnTo>
                    <a:pt x="39" y="132"/>
                  </a:lnTo>
                  <a:lnTo>
                    <a:pt x="62" y="23"/>
                  </a:lnTo>
                  <a:lnTo>
                    <a:pt x="70" y="8"/>
                  </a:lnTo>
                  <a:lnTo>
                    <a:pt x="85" y="0"/>
                  </a:lnTo>
                  <a:lnTo>
                    <a:pt x="31" y="0"/>
                  </a:lnTo>
                  <a:lnTo>
                    <a:pt x="39" y="8"/>
                  </a:lnTo>
                  <a:lnTo>
                    <a:pt x="47" y="16"/>
                  </a:lnTo>
                  <a:lnTo>
                    <a:pt x="47" y="23"/>
                  </a:lnTo>
                  <a:lnTo>
                    <a:pt x="47" y="31"/>
                  </a:lnTo>
                  <a:lnTo>
                    <a:pt x="16" y="139"/>
                  </a:lnTo>
                  <a:lnTo>
                    <a:pt x="16" y="155"/>
                  </a:lnTo>
                  <a:lnTo>
                    <a:pt x="0" y="155"/>
                  </a:lnTo>
                  <a:lnTo>
                    <a:pt x="0" y="16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21" name="Freeform 80"/>
            <p:cNvSpPr/>
            <p:nvPr/>
          </p:nvSpPr>
          <p:spPr>
            <a:xfrm>
              <a:off x="3277" y="855"/>
              <a:ext cx="69" cy="124"/>
            </a:xfrm>
            <a:custGeom>
              <a:avLst/>
              <a:gdLst>
                <a:gd name="txL" fmla="*/ 0 w 69"/>
                <a:gd name="txT" fmla="*/ 0 h 124"/>
                <a:gd name="txR" fmla="*/ 69 w 69"/>
                <a:gd name="txB" fmla="*/ 124 h 124"/>
              </a:gdLst>
              <a:ahLst/>
              <a:cxnLst>
                <a:cxn ang="0">
                  <a:pos x="69" y="100"/>
                </a:cxn>
                <a:cxn ang="0">
                  <a:pos x="62" y="100"/>
                </a:cxn>
                <a:cxn ang="0">
                  <a:pos x="62" y="116"/>
                </a:cxn>
                <a:cxn ang="0">
                  <a:pos x="54" y="116"/>
                </a:cxn>
                <a:cxn ang="0">
                  <a:pos x="15" y="116"/>
                </a:cxn>
                <a:cxn ang="0">
                  <a:pos x="38" y="77"/>
                </a:cxn>
                <a:cxn ang="0">
                  <a:pos x="54" y="62"/>
                </a:cxn>
                <a:cxn ang="0">
                  <a:pos x="62" y="39"/>
                </a:cxn>
                <a:cxn ang="0">
                  <a:pos x="54" y="8"/>
                </a:cxn>
                <a:cxn ang="0">
                  <a:pos x="31" y="0"/>
                </a:cxn>
                <a:cxn ang="0">
                  <a:pos x="15" y="8"/>
                </a:cxn>
                <a:cxn ang="0">
                  <a:pos x="0" y="39"/>
                </a:cxn>
                <a:cxn ang="0">
                  <a:pos x="0" y="39"/>
                </a:cxn>
                <a:cxn ang="0">
                  <a:pos x="7" y="23"/>
                </a:cxn>
                <a:cxn ang="0">
                  <a:pos x="23" y="15"/>
                </a:cxn>
                <a:cxn ang="0">
                  <a:pos x="38" y="23"/>
                </a:cxn>
                <a:cxn ang="0">
                  <a:pos x="46" y="46"/>
                </a:cxn>
                <a:cxn ang="0">
                  <a:pos x="38" y="62"/>
                </a:cxn>
                <a:cxn ang="0">
                  <a:pos x="23" y="93"/>
                </a:cxn>
                <a:cxn ang="0">
                  <a:pos x="0" y="124"/>
                </a:cxn>
                <a:cxn ang="0">
                  <a:pos x="0" y="124"/>
                </a:cxn>
                <a:cxn ang="0">
                  <a:pos x="62" y="124"/>
                </a:cxn>
                <a:cxn ang="0">
                  <a:pos x="69" y="100"/>
                </a:cxn>
              </a:cxnLst>
              <a:rect l="txL" t="txT" r="txR" b="txB"/>
              <a:pathLst>
                <a:path w="69" h="124">
                  <a:moveTo>
                    <a:pt x="69" y="100"/>
                  </a:moveTo>
                  <a:lnTo>
                    <a:pt x="62" y="100"/>
                  </a:lnTo>
                  <a:lnTo>
                    <a:pt x="62" y="116"/>
                  </a:lnTo>
                  <a:lnTo>
                    <a:pt x="54" y="116"/>
                  </a:lnTo>
                  <a:lnTo>
                    <a:pt x="15" y="116"/>
                  </a:lnTo>
                  <a:lnTo>
                    <a:pt x="38" y="77"/>
                  </a:lnTo>
                  <a:lnTo>
                    <a:pt x="54" y="62"/>
                  </a:lnTo>
                  <a:lnTo>
                    <a:pt x="62" y="39"/>
                  </a:lnTo>
                  <a:lnTo>
                    <a:pt x="54" y="8"/>
                  </a:lnTo>
                  <a:lnTo>
                    <a:pt x="31" y="0"/>
                  </a:lnTo>
                  <a:lnTo>
                    <a:pt x="15" y="8"/>
                  </a:lnTo>
                  <a:lnTo>
                    <a:pt x="0" y="39"/>
                  </a:lnTo>
                  <a:lnTo>
                    <a:pt x="7" y="23"/>
                  </a:lnTo>
                  <a:lnTo>
                    <a:pt x="23" y="15"/>
                  </a:lnTo>
                  <a:lnTo>
                    <a:pt x="38" y="23"/>
                  </a:lnTo>
                  <a:lnTo>
                    <a:pt x="46" y="46"/>
                  </a:lnTo>
                  <a:lnTo>
                    <a:pt x="38" y="62"/>
                  </a:lnTo>
                  <a:lnTo>
                    <a:pt x="23" y="93"/>
                  </a:lnTo>
                  <a:lnTo>
                    <a:pt x="0" y="124"/>
                  </a:lnTo>
                  <a:lnTo>
                    <a:pt x="62" y="124"/>
                  </a:lnTo>
                  <a:lnTo>
                    <a:pt x="69" y="10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22" name="Freeform 81"/>
            <p:cNvSpPr/>
            <p:nvPr/>
          </p:nvSpPr>
          <p:spPr>
            <a:xfrm>
              <a:off x="3137" y="1466"/>
              <a:ext cx="78" cy="162"/>
            </a:xfrm>
            <a:custGeom>
              <a:avLst/>
              <a:gdLst>
                <a:gd name="txL" fmla="*/ 0 w 78"/>
                <a:gd name="txT" fmla="*/ 0 h 162"/>
                <a:gd name="txR" fmla="*/ 78 w 78"/>
                <a:gd name="txB" fmla="*/ 162 h 162"/>
              </a:gdLst>
              <a:ahLst/>
              <a:cxnLst>
                <a:cxn ang="0">
                  <a:pos x="0" y="162"/>
                </a:cxn>
                <a:cxn ang="0">
                  <a:pos x="47" y="162"/>
                </a:cxn>
                <a:cxn ang="0">
                  <a:pos x="47" y="154"/>
                </a:cxn>
                <a:cxn ang="0">
                  <a:pos x="39" y="154"/>
                </a:cxn>
                <a:cxn ang="0">
                  <a:pos x="31" y="147"/>
                </a:cxn>
                <a:cxn ang="0">
                  <a:pos x="31" y="139"/>
                </a:cxn>
                <a:cxn ang="0">
                  <a:pos x="39" y="131"/>
                </a:cxn>
                <a:cxn ang="0">
                  <a:pos x="62" y="23"/>
                </a:cxn>
                <a:cxn ang="0">
                  <a:pos x="70" y="7"/>
                </a:cxn>
                <a:cxn ang="0">
                  <a:pos x="78" y="0"/>
                </a:cxn>
                <a:cxn ang="0">
                  <a:pos x="78" y="0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39" y="7"/>
                </a:cxn>
                <a:cxn ang="0">
                  <a:pos x="39" y="15"/>
                </a:cxn>
                <a:cxn ang="0">
                  <a:pos x="39" y="23"/>
                </a:cxn>
                <a:cxn ang="0">
                  <a:pos x="39" y="31"/>
                </a:cxn>
                <a:cxn ang="0">
                  <a:pos x="16" y="139"/>
                </a:cxn>
                <a:cxn ang="0">
                  <a:pos x="8" y="154"/>
                </a:cxn>
                <a:cxn ang="0">
                  <a:pos x="0" y="154"/>
                </a:cxn>
                <a:cxn ang="0">
                  <a:pos x="0" y="162"/>
                </a:cxn>
              </a:cxnLst>
              <a:rect l="txL" t="txT" r="txR" b="txB"/>
              <a:pathLst>
                <a:path w="78" h="162">
                  <a:moveTo>
                    <a:pt x="0" y="162"/>
                  </a:moveTo>
                  <a:lnTo>
                    <a:pt x="47" y="162"/>
                  </a:lnTo>
                  <a:lnTo>
                    <a:pt x="47" y="154"/>
                  </a:lnTo>
                  <a:lnTo>
                    <a:pt x="39" y="154"/>
                  </a:lnTo>
                  <a:lnTo>
                    <a:pt x="31" y="147"/>
                  </a:lnTo>
                  <a:lnTo>
                    <a:pt x="31" y="139"/>
                  </a:lnTo>
                  <a:lnTo>
                    <a:pt x="39" y="131"/>
                  </a:lnTo>
                  <a:lnTo>
                    <a:pt x="62" y="23"/>
                  </a:lnTo>
                  <a:lnTo>
                    <a:pt x="70" y="7"/>
                  </a:lnTo>
                  <a:lnTo>
                    <a:pt x="78" y="0"/>
                  </a:lnTo>
                  <a:lnTo>
                    <a:pt x="23" y="0"/>
                  </a:lnTo>
                  <a:lnTo>
                    <a:pt x="39" y="7"/>
                  </a:lnTo>
                  <a:lnTo>
                    <a:pt x="39" y="15"/>
                  </a:lnTo>
                  <a:lnTo>
                    <a:pt x="39" y="23"/>
                  </a:lnTo>
                  <a:lnTo>
                    <a:pt x="39" y="31"/>
                  </a:lnTo>
                  <a:lnTo>
                    <a:pt x="16" y="139"/>
                  </a:lnTo>
                  <a:lnTo>
                    <a:pt x="8" y="154"/>
                  </a:lnTo>
                  <a:lnTo>
                    <a:pt x="0" y="154"/>
                  </a:lnTo>
                  <a:lnTo>
                    <a:pt x="0" y="16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23" name="Freeform 82"/>
            <p:cNvSpPr/>
            <p:nvPr/>
          </p:nvSpPr>
          <p:spPr>
            <a:xfrm>
              <a:off x="3207" y="1558"/>
              <a:ext cx="62" cy="132"/>
            </a:xfrm>
            <a:custGeom>
              <a:avLst/>
              <a:gdLst>
                <a:gd name="txL" fmla="*/ 0 w 62"/>
                <a:gd name="txT" fmla="*/ 0 h 132"/>
                <a:gd name="txR" fmla="*/ 62 w 62"/>
                <a:gd name="txB" fmla="*/ 132 h 132"/>
              </a:gdLst>
              <a:ahLst/>
              <a:cxnLst>
                <a:cxn ang="0">
                  <a:pos x="23" y="70"/>
                </a:cxn>
                <a:cxn ang="0">
                  <a:pos x="31" y="70"/>
                </a:cxn>
                <a:cxn ang="0">
                  <a:pos x="39" y="70"/>
                </a:cxn>
                <a:cxn ang="0">
                  <a:pos x="46" y="85"/>
                </a:cxn>
                <a:cxn ang="0">
                  <a:pos x="54" y="93"/>
                </a:cxn>
                <a:cxn ang="0">
                  <a:pos x="46" y="116"/>
                </a:cxn>
                <a:cxn ang="0">
                  <a:pos x="31" y="124"/>
                </a:cxn>
                <a:cxn ang="0">
                  <a:pos x="23" y="124"/>
                </a:cxn>
                <a:cxn ang="0">
                  <a:pos x="8" y="116"/>
                </a:cxn>
                <a:cxn ang="0">
                  <a:pos x="8" y="116"/>
                </a:cxn>
                <a:cxn ang="0">
                  <a:pos x="0" y="124"/>
                </a:cxn>
                <a:cxn ang="0">
                  <a:pos x="8" y="132"/>
                </a:cxn>
                <a:cxn ang="0">
                  <a:pos x="23" y="132"/>
                </a:cxn>
                <a:cxn ang="0">
                  <a:pos x="54" y="124"/>
                </a:cxn>
                <a:cxn ang="0">
                  <a:pos x="62" y="85"/>
                </a:cxn>
                <a:cxn ang="0">
                  <a:pos x="54" y="62"/>
                </a:cxn>
                <a:cxn ang="0">
                  <a:pos x="46" y="55"/>
                </a:cxn>
                <a:cxn ang="0">
                  <a:pos x="54" y="47"/>
                </a:cxn>
                <a:cxn ang="0">
                  <a:pos x="54" y="31"/>
                </a:cxn>
                <a:cxn ang="0">
                  <a:pos x="54" y="16"/>
                </a:cxn>
                <a:cxn ang="0">
                  <a:pos x="46" y="8"/>
                </a:cxn>
                <a:cxn ang="0">
                  <a:pos x="31" y="0"/>
                </a:cxn>
                <a:cxn ang="0">
                  <a:pos x="15" y="8"/>
                </a:cxn>
                <a:cxn ang="0">
                  <a:pos x="0" y="31"/>
                </a:cxn>
                <a:cxn ang="0">
                  <a:pos x="8" y="31"/>
                </a:cxn>
                <a:cxn ang="0">
                  <a:pos x="15" y="24"/>
                </a:cxn>
                <a:cxn ang="0">
                  <a:pos x="31" y="16"/>
                </a:cxn>
                <a:cxn ang="0">
                  <a:pos x="39" y="24"/>
                </a:cxn>
                <a:cxn ang="0">
                  <a:pos x="46" y="31"/>
                </a:cxn>
                <a:cxn ang="0">
                  <a:pos x="39" y="55"/>
                </a:cxn>
                <a:cxn ang="0">
                  <a:pos x="23" y="62"/>
                </a:cxn>
                <a:cxn ang="0">
                  <a:pos x="23" y="70"/>
                </a:cxn>
              </a:cxnLst>
              <a:rect l="txL" t="txT" r="txR" b="txB"/>
              <a:pathLst>
                <a:path w="62" h="132">
                  <a:moveTo>
                    <a:pt x="23" y="70"/>
                  </a:moveTo>
                  <a:lnTo>
                    <a:pt x="31" y="70"/>
                  </a:lnTo>
                  <a:lnTo>
                    <a:pt x="39" y="70"/>
                  </a:lnTo>
                  <a:lnTo>
                    <a:pt x="46" y="85"/>
                  </a:lnTo>
                  <a:lnTo>
                    <a:pt x="54" y="93"/>
                  </a:lnTo>
                  <a:lnTo>
                    <a:pt x="46" y="116"/>
                  </a:lnTo>
                  <a:lnTo>
                    <a:pt x="31" y="124"/>
                  </a:lnTo>
                  <a:lnTo>
                    <a:pt x="23" y="124"/>
                  </a:lnTo>
                  <a:lnTo>
                    <a:pt x="8" y="116"/>
                  </a:lnTo>
                  <a:lnTo>
                    <a:pt x="0" y="124"/>
                  </a:lnTo>
                  <a:lnTo>
                    <a:pt x="8" y="132"/>
                  </a:lnTo>
                  <a:lnTo>
                    <a:pt x="23" y="132"/>
                  </a:lnTo>
                  <a:lnTo>
                    <a:pt x="54" y="124"/>
                  </a:lnTo>
                  <a:lnTo>
                    <a:pt x="62" y="85"/>
                  </a:lnTo>
                  <a:lnTo>
                    <a:pt x="54" y="62"/>
                  </a:lnTo>
                  <a:lnTo>
                    <a:pt x="46" y="55"/>
                  </a:lnTo>
                  <a:lnTo>
                    <a:pt x="54" y="47"/>
                  </a:lnTo>
                  <a:lnTo>
                    <a:pt x="54" y="31"/>
                  </a:lnTo>
                  <a:lnTo>
                    <a:pt x="54" y="16"/>
                  </a:lnTo>
                  <a:lnTo>
                    <a:pt x="46" y="8"/>
                  </a:lnTo>
                  <a:lnTo>
                    <a:pt x="31" y="0"/>
                  </a:lnTo>
                  <a:lnTo>
                    <a:pt x="15" y="8"/>
                  </a:lnTo>
                  <a:lnTo>
                    <a:pt x="0" y="31"/>
                  </a:lnTo>
                  <a:lnTo>
                    <a:pt x="8" y="31"/>
                  </a:lnTo>
                  <a:lnTo>
                    <a:pt x="15" y="24"/>
                  </a:lnTo>
                  <a:lnTo>
                    <a:pt x="31" y="16"/>
                  </a:lnTo>
                  <a:lnTo>
                    <a:pt x="39" y="24"/>
                  </a:lnTo>
                  <a:lnTo>
                    <a:pt x="46" y="31"/>
                  </a:lnTo>
                  <a:lnTo>
                    <a:pt x="39" y="55"/>
                  </a:lnTo>
                  <a:lnTo>
                    <a:pt x="23" y="62"/>
                  </a:lnTo>
                  <a:lnTo>
                    <a:pt x="23" y="7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24" name="Freeform 83"/>
            <p:cNvSpPr/>
            <p:nvPr/>
          </p:nvSpPr>
          <p:spPr>
            <a:xfrm>
              <a:off x="536" y="2162"/>
              <a:ext cx="131" cy="162"/>
            </a:xfrm>
            <a:custGeom>
              <a:avLst/>
              <a:gdLst>
                <a:gd name="txL" fmla="*/ 0 w 131"/>
                <a:gd name="txT" fmla="*/ 0 h 162"/>
                <a:gd name="txR" fmla="*/ 131 w 131"/>
                <a:gd name="txB" fmla="*/ 162 h 162"/>
              </a:gdLst>
              <a:ahLst/>
              <a:cxnLst>
                <a:cxn ang="0">
                  <a:pos x="131" y="0"/>
                </a:cxn>
                <a:cxn ang="0">
                  <a:pos x="93" y="0"/>
                </a:cxn>
                <a:cxn ang="0">
                  <a:pos x="93" y="0"/>
                </a:cxn>
                <a:cxn ang="0">
                  <a:pos x="100" y="7"/>
                </a:cxn>
                <a:cxn ang="0">
                  <a:pos x="100" y="15"/>
                </a:cxn>
                <a:cxn ang="0">
                  <a:pos x="100" y="23"/>
                </a:cxn>
                <a:cxn ang="0">
                  <a:pos x="100" y="30"/>
                </a:cxn>
                <a:cxn ang="0">
                  <a:pos x="93" y="38"/>
                </a:cxn>
                <a:cxn ang="0">
                  <a:pos x="93" y="38"/>
                </a:cxn>
                <a:cxn ang="0">
                  <a:pos x="54" y="123"/>
                </a:cxn>
                <a:cxn ang="0">
                  <a:pos x="54" y="123"/>
                </a:cxn>
                <a:cxn ang="0">
                  <a:pos x="38" y="23"/>
                </a:cxn>
                <a:cxn ang="0">
                  <a:pos x="38" y="7"/>
                </a:cxn>
                <a:cxn ang="0">
                  <a:pos x="54" y="0"/>
                </a:cxn>
                <a:cxn ang="0">
                  <a:pos x="54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5" y="7"/>
                </a:cxn>
                <a:cxn ang="0">
                  <a:pos x="15" y="23"/>
                </a:cxn>
                <a:cxn ang="0">
                  <a:pos x="23" y="38"/>
                </a:cxn>
                <a:cxn ang="0">
                  <a:pos x="38" y="162"/>
                </a:cxn>
                <a:cxn ang="0">
                  <a:pos x="38" y="162"/>
                </a:cxn>
                <a:cxn ang="0">
                  <a:pos x="116" y="15"/>
                </a:cxn>
                <a:cxn ang="0">
                  <a:pos x="124" y="7"/>
                </a:cxn>
                <a:cxn ang="0">
                  <a:pos x="131" y="0"/>
                </a:cxn>
                <a:cxn ang="0">
                  <a:pos x="131" y="0"/>
                </a:cxn>
              </a:cxnLst>
              <a:rect l="txL" t="txT" r="txR" b="txB"/>
              <a:pathLst>
                <a:path w="131" h="162">
                  <a:moveTo>
                    <a:pt x="131" y="0"/>
                  </a:moveTo>
                  <a:lnTo>
                    <a:pt x="93" y="0"/>
                  </a:lnTo>
                  <a:lnTo>
                    <a:pt x="100" y="7"/>
                  </a:lnTo>
                  <a:lnTo>
                    <a:pt x="100" y="15"/>
                  </a:lnTo>
                  <a:lnTo>
                    <a:pt x="100" y="23"/>
                  </a:lnTo>
                  <a:lnTo>
                    <a:pt x="100" y="30"/>
                  </a:lnTo>
                  <a:lnTo>
                    <a:pt x="93" y="38"/>
                  </a:lnTo>
                  <a:lnTo>
                    <a:pt x="54" y="123"/>
                  </a:lnTo>
                  <a:lnTo>
                    <a:pt x="38" y="23"/>
                  </a:lnTo>
                  <a:lnTo>
                    <a:pt x="38" y="7"/>
                  </a:lnTo>
                  <a:lnTo>
                    <a:pt x="54" y="0"/>
                  </a:lnTo>
                  <a:lnTo>
                    <a:pt x="0" y="0"/>
                  </a:lnTo>
                  <a:lnTo>
                    <a:pt x="15" y="7"/>
                  </a:lnTo>
                  <a:lnTo>
                    <a:pt x="15" y="23"/>
                  </a:lnTo>
                  <a:lnTo>
                    <a:pt x="23" y="38"/>
                  </a:lnTo>
                  <a:lnTo>
                    <a:pt x="38" y="162"/>
                  </a:lnTo>
                  <a:lnTo>
                    <a:pt x="116" y="15"/>
                  </a:lnTo>
                  <a:lnTo>
                    <a:pt x="124" y="7"/>
                  </a:lnTo>
                  <a:lnTo>
                    <a:pt x="131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25" name="Freeform 84"/>
            <p:cNvSpPr/>
            <p:nvPr/>
          </p:nvSpPr>
          <p:spPr>
            <a:xfrm>
              <a:off x="667" y="2262"/>
              <a:ext cx="39" cy="124"/>
            </a:xfrm>
            <a:custGeom>
              <a:avLst/>
              <a:gdLst>
                <a:gd name="txL" fmla="*/ 0 w 39"/>
                <a:gd name="txT" fmla="*/ 0 h 124"/>
                <a:gd name="txR" fmla="*/ 39 w 39"/>
                <a:gd name="txB" fmla="*/ 124 h 124"/>
              </a:gdLst>
              <a:ahLst/>
              <a:cxnLst>
                <a:cxn ang="0">
                  <a:pos x="0" y="124"/>
                </a:cxn>
                <a:cxn ang="0">
                  <a:pos x="39" y="124"/>
                </a:cxn>
                <a:cxn ang="0">
                  <a:pos x="39" y="116"/>
                </a:cxn>
                <a:cxn ang="0">
                  <a:pos x="31" y="116"/>
                </a:cxn>
                <a:cxn ang="0">
                  <a:pos x="24" y="108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0" y="15"/>
                </a:cxn>
                <a:cxn ang="0">
                  <a:pos x="0" y="15"/>
                </a:cxn>
                <a:cxn ang="0">
                  <a:pos x="8" y="8"/>
                </a:cxn>
                <a:cxn ang="0">
                  <a:pos x="8" y="8"/>
                </a:cxn>
                <a:cxn ang="0">
                  <a:pos x="16" y="15"/>
                </a:cxn>
                <a:cxn ang="0">
                  <a:pos x="16" y="23"/>
                </a:cxn>
                <a:cxn ang="0">
                  <a:pos x="16" y="101"/>
                </a:cxn>
                <a:cxn ang="0">
                  <a:pos x="8" y="116"/>
                </a:cxn>
                <a:cxn ang="0">
                  <a:pos x="0" y="116"/>
                </a:cxn>
                <a:cxn ang="0">
                  <a:pos x="0" y="124"/>
                </a:cxn>
              </a:cxnLst>
              <a:rect l="txL" t="txT" r="txR" b="txB"/>
              <a:pathLst>
                <a:path w="39" h="124">
                  <a:moveTo>
                    <a:pt x="0" y="124"/>
                  </a:moveTo>
                  <a:lnTo>
                    <a:pt x="39" y="124"/>
                  </a:lnTo>
                  <a:lnTo>
                    <a:pt x="39" y="116"/>
                  </a:lnTo>
                  <a:lnTo>
                    <a:pt x="31" y="116"/>
                  </a:lnTo>
                  <a:lnTo>
                    <a:pt x="24" y="108"/>
                  </a:lnTo>
                  <a:lnTo>
                    <a:pt x="24" y="0"/>
                  </a:lnTo>
                  <a:lnTo>
                    <a:pt x="0" y="15"/>
                  </a:lnTo>
                  <a:lnTo>
                    <a:pt x="8" y="8"/>
                  </a:lnTo>
                  <a:lnTo>
                    <a:pt x="16" y="15"/>
                  </a:lnTo>
                  <a:lnTo>
                    <a:pt x="16" y="23"/>
                  </a:lnTo>
                  <a:lnTo>
                    <a:pt x="16" y="101"/>
                  </a:lnTo>
                  <a:lnTo>
                    <a:pt x="8" y="116"/>
                  </a:lnTo>
                  <a:lnTo>
                    <a:pt x="0" y="116"/>
                  </a:lnTo>
                  <a:lnTo>
                    <a:pt x="0" y="12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26" name="Freeform 85"/>
            <p:cNvSpPr/>
            <p:nvPr/>
          </p:nvSpPr>
          <p:spPr>
            <a:xfrm>
              <a:off x="5034" y="2192"/>
              <a:ext cx="124" cy="163"/>
            </a:xfrm>
            <a:custGeom>
              <a:avLst/>
              <a:gdLst>
                <a:gd name="txL" fmla="*/ 0 w 124"/>
                <a:gd name="txT" fmla="*/ 0 h 163"/>
                <a:gd name="txR" fmla="*/ 124 w 124"/>
                <a:gd name="txB" fmla="*/ 163 h 163"/>
              </a:gdLst>
              <a:ahLst/>
              <a:cxnLst>
                <a:cxn ang="0">
                  <a:pos x="124" y="0"/>
                </a:cxn>
                <a:cxn ang="0">
                  <a:pos x="85" y="0"/>
                </a:cxn>
                <a:cxn ang="0">
                  <a:pos x="85" y="0"/>
                </a:cxn>
                <a:cxn ang="0">
                  <a:pos x="93" y="0"/>
                </a:cxn>
                <a:cxn ang="0">
                  <a:pos x="93" y="8"/>
                </a:cxn>
                <a:cxn ang="0">
                  <a:pos x="93" y="24"/>
                </a:cxn>
                <a:cxn ang="0">
                  <a:pos x="85" y="39"/>
                </a:cxn>
                <a:cxn ang="0">
                  <a:pos x="47" y="124"/>
                </a:cxn>
                <a:cxn ang="0">
                  <a:pos x="47" y="124"/>
                </a:cxn>
                <a:cxn ang="0">
                  <a:pos x="31" y="16"/>
                </a:cxn>
                <a:cxn ang="0">
                  <a:pos x="39" y="0"/>
                </a:cxn>
                <a:cxn ang="0">
                  <a:pos x="47" y="0"/>
                </a:cxn>
                <a:cxn ang="0">
                  <a:pos x="4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8" y="8"/>
                </a:cxn>
                <a:cxn ang="0">
                  <a:pos x="8" y="16"/>
                </a:cxn>
                <a:cxn ang="0">
                  <a:pos x="16" y="31"/>
                </a:cxn>
                <a:cxn ang="0">
                  <a:pos x="31" y="163"/>
                </a:cxn>
                <a:cxn ang="0">
                  <a:pos x="31" y="163"/>
                </a:cxn>
                <a:cxn ang="0">
                  <a:pos x="109" y="8"/>
                </a:cxn>
                <a:cxn ang="0">
                  <a:pos x="116" y="8"/>
                </a:cxn>
                <a:cxn ang="0">
                  <a:pos x="124" y="0"/>
                </a:cxn>
                <a:cxn ang="0">
                  <a:pos x="124" y="0"/>
                </a:cxn>
              </a:cxnLst>
              <a:rect l="txL" t="txT" r="txR" b="txB"/>
              <a:pathLst>
                <a:path w="124" h="163">
                  <a:moveTo>
                    <a:pt x="124" y="0"/>
                  </a:moveTo>
                  <a:lnTo>
                    <a:pt x="85" y="0"/>
                  </a:lnTo>
                  <a:lnTo>
                    <a:pt x="93" y="0"/>
                  </a:lnTo>
                  <a:lnTo>
                    <a:pt x="93" y="8"/>
                  </a:lnTo>
                  <a:lnTo>
                    <a:pt x="93" y="24"/>
                  </a:lnTo>
                  <a:lnTo>
                    <a:pt x="85" y="39"/>
                  </a:lnTo>
                  <a:lnTo>
                    <a:pt x="47" y="124"/>
                  </a:lnTo>
                  <a:lnTo>
                    <a:pt x="31" y="16"/>
                  </a:lnTo>
                  <a:lnTo>
                    <a:pt x="39" y="0"/>
                  </a:lnTo>
                  <a:lnTo>
                    <a:pt x="47" y="0"/>
                  </a:lnTo>
                  <a:lnTo>
                    <a:pt x="0" y="0"/>
                  </a:lnTo>
                  <a:lnTo>
                    <a:pt x="8" y="8"/>
                  </a:lnTo>
                  <a:lnTo>
                    <a:pt x="8" y="16"/>
                  </a:lnTo>
                  <a:lnTo>
                    <a:pt x="16" y="31"/>
                  </a:lnTo>
                  <a:lnTo>
                    <a:pt x="31" y="163"/>
                  </a:lnTo>
                  <a:lnTo>
                    <a:pt x="109" y="8"/>
                  </a:lnTo>
                  <a:lnTo>
                    <a:pt x="116" y="8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27" name="Freeform 86"/>
            <p:cNvSpPr/>
            <p:nvPr/>
          </p:nvSpPr>
          <p:spPr>
            <a:xfrm>
              <a:off x="5143" y="2285"/>
              <a:ext cx="69" cy="124"/>
            </a:xfrm>
            <a:custGeom>
              <a:avLst/>
              <a:gdLst>
                <a:gd name="txL" fmla="*/ 0 w 69"/>
                <a:gd name="txT" fmla="*/ 0 h 124"/>
                <a:gd name="txR" fmla="*/ 69 w 69"/>
                <a:gd name="txB" fmla="*/ 124 h 124"/>
              </a:gdLst>
              <a:ahLst/>
              <a:cxnLst>
                <a:cxn ang="0">
                  <a:pos x="69" y="101"/>
                </a:cxn>
                <a:cxn ang="0">
                  <a:pos x="69" y="101"/>
                </a:cxn>
                <a:cxn ang="0">
                  <a:pos x="62" y="108"/>
                </a:cxn>
                <a:cxn ang="0">
                  <a:pos x="54" y="108"/>
                </a:cxn>
                <a:cxn ang="0">
                  <a:pos x="15" y="108"/>
                </a:cxn>
                <a:cxn ang="0">
                  <a:pos x="38" y="78"/>
                </a:cxn>
                <a:cxn ang="0">
                  <a:pos x="54" y="62"/>
                </a:cxn>
                <a:cxn ang="0">
                  <a:pos x="62" y="31"/>
                </a:cxn>
                <a:cxn ang="0">
                  <a:pos x="54" y="8"/>
                </a:cxn>
                <a:cxn ang="0">
                  <a:pos x="31" y="0"/>
                </a:cxn>
                <a:cxn ang="0">
                  <a:pos x="15" y="8"/>
                </a:cxn>
                <a:cxn ang="0">
                  <a:pos x="7" y="23"/>
                </a:cxn>
                <a:cxn ang="0">
                  <a:pos x="0" y="39"/>
                </a:cxn>
                <a:cxn ang="0">
                  <a:pos x="7" y="39"/>
                </a:cxn>
                <a:cxn ang="0">
                  <a:pos x="15" y="23"/>
                </a:cxn>
                <a:cxn ang="0">
                  <a:pos x="23" y="16"/>
                </a:cxn>
                <a:cxn ang="0">
                  <a:pos x="38" y="16"/>
                </a:cxn>
                <a:cxn ang="0">
                  <a:pos x="46" y="23"/>
                </a:cxn>
                <a:cxn ang="0">
                  <a:pos x="46" y="39"/>
                </a:cxn>
                <a:cxn ang="0">
                  <a:pos x="38" y="62"/>
                </a:cxn>
                <a:cxn ang="0">
                  <a:pos x="31" y="85"/>
                </a:cxn>
                <a:cxn ang="0">
                  <a:pos x="0" y="124"/>
                </a:cxn>
                <a:cxn ang="0">
                  <a:pos x="0" y="124"/>
                </a:cxn>
                <a:cxn ang="0">
                  <a:pos x="62" y="124"/>
                </a:cxn>
                <a:cxn ang="0">
                  <a:pos x="69" y="101"/>
                </a:cxn>
              </a:cxnLst>
              <a:rect l="txL" t="txT" r="txR" b="txB"/>
              <a:pathLst>
                <a:path w="69" h="124">
                  <a:moveTo>
                    <a:pt x="69" y="101"/>
                  </a:moveTo>
                  <a:lnTo>
                    <a:pt x="69" y="101"/>
                  </a:lnTo>
                  <a:lnTo>
                    <a:pt x="62" y="108"/>
                  </a:lnTo>
                  <a:lnTo>
                    <a:pt x="54" y="108"/>
                  </a:lnTo>
                  <a:lnTo>
                    <a:pt x="15" y="108"/>
                  </a:lnTo>
                  <a:lnTo>
                    <a:pt x="38" y="78"/>
                  </a:lnTo>
                  <a:lnTo>
                    <a:pt x="54" y="62"/>
                  </a:lnTo>
                  <a:lnTo>
                    <a:pt x="62" y="31"/>
                  </a:lnTo>
                  <a:lnTo>
                    <a:pt x="54" y="8"/>
                  </a:lnTo>
                  <a:lnTo>
                    <a:pt x="31" y="0"/>
                  </a:lnTo>
                  <a:lnTo>
                    <a:pt x="15" y="8"/>
                  </a:lnTo>
                  <a:lnTo>
                    <a:pt x="7" y="23"/>
                  </a:lnTo>
                  <a:lnTo>
                    <a:pt x="0" y="39"/>
                  </a:lnTo>
                  <a:lnTo>
                    <a:pt x="7" y="39"/>
                  </a:lnTo>
                  <a:lnTo>
                    <a:pt x="15" y="23"/>
                  </a:lnTo>
                  <a:lnTo>
                    <a:pt x="23" y="16"/>
                  </a:lnTo>
                  <a:lnTo>
                    <a:pt x="38" y="16"/>
                  </a:lnTo>
                  <a:lnTo>
                    <a:pt x="46" y="23"/>
                  </a:lnTo>
                  <a:lnTo>
                    <a:pt x="46" y="39"/>
                  </a:lnTo>
                  <a:lnTo>
                    <a:pt x="38" y="62"/>
                  </a:lnTo>
                  <a:lnTo>
                    <a:pt x="31" y="85"/>
                  </a:lnTo>
                  <a:lnTo>
                    <a:pt x="0" y="124"/>
                  </a:lnTo>
                  <a:lnTo>
                    <a:pt x="62" y="124"/>
                  </a:lnTo>
                  <a:lnTo>
                    <a:pt x="69" y="10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28" name="Freeform 87"/>
            <p:cNvSpPr>
              <a:spLocks noEditPoints="1"/>
            </p:cNvSpPr>
            <p:nvPr/>
          </p:nvSpPr>
          <p:spPr>
            <a:xfrm>
              <a:off x="776" y="1025"/>
              <a:ext cx="93" cy="116"/>
            </a:xfrm>
            <a:custGeom>
              <a:avLst/>
              <a:gdLst>
                <a:gd name="txL" fmla="*/ 0 w 93"/>
                <a:gd name="txT" fmla="*/ 0 h 116"/>
                <a:gd name="txR" fmla="*/ 93 w 93"/>
                <a:gd name="txB" fmla="*/ 116 h 116"/>
              </a:gdLst>
              <a:ahLst/>
              <a:cxnLst>
                <a:cxn ang="0">
                  <a:pos x="93" y="85"/>
                </a:cxn>
                <a:cxn ang="0">
                  <a:pos x="85" y="93"/>
                </a:cxn>
                <a:cxn ang="0">
                  <a:pos x="77" y="100"/>
                </a:cxn>
                <a:cxn ang="0">
                  <a:pos x="77" y="100"/>
                </a:cxn>
                <a:cxn ang="0">
                  <a:pos x="69" y="100"/>
                </a:cxn>
                <a:cxn ang="0">
                  <a:pos x="77" y="85"/>
                </a:cxn>
                <a:cxn ang="0">
                  <a:pos x="85" y="54"/>
                </a:cxn>
                <a:cxn ang="0">
                  <a:pos x="93" y="15"/>
                </a:cxn>
                <a:cxn ang="0">
                  <a:pos x="93" y="0"/>
                </a:cxn>
                <a:cxn ang="0">
                  <a:pos x="93" y="0"/>
                </a:cxn>
                <a:cxn ang="0">
                  <a:pos x="77" y="8"/>
                </a:cxn>
                <a:cxn ang="0">
                  <a:pos x="77" y="8"/>
                </a:cxn>
                <a:cxn ang="0">
                  <a:pos x="77" y="15"/>
                </a:cxn>
                <a:cxn ang="0">
                  <a:pos x="77" y="15"/>
                </a:cxn>
                <a:cxn ang="0">
                  <a:pos x="69" y="8"/>
                </a:cxn>
                <a:cxn ang="0">
                  <a:pos x="62" y="0"/>
                </a:cxn>
                <a:cxn ang="0">
                  <a:pos x="38" y="8"/>
                </a:cxn>
                <a:cxn ang="0">
                  <a:pos x="23" y="31"/>
                </a:cxn>
                <a:cxn ang="0">
                  <a:pos x="8" y="54"/>
                </a:cxn>
                <a:cxn ang="0">
                  <a:pos x="0" y="85"/>
                </a:cxn>
                <a:cxn ang="0">
                  <a:pos x="0" y="100"/>
                </a:cxn>
                <a:cxn ang="0">
                  <a:pos x="8" y="116"/>
                </a:cxn>
                <a:cxn ang="0">
                  <a:pos x="23" y="116"/>
                </a:cxn>
                <a:cxn ang="0">
                  <a:pos x="38" y="108"/>
                </a:cxn>
                <a:cxn ang="0">
                  <a:pos x="54" y="100"/>
                </a:cxn>
                <a:cxn ang="0">
                  <a:pos x="62" y="77"/>
                </a:cxn>
                <a:cxn ang="0">
                  <a:pos x="62" y="77"/>
                </a:cxn>
                <a:cxn ang="0">
                  <a:pos x="62" y="93"/>
                </a:cxn>
                <a:cxn ang="0">
                  <a:pos x="62" y="100"/>
                </a:cxn>
                <a:cxn ang="0">
                  <a:pos x="62" y="108"/>
                </a:cxn>
                <a:cxn ang="0">
                  <a:pos x="69" y="116"/>
                </a:cxn>
                <a:cxn ang="0">
                  <a:pos x="85" y="108"/>
                </a:cxn>
                <a:cxn ang="0">
                  <a:pos x="93" y="85"/>
                </a:cxn>
                <a:cxn ang="0">
                  <a:pos x="93" y="85"/>
                </a:cxn>
                <a:cxn ang="0">
                  <a:pos x="15" y="85"/>
                </a:cxn>
                <a:cxn ang="0">
                  <a:pos x="23" y="62"/>
                </a:cxn>
                <a:cxn ang="0">
                  <a:pos x="31" y="39"/>
                </a:cxn>
                <a:cxn ang="0">
                  <a:pos x="46" y="15"/>
                </a:cxn>
                <a:cxn ang="0">
                  <a:pos x="62" y="8"/>
                </a:cxn>
                <a:cxn ang="0">
                  <a:pos x="69" y="15"/>
                </a:cxn>
                <a:cxn ang="0">
                  <a:pos x="69" y="23"/>
                </a:cxn>
                <a:cxn ang="0">
                  <a:pos x="69" y="46"/>
                </a:cxn>
                <a:cxn ang="0">
                  <a:pos x="62" y="70"/>
                </a:cxn>
                <a:cxn ang="0">
                  <a:pos x="46" y="93"/>
                </a:cxn>
                <a:cxn ang="0">
                  <a:pos x="31" y="100"/>
                </a:cxn>
                <a:cxn ang="0">
                  <a:pos x="23" y="100"/>
                </a:cxn>
                <a:cxn ang="0">
                  <a:pos x="15" y="85"/>
                </a:cxn>
                <a:cxn ang="0">
                  <a:pos x="15" y="85"/>
                </a:cxn>
              </a:cxnLst>
              <a:rect l="txL" t="txT" r="txR" b="txB"/>
              <a:pathLst>
                <a:path w="93" h="116">
                  <a:moveTo>
                    <a:pt x="93" y="85"/>
                  </a:moveTo>
                  <a:lnTo>
                    <a:pt x="85" y="93"/>
                  </a:lnTo>
                  <a:lnTo>
                    <a:pt x="77" y="100"/>
                  </a:lnTo>
                  <a:lnTo>
                    <a:pt x="69" y="100"/>
                  </a:lnTo>
                  <a:lnTo>
                    <a:pt x="77" y="85"/>
                  </a:lnTo>
                  <a:lnTo>
                    <a:pt x="85" y="54"/>
                  </a:lnTo>
                  <a:lnTo>
                    <a:pt x="93" y="15"/>
                  </a:lnTo>
                  <a:lnTo>
                    <a:pt x="93" y="0"/>
                  </a:lnTo>
                  <a:lnTo>
                    <a:pt x="77" y="8"/>
                  </a:lnTo>
                  <a:lnTo>
                    <a:pt x="77" y="15"/>
                  </a:lnTo>
                  <a:lnTo>
                    <a:pt x="69" y="8"/>
                  </a:lnTo>
                  <a:lnTo>
                    <a:pt x="62" y="0"/>
                  </a:lnTo>
                  <a:lnTo>
                    <a:pt x="38" y="8"/>
                  </a:lnTo>
                  <a:lnTo>
                    <a:pt x="23" y="31"/>
                  </a:lnTo>
                  <a:lnTo>
                    <a:pt x="8" y="54"/>
                  </a:lnTo>
                  <a:lnTo>
                    <a:pt x="0" y="85"/>
                  </a:lnTo>
                  <a:lnTo>
                    <a:pt x="0" y="100"/>
                  </a:lnTo>
                  <a:lnTo>
                    <a:pt x="8" y="116"/>
                  </a:lnTo>
                  <a:lnTo>
                    <a:pt x="23" y="116"/>
                  </a:lnTo>
                  <a:lnTo>
                    <a:pt x="38" y="108"/>
                  </a:lnTo>
                  <a:lnTo>
                    <a:pt x="54" y="100"/>
                  </a:lnTo>
                  <a:lnTo>
                    <a:pt x="62" y="77"/>
                  </a:lnTo>
                  <a:lnTo>
                    <a:pt x="62" y="93"/>
                  </a:lnTo>
                  <a:lnTo>
                    <a:pt x="62" y="100"/>
                  </a:lnTo>
                  <a:lnTo>
                    <a:pt x="62" y="108"/>
                  </a:lnTo>
                  <a:lnTo>
                    <a:pt x="69" y="116"/>
                  </a:lnTo>
                  <a:lnTo>
                    <a:pt x="85" y="108"/>
                  </a:lnTo>
                  <a:lnTo>
                    <a:pt x="93" y="85"/>
                  </a:lnTo>
                  <a:close/>
                  <a:moveTo>
                    <a:pt x="15" y="85"/>
                  </a:moveTo>
                  <a:lnTo>
                    <a:pt x="23" y="62"/>
                  </a:lnTo>
                  <a:lnTo>
                    <a:pt x="31" y="39"/>
                  </a:lnTo>
                  <a:lnTo>
                    <a:pt x="46" y="15"/>
                  </a:lnTo>
                  <a:lnTo>
                    <a:pt x="62" y="8"/>
                  </a:lnTo>
                  <a:lnTo>
                    <a:pt x="69" y="15"/>
                  </a:lnTo>
                  <a:lnTo>
                    <a:pt x="69" y="23"/>
                  </a:lnTo>
                  <a:lnTo>
                    <a:pt x="69" y="46"/>
                  </a:lnTo>
                  <a:lnTo>
                    <a:pt x="62" y="70"/>
                  </a:lnTo>
                  <a:lnTo>
                    <a:pt x="46" y="93"/>
                  </a:lnTo>
                  <a:lnTo>
                    <a:pt x="31" y="100"/>
                  </a:lnTo>
                  <a:lnTo>
                    <a:pt x="23" y="100"/>
                  </a:lnTo>
                  <a:lnTo>
                    <a:pt x="15" y="8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29" name="Freeform 88"/>
            <p:cNvSpPr>
              <a:spLocks noEditPoints="1"/>
            </p:cNvSpPr>
            <p:nvPr/>
          </p:nvSpPr>
          <p:spPr>
            <a:xfrm>
              <a:off x="2828" y="963"/>
              <a:ext cx="92" cy="170"/>
            </a:xfrm>
            <a:custGeom>
              <a:avLst/>
              <a:gdLst>
                <a:gd name="txL" fmla="*/ 0 w 92"/>
                <a:gd name="txT" fmla="*/ 0 h 170"/>
                <a:gd name="txR" fmla="*/ 92 w 92"/>
                <a:gd name="txB" fmla="*/ 170 h 170"/>
              </a:gdLst>
              <a:ahLst/>
              <a:cxnLst>
                <a:cxn ang="0">
                  <a:pos x="77" y="93"/>
                </a:cxn>
                <a:cxn ang="0">
                  <a:pos x="77" y="116"/>
                </a:cxn>
                <a:cxn ang="0">
                  <a:pos x="61" y="139"/>
                </a:cxn>
                <a:cxn ang="0">
                  <a:pos x="46" y="162"/>
                </a:cxn>
                <a:cxn ang="0">
                  <a:pos x="23" y="170"/>
                </a:cxn>
                <a:cxn ang="0">
                  <a:pos x="15" y="170"/>
                </a:cxn>
                <a:cxn ang="0">
                  <a:pos x="15" y="162"/>
                </a:cxn>
                <a:cxn ang="0">
                  <a:pos x="23" y="139"/>
                </a:cxn>
                <a:cxn ang="0">
                  <a:pos x="31" y="108"/>
                </a:cxn>
                <a:cxn ang="0">
                  <a:pos x="46" y="85"/>
                </a:cxn>
                <a:cxn ang="0">
                  <a:pos x="61" y="77"/>
                </a:cxn>
                <a:cxn ang="0">
                  <a:pos x="69" y="85"/>
                </a:cxn>
                <a:cxn ang="0">
                  <a:pos x="77" y="93"/>
                </a:cxn>
                <a:cxn ang="0">
                  <a:pos x="77" y="93"/>
                </a:cxn>
                <a:cxn ang="0">
                  <a:pos x="15" y="16"/>
                </a:cxn>
                <a:cxn ang="0">
                  <a:pos x="31" y="16"/>
                </a:cxn>
                <a:cxn ang="0">
                  <a:pos x="31" y="23"/>
                </a:cxn>
                <a:cxn ang="0">
                  <a:pos x="31" y="31"/>
                </a:cxn>
                <a:cxn ang="0">
                  <a:pos x="23" y="39"/>
                </a:cxn>
                <a:cxn ang="0">
                  <a:pos x="0" y="162"/>
                </a:cxn>
                <a:cxn ang="0">
                  <a:pos x="0" y="162"/>
                </a:cxn>
                <a:cxn ang="0">
                  <a:pos x="7" y="170"/>
                </a:cxn>
                <a:cxn ang="0">
                  <a:pos x="23" y="170"/>
                </a:cxn>
                <a:cxn ang="0">
                  <a:pos x="46" y="162"/>
                </a:cxn>
                <a:cxn ang="0">
                  <a:pos x="69" y="147"/>
                </a:cxn>
                <a:cxn ang="0">
                  <a:pos x="85" y="124"/>
                </a:cxn>
                <a:cxn ang="0">
                  <a:pos x="92" y="93"/>
                </a:cxn>
                <a:cxn ang="0">
                  <a:pos x="85" y="70"/>
                </a:cxn>
                <a:cxn ang="0">
                  <a:pos x="69" y="62"/>
                </a:cxn>
                <a:cxn ang="0">
                  <a:pos x="54" y="70"/>
                </a:cxn>
                <a:cxn ang="0">
                  <a:pos x="46" y="77"/>
                </a:cxn>
                <a:cxn ang="0">
                  <a:pos x="31" y="101"/>
                </a:cxn>
                <a:cxn ang="0">
                  <a:pos x="31" y="101"/>
                </a:cxn>
                <a:cxn ang="0">
                  <a:pos x="38" y="47"/>
                </a:cxn>
                <a:cxn ang="0">
                  <a:pos x="46" y="23"/>
                </a:cxn>
                <a:cxn ang="0">
                  <a:pos x="46" y="0"/>
                </a:cxn>
                <a:cxn ang="0">
                  <a:pos x="46" y="0"/>
                </a:cxn>
                <a:cxn ang="0">
                  <a:pos x="31" y="8"/>
                </a:cxn>
                <a:cxn ang="0">
                  <a:pos x="15" y="8"/>
                </a:cxn>
                <a:cxn ang="0">
                  <a:pos x="15" y="16"/>
                </a:cxn>
              </a:cxnLst>
              <a:rect l="txL" t="txT" r="txR" b="txB"/>
              <a:pathLst>
                <a:path w="92" h="170">
                  <a:moveTo>
                    <a:pt x="77" y="93"/>
                  </a:moveTo>
                  <a:lnTo>
                    <a:pt x="77" y="116"/>
                  </a:lnTo>
                  <a:lnTo>
                    <a:pt x="61" y="139"/>
                  </a:lnTo>
                  <a:lnTo>
                    <a:pt x="46" y="162"/>
                  </a:lnTo>
                  <a:lnTo>
                    <a:pt x="23" y="170"/>
                  </a:lnTo>
                  <a:lnTo>
                    <a:pt x="15" y="170"/>
                  </a:lnTo>
                  <a:lnTo>
                    <a:pt x="15" y="162"/>
                  </a:lnTo>
                  <a:lnTo>
                    <a:pt x="23" y="139"/>
                  </a:lnTo>
                  <a:lnTo>
                    <a:pt x="31" y="108"/>
                  </a:lnTo>
                  <a:lnTo>
                    <a:pt x="46" y="85"/>
                  </a:lnTo>
                  <a:lnTo>
                    <a:pt x="61" y="77"/>
                  </a:lnTo>
                  <a:lnTo>
                    <a:pt x="69" y="85"/>
                  </a:lnTo>
                  <a:lnTo>
                    <a:pt x="77" y="93"/>
                  </a:lnTo>
                  <a:close/>
                  <a:moveTo>
                    <a:pt x="15" y="16"/>
                  </a:moveTo>
                  <a:lnTo>
                    <a:pt x="31" y="16"/>
                  </a:lnTo>
                  <a:lnTo>
                    <a:pt x="31" y="23"/>
                  </a:lnTo>
                  <a:lnTo>
                    <a:pt x="31" y="31"/>
                  </a:lnTo>
                  <a:lnTo>
                    <a:pt x="23" y="39"/>
                  </a:lnTo>
                  <a:lnTo>
                    <a:pt x="0" y="162"/>
                  </a:lnTo>
                  <a:lnTo>
                    <a:pt x="7" y="170"/>
                  </a:lnTo>
                  <a:lnTo>
                    <a:pt x="23" y="170"/>
                  </a:lnTo>
                  <a:lnTo>
                    <a:pt x="46" y="162"/>
                  </a:lnTo>
                  <a:lnTo>
                    <a:pt x="69" y="147"/>
                  </a:lnTo>
                  <a:lnTo>
                    <a:pt x="85" y="124"/>
                  </a:lnTo>
                  <a:lnTo>
                    <a:pt x="92" y="93"/>
                  </a:lnTo>
                  <a:lnTo>
                    <a:pt x="85" y="70"/>
                  </a:lnTo>
                  <a:lnTo>
                    <a:pt x="69" y="62"/>
                  </a:lnTo>
                  <a:lnTo>
                    <a:pt x="54" y="70"/>
                  </a:lnTo>
                  <a:lnTo>
                    <a:pt x="46" y="77"/>
                  </a:lnTo>
                  <a:lnTo>
                    <a:pt x="31" y="101"/>
                  </a:lnTo>
                  <a:lnTo>
                    <a:pt x="38" y="47"/>
                  </a:lnTo>
                  <a:lnTo>
                    <a:pt x="46" y="23"/>
                  </a:lnTo>
                  <a:lnTo>
                    <a:pt x="46" y="0"/>
                  </a:lnTo>
                  <a:lnTo>
                    <a:pt x="31" y="8"/>
                  </a:lnTo>
                  <a:lnTo>
                    <a:pt x="15" y="8"/>
                  </a:lnTo>
                  <a:lnTo>
                    <a:pt x="15" y="1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30" name="Freeform 89"/>
            <p:cNvSpPr/>
            <p:nvPr/>
          </p:nvSpPr>
          <p:spPr>
            <a:xfrm>
              <a:off x="2843" y="2107"/>
              <a:ext cx="54" cy="495"/>
            </a:xfrm>
            <a:custGeom>
              <a:avLst/>
              <a:gdLst>
                <a:gd name="txL" fmla="*/ 0 w 54"/>
                <a:gd name="txT" fmla="*/ 0 h 495"/>
                <a:gd name="txR" fmla="*/ 54 w 54"/>
                <a:gd name="txB" fmla="*/ 495 h 495"/>
              </a:gdLst>
              <a:ahLst/>
              <a:cxnLst>
                <a:cxn ang="0">
                  <a:pos x="0" y="0"/>
                </a:cxn>
                <a:cxn ang="0">
                  <a:pos x="54" y="0"/>
                </a:cxn>
                <a:cxn ang="0">
                  <a:pos x="54" y="495"/>
                </a:cxn>
                <a:cxn ang="0">
                  <a:pos x="0" y="495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54" h="495">
                  <a:moveTo>
                    <a:pt x="0" y="0"/>
                  </a:moveTo>
                  <a:lnTo>
                    <a:pt x="54" y="0"/>
                  </a:lnTo>
                  <a:lnTo>
                    <a:pt x="54" y="495"/>
                  </a:lnTo>
                  <a:lnTo>
                    <a:pt x="0" y="4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31" name="Freeform 90"/>
            <p:cNvSpPr/>
            <p:nvPr/>
          </p:nvSpPr>
          <p:spPr>
            <a:xfrm>
              <a:off x="2812" y="2579"/>
              <a:ext cx="62" cy="31"/>
            </a:xfrm>
            <a:custGeom>
              <a:avLst/>
              <a:gdLst>
                <a:gd name="txL" fmla="*/ 0 w 62"/>
                <a:gd name="txT" fmla="*/ 0 h 31"/>
                <a:gd name="txR" fmla="*/ 62 w 62"/>
                <a:gd name="txB" fmla="*/ 31 h 31"/>
              </a:gdLst>
              <a:ahLst/>
              <a:cxnLst>
                <a:cxn ang="0">
                  <a:pos x="62" y="31"/>
                </a:cxn>
                <a:cxn ang="0">
                  <a:pos x="0" y="0"/>
                </a:cxn>
                <a:cxn ang="0">
                  <a:pos x="62" y="31"/>
                </a:cxn>
                <a:cxn ang="0">
                  <a:pos x="62" y="31"/>
                </a:cxn>
              </a:cxnLst>
              <a:rect l="txL" t="txT" r="txR" b="txB"/>
              <a:pathLst>
                <a:path w="62" h="31">
                  <a:moveTo>
                    <a:pt x="62" y="31"/>
                  </a:moveTo>
                  <a:lnTo>
                    <a:pt x="0" y="0"/>
                  </a:lnTo>
                  <a:lnTo>
                    <a:pt x="62" y="3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32" name="Freeform 91"/>
            <p:cNvSpPr>
              <a:spLocks noEditPoints="1"/>
            </p:cNvSpPr>
            <p:nvPr/>
          </p:nvSpPr>
          <p:spPr>
            <a:xfrm>
              <a:off x="2812" y="2548"/>
              <a:ext cx="62" cy="31"/>
            </a:xfrm>
            <a:custGeom>
              <a:avLst/>
              <a:gdLst>
                <a:gd name="txL" fmla="*/ 0 w 62"/>
                <a:gd name="txT" fmla="*/ 0 h 31"/>
                <a:gd name="txR" fmla="*/ 62 w 62"/>
                <a:gd name="txB" fmla="*/ 31 h 31"/>
              </a:gdLst>
              <a:ahLst/>
              <a:cxnLst>
                <a:cxn ang="0">
                  <a:pos x="0" y="31"/>
                </a:cxn>
                <a:cxn ang="0">
                  <a:pos x="62" y="0"/>
                </a:cxn>
                <a:cxn ang="0">
                  <a:pos x="0" y="31"/>
                </a:cxn>
                <a:cxn ang="0">
                  <a:pos x="0" y="31"/>
                </a:cxn>
                <a:cxn ang="0">
                  <a:pos x="0" y="31"/>
                </a:cxn>
                <a:cxn ang="0">
                  <a:pos x="0" y="31"/>
                </a:cxn>
                <a:cxn ang="0">
                  <a:pos x="0" y="31"/>
                </a:cxn>
              </a:cxnLst>
              <a:rect l="txL" t="txT" r="txR" b="txB"/>
              <a:pathLst>
                <a:path w="62" h="31">
                  <a:moveTo>
                    <a:pt x="0" y="31"/>
                  </a:moveTo>
                  <a:lnTo>
                    <a:pt x="62" y="0"/>
                  </a:lnTo>
                  <a:lnTo>
                    <a:pt x="0" y="31"/>
                  </a:lnTo>
                  <a:close/>
                  <a:moveTo>
                    <a:pt x="0" y="31"/>
                  </a:moveTo>
                  <a:lnTo>
                    <a:pt x="0" y="3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33" name="Freeform 92"/>
            <p:cNvSpPr>
              <a:spLocks noEditPoints="1"/>
            </p:cNvSpPr>
            <p:nvPr/>
          </p:nvSpPr>
          <p:spPr>
            <a:xfrm>
              <a:off x="2874" y="2509"/>
              <a:ext cx="62" cy="39"/>
            </a:xfrm>
            <a:custGeom>
              <a:avLst/>
              <a:gdLst>
                <a:gd name="txL" fmla="*/ 0 w 62"/>
                <a:gd name="txT" fmla="*/ 0 h 39"/>
                <a:gd name="txR" fmla="*/ 62 w 62"/>
                <a:gd name="txB" fmla="*/ 39 h 39"/>
              </a:gdLst>
              <a:ahLst/>
              <a:cxnLst>
                <a:cxn ang="0">
                  <a:pos x="0" y="39"/>
                </a:cxn>
                <a:cxn ang="0">
                  <a:pos x="62" y="0"/>
                </a:cxn>
                <a:cxn ang="0">
                  <a:pos x="0" y="39"/>
                </a:cxn>
                <a:cxn ang="0">
                  <a:pos x="0" y="39"/>
                </a:cxn>
                <a:cxn ang="0">
                  <a:pos x="0" y="39"/>
                </a:cxn>
                <a:cxn ang="0">
                  <a:pos x="0" y="39"/>
                </a:cxn>
                <a:cxn ang="0">
                  <a:pos x="0" y="39"/>
                </a:cxn>
              </a:cxnLst>
              <a:rect l="txL" t="txT" r="txR" b="txB"/>
              <a:pathLst>
                <a:path w="62" h="39">
                  <a:moveTo>
                    <a:pt x="0" y="39"/>
                  </a:moveTo>
                  <a:lnTo>
                    <a:pt x="62" y="0"/>
                  </a:lnTo>
                  <a:lnTo>
                    <a:pt x="0" y="39"/>
                  </a:lnTo>
                  <a:close/>
                  <a:moveTo>
                    <a:pt x="0" y="39"/>
                  </a:moveTo>
                  <a:lnTo>
                    <a:pt x="0" y="3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34" name="Freeform 93"/>
            <p:cNvSpPr>
              <a:spLocks noEditPoints="1"/>
            </p:cNvSpPr>
            <p:nvPr/>
          </p:nvSpPr>
          <p:spPr>
            <a:xfrm>
              <a:off x="2874" y="2478"/>
              <a:ext cx="62" cy="31"/>
            </a:xfrm>
            <a:custGeom>
              <a:avLst/>
              <a:gdLst>
                <a:gd name="txL" fmla="*/ 0 w 62"/>
                <a:gd name="txT" fmla="*/ 0 h 31"/>
                <a:gd name="txR" fmla="*/ 62 w 62"/>
                <a:gd name="txB" fmla="*/ 31 h 31"/>
              </a:gdLst>
              <a:ahLst/>
              <a:cxnLst>
                <a:cxn ang="0">
                  <a:pos x="62" y="31"/>
                </a:cxn>
                <a:cxn ang="0">
                  <a:pos x="0" y="0"/>
                </a:cxn>
                <a:cxn ang="0">
                  <a:pos x="62" y="31"/>
                </a:cxn>
                <a:cxn ang="0">
                  <a:pos x="62" y="31"/>
                </a:cxn>
                <a:cxn ang="0">
                  <a:pos x="62" y="31"/>
                </a:cxn>
                <a:cxn ang="0">
                  <a:pos x="62" y="31"/>
                </a:cxn>
                <a:cxn ang="0">
                  <a:pos x="62" y="31"/>
                </a:cxn>
              </a:cxnLst>
              <a:rect l="txL" t="txT" r="txR" b="txB"/>
              <a:pathLst>
                <a:path w="62" h="31">
                  <a:moveTo>
                    <a:pt x="62" y="31"/>
                  </a:moveTo>
                  <a:lnTo>
                    <a:pt x="0" y="0"/>
                  </a:lnTo>
                  <a:lnTo>
                    <a:pt x="62" y="31"/>
                  </a:lnTo>
                  <a:close/>
                  <a:moveTo>
                    <a:pt x="62" y="31"/>
                  </a:moveTo>
                  <a:lnTo>
                    <a:pt x="62" y="3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35" name="Freeform 94"/>
            <p:cNvSpPr>
              <a:spLocks noEditPoints="1"/>
            </p:cNvSpPr>
            <p:nvPr/>
          </p:nvSpPr>
          <p:spPr>
            <a:xfrm>
              <a:off x="2874" y="2478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36" name="Freeform 95"/>
            <p:cNvSpPr>
              <a:spLocks noEditPoints="1"/>
            </p:cNvSpPr>
            <p:nvPr/>
          </p:nvSpPr>
          <p:spPr>
            <a:xfrm>
              <a:off x="2812" y="2448"/>
              <a:ext cx="62" cy="30"/>
            </a:xfrm>
            <a:custGeom>
              <a:avLst/>
              <a:gdLst>
                <a:gd name="txL" fmla="*/ 0 w 62"/>
                <a:gd name="txT" fmla="*/ 0 h 30"/>
                <a:gd name="txR" fmla="*/ 62 w 62"/>
                <a:gd name="txB" fmla="*/ 30 h 30"/>
              </a:gdLst>
              <a:ahLst/>
              <a:cxnLst>
                <a:cxn ang="0">
                  <a:pos x="62" y="30"/>
                </a:cxn>
                <a:cxn ang="0">
                  <a:pos x="0" y="0"/>
                </a:cxn>
                <a:cxn ang="0">
                  <a:pos x="62" y="30"/>
                </a:cxn>
                <a:cxn ang="0">
                  <a:pos x="62" y="30"/>
                </a:cxn>
                <a:cxn ang="0">
                  <a:pos x="62" y="30"/>
                </a:cxn>
                <a:cxn ang="0">
                  <a:pos x="62" y="30"/>
                </a:cxn>
                <a:cxn ang="0">
                  <a:pos x="62" y="30"/>
                </a:cxn>
              </a:cxnLst>
              <a:rect l="txL" t="txT" r="txR" b="txB"/>
              <a:pathLst>
                <a:path w="62" h="30">
                  <a:moveTo>
                    <a:pt x="62" y="30"/>
                  </a:moveTo>
                  <a:lnTo>
                    <a:pt x="0" y="0"/>
                  </a:lnTo>
                  <a:lnTo>
                    <a:pt x="62" y="30"/>
                  </a:lnTo>
                  <a:close/>
                  <a:moveTo>
                    <a:pt x="62" y="30"/>
                  </a:moveTo>
                  <a:lnTo>
                    <a:pt x="62" y="3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37" name="Freeform 96"/>
            <p:cNvSpPr>
              <a:spLocks noEditPoints="1"/>
            </p:cNvSpPr>
            <p:nvPr/>
          </p:nvSpPr>
          <p:spPr>
            <a:xfrm>
              <a:off x="2812" y="2417"/>
              <a:ext cx="62" cy="31"/>
            </a:xfrm>
            <a:custGeom>
              <a:avLst/>
              <a:gdLst>
                <a:gd name="txL" fmla="*/ 0 w 62"/>
                <a:gd name="txT" fmla="*/ 0 h 31"/>
                <a:gd name="txR" fmla="*/ 62 w 62"/>
                <a:gd name="txB" fmla="*/ 31 h 31"/>
              </a:gdLst>
              <a:ahLst/>
              <a:cxnLst>
                <a:cxn ang="0">
                  <a:pos x="0" y="31"/>
                </a:cxn>
                <a:cxn ang="0">
                  <a:pos x="62" y="0"/>
                </a:cxn>
                <a:cxn ang="0">
                  <a:pos x="0" y="31"/>
                </a:cxn>
                <a:cxn ang="0">
                  <a:pos x="0" y="31"/>
                </a:cxn>
                <a:cxn ang="0">
                  <a:pos x="0" y="31"/>
                </a:cxn>
                <a:cxn ang="0">
                  <a:pos x="0" y="31"/>
                </a:cxn>
                <a:cxn ang="0">
                  <a:pos x="0" y="31"/>
                </a:cxn>
              </a:cxnLst>
              <a:rect l="txL" t="txT" r="txR" b="txB"/>
              <a:pathLst>
                <a:path w="62" h="31">
                  <a:moveTo>
                    <a:pt x="0" y="31"/>
                  </a:moveTo>
                  <a:lnTo>
                    <a:pt x="62" y="0"/>
                  </a:lnTo>
                  <a:lnTo>
                    <a:pt x="0" y="31"/>
                  </a:lnTo>
                  <a:close/>
                  <a:moveTo>
                    <a:pt x="0" y="31"/>
                  </a:moveTo>
                  <a:lnTo>
                    <a:pt x="0" y="3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38" name="Freeform 97"/>
            <p:cNvSpPr>
              <a:spLocks noEditPoints="1"/>
            </p:cNvSpPr>
            <p:nvPr/>
          </p:nvSpPr>
          <p:spPr>
            <a:xfrm>
              <a:off x="2874" y="2386"/>
              <a:ext cx="62" cy="31"/>
            </a:xfrm>
            <a:custGeom>
              <a:avLst/>
              <a:gdLst>
                <a:gd name="txL" fmla="*/ 0 w 62"/>
                <a:gd name="txT" fmla="*/ 0 h 31"/>
                <a:gd name="txR" fmla="*/ 62 w 62"/>
                <a:gd name="txB" fmla="*/ 31 h 31"/>
              </a:gdLst>
              <a:ahLst/>
              <a:cxnLst>
                <a:cxn ang="0">
                  <a:pos x="0" y="31"/>
                </a:cxn>
                <a:cxn ang="0">
                  <a:pos x="62" y="0"/>
                </a:cxn>
                <a:cxn ang="0">
                  <a:pos x="0" y="31"/>
                </a:cxn>
                <a:cxn ang="0">
                  <a:pos x="0" y="31"/>
                </a:cxn>
                <a:cxn ang="0">
                  <a:pos x="0" y="31"/>
                </a:cxn>
                <a:cxn ang="0">
                  <a:pos x="0" y="31"/>
                </a:cxn>
                <a:cxn ang="0">
                  <a:pos x="0" y="31"/>
                </a:cxn>
              </a:cxnLst>
              <a:rect l="txL" t="txT" r="txR" b="txB"/>
              <a:pathLst>
                <a:path w="62" h="31">
                  <a:moveTo>
                    <a:pt x="0" y="31"/>
                  </a:moveTo>
                  <a:lnTo>
                    <a:pt x="62" y="0"/>
                  </a:lnTo>
                  <a:lnTo>
                    <a:pt x="0" y="31"/>
                  </a:lnTo>
                  <a:close/>
                  <a:moveTo>
                    <a:pt x="0" y="31"/>
                  </a:moveTo>
                  <a:lnTo>
                    <a:pt x="0" y="3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39" name="Freeform 98"/>
            <p:cNvSpPr>
              <a:spLocks noEditPoints="1"/>
            </p:cNvSpPr>
            <p:nvPr/>
          </p:nvSpPr>
          <p:spPr>
            <a:xfrm>
              <a:off x="2874" y="2355"/>
              <a:ext cx="62" cy="31"/>
            </a:xfrm>
            <a:custGeom>
              <a:avLst/>
              <a:gdLst>
                <a:gd name="txL" fmla="*/ 0 w 62"/>
                <a:gd name="txT" fmla="*/ 0 h 31"/>
                <a:gd name="txR" fmla="*/ 62 w 62"/>
                <a:gd name="txB" fmla="*/ 31 h 31"/>
              </a:gdLst>
              <a:ahLst/>
              <a:cxnLst>
                <a:cxn ang="0">
                  <a:pos x="62" y="31"/>
                </a:cxn>
                <a:cxn ang="0">
                  <a:pos x="0" y="0"/>
                </a:cxn>
                <a:cxn ang="0">
                  <a:pos x="62" y="31"/>
                </a:cxn>
                <a:cxn ang="0">
                  <a:pos x="62" y="31"/>
                </a:cxn>
                <a:cxn ang="0">
                  <a:pos x="62" y="31"/>
                </a:cxn>
                <a:cxn ang="0">
                  <a:pos x="62" y="31"/>
                </a:cxn>
                <a:cxn ang="0">
                  <a:pos x="62" y="31"/>
                </a:cxn>
              </a:cxnLst>
              <a:rect l="txL" t="txT" r="txR" b="txB"/>
              <a:pathLst>
                <a:path w="62" h="31">
                  <a:moveTo>
                    <a:pt x="62" y="31"/>
                  </a:moveTo>
                  <a:lnTo>
                    <a:pt x="0" y="0"/>
                  </a:lnTo>
                  <a:lnTo>
                    <a:pt x="62" y="31"/>
                  </a:lnTo>
                  <a:close/>
                  <a:moveTo>
                    <a:pt x="62" y="31"/>
                  </a:moveTo>
                  <a:lnTo>
                    <a:pt x="62" y="3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40" name="Freeform 99"/>
            <p:cNvSpPr>
              <a:spLocks noEditPoints="1"/>
            </p:cNvSpPr>
            <p:nvPr/>
          </p:nvSpPr>
          <p:spPr>
            <a:xfrm>
              <a:off x="2812" y="2324"/>
              <a:ext cx="62" cy="31"/>
            </a:xfrm>
            <a:custGeom>
              <a:avLst/>
              <a:gdLst>
                <a:gd name="txL" fmla="*/ 0 w 62"/>
                <a:gd name="txT" fmla="*/ 0 h 31"/>
                <a:gd name="txR" fmla="*/ 62 w 62"/>
                <a:gd name="txB" fmla="*/ 31 h 31"/>
              </a:gdLst>
              <a:ahLst/>
              <a:cxnLst>
                <a:cxn ang="0">
                  <a:pos x="62" y="31"/>
                </a:cxn>
                <a:cxn ang="0">
                  <a:pos x="0" y="0"/>
                </a:cxn>
                <a:cxn ang="0">
                  <a:pos x="62" y="31"/>
                </a:cxn>
                <a:cxn ang="0">
                  <a:pos x="62" y="31"/>
                </a:cxn>
                <a:cxn ang="0">
                  <a:pos x="62" y="31"/>
                </a:cxn>
                <a:cxn ang="0">
                  <a:pos x="62" y="31"/>
                </a:cxn>
                <a:cxn ang="0">
                  <a:pos x="62" y="31"/>
                </a:cxn>
              </a:cxnLst>
              <a:rect l="txL" t="txT" r="txR" b="txB"/>
              <a:pathLst>
                <a:path w="62" h="31">
                  <a:moveTo>
                    <a:pt x="62" y="31"/>
                  </a:moveTo>
                  <a:lnTo>
                    <a:pt x="0" y="0"/>
                  </a:lnTo>
                  <a:lnTo>
                    <a:pt x="62" y="31"/>
                  </a:lnTo>
                  <a:close/>
                  <a:moveTo>
                    <a:pt x="62" y="31"/>
                  </a:moveTo>
                  <a:lnTo>
                    <a:pt x="62" y="3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41" name="Freeform 100"/>
            <p:cNvSpPr>
              <a:spLocks noEditPoints="1"/>
            </p:cNvSpPr>
            <p:nvPr/>
          </p:nvSpPr>
          <p:spPr>
            <a:xfrm>
              <a:off x="2812" y="2293"/>
              <a:ext cx="62" cy="31"/>
            </a:xfrm>
            <a:custGeom>
              <a:avLst/>
              <a:gdLst>
                <a:gd name="txL" fmla="*/ 0 w 62"/>
                <a:gd name="txT" fmla="*/ 0 h 31"/>
                <a:gd name="txR" fmla="*/ 62 w 62"/>
                <a:gd name="txB" fmla="*/ 31 h 31"/>
              </a:gdLst>
              <a:ahLst/>
              <a:cxnLst>
                <a:cxn ang="0">
                  <a:pos x="0" y="31"/>
                </a:cxn>
                <a:cxn ang="0">
                  <a:pos x="62" y="0"/>
                </a:cxn>
                <a:cxn ang="0">
                  <a:pos x="0" y="31"/>
                </a:cxn>
                <a:cxn ang="0">
                  <a:pos x="0" y="31"/>
                </a:cxn>
                <a:cxn ang="0">
                  <a:pos x="0" y="31"/>
                </a:cxn>
                <a:cxn ang="0">
                  <a:pos x="0" y="31"/>
                </a:cxn>
                <a:cxn ang="0">
                  <a:pos x="0" y="31"/>
                </a:cxn>
              </a:cxnLst>
              <a:rect l="txL" t="txT" r="txR" b="txB"/>
              <a:pathLst>
                <a:path w="62" h="31">
                  <a:moveTo>
                    <a:pt x="0" y="31"/>
                  </a:moveTo>
                  <a:lnTo>
                    <a:pt x="62" y="0"/>
                  </a:lnTo>
                  <a:lnTo>
                    <a:pt x="0" y="31"/>
                  </a:lnTo>
                  <a:close/>
                  <a:moveTo>
                    <a:pt x="0" y="31"/>
                  </a:moveTo>
                  <a:lnTo>
                    <a:pt x="0" y="3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42" name="Freeform 101"/>
            <p:cNvSpPr>
              <a:spLocks noEditPoints="1"/>
            </p:cNvSpPr>
            <p:nvPr/>
          </p:nvSpPr>
          <p:spPr>
            <a:xfrm>
              <a:off x="2874" y="2262"/>
              <a:ext cx="62" cy="31"/>
            </a:xfrm>
            <a:custGeom>
              <a:avLst/>
              <a:gdLst>
                <a:gd name="txL" fmla="*/ 0 w 62"/>
                <a:gd name="txT" fmla="*/ 0 h 31"/>
                <a:gd name="txR" fmla="*/ 62 w 62"/>
                <a:gd name="txB" fmla="*/ 31 h 31"/>
              </a:gdLst>
              <a:ahLst/>
              <a:cxnLst>
                <a:cxn ang="0">
                  <a:pos x="0" y="31"/>
                </a:cxn>
                <a:cxn ang="0">
                  <a:pos x="62" y="0"/>
                </a:cxn>
                <a:cxn ang="0">
                  <a:pos x="0" y="31"/>
                </a:cxn>
                <a:cxn ang="0">
                  <a:pos x="0" y="31"/>
                </a:cxn>
                <a:cxn ang="0">
                  <a:pos x="0" y="31"/>
                </a:cxn>
                <a:cxn ang="0">
                  <a:pos x="0" y="31"/>
                </a:cxn>
                <a:cxn ang="0">
                  <a:pos x="0" y="31"/>
                </a:cxn>
              </a:cxnLst>
              <a:rect l="txL" t="txT" r="txR" b="txB"/>
              <a:pathLst>
                <a:path w="62" h="31">
                  <a:moveTo>
                    <a:pt x="0" y="31"/>
                  </a:moveTo>
                  <a:lnTo>
                    <a:pt x="62" y="0"/>
                  </a:lnTo>
                  <a:lnTo>
                    <a:pt x="0" y="31"/>
                  </a:lnTo>
                  <a:close/>
                  <a:moveTo>
                    <a:pt x="0" y="31"/>
                  </a:moveTo>
                  <a:lnTo>
                    <a:pt x="0" y="3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43" name="Freeform 102"/>
            <p:cNvSpPr>
              <a:spLocks noEditPoints="1"/>
            </p:cNvSpPr>
            <p:nvPr/>
          </p:nvSpPr>
          <p:spPr>
            <a:xfrm>
              <a:off x="2874" y="2223"/>
              <a:ext cx="62" cy="39"/>
            </a:xfrm>
            <a:custGeom>
              <a:avLst/>
              <a:gdLst>
                <a:gd name="txL" fmla="*/ 0 w 62"/>
                <a:gd name="txT" fmla="*/ 0 h 39"/>
                <a:gd name="txR" fmla="*/ 62 w 62"/>
                <a:gd name="txB" fmla="*/ 39 h 39"/>
              </a:gdLst>
              <a:ahLst/>
              <a:cxnLst>
                <a:cxn ang="0">
                  <a:pos x="62" y="39"/>
                </a:cxn>
                <a:cxn ang="0">
                  <a:pos x="0" y="0"/>
                </a:cxn>
                <a:cxn ang="0">
                  <a:pos x="62" y="39"/>
                </a:cxn>
                <a:cxn ang="0">
                  <a:pos x="62" y="39"/>
                </a:cxn>
                <a:cxn ang="0">
                  <a:pos x="62" y="39"/>
                </a:cxn>
                <a:cxn ang="0">
                  <a:pos x="62" y="39"/>
                </a:cxn>
                <a:cxn ang="0">
                  <a:pos x="62" y="39"/>
                </a:cxn>
              </a:cxnLst>
              <a:rect l="txL" t="txT" r="txR" b="txB"/>
              <a:pathLst>
                <a:path w="62" h="39">
                  <a:moveTo>
                    <a:pt x="62" y="39"/>
                  </a:moveTo>
                  <a:lnTo>
                    <a:pt x="0" y="0"/>
                  </a:lnTo>
                  <a:lnTo>
                    <a:pt x="62" y="39"/>
                  </a:lnTo>
                  <a:close/>
                  <a:moveTo>
                    <a:pt x="62" y="39"/>
                  </a:moveTo>
                  <a:lnTo>
                    <a:pt x="62" y="3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44" name="Freeform 103"/>
            <p:cNvSpPr>
              <a:spLocks noEditPoints="1"/>
            </p:cNvSpPr>
            <p:nvPr/>
          </p:nvSpPr>
          <p:spPr>
            <a:xfrm>
              <a:off x="2812" y="2192"/>
              <a:ext cx="62" cy="31"/>
            </a:xfrm>
            <a:custGeom>
              <a:avLst/>
              <a:gdLst>
                <a:gd name="txL" fmla="*/ 0 w 62"/>
                <a:gd name="txT" fmla="*/ 0 h 31"/>
                <a:gd name="txR" fmla="*/ 62 w 62"/>
                <a:gd name="txB" fmla="*/ 31 h 31"/>
              </a:gdLst>
              <a:ahLst/>
              <a:cxnLst>
                <a:cxn ang="0">
                  <a:pos x="62" y="31"/>
                </a:cxn>
                <a:cxn ang="0">
                  <a:pos x="0" y="0"/>
                </a:cxn>
                <a:cxn ang="0">
                  <a:pos x="62" y="31"/>
                </a:cxn>
                <a:cxn ang="0">
                  <a:pos x="62" y="31"/>
                </a:cxn>
                <a:cxn ang="0">
                  <a:pos x="62" y="31"/>
                </a:cxn>
                <a:cxn ang="0">
                  <a:pos x="62" y="31"/>
                </a:cxn>
                <a:cxn ang="0">
                  <a:pos x="62" y="31"/>
                </a:cxn>
              </a:cxnLst>
              <a:rect l="txL" t="txT" r="txR" b="txB"/>
              <a:pathLst>
                <a:path w="62" h="31">
                  <a:moveTo>
                    <a:pt x="62" y="31"/>
                  </a:moveTo>
                  <a:lnTo>
                    <a:pt x="0" y="0"/>
                  </a:lnTo>
                  <a:lnTo>
                    <a:pt x="62" y="31"/>
                  </a:lnTo>
                  <a:close/>
                  <a:moveTo>
                    <a:pt x="62" y="31"/>
                  </a:moveTo>
                  <a:lnTo>
                    <a:pt x="62" y="3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45" name="Freeform 104"/>
            <p:cNvSpPr>
              <a:spLocks noEditPoints="1"/>
            </p:cNvSpPr>
            <p:nvPr/>
          </p:nvSpPr>
          <p:spPr>
            <a:xfrm>
              <a:off x="2812" y="2162"/>
              <a:ext cx="62" cy="30"/>
            </a:xfrm>
            <a:custGeom>
              <a:avLst/>
              <a:gdLst>
                <a:gd name="txL" fmla="*/ 0 w 62"/>
                <a:gd name="txT" fmla="*/ 0 h 30"/>
                <a:gd name="txR" fmla="*/ 62 w 62"/>
                <a:gd name="txB" fmla="*/ 30 h 30"/>
              </a:gdLst>
              <a:ahLst/>
              <a:cxnLst>
                <a:cxn ang="0">
                  <a:pos x="0" y="30"/>
                </a:cxn>
                <a:cxn ang="0">
                  <a:pos x="62" y="0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0" y="30"/>
                </a:cxn>
              </a:cxnLst>
              <a:rect l="txL" t="txT" r="txR" b="txB"/>
              <a:pathLst>
                <a:path w="62" h="30">
                  <a:moveTo>
                    <a:pt x="0" y="30"/>
                  </a:moveTo>
                  <a:lnTo>
                    <a:pt x="62" y="0"/>
                  </a:lnTo>
                  <a:lnTo>
                    <a:pt x="0" y="30"/>
                  </a:lnTo>
                  <a:close/>
                  <a:moveTo>
                    <a:pt x="0" y="30"/>
                  </a:moveTo>
                  <a:lnTo>
                    <a:pt x="0" y="3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46" name="Freeform 105"/>
            <p:cNvSpPr>
              <a:spLocks noEditPoints="1"/>
            </p:cNvSpPr>
            <p:nvPr/>
          </p:nvSpPr>
          <p:spPr>
            <a:xfrm>
              <a:off x="2874" y="2131"/>
              <a:ext cx="62" cy="31"/>
            </a:xfrm>
            <a:custGeom>
              <a:avLst/>
              <a:gdLst>
                <a:gd name="txL" fmla="*/ 0 w 62"/>
                <a:gd name="txT" fmla="*/ 0 h 31"/>
                <a:gd name="txR" fmla="*/ 62 w 62"/>
                <a:gd name="txB" fmla="*/ 31 h 31"/>
              </a:gdLst>
              <a:ahLst/>
              <a:cxnLst>
                <a:cxn ang="0">
                  <a:pos x="0" y="31"/>
                </a:cxn>
                <a:cxn ang="0">
                  <a:pos x="62" y="0"/>
                </a:cxn>
                <a:cxn ang="0">
                  <a:pos x="0" y="31"/>
                </a:cxn>
                <a:cxn ang="0">
                  <a:pos x="0" y="31"/>
                </a:cxn>
                <a:cxn ang="0">
                  <a:pos x="0" y="31"/>
                </a:cxn>
                <a:cxn ang="0">
                  <a:pos x="0" y="31"/>
                </a:cxn>
                <a:cxn ang="0">
                  <a:pos x="0" y="31"/>
                </a:cxn>
              </a:cxnLst>
              <a:rect l="txL" t="txT" r="txR" b="txB"/>
              <a:pathLst>
                <a:path w="62" h="31">
                  <a:moveTo>
                    <a:pt x="0" y="31"/>
                  </a:moveTo>
                  <a:lnTo>
                    <a:pt x="62" y="0"/>
                  </a:lnTo>
                  <a:lnTo>
                    <a:pt x="0" y="31"/>
                  </a:lnTo>
                  <a:close/>
                  <a:moveTo>
                    <a:pt x="0" y="31"/>
                  </a:moveTo>
                  <a:lnTo>
                    <a:pt x="0" y="3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47" name="Freeform 106"/>
            <p:cNvSpPr>
              <a:spLocks noEditPoints="1"/>
            </p:cNvSpPr>
            <p:nvPr/>
          </p:nvSpPr>
          <p:spPr>
            <a:xfrm>
              <a:off x="2866" y="2100"/>
              <a:ext cx="70" cy="31"/>
            </a:xfrm>
            <a:custGeom>
              <a:avLst/>
              <a:gdLst>
                <a:gd name="txL" fmla="*/ 0 w 70"/>
                <a:gd name="txT" fmla="*/ 0 h 31"/>
                <a:gd name="txR" fmla="*/ 70 w 70"/>
                <a:gd name="txB" fmla="*/ 31 h 31"/>
              </a:gdLst>
              <a:ahLst/>
              <a:cxnLst>
                <a:cxn ang="0">
                  <a:pos x="70" y="31"/>
                </a:cxn>
                <a:cxn ang="0">
                  <a:pos x="0" y="0"/>
                </a:cxn>
                <a:cxn ang="0">
                  <a:pos x="70" y="31"/>
                </a:cxn>
                <a:cxn ang="0">
                  <a:pos x="70" y="31"/>
                </a:cxn>
                <a:cxn ang="0">
                  <a:pos x="70" y="31"/>
                </a:cxn>
                <a:cxn ang="0">
                  <a:pos x="70" y="31"/>
                </a:cxn>
                <a:cxn ang="0">
                  <a:pos x="70" y="31"/>
                </a:cxn>
              </a:cxnLst>
              <a:rect l="txL" t="txT" r="txR" b="txB"/>
              <a:pathLst>
                <a:path w="70" h="31">
                  <a:moveTo>
                    <a:pt x="70" y="31"/>
                  </a:moveTo>
                  <a:lnTo>
                    <a:pt x="0" y="0"/>
                  </a:lnTo>
                  <a:lnTo>
                    <a:pt x="70" y="31"/>
                  </a:lnTo>
                  <a:close/>
                  <a:moveTo>
                    <a:pt x="70" y="31"/>
                  </a:moveTo>
                  <a:lnTo>
                    <a:pt x="70" y="3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48" name="Freeform 107"/>
            <p:cNvSpPr/>
            <p:nvPr/>
          </p:nvSpPr>
          <p:spPr>
            <a:xfrm>
              <a:off x="4872" y="1025"/>
              <a:ext cx="85" cy="116"/>
            </a:xfrm>
            <a:custGeom>
              <a:avLst/>
              <a:gdLst>
                <a:gd name="txL" fmla="*/ 0 w 85"/>
                <a:gd name="txT" fmla="*/ 0 h 116"/>
                <a:gd name="txR" fmla="*/ 85 w 85"/>
                <a:gd name="txB" fmla="*/ 116 h 116"/>
              </a:gdLst>
              <a:ahLst/>
              <a:cxnLst>
                <a:cxn ang="0">
                  <a:pos x="69" y="85"/>
                </a:cxn>
                <a:cxn ang="0">
                  <a:pos x="54" y="93"/>
                </a:cxn>
                <a:cxn ang="0">
                  <a:pos x="38" y="100"/>
                </a:cxn>
                <a:cxn ang="0">
                  <a:pos x="23" y="93"/>
                </a:cxn>
                <a:cxn ang="0">
                  <a:pos x="23" y="77"/>
                </a:cxn>
                <a:cxn ang="0">
                  <a:pos x="31" y="31"/>
                </a:cxn>
                <a:cxn ang="0">
                  <a:pos x="46" y="15"/>
                </a:cxn>
                <a:cxn ang="0">
                  <a:pos x="62" y="8"/>
                </a:cxn>
                <a:cxn ang="0">
                  <a:pos x="69" y="8"/>
                </a:cxn>
                <a:cxn ang="0">
                  <a:pos x="69" y="15"/>
                </a:cxn>
                <a:cxn ang="0">
                  <a:pos x="69" y="15"/>
                </a:cxn>
                <a:cxn ang="0">
                  <a:pos x="62" y="23"/>
                </a:cxn>
                <a:cxn ang="0">
                  <a:pos x="69" y="31"/>
                </a:cxn>
                <a:cxn ang="0">
                  <a:pos x="77" y="31"/>
                </a:cxn>
                <a:cxn ang="0">
                  <a:pos x="85" y="31"/>
                </a:cxn>
                <a:cxn ang="0">
                  <a:pos x="85" y="23"/>
                </a:cxn>
                <a:cxn ang="0">
                  <a:pos x="77" y="8"/>
                </a:cxn>
                <a:cxn ang="0">
                  <a:pos x="62" y="0"/>
                </a:cxn>
                <a:cxn ang="0">
                  <a:pos x="38" y="8"/>
                </a:cxn>
                <a:cxn ang="0">
                  <a:pos x="23" y="23"/>
                </a:cxn>
                <a:cxn ang="0">
                  <a:pos x="7" y="46"/>
                </a:cxn>
                <a:cxn ang="0">
                  <a:pos x="0" y="77"/>
                </a:cxn>
                <a:cxn ang="0">
                  <a:pos x="7" y="100"/>
                </a:cxn>
                <a:cxn ang="0">
                  <a:pos x="15" y="108"/>
                </a:cxn>
                <a:cxn ang="0">
                  <a:pos x="31" y="116"/>
                </a:cxn>
                <a:cxn ang="0">
                  <a:pos x="46" y="116"/>
                </a:cxn>
                <a:cxn ang="0">
                  <a:pos x="62" y="100"/>
                </a:cxn>
                <a:cxn ang="0">
                  <a:pos x="69" y="85"/>
                </a:cxn>
                <a:cxn ang="0">
                  <a:pos x="69" y="85"/>
                </a:cxn>
              </a:cxnLst>
              <a:rect l="txL" t="txT" r="txR" b="txB"/>
              <a:pathLst>
                <a:path w="85" h="116">
                  <a:moveTo>
                    <a:pt x="69" y="85"/>
                  </a:moveTo>
                  <a:lnTo>
                    <a:pt x="54" y="93"/>
                  </a:lnTo>
                  <a:lnTo>
                    <a:pt x="38" y="100"/>
                  </a:lnTo>
                  <a:lnTo>
                    <a:pt x="23" y="93"/>
                  </a:lnTo>
                  <a:lnTo>
                    <a:pt x="23" y="77"/>
                  </a:lnTo>
                  <a:lnTo>
                    <a:pt x="31" y="31"/>
                  </a:lnTo>
                  <a:lnTo>
                    <a:pt x="46" y="15"/>
                  </a:lnTo>
                  <a:lnTo>
                    <a:pt x="62" y="8"/>
                  </a:lnTo>
                  <a:lnTo>
                    <a:pt x="69" y="8"/>
                  </a:lnTo>
                  <a:lnTo>
                    <a:pt x="69" y="15"/>
                  </a:lnTo>
                  <a:lnTo>
                    <a:pt x="62" y="23"/>
                  </a:lnTo>
                  <a:lnTo>
                    <a:pt x="69" y="31"/>
                  </a:lnTo>
                  <a:lnTo>
                    <a:pt x="77" y="31"/>
                  </a:lnTo>
                  <a:lnTo>
                    <a:pt x="85" y="31"/>
                  </a:lnTo>
                  <a:lnTo>
                    <a:pt x="85" y="23"/>
                  </a:lnTo>
                  <a:lnTo>
                    <a:pt x="77" y="8"/>
                  </a:lnTo>
                  <a:lnTo>
                    <a:pt x="62" y="0"/>
                  </a:lnTo>
                  <a:lnTo>
                    <a:pt x="38" y="8"/>
                  </a:lnTo>
                  <a:lnTo>
                    <a:pt x="23" y="23"/>
                  </a:lnTo>
                  <a:lnTo>
                    <a:pt x="7" y="46"/>
                  </a:lnTo>
                  <a:lnTo>
                    <a:pt x="0" y="77"/>
                  </a:lnTo>
                  <a:lnTo>
                    <a:pt x="7" y="100"/>
                  </a:lnTo>
                  <a:lnTo>
                    <a:pt x="15" y="108"/>
                  </a:lnTo>
                  <a:lnTo>
                    <a:pt x="31" y="116"/>
                  </a:lnTo>
                  <a:lnTo>
                    <a:pt x="46" y="116"/>
                  </a:lnTo>
                  <a:lnTo>
                    <a:pt x="62" y="100"/>
                  </a:lnTo>
                  <a:lnTo>
                    <a:pt x="69" y="8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49" name="Freeform 108"/>
            <p:cNvSpPr>
              <a:spLocks noEditPoints="1"/>
            </p:cNvSpPr>
            <p:nvPr/>
          </p:nvSpPr>
          <p:spPr>
            <a:xfrm>
              <a:off x="4872" y="3383"/>
              <a:ext cx="100" cy="178"/>
            </a:xfrm>
            <a:custGeom>
              <a:avLst/>
              <a:gdLst>
                <a:gd name="txL" fmla="*/ 0 w 100"/>
                <a:gd name="txT" fmla="*/ 0 h 178"/>
                <a:gd name="txR" fmla="*/ 100 w 100"/>
                <a:gd name="txB" fmla="*/ 178 h 178"/>
              </a:gdLst>
              <a:ahLst/>
              <a:cxnLst>
                <a:cxn ang="0">
                  <a:pos x="31" y="162"/>
                </a:cxn>
                <a:cxn ang="0">
                  <a:pos x="15" y="155"/>
                </a:cxn>
                <a:cxn ang="0">
                  <a:pos x="15" y="147"/>
                </a:cxn>
                <a:cxn ang="0">
                  <a:pos x="23" y="124"/>
                </a:cxn>
                <a:cxn ang="0">
                  <a:pos x="31" y="101"/>
                </a:cxn>
                <a:cxn ang="0">
                  <a:pos x="46" y="77"/>
                </a:cxn>
                <a:cxn ang="0">
                  <a:pos x="62" y="70"/>
                </a:cxn>
                <a:cxn ang="0">
                  <a:pos x="69" y="77"/>
                </a:cxn>
                <a:cxn ang="0">
                  <a:pos x="69" y="85"/>
                </a:cxn>
                <a:cxn ang="0">
                  <a:pos x="69" y="108"/>
                </a:cxn>
                <a:cxn ang="0">
                  <a:pos x="54" y="139"/>
                </a:cxn>
                <a:cxn ang="0">
                  <a:pos x="46" y="155"/>
                </a:cxn>
                <a:cxn ang="0">
                  <a:pos x="31" y="162"/>
                </a:cxn>
                <a:cxn ang="0">
                  <a:pos x="31" y="162"/>
                </a:cxn>
                <a:cxn ang="0">
                  <a:pos x="92" y="147"/>
                </a:cxn>
                <a:cxn ang="0">
                  <a:pos x="85" y="155"/>
                </a:cxn>
                <a:cxn ang="0">
                  <a:pos x="77" y="162"/>
                </a:cxn>
                <a:cxn ang="0">
                  <a:pos x="69" y="162"/>
                </a:cxn>
                <a:cxn ang="0">
                  <a:pos x="69" y="155"/>
                </a:cxn>
                <a:cxn ang="0">
                  <a:pos x="69" y="147"/>
                </a:cxn>
                <a:cxn ang="0">
                  <a:pos x="77" y="139"/>
                </a:cxn>
                <a:cxn ang="0">
                  <a:pos x="85" y="93"/>
                </a:cxn>
                <a:cxn ang="0">
                  <a:pos x="92" y="46"/>
                </a:cxn>
                <a:cxn ang="0">
                  <a:pos x="100" y="8"/>
                </a:cxn>
                <a:cxn ang="0">
                  <a:pos x="100" y="0"/>
                </a:cxn>
                <a:cxn ang="0">
                  <a:pos x="85" y="8"/>
                </a:cxn>
                <a:cxn ang="0">
                  <a:pos x="69" y="8"/>
                </a:cxn>
                <a:cxn ang="0">
                  <a:pos x="69" y="16"/>
                </a:cxn>
                <a:cxn ang="0">
                  <a:pos x="85" y="16"/>
                </a:cxn>
                <a:cxn ang="0">
                  <a:pos x="85" y="23"/>
                </a:cxn>
                <a:cxn ang="0">
                  <a:pos x="85" y="31"/>
                </a:cxn>
                <a:cxn ang="0">
                  <a:pos x="85" y="39"/>
                </a:cxn>
                <a:cxn ang="0">
                  <a:pos x="69" y="77"/>
                </a:cxn>
                <a:cxn ang="0">
                  <a:pos x="69" y="77"/>
                </a:cxn>
                <a:cxn ang="0">
                  <a:pos x="69" y="70"/>
                </a:cxn>
                <a:cxn ang="0">
                  <a:pos x="62" y="62"/>
                </a:cxn>
                <a:cxn ang="0">
                  <a:pos x="38" y="70"/>
                </a:cxn>
                <a:cxn ang="0">
                  <a:pos x="23" y="93"/>
                </a:cxn>
                <a:cxn ang="0">
                  <a:pos x="7" y="116"/>
                </a:cxn>
                <a:cxn ang="0">
                  <a:pos x="0" y="147"/>
                </a:cxn>
                <a:cxn ang="0">
                  <a:pos x="7" y="162"/>
                </a:cxn>
                <a:cxn ang="0">
                  <a:pos x="15" y="178"/>
                </a:cxn>
                <a:cxn ang="0">
                  <a:pos x="23" y="178"/>
                </a:cxn>
                <a:cxn ang="0">
                  <a:pos x="38" y="170"/>
                </a:cxn>
                <a:cxn ang="0">
                  <a:pos x="46" y="162"/>
                </a:cxn>
                <a:cxn ang="0">
                  <a:pos x="54" y="139"/>
                </a:cxn>
                <a:cxn ang="0">
                  <a:pos x="54" y="147"/>
                </a:cxn>
                <a:cxn ang="0">
                  <a:pos x="54" y="155"/>
                </a:cxn>
                <a:cxn ang="0">
                  <a:pos x="54" y="162"/>
                </a:cxn>
                <a:cxn ang="0">
                  <a:pos x="54" y="170"/>
                </a:cxn>
                <a:cxn ang="0">
                  <a:pos x="62" y="178"/>
                </a:cxn>
                <a:cxn ang="0">
                  <a:pos x="77" y="170"/>
                </a:cxn>
                <a:cxn ang="0">
                  <a:pos x="92" y="147"/>
                </a:cxn>
                <a:cxn ang="0">
                  <a:pos x="92" y="147"/>
                </a:cxn>
              </a:cxnLst>
              <a:rect l="txL" t="txT" r="txR" b="txB"/>
              <a:pathLst>
                <a:path w="100" h="178">
                  <a:moveTo>
                    <a:pt x="31" y="162"/>
                  </a:moveTo>
                  <a:lnTo>
                    <a:pt x="15" y="155"/>
                  </a:lnTo>
                  <a:lnTo>
                    <a:pt x="15" y="147"/>
                  </a:lnTo>
                  <a:lnTo>
                    <a:pt x="23" y="124"/>
                  </a:lnTo>
                  <a:lnTo>
                    <a:pt x="31" y="101"/>
                  </a:lnTo>
                  <a:lnTo>
                    <a:pt x="46" y="77"/>
                  </a:lnTo>
                  <a:lnTo>
                    <a:pt x="62" y="70"/>
                  </a:lnTo>
                  <a:lnTo>
                    <a:pt x="69" y="77"/>
                  </a:lnTo>
                  <a:lnTo>
                    <a:pt x="69" y="85"/>
                  </a:lnTo>
                  <a:lnTo>
                    <a:pt x="69" y="108"/>
                  </a:lnTo>
                  <a:lnTo>
                    <a:pt x="54" y="139"/>
                  </a:lnTo>
                  <a:lnTo>
                    <a:pt x="46" y="155"/>
                  </a:lnTo>
                  <a:lnTo>
                    <a:pt x="31" y="162"/>
                  </a:lnTo>
                  <a:close/>
                  <a:moveTo>
                    <a:pt x="92" y="147"/>
                  </a:moveTo>
                  <a:lnTo>
                    <a:pt x="85" y="155"/>
                  </a:lnTo>
                  <a:lnTo>
                    <a:pt x="77" y="162"/>
                  </a:lnTo>
                  <a:lnTo>
                    <a:pt x="69" y="162"/>
                  </a:lnTo>
                  <a:lnTo>
                    <a:pt x="69" y="155"/>
                  </a:lnTo>
                  <a:lnTo>
                    <a:pt x="69" y="147"/>
                  </a:lnTo>
                  <a:lnTo>
                    <a:pt x="77" y="139"/>
                  </a:lnTo>
                  <a:lnTo>
                    <a:pt x="85" y="93"/>
                  </a:lnTo>
                  <a:lnTo>
                    <a:pt x="92" y="46"/>
                  </a:lnTo>
                  <a:lnTo>
                    <a:pt x="100" y="8"/>
                  </a:lnTo>
                  <a:lnTo>
                    <a:pt x="100" y="0"/>
                  </a:lnTo>
                  <a:lnTo>
                    <a:pt x="85" y="8"/>
                  </a:lnTo>
                  <a:lnTo>
                    <a:pt x="69" y="8"/>
                  </a:lnTo>
                  <a:lnTo>
                    <a:pt x="69" y="16"/>
                  </a:lnTo>
                  <a:lnTo>
                    <a:pt x="85" y="16"/>
                  </a:lnTo>
                  <a:lnTo>
                    <a:pt x="85" y="23"/>
                  </a:lnTo>
                  <a:lnTo>
                    <a:pt x="85" y="31"/>
                  </a:lnTo>
                  <a:lnTo>
                    <a:pt x="85" y="39"/>
                  </a:lnTo>
                  <a:lnTo>
                    <a:pt x="69" y="77"/>
                  </a:lnTo>
                  <a:lnTo>
                    <a:pt x="69" y="70"/>
                  </a:lnTo>
                  <a:lnTo>
                    <a:pt x="62" y="62"/>
                  </a:lnTo>
                  <a:lnTo>
                    <a:pt x="38" y="70"/>
                  </a:lnTo>
                  <a:lnTo>
                    <a:pt x="23" y="93"/>
                  </a:lnTo>
                  <a:lnTo>
                    <a:pt x="7" y="116"/>
                  </a:lnTo>
                  <a:lnTo>
                    <a:pt x="0" y="147"/>
                  </a:lnTo>
                  <a:lnTo>
                    <a:pt x="7" y="162"/>
                  </a:lnTo>
                  <a:lnTo>
                    <a:pt x="15" y="178"/>
                  </a:lnTo>
                  <a:lnTo>
                    <a:pt x="23" y="178"/>
                  </a:lnTo>
                  <a:lnTo>
                    <a:pt x="38" y="170"/>
                  </a:lnTo>
                  <a:lnTo>
                    <a:pt x="46" y="162"/>
                  </a:lnTo>
                  <a:lnTo>
                    <a:pt x="54" y="139"/>
                  </a:lnTo>
                  <a:lnTo>
                    <a:pt x="54" y="147"/>
                  </a:lnTo>
                  <a:lnTo>
                    <a:pt x="54" y="155"/>
                  </a:lnTo>
                  <a:lnTo>
                    <a:pt x="54" y="162"/>
                  </a:lnTo>
                  <a:lnTo>
                    <a:pt x="54" y="170"/>
                  </a:lnTo>
                  <a:lnTo>
                    <a:pt x="62" y="178"/>
                  </a:lnTo>
                  <a:lnTo>
                    <a:pt x="77" y="170"/>
                  </a:lnTo>
                  <a:lnTo>
                    <a:pt x="92" y="14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50" name="Freeform 109"/>
            <p:cNvSpPr>
              <a:spLocks noEditPoints="1"/>
            </p:cNvSpPr>
            <p:nvPr/>
          </p:nvSpPr>
          <p:spPr>
            <a:xfrm>
              <a:off x="2820" y="3445"/>
              <a:ext cx="77" cy="108"/>
            </a:xfrm>
            <a:custGeom>
              <a:avLst/>
              <a:gdLst>
                <a:gd name="txL" fmla="*/ 0 w 77"/>
                <a:gd name="txT" fmla="*/ 0 h 108"/>
                <a:gd name="txR" fmla="*/ 77 w 77"/>
                <a:gd name="txB" fmla="*/ 108 h 108"/>
              </a:gdLst>
              <a:ahLst/>
              <a:cxnLst>
                <a:cxn ang="0">
                  <a:pos x="31" y="46"/>
                </a:cxn>
                <a:cxn ang="0">
                  <a:pos x="46" y="15"/>
                </a:cxn>
                <a:cxn ang="0">
                  <a:pos x="62" y="8"/>
                </a:cxn>
                <a:cxn ang="0">
                  <a:pos x="69" y="8"/>
                </a:cxn>
                <a:cxn ang="0">
                  <a:pos x="69" y="15"/>
                </a:cxn>
                <a:cxn ang="0">
                  <a:pos x="69" y="23"/>
                </a:cxn>
                <a:cxn ang="0">
                  <a:pos x="62" y="31"/>
                </a:cxn>
                <a:cxn ang="0">
                  <a:pos x="54" y="46"/>
                </a:cxn>
                <a:cxn ang="0">
                  <a:pos x="23" y="54"/>
                </a:cxn>
                <a:cxn ang="0">
                  <a:pos x="31" y="46"/>
                </a:cxn>
                <a:cxn ang="0">
                  <a:pos x="69" y="77"/>
                </a:cxn>
                <a:cxn ang="0">
                  <a:pos x="54" y="93"/>
                </a:cxn>
                <a:cxn ang="0">
                  <a:pos x="39" y="100"/>
                </a:cxn>
                <a:cxn ang="0">
                  <a:pos x="31" y="93"/>
                </a:cxn>
                <a:cxn ang="0">
                  <a:pos x="23" y="77"/>
                </a:cxn>
                <a:cxn ang="0">
                  <a:pos x="23" y="69"/>
                </a:cxn>
                <a:cxn ang="0">
                  <a:pos x="23" y="62"/>
                </a:cxn>
                <a:cxn ang="0">
                  <a:pos x="31" y="62"/>
                </a:cxn>
                <a:cxn ang="0">
                  <a:pos x="69" y="46"/>
                </a:cxn>
                <a:cxn ang="0">
                  <a:pos x="77" y="15"/>
                </a:cxn>
                <a:cxn ang="0">
                  <a:pos x="77" y="8"/>
                </a:cxn>
                <a:cxn ang="0">
                  <a:pos x="62" y="0"/>
                </a:cxn>
                <a:cxn ang="0">
                  <a:pos x="46" y="8"/>
                </a:cxn>
                <a:cxn ang="0">
                  <a:pos x="23" y="23"/>
                </a:cxn>
                <a:cxn ang="0">
                  <a:pos x="8" y="46"/>
                </a:cxn>
                <a:cxn ang="0">
                  <a:pos x="0" y="77"/>
                </a:cxn>
                <a:cxn ang="0">
                  <a:pos x="8" y="100"/>
                </a:cxn>
                <a:cxn ang="0">
                  <a:pos x="31" y="108"/>
                </a:cxn>
                <a:cxn ang="0">
                  <a:pos x="46" y="108"/>
                </a:cxn>
                <a:cxn ang="0">
                  <a:pos x="62" y="100"/>
                </a:cxn>
                <a:cxn ang="0">
                  <a:pos x="69" y="93"/>
                </a:cxn>
                <a:cxn ang="0">
                  <a:pos x="69" y="85"/>
                </a:cxn>
                <a:cxn ang="0">
                  <a:pos x="69" y="77"/>
                </a:cxn>
              </a:cxnLst>
              <a:rect l="txL" t="txT" r="txR" b="txB"/>
              <a:pathLst>
                <a:path w="77" h="108">
                  <a:moveTo>
                    <a:pt x="31" y="46"/>
                  </a:moveTo>
                  <a:lnTo>
                    <a:pt x="46" y="15"/>
                  </a:lnTo>
                  <a:lnTo>
                    <a:pt x="62" y="8"/>
                  </a:lnTo>
                  <a:lnTo>
                    <a:pt x="69" y="8"/>
                  </a:lnTo>
                  <a:lnTo>
                    <a:pt x="69" y="15"/>
                  </a:lnTo>
                  <a:lnTo>
                    <a:pt x="69" y="23"/>
                  </a:lnTo>
                  <a:lnTo>
                    <a:pt x="62" y="31"/>
                  </a:lnTo>
                  <a:lnTo>
                    <a:pt x="54" y="46"/>
                  </a:lnTo>
                  <a:lnTo>
                    <a:pt x="23" y="54"/>
                  </a:lnTo>
                  <a:lnTo>
                    <a:pt x="31" y="46"/>
                  </a:lnTo>
                  <a:close/>
                  <a:moveTo>
                    <a:pt x="69" y="77"/>
                  </a:moveTo>
                  <a:lnTo>
                    <a:pt x="54" y="93"/>
                  </a:lnTo>
                  <a:lnTo>
                    <a:pt x="39" y="100"/>
                  </a:lnTo>
                  <a:lnTo>
                    <a:pt x="31" y="93"/>
                  </a:lnTo>
                  <a:lnTo>
                    <a:pt x="23" y="77"/>
                  </a:lnTo>
                  <a:lnTo>
                    <a:pt x="23" y="69"/>
                  </a:lnTo>
                  <a:lnTo>
                    <a:pt x="23" y="62"/>
                  </a:lnTo>
                  <a:lnTo>
                    <a:pt x="31" y="62"/>
                  </a:lnTo>
                  <a:lnTo>
                    <a:pt x="69" y="46"/>
                  </a:lnTo>
                  <a:lnTo>
                    <a:pt x="77" y="15"/>
                  </a:lnTo>
                  <a:lnTo>
                    <a:pt x="77" y="8"/>
                  </a:lnTo>
                  <a:lnTo>
                    <a:pt x="62" y="0"/>
                  </a:lnTo>
                  <a:lnTo>
                    <a:pt x="46" y="8"/>
                  </a:lnTo>
                  <a:lnTo>
                    <a:pt x="23" y="23"/>
                  </a:lnTo>
                  <a:lnTo>
                    <a:pt x="8" y="46"/>
                  </a:lnTo>
                  <a:lnTo>
                    <a:pt x="0" y="77"/>
                  </a:lnTo>
                  <a:lnTo>
                    <a:pt x="8" y="100"/>
                  </a:lnTo>
                  <a:lnTo>
                    <a:pt x="31" y="108"/>
                  </a:lnTo>
                  <a:lnTo>
                    <a:pt x="46" y="108"/>
                  </a:lnTo>
                  <a:lnTo>
                    <a:pt x="62" y="100"/>
                  </a:lnTo>
                  <a:lnTo>
                    <a:pt x="69" y="93"/>
                  </a:lnTo>
                  <a:lnTo>
                    <a:pt x="69" y="85"/>
                  </a:lnTo>
                  <a:lnTo>
                    <a:pt x="69" y="7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51" name="Freeform 110"/>
            <p:cNvSpPr/>
            <p:nvPr/>
          </p:nvSpPr>
          <p:spPr>
            <a:xfrm>
              <a:off x="753" y="3391"/>
              <a:ext cx="116" cy="216"/>
            </a:xfrm>
            <a:custGeom>
              <a:avLst/>
              <a:gdLst>
                <a:gd name="txL" fmla="*/ 0 w 116"/>
                <a:gd name="txT" fmla="*/ 0 h 216"/>
                <a:gd name="txR" fmla="*/ 116 w 116"/>
                <a:gd name="txB" fmla="*/ 216 h 216"/>
              </a:gdLst>
              <a:ahLst/>
              <a:cxnLst>
                <a:cxn ang="0">
                  <a:pos x="38" y="69"/>
                </a:cxn>
                <a:cxn ang="0">
                  <a:pos x="54" y="69"/>
                </a:cxn>
                <a:cxn ang="0">
                  <a:pos x="38" y="170"/>
                </a:cxn>
                <a:cxn ang="0">
                  <a:pos x="38" y="178"/>
                </a:cxn>
                <a:cxn ang="0">
                  <a:pos x="31" y="193"/>
                </a:cxn>
                <a:cxn ang="0">
                  <a:pos x="31" y="201"/>
                </a:cxn>
                <a:cxn ang="0">
                  <a:pos x="23" y="209"/>
                </a:cxn>
                <a:cxn ang="0">
                  <a:pos x="15" y="209"/>
                </a:cxn>
                <a:cxn ang="0">
                  <a:pos x="15" y="209"/>
                </a:cxn>
                <a:cxn ang="0">
                  <a:pos x="15" y="201"/>
                </a:cxn>
                <a:cxn ang="0">
                  <a:pos x="15" y="201"/>
                </a:cxn>
                <a:cxn ang="0">
                  <a:pos x="15" y="193"/>
                </a:cxn>
                <a:cxn ang="0">
                  <a:pos x="7" y="193"/>
                </a:cxn>
                <a:cxn ang="0">
                  <a:pos x="0" y="201"/>
                </a:cxn>
                <a:cxn ang="0">
                  <a:pos x="0" y="201"/>
                </a:cxn>
                <a:cxn ang="0">
                  <a:pos x="7" y="209"/>
                </a:cxn>
                <a:cxn ang="0">
                  <a:pos x="15" y="216"/>
                </a:cxn>
                <a:cxn ang="0">
                  <a:pos x="31" y="209"/>
                </a:cxn>
                <a:cxn ang="0">
                  <a:pos x="46" y="193"/>
                </a:cxn>
                <a:cxn ang="0">
                  <a:pos x="61" y="147"/>
                </a:cxn>
                <a:cxn ang="0">
                  <a:pos x="77" y="69"/>
                </a:cxn>
                <a:cxn ang="0">
                  <a:pos x="92" y="69"/>
                </a:cxn>
                <a:cxn ang="0">
                  <a:pos x="100" y="62"/>
                </a:cxn>
                <a:cxn ang="0">
                  <a:pos x="77" y="62"/>
                </a:cxn>
                <a:cxn ang="0">
                  <a:pos x="77" y="46"/>
                </a:cxn>
                <a:cxn ang="0">
                  <a:pos x="85" y="23"/>
                </a:cxn>
                <a:cxn ang="0">
                  <a:pos x="92" y="8"/>
                </a:cxn>
                <a:cxn ang="0">
                  <a:pos x="100" y="0"/>
                </a:cxn>
                <a:cxn ang="0">
                  <a:pos x="100" y="8"/>
                </a:cxn>
                <a:cxn ang="0">
                  <a:pos x="100" y="8"/>
                </a:cxn>
                <a:cxn ang="0">
                  <a:pos x="100" y="8"/>
                </a:cxn>
                <a:cxn ang="0">
                  <a:pos x="100" y="15"/>
                </a:cxn>
                <a:cxn ang="0">
                  <a:pos x="100" y="23"/>
                </a:cxn>
                <a:cxn ang="0">
                  <a:pos x="108" y="23"/>
                </a:cxn>
                <a:cxn ang="0">
                  <a:pos x="116" y="23"/>
                </a:cxn>
                <a:cxn ang="0">
                  <a:pos x="116" y="15"/>
                </a:cxn>
                <a:cxn ang="0">
                  <a:pos x="116" y="8"/>
                </a:cxn>
                <a:cxn ang="0">
                  <a:pos x="100" y="0"/>
                </a:cxn>
                <a:cxn ang="0">
                  <a:pos x="85" y="8"/>
                </a:cxn>
                <a:cxn ang="0">
                  <a:pos x="69" y="23"/>
                </a:cxn>
                <a:cxn ang="0">
                  <a:pos x="61" y="62"/>
                </a:cxn>
                <a:cxn ang="0">
                  <a:pos x="38" y="62"/>
                </a:cxn>
                <a:cxn ang="0">
                  <a:pos x="38" y="69"/>
                </a:cxn>
              </a:cxnLst>
              <a:rect l="txL" t="txT" r="txR" b="txB"/>
              <a:pathLst>
                <a:path w="116" h="216">
                  <a:moveTo>
                    <a:pt x="38" y="69"/>
                  </a:moveTo>
                  <a:lnTo>
                    <a:pt x="54" y="69"/>
                  </a:lnTo>
                  <a:lnTo>
                    <a:pt x="38" y="170"/>
                  </a:lnTo>
                  <a:lnTo>
                    <a:pt x="38" y="178"/>
                  </a:lnTo>
                  <a:lnTo>
                    <a:pt x="31" y="193"/>
                  </a:lnTo>
                  <a:lnTo>
                    <a:pt x="31" y="201"/>
                  </a:lnTo>
                  <a:lnTo>
                    <a:pt x="23" y="209"/>
                  </a:lnTo>
                  <a:lnTo>
                    <a:pt x="15" y="209"/>
                  </a:lnTo>
                  <a:lnTo>
                    <a:pt x="15" y="201"/>
                  </a:lnTo>
                  <a:lnTo>
                    <a:pt x="15" y="193"/>
                  </a:lnTo>
                  <a:lnTo>
                    <a:pt x="7" y="193"/>
                  </a:lnTo>
                  <a:lnTo>
                    <a:pt x="0" y="201"/>
                  </a:lnTo>
                  <a:lnTo>
                    <a:pt x="7" y="209"/>
                  </a:lnTo>
                  <a:lnTo>
                    <a:pt x="15" y="216"/>
                  </a:lnTo>
                  <a:lnTo>
                    <a:pt x="31" y="209"/>
                  </a:lnTo>
                  <a:lnTo>
                    <a:pt x="46" y="193"/>
                  </a:lnTo>
                  <a:lnTo>
                    <a:pt x="61" y="147"/>
                  </a:lnTo>
                  <a:lnTo>
                    <a:pt x="77" y="69"/>
                  </a:lnTo>
                  <a:lnTo>
                    <a:pt x="92" y="69"/>
                  </a:lnTo>
                  <a:lnTo>
                    <a:pt x="100" y="62"/>
                  </a:lnTo>
                  <a:lnTo>
                    <a:pt x="77" y="62"/>
                  </a:lnTo>
                  <a:lnTo>
                    <a:pt x="77" y="46"/>
                  </a:lnTo>
                  <a:lnTo>
                    <a:pt x="85" y="23"/>
                  </a:lnTo>
                  <a:lnTo>
                    <a:pt x="92" y="8"/>
                  </a:lnTo>
                  <a:lnTo>
                    <a:pt x="100" y="0"/>
                  </a:lnTo>
                  <a:lnTo>
                    <a:pt x="100" y="8"/>
                  </a:lnTo>
                  <a:lnTo>
                    <a:pt x="100" y="15"/>
                  </a:lnTo>
                  <a:lnTo>
                    <a:pt x="100" y="23"/>
                  </a:lnTo>
                  <a:lnTo>
                    <a:pt x="108" y="23"/>
                  </a:lnTo>
                  <a:lnTo>
                    <a:pt x="116" y="23"/>
                  </a:lnTo>
                  <a:lnTo>
                    <a:pt x="116" y="15"/>
                  </a:lnTo>
                  <a:lnTo>
                    <a:pt x="116" y="8"/>
                  </a:lnTo>
                  <a:lnTo>
                    <a:pt x="100" y="0"/>
                  </a:lnTo>
                  <a:lnTo>
                    <a:pt x="85" y="8"/>
                  </a:lnTo>
                  <a:lnTo>
                    <a:pt x="69" y="23"/>
                  </a:lnTo>
                  <a:lnTo>
                    <a:pt x="61" y="62"/>
                  </a:lnTo>
                  <a:lnTo>
                    <a:pt x="38" y="62"/>
                  </a:lnTo>
                  <a:lnTo>
                    <a:pt x="38" y="6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52" name="Freeform 111"/>
            <p:cNvSpPr/>
            <p:nvPr/>
          </p:nvSpPr>
          <p:spPr>
            <a:xfrm>
              <a:off x="1178" y="1079"/>
              <a:ext cx="287" cy="1"/>
            </a:xfrm>
            <a:custGeom>
              <a:avLst/>
              <a:gdLst>
                <a:gd name="txL" fmla="*/ 0 w 287"/>
                <a:gd name="txT" fmla="*/ 0 h 1"/>
                <a:gd name="txR" fmla="*/ 287 w 287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287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87" h="1">
                  <a:moveTo>
                    <a:pt x="0" y="0"/>
                  </a:moveTo>
                  <a:lnTo>
                    <a:pt x="28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53" name="Freeform 112"/>
            <p:cNvSpPr/>
            <p:nvPr/>
          </p:nvSpPr>
          <p:spPr>
            <a:xfrm>
              <a:off x="1442" y="1025"/>
              <a:ext cx="154" cy="100"/>
            </a:xfrm>
            <a:custGeom>
              <a:avLst/>
              <a:gdLst>
                <a:gd name="txL" fmla="*/ 0 w 154"/>
                <a:gd name="txT" fmla="*/ 0 h 100"/>
                <a:gd name="txR" fmla="*/ 154 w 154"/>
                <a:gd name="txB" fmla="*/ 100 h 100"/>
              </a:gdLst>
              <a:ahLst/>
              <a:cxnLst>
                <a:cxn ang="0">
                  <a:pos x="0" y="100"/>
                </a:cxn>
                <a:cxn ang="0">
                  <a:pos x="154" y="54"/>
                </a:cxn>
                <a:cxn ang="0">
                  <a:pos x="0" y="0"/>
                </a:cxn>
                <a:cxn ang="0">
                  <a:pos x="0" y="100"/>
                </a:cxn>
                <a:cxn ang="0">
                  <a:pos x="0" y="100"/>
                </a:cxn>
              </a:cxnLst>
              <a:rect l="txL" t="txT" r="txR" b="txB"/>
              <a:pathLst>
                <a:path w="154" h="100">
                  <a:moveTo>
                    <a:pt x="0" y="100"/>
                  </a:moveTo>
                  <a:lnTo>
                    <a:pt x="154" y="54"/>
                  </a:lnTo>
                  <a:lnTo>
                    <a:pt x="0" y="0"/>
                  </a:lnTo>
                  <a:lnTo>
                    <a:pt x="0" y="10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54" name="Freeform 113"/>
            <p:cNvSpPr/>
            <p:nvPr/>
          </p:nvSpPr>
          <p:spPr>
            <a:xfrm>
              <a:off x="3106" y="1079"/>
              <a:ext cx="294" cy="1"/>
            </a:xfrm>
            <a:custGeom>
              <a:avLst/>
              <a:gdLst>
                <a:gd name="txL" fmla="*/ 0 w 294"/>
                <a:gd name="txT" fmla="*/ 0 h 1"/>
                <a:gd name="txR" fmla="*/ 294 w 294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294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94" h="1">
                  <a:moveTo>
                    <a:pt x="0" y="0"/>
                  </a:moveTo>
                  <a:lnTo>
                    <a:pt x="29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55" name="Freeform 114"/>
            <p:cNvSpPr/>
            <p:nvPr/>
          </p:nvSpPr>
          <p:spPr>
            <a:xfrm>
              <a:off x="3370" y="1025"/>
              <a:ext cx="154" cy="100"/>
            </a:xfrm>
            <a:custGeom>
              <a:avLst/>
              <a:gdLst>
                <a:gd name="txL" fmla="*/ 0 w 154"/>
                <a:gd name="txT" fmla="*/ 0 h 100"/>
                <a:gd name="txR" fmla="*/ 154 w 154"/>
                <a:gd name="txB" fmla="*/ 100 h 100"/>
              </a:gdLst>
              <a:ahLst/>
              <a:cxnLst>
                <a:cxn ang="0">
                  <a:pos x="0" y="100"/>
                </a:cxn>
                <a:cxn ang="0">
                  <a:pos x="154" y="54"/>
                </a:cxn>
                <a:cxn ang="0">
                  <a:pos x="0" y="0"/>
                </a:cxn>
                <a:cxn ang="0">
                  <a:pos x="0" y="100"/>
                </a:cxn>
                <a:cxn ang="0">
                  <a:pos x="0" y="100"/>
                </a:cxn>
              </a:cxnLst>
              <a:rect l="txL" t="txT" r="txR" b="txB"/>
              <a:pathLst>
                <a:path w="154" h="100">
                  <a:moveTo>
                    <a:pt x="0" y="100"/>
                  </a:moveTo>
                  <a:lnTo>
                    <a:pt x="154" y="54"/>
                  </a:lnTo>
                  <a:lnTo>
                    <a:pt x="0" y="0"/>
                  </a:lnTo>
                  <a:lnTo>
                    <a:pt x="0" y="10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56" name="Freeform 115"/>
            <p:cNvSpPr/>
            <p:nvPr/>
          </p:nvSpPr>
          <p:spPr>
            <a:xfrm>
              <a:off x="3021" y="1342"/>
              <a:ext cx="1" cy="348"/>
            </a:xfrm>
            <a:custGeom>
              <a:avLst/>
              <a:gdLst>
                <a:gd name="txL" fmla="*/ 0 w 1"/>
                <a:gd name="txT" fmla="*/ 0 h 348"/>
                <a:gd name="txR" fmla="*/ 1 w 1"/>
                <a:gd name="txB" fmla="*/ 348 h 348"/>
              </a:gdLst>
              <a:ahLst/>
              <a:cxnLst>
                <a:cxn ang="0">
                  <a:pos x="0" y="0"/>
                </a:cxn>
                <a:cxn ang="0">
                  <a:pos x="0" y="348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348">
                  <a:moveTo>
                    <a:pt x="0" y="0"/>
                  </a:moveTo>
                  <a:lnTo>
                    <a:pt x="0" y="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57" name="Freeform 116"/>
            <p:cNvSpPr/>
            <p:nvPr/>
          </p:nvSpPr>
          <p:spPr>
            <a:xfrm>
              <a:off x="2982" y="1659"/>
              <a:ext cx="86" cy="186"/>
            </a:xfrm>
            <a:custGeom>
              <a:avLst/>
              <a:gdLst>
                <a:gd name="txL" fmla="*/ 0 w 86"/>
                <a:gd name="txT" fmla="*/ 0 h 186"/>
                <a:gd name="txR" fmla="*/ 86 w 86"/>
                <a:gd name="txB" fmla="*/ 186 h 186"/>
              </a:gdLst>
              <a:ahLst/>
              <a:cxnLst>
                <a:cxn ang="0">
                  <a:pos x="0" y="0"/>
                </a:cxn>
                <a:cxn ang="0">
                  <a:pos x="39" y="186"/>
                </a:cxn>
                <a:cxn ang="0">
                  <a:pos x="86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86" h="186">
                  <a:moveTo>
                    <a:pt x="0" y="0"/>
                  </a:moveTo>
                  <a:lnTo>
                    <a:pt x="39" y="186"/>
                  </a:lnTo>
                  <a:lnTo>
                    <a:pt x="8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58" name="Freeform 117"/>
            <p:cNvSpPr/>
            <p:nvPr/>
          </p:nvSpPr>
          <p:spPr>
            <a:xfrm>
              <a:off x="2053" y="1976"/>
              <a:ext cx="62" cy="363"/>
            </a:xfrm>
            <a:custGeom>
              <a:avLst/>
              <a:gdLst>
                <a:gd name="txL" fmla="*/ 0 w 62"/>
                <a:gd name="txT" fmla="*/ 0 h 363"/>
                <a:gd name="txR" fmla="*/ 62 w 62"/>
                <a:gd name="txB" fmla="*/ 363 h 363"/>
              </a:gdLst>
              <a:ahLst/>
              <a:cxnLst>
                <a:cxn ang="0">
                  <a:pos x="0" y="363"/>
                </a:cxn>
                <a:cxn ang="0">
                  <a:pos x="47" y="278"/>
                </a:cxn>
                <a:cxn ang="0">
                  <a:pos x="62" y="186"/>
                </a:cxn>
                <a:cxn ang="0">
                  <a:pos x="54" y="85"/>
                </a:cxn>
                <a:cxn ang="0">
                  <a:pos x="16" y="0"/>
                </a:cxn>
                <a:cxn ang="0">
                  <a:pos x="16" y="0"/>
                </a:cxn>
                <a:cxn ang="0">
                  <a:pos x="54" y="85"/>
                </a:cxn>
                <a:cxn ang="0">
                  <a:pos x="62" y="186"/>
                </a:cxn>
                <a:cxn ang="0">
                  <a:pos x="47" y="278"/>
                </a:cxn>
                <a:cxn ang="0">
                  <a:pos x="0" y="363"/>
                </a:cxn>
                <a:cxn ang="0">
                  <a:pos x="0" y="363"/>
                </a:cxn>
              </a:cxnLst>
              <a:rect l="txL" t="txT" r="txR" b="txB"/>
              <a:pathLst>
                <a:path w="62" h="363">
                  <a:moveTo>
                    <a:pt x="0" y="363"/>
                  </a:moveTo>
                  <a:lnTo>
                    <a:pt x="47" y="278"/>
                  </a:lnTo>
                  <a:lnTo>
                    <a:pt x="62" y="186"/>
                  </a:lnTo>
                  <a:lnTo>
                    <a:pt x="54" y="85"/>
                  </a:lnTo>
                  <a:lnTo>
                    <a:pt x="16" y="0"/>
                  </a:lnTo>
                  <a:lnTo>
                    <a:pt x="54" y="85"/>
                  </a:lnTo>
                  <a:lnTo>
                    <a:pt x="62" y="186"/>
                  </a:lnTo>
                  <a:lnTo>
                    <a:pt x="47" y="278"/>
                  </a:lnTo>
                  <a:lnTo>
                    <a:pt x="0" y="363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59" name="Freeform 118"/>
            <p:cNvSpPr>
              <a:spLocks noEditPoints="1"/>
            </p:cNvSpPr>
            <p:nvPr/>
          </p:nvSpPr>
          <p:spPr>
            <a:xfrm>
              <a:off x="1744" y="1868"/>
              <a:ext cx="325" cy="108"/>
            </a:xfrm>
            <a:custGeom>
              <a:avLst/>
              <a:gdLst>
                <a:gd name="txL" fmla="*/ 0 w 325"/>
                <a:gd name="txT" fmla="*/ 0 h 108"/>
                <a:gd name="txR" fmla="*/ 325 w 325"/>
                <a:gd name="txB" fmla="*/ 108 h 108"/>
              </a:gdLst>
              <a:ahLst/>
              <a:cxnLst>
                <a:cxn ang="0">
                  <a:pos x="325" y="108"/>
                </a:cxn>
                <a:cxn ang="0">
                  <a:pos x="294" y="69"/>
                </a:cxn>
                <a:cxn ang="0">
                  <a:pos x="255" y="38"/>
                </a:cxn>
                <a:cxn ang="0">
                  <a:pos x="216" y="15"/>
                </a:cxn>
                <a:cxn ang="0">
                  <a:pos x="170" y="0"/>
                </a:cxn>
                <a:cxn ang="0">
                  <a:pos x="123" y="0"/>
                </a:cxn>
                <a:cxn ang="0">
                  <a:pos x="85" y="7"/>
                </a:cxn>
                <a:cxn ang="0">
                  <a:pos x="38" y="23"/>
                </a:cxn>
                <a:cxn ang="0">
                  <a:pos x="0" y="54"/>
                </a:cxn>
                <a:cxn ang="0">
                  <a:pos x="0" y="54"/>
                </a:cxn>
                <a:cxn ang="0">
                  <a:pos x="38" y="23"/>
                </a:cxn>
                <a:cxn ang="0">
                  <a:pos x="85" y="7"/>
                </a:cxn>
                <a:cxn ang="0">
                  <a:pos x="123" y="0"/>
                </a:cxn>
                <a:cxn ang="0">
                  <a:pos x="170" y="0"/>
                </a:cxn>
                <a:cxn ang="0">
                  <a:pos x="216" y="15"/>
                </a:cxn>
                <a:cxn ang="0">
                  <a:pos x="255" y="38"/>
                </a:cxn>
                <a:cxn ang="0">
                  <a:pos x="294" y="69"/>
                </a:cxn>
                <a:cxn ang="0">
                  <a:pos x="325" y="108"/>
                </a:cxn>
                <a:cxn ang="0">
                  <a:pos x="325" y="108"/>
                </a:cxn>
                <a:cxn ang="0">
                  <a:pos x="325" y="108"/>
                </a:cxn>
                <a:cxn ang="0">
                  <a:pos x="325" y="108"/>
                </a:cxn>
                <a:cxn ang="0">
                  <a:pos x="325" y="108"/>
                </a:cxn>
              </a:cxnLst>
              <a:rect l="txL" t="txT" r="txR" b="txB"/>
              <a:pathLst>
                <a:path w="325" h="108">
                  <a:moveTo>
                    <a:pt x="325" y="108"/>
                  </a:moveTo>
                  <a:lnTo>
                    <a:pt x="294" y="69"/>
                  </a:lnTo>
                  <a:lnTo>
                    <a:pt x="255" y="38"/>
                  </a:lnTo>
                  <a:lnTo>
                    <a:pt x="216" y="15"/>
                  </a:lnTo>
                  <a:lnTo>
                    <a:pt x="170" y="0"/>
                  </a:lnTo>
                  <a:lnTo>
                    <a:pt x="123" y="0"/>
                  </a:lnTo>
                  <a:lnTo>
                    <a:pt x="85" y="7"/>
                  </a:lnTo>
                  <a:lnTo>
                    <a:pt x="38" y="23"/>
                  </a:lnTo>
                  <a:lnTo>
                    <a:pt x="0" y="54"/>
                  </a:lnTo>
                  <a:lnTo>
                    <a:pt x="38" y="23"/>
                  </a:lnTo>
                  <a:lnTo>
                    <a:pt x="85" y="7"/>
                  </a:lnTo>
                  <a:lnTo>
                    <a:pt x="123" y="0"/>
                  </a:lnTo>
                  <a:lnTo>
                    <a:pt x="170" y="0"/>
                  </a:lnTo>
                  <a:lnTo>
                    <a:pt x="216" y="15"/>
                  </a:lnTo>
                  <a:lnTo>
                    <a:pt x="255" y="38"/>
                  </a:lnTo>
                  <a:lnTo>
                    <a:pt x="294" y="69"/>
                  </a:lnTo>
                  <a:lnTo>
                    <a:pt x="325" y="108"/>
                  </a:lnTo>
                  <a:close/>
                  <a:moveTo>
                    <a:pt x="325" y="108"/>
                  </a:moveTo>
                  <a:lnTo>
                    <a:pt x="325" y="10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60" name="Freeform 119"/>
            <p:cNvSpPr>
              <a:spLocks noEditPoints="1"/>
            </p:cNvSpPr>
            <p:nvPr/>
          </p:nvSpPr>
          <p:spPr>
            <a:xfrm>
              <a:off x="1658" y="1922"/>
              <a:ext cx="86" cy="301"/>
            </a:xfrm>
            <a:custGeom>
              <a:avLst/>
              <a:gdLst>
                <a:gd name="txL" fmla="*/ 0 w 86"/>
                <a:gd name="txT" fmla="*/ 0 h 301"/>
                <a:gd name="txR" fmla="*/ 86 w 86"/>
                <a:gd name="txB" fmla="*/ 301 h 301"/>
              </a:gdLst>
              <a:ahLst/>
              <a:cxnLst>
                <a:cxn ang="0">
                  <a:pos x="86" y="0"/>
                </a:cxn>
                <a:cxn ang="0">
                  <a:pos x="39" y="62"/>
                </a:cxn>
                <a:cxn ang="0">
                  <a:pos x="8" y="139"/>
                </a:cxn>
                <a:cxn ang="0">
                  <a:pos x="0" y="216"/>
                </a:cxn>
                <a:cxn ang="0">
                  <a:pos x="8" y="301"/>
                </a:cxn>
                <a:cxn ang="0">
                  <a:pos x="8" y="301"/>
                </a:cxn>
                <a:cxn ang="0">
                  <a:pos x="0" y="216"/>
                </a:cxn>
                <a:cxn ang="0">
                  <a:pos x="8" y="139"/>
                </a:cxn>
                <a:cxn ang="0">
                  <a:pos x="39" y="62"/>
                </a:cxn>
                <a:cxn ang="0">
                  <a:pos x="86" y="0"/>
                </a:cxn>
                <a:cxn ang="0">
                  <a:pos x="86" y="0"/>
                </a:cxn>
                <a:cxn ang="0">
                  <a:pos x="86" y="0"/>
                </a:cxn>
                <a:cxn ang="0">
                  <a:pos x="86" y="0"/>
                </a:cxn>
                <a:cxn ang="0">
                  <a:pos x="86" y="0"/>
                </a:cxn>
              </a:cxnLst>
              <a:rect l="txL" t="txT" r="txR" b="txB"/>
              <a:pathLst>
                <a:path w="86" h="301">
                  <a:moveTo>
                    <a:pt x="86" y="0"/>
                  </a:moveTo>
                  <a:lnTo>
                    <a:pt x="39" y="62"/>
                  </a:lnTo>
                  <a:lnTo>
                    <a:pt x="8" y="139"/>
                  </a:lnTo>
                  <a:lnTo>
                    <a:pt x="0" y="216"/>
                  </a:lnTo>
                  <a:lnTo>
                    <a:pt x="8" y="301"/>
                  </a:lnTo>
                  <a:lnTo>
                    <a:pt x="0" y="216"/>
                  </a:lnTo>
                  <a:lnTo>
                    <a:pt x="8" y="139"/>
                  </a:lnTo>
                  <a:lnTo>
                    <a:pt x="39" y="62"/>
                  </a:lnTo>
                  <a:lnTo>
                    <a:pt x="86" y="0"/>
                  </a:lnTo>
                  <a:close/>
                  <a:moveTo>
                    <a:pt x="86" y="0"/>
                  </a:moveTo>
                  <a:lnTo>
                    <a:pt x="86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61" name="Freeform 120"/>
            <p:cNvSpPr/>
            <p:nvPr/>
          </p:nvSpPr>
          <p:spPr>
            <a:xfrm>
              <a:off x="1968" y="2277"/>
              <a:ext cx="139" cy="171"/>
            </a:xfrm>
            <a:custGeom>
              <a:avLst/>
              <a:gdLst>
                <a:gd name="txL" fmla="*/ 0 w 139"/>
                <a:gd name="txT" fmla="*/ 0 h 171"/>
                <a:gd name="txR" fmla="*/ 139 w 139"/>
                <a:gd name="txB" fmla="*/ 171 h 171"/>
              </a:gdLst>
              <a:ahLst/>
              <a:cxnLst>
                <a:cxn ang="0">
                  <a:pos x="78" y="0"/>
                </a:cxn>
                <a:cxn ang="0">
                  <a:pos x="0" y="171"/>
                </a:cxn>
                <a:cxn ang="0">
                  <a:pos x="139" y="70"/>
                </a:cxn>
                <a:cxn ang="0">
                  <a:pos x="78" y="0"/>
                </a:cxn>
                <a:cxn ang="0">
                  <a:pos x="78" y="0"/>
                </a:cxn>
              </a:cxnLst>
              <a:rect l="txL" t="txT" r="txR" b="txB"/>
              <a:pathLst>
                <a:path w="139" h="171">
                  <a:moveTo>
                    <a:pt x="78" y="0"/>
                  </a:moveTo>
                  <a:lnTo>
                    <a:pt x="0" y="171"/>
                  </a:lnTo>
                  <a:lnTo>
                    <a:pt x="139" y="70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62" name="Freeform 121"/>
            <p:cNvSpPr/>
            <p:nvPr/>
          </p:nvSpPr>
          <p:spPr>
            <a:xfrm>
              <a:off x="4121" y="1906"/>
              <a:ext cx="61" cy="364"/>
            </a:xfrm>
            <a:custGeom>
              <a:avLst/>
              <a:gdLst>
                <a:gd name="txL" fmla="*/ 0 w 61"/>
                <a:gd name="txT" fmla="*/ 0 h 364"/>
                <a:gd name="txR" fmla="*/ 61 w 61"/>
                <a:gd name="txB" fmla="*/ 364 h 364"/>
              </a:gdLst>
              <a:ahLst/>
              <a:cxnLst>
                <a:cxn ang="0">
                  <a:pos x="0" y="364"/>
                </a:cxn>
                <a:cxn ang="0">
                  <a:pos x="46" y="279"/>
                </a:cxn>
                <a:cxn ang="0">
                  <a:pos x="61" y="186"/>
                </a:cxn>
                <a:cxn ang="0">
                  <a:pos x="54" y="85"/>
                </a:cxn>
                <a:cxn ang="0">
                  <a:pos x="15" y="0"/>
                </a:cxn>
                <a:cxn ang="0">
                  <a:pos x="15" y="0"/>
                </a:cxn>
                <a:cxn ang="0">
                  <a:pos x="54" y="85"/>
                </a:cxn>
                <a:cxn ang="0">
                  <a:pos x="61" y="186"/>
                </a:cxn>
                <a:cxn ang="0">
                  <a:pos x="46" y="279"/>
                </a:cxn>
                <a:cxn ang="0">
                  <a:pos x="0" y="364"/>
                </a:cxn>
                <a:cxn ang="0">
                  <a:pos x="0" y="364"/>
                </a:cxn>
              </a:cxnLst>
              <a:rect l="txL" t="txT" r="txR" b="txB"/>
              <a:pathLst>
                <a:path w="61" h="364">
                  <a:moveTo>
                    <a:pt x="0" y="364"/>
                  </a:moveTo>
                  <a:lnTo>
                    <a:pt x="46" y="279"/>
                  </a:lnTo>
                  <a:lnTo>
                    <a:pt x="61" y="186"/>
                  </a:lnTo>
                  <a:lnTo>
                    <a:pt x="54" y="85"/>
                  </a:lnTo>
                  <a:lnTo>
                    <a:pt x="15" y="0"/>
                  </a:lnTo>
                  <a:lnTo>
                    <a:pt x="54" y="85"/>
                  </a:lnTo>
                  <a:lnTo>
                    <a:pt x="61" y="186"/>
                  </a:lnTo>
                  <a:lnTo>
                    <a:pt x="46" y="279"/>
                  </a:lnTo>
                  <a:lnTo>
                    <a:pt x="0" y="364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63" name="Freeform 122"/>
            <p:cNvSpPr>
              <a:spLocks noEditPoints="1"/>
            </p:cNvSpPr>
            <p:nvPr/>
          </p:nvSpPr>
          <p:spPr>
            <a:xfrm>
              <a:off x="3811" y="1798"/>
              <a:ext cx="325" cy="108"/>
            </a:xfrm>
            <a:custGeom>
              <a:avLst/>
              <a:gdLst>
                <a:gd name="txL" fmla="*/ 0 w 325"/>
                <a:gd name="txT" fmla="*/ 0 h 108"/>
                <a:gd name="txR" fmla="*/ 325 w 325"/>
                <a:gd name="txB" fmla="*/ 108 h 108"/>
              </a:gdLst>
              <a:ahLst/>
              <a:cxnLst>
                <a:cxn ang="0">
                  <a:pos x="325" y="108"/>
                </a:cxn>
                <a:cxn ang="0">
                  <a:pos x="294" y="70"/>
                </a:cxn>
                <a:cxn ang="0">
                  <a:pos x="255" y="39"/>
                </a:cxn>
                <a:cxn ang="0">
                  <a:pos x="217" y="16"/>
                </a:cxn>
                <a:cxn ang="0">
                  <a:pos x="170" y="0"/>
                </a:cxn>
                <a:cxn ang="0">
                  <a:pos x="124" y="0"/>
                </a:cxn>
                <a:cxn ang="0">
                  <a:pos x="85" y="8"/>
                </a:cxn>
                <a:cxn ang="0">
                  <a:pos x="39" y="23"/>
                </a:cxn>
                <a:cxn ang="0">
                  <a:pos x="0" y="54"/>
                </a:cxn>
                <a:cxn ang="0">
                  <a:pos x="0" y="54"/>
                </a:cxn>
                <a:cxn ang="0">
                  <a:pos x="39" y="23"/>
                </a:cxn>
                <a:cxn ang="0">
                  <a:pos x="85" y="8"/>
                </a:cxn>
                <a:cxn ang="0">
                  <a:pos x="124" y="0"/>
                </a:cxn>
                <a:cxn ang="0">
                  <a:pos x="170" y="0"/>
                </a:cxn>
                <a:cxn ang="0">
                  <a:pos x="217" y="16"/>
                </a:cxn>
                <a:cxn ang="0">
                  <a:pos x="255" y="39"/>
                </a:cxn>
                <a:cxn ang="0">
                  <a:pos x="294" y="70"/>
                </a:cxn>
                <a:cxn ang="0">
                  <a:pos x="325" y="108"/>
                </a:cxn>
                <a:cxn ang="0">
                  <a:pos x="325" y="108"/>
                </a:cxn>
                <a:cxn ang="0">
                  <a:pos x="325" y="108"/>
                </a:cxn>
                <a:cxn ang="0">
                  <a:pos x="325" y="108"/>
                </a:cxn>
                <a:cxn ang="0">
                  <a:pos x="325" y="108"/>
                </a:cxn>
              </a:cxnLst>
              <a:rect l="txL" t="txT" r="txR" b="txB"/>
              <a:pathLst>
                <a:path w="325" h="108">
                  <a:moveTo>
                    <a:pt x="325" y="108"/>
                  </a:moveTo>
                  <a:lnTo>
                    <a:pt x="294" y="70"/>
                  </a:lnTo>
                  <a:lnTo>
                    <a:pt x="255" y="39"/>
                  </a:lnTo>
                  <a:lnTo>
                    <a:pt x="217" y="16"/>
                  </a:lnTo>
                  <a:lnTo>
                    <a:pt x="170" y="0"/>
                  </a:lnTo>
                  <a:lnTo>
                    <a:pt x="124" y="0"/>
                  </a:lnTo>
                  <a:lnTo>
                    <a:pt x="85" y="8"/>
                  </a:lnTo>
                  <a:lnTo>
                    <a:pt x="39" y="23"/>
                  </a:lnTo>
                  <a:lnTo>
                    <a:pt x="0" y="54"/>
                  </a:lnTo>
                  <a:lnTo>
                    <a:pt x="39" y="23"/>
                  </a:lnTo>
                  <a:lnTo>
                    <a:pt x="85" y="8"/>
                  </a:lnTo>
                  <a:lnTo>
                    <a:pt x="124" y="0"/>
                  </a:lnTo>
                  <a:lnTo>
                    <a:pt x="170" y="0"/>
                  </a:lnTo>
                  <a:lnTo>
                    <a:pt x="217" y="16"/>
                  </a:lnTo>
                  <a:lnTo>
                    <a:pt x="255" y="39"/>
                  </a:lnTo>
                  <a:lnTo>
                    <a:pt x="294" y="70"/>
                  </a:lnTo>
                  <a:lnTo>
                    <a:pt x="325" y="108"/>
                  </a:lnTo>
                  <a:close/>
                  <a:moveTo>
                    <a:pt x="325" y="108"/>
                  </a:moveTo>
                  <a:lnTo>
                    <a:pt x="325" y="10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64" name="Freeform 123"/>
            <p:cNvSpPr>
              <a:spLocks noEditPoints="1"/>
            </p:cNvSpPr>
            <p:nvPr/>
          </p:nvSpPr>
          <p:spPr>
            <a:xfrm>
              <a:off x="3718" y="1852"/>
              <a:ext cx="93" cy="310"/>
            </a:xfrm>
            <a:custGeom>
              <a:avLst/>
              <a:gdLst>
                <a:gd name="txL" fmla="*/ 0 w 93"/>
                <a:gd name="txT" fmla="*/ 0 h 310"/>
                <a:gd name="txR" fmla="*/ 93 w 93"/>
                <a:gd name="txB" fmla="*/ 310 h 310"/>
              </a:gdLst>
              <a:ahLst/>
              <a:cxnLst>
                <a:cxn ang="0">
                  <a:pos x="93" y="0"/>
                </a:cxn>
                <a:cxn ang="0">
                  <a:pos x="39" y="62"/>
                </a:cxn>
                <a:cxn ang="0">
                  <a:pos x="8" y="139"/>
                </a:cxn>
                <a:cxn ang="0">
                  <a:pos x="0" y="224"/>
                </a:cxn>
                <a:cxn ang="0">
                  <a:pos x="8" y="310"/>
                </a:cxn>
                <a:cxn ang="0">
                  <a:pos x="8" y="310"/>
                </a:cxn>
                <a:cxn ang="0">
                  <a:pos x="0" y="224"/>
                </a:cxn>
                <a:cxn ang="0">
                  <a:pos x="8" y="139"/>
                </a:cxn>
                <a:cxn ang="0">
                  <a:pos x="39" y="62"/>
                </a:cxn>
                <a:cxn ang="0">
                  <a:pos x="93" y="0"/>
                </a:cxn>
                <a:cxn ang="0">
                  <a:pos x="93" y="0"/>
                </a:cxn>
                <a:cxn ang="0">
                  <a:pos x="93" y="0"/>
                </a:cxn>
                <a:cxn ang="0">
                  <a:pos x="93" y="0"/>
                </a:cxn>
                <a:cxn ang="0">
                  <a:pos x="93" y="0"/>
                </a:cxn>
              </a:cxnLst>
              <a:rect l="txL" t="txT" r="txR" b="txB"/>
              <a:pathLst>
                <a:path w="93" h="310">
                  <a:moveTo>
                    <a:pt x="93" y="0"/>
                  </a:moveTo>
                  <a:lnTo>
                    <a:pt x="39" y="62"/>
                  </a:lnTo>
                  <a:lnTo>
                    <a:pt x="8" y="139"/>
                  </a:lnTo>
                  <a:lnTo>
                    <a:pt x="0" y="224"/>
                  </a:lnTo>
                  <a:lnTo>
                    <a:pt x="8" y="310"/>
                  </a:lnTo>
                  <a:lnTo>
                    <a:pt x="0" y="224"/>
                  </a:lnTo>
                  <a:lnTo>
                    <a:pt x="8" y="139"/>
                  </a:lnTo>
                  <a:lnTo>
                    <a:pt x="39" y="62"/>
                  </a:lnTo>
                  <a:lnTo>
                    <a:pt x="93" y="0"/>
                  </a:lnTo>
                  <a:close/>
                  <a:moveTo>
                    <a:pt x="93" y="0"/>
                  </a:moveTo>
                  <a:lnTo>
                    <a:pt x="93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65" name="Freeform 124"/>
            <p:cNvSpPr/>
            <p:nvPr/>
          </p:nvSpPr>
          <p:spPr>
            <a:xfrm>
              <a:off x="4035" y="2208"/>
              <a:ext cx="140" cy="170"/>
            </a:xfrm>
            <a:custGeom>
              <a:avLst/>
              <a:gdLst>
                <a:gd name="txL" fmla="*/ 0 w 140"/>
                <a:gd name="txT" fmla="*/ 0 h 170"/>
                <a:gd name="txR" fmla="*/ 140 w 140"/>
                <a:gd name="txB" fmla="*/ 170 h 170"/>
              </a:gdLst>
              <a:ahLst/>
              <a:cxnLst>
                <a:cxn ang="0">
                  <a:pos x="78" y="0"/>
                </a:cxn>
                <a:cxn ang="0">
                  <a:pos x="0" y="170"/>
                </a:cxn>
                <a:cxn ang="0">
                  <a:pos x="140" y="69"/>
                </a:cxn>
                <a:cxn ang="0">
                  <a:pos x="78" y="0"/>
                </a:cxn>
                <a:cxn ang="0">
                  <a:pos x="78" y="0"/>
                </a:cxn>
              </a:cxnLst>
              <a:rect l="txL" t="txT" r="txR" b="txB"/>
              <a:pathLst>
                <a:path w="140" h="170">
                  <a:moveTo>
                    <a:pt x="78" y="0"/>
                  </a:moveTo>
                  <a:lnTo>
                    <a:pt x="0" y="170"/>
                  </a:lnTo>
                  <a:lnTo>
                    <a:pt x="140" y="69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5845" name="Text Box 126"/>
          <p:cNvSpPr txBox="1"/>
          <p:nvPr/>
        </p:nvSpPr>
        <p:spPr>
          <a:xfrm>
            <a:off x="468313" y="5516563"/>
            <a:ext cx="8280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相邻网孔之间的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支路电流</a:t>
            </a: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相邻网孔的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网孔电流</a:t>
            </a: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的代数和</a:t>
            </a:r>
          </a:p>
        </p:txBody>
      </p:sp>
      <p:graphicFrame>
        <p:nvGraphicFramePr>
          <p:cNvPr id="35846" name="Object 147"/>
          <p:cNvGraphicFramePr>
            <a:graphicFrameLocks noChangeAspect="1"/>
          </p:cNvGraphicFramePr>
          <p:nvPr/>
        </p:nvGraphicFramePr>
        <p:xfrm>
          <a:off x="3779838" y="6092825"/>
          <a:ext cx="2016125" cy="527050"/>
        </p:xfrm>
        <a:graphic>
          <a:graphicData uri="http://schemas.openxmlformats.org/presentationml/2006/ole">
            <p:oleObj spid="_x0000_s11267" r:id="rId4" imgW="977476" imgH="253890" progId="">
              <p:embed/>
            </p:oleObj>
          </a:graphicData>
        </a:graphic>
      </p:graphicFrame>
      <p:sp>
        <p:nvSpPr>
          <p:cNvPr id="35847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baseline="0" dirty="0">
                <a:latin typeface="Arial Black" panose="020B0A04020102020204" pitchFamily="34" charset="0"/>
                <a:cs typeface="Arial" panose="020B0604020202020204" pitchFamily="34" charset="0"/>
              </a:rPr>
              <a:pPr lvl="0" algn="r" eaLnBrk="1" hangingPunct="1">
                <a:buNone/>
              </a:pPr>
              <a:t>29</a:t>
            </a:fld>
            <a:endParaRPr lang="en-US" altLang="zh-CN" sz="1200" baseline="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5"/>
          <p:cNvSpPr txBox="1"/>
          <p:nvPr/>
        </p:nvSpPr>
        <p:spPr>
          <a:xfrm>
            <a:off x="395288" y="2997200"/>
            <a:ext cx="806450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通常假定每个网孔电流都是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顺时针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流动的，左下角起始。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grpSp>
        <p:nvGrpSpPr>
          <p:cNvPr id="37891" name="Group 6"/>
          <p:cNvGrpSpPr/>
          <p:nvPr/>
        </p:nvGrpSpPr>
        <p:grpSpPr>
          <a:xfrm>
            <a:off x="369888" y="4383088"/>
            <a:ext cx="3779837" cy="2119312"/>
            <a:chOff x="536" y="762"/>
            <a:chExt cx="4676" cy="2845"/>
          </a:xfrm>
        </p:grpSpPr>
        <p:sp>
          <p:nvSpPr>
            <p:cNvPr id="37903" name="Freeform 7"/>
            <p:cNvSpPr/>
            <p:nvPr/>
          </p:nvSpPr>
          <p:spPr>
            <a:xfrm>
              <a:off x="2874" y="1257"/>
              <a:ext cx="1" cy="2064"/>
            </a:xfrm>
            <a:custGeom>
              <a:avLst/>
              <a:gdLst>
                <a:gd name="txL" fmla="*/ 0 w 1"/>
                <a:gd name="txT" fmla="*/ 0 h 2064"/>
                <a:gd name="txR" fmla="*/ 1 w 1"/>
                <a:gd name="txB" fmla="*/ 2064 h 2064"/>
              </a:gdLst>
              <a:ahLst/>
              <a:cxnLst>
                <a:cxn ang="0">
                  <a:pos x="0" y="2064"/>
                </a:cxn>
                <a:cxn ang="0">
                  <a:pos x="0" y="0"/>
                </a:cxn>
                <a:cxn ang="0">
                  <a:pos x="0" y="2064"/>
                </a:cxn>
                <a:cxn ang="0">
                  <a:pos x="0" y="2064"/>
                </a:cxn>
              </a:cxnLst>
              <a:rect l="txL" t="txT" r="txR" b="txB"/>
              <a:pathLst>
                <a:path w="1" h="2064">
                  <a:moveTo>
                    <a:pt x="0" y="2064"/>
                  </a:moveTo>
                  <a:lnTo>
                    <a:pt x="0" y="0"/>
                  </a:lnTo>
                  <a:lnTo>
                    <a:pt x="0" y="206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4" name="Freeform 8"/>
            <p:cNvSpPr>
              <a:spLocks noEditPoints="1"/>
            </p:cNvSpPr>
            <p:nvPr/>
          </p:nvSpPr>
          <p:spPr>
            <a:xfrm>
              <a:off x="969" y="1257"/>
              <a:ext cx="1905" cy="1"/>
            </a:xfrm>
            <a:custGeom>
              <a:avLst/>
              <a:gdLst>
                <a:gd name="txL" fmla="*/ 0 w 1905"/>
                <a:gd name="txT" fmla="*/ 0 h 1"/>
                <a:gd name="txR" fmla="*/ 1905 w 1905"/>
                <a:gd name="txB" fmla="*/ 1 h 1"/>
              </a:gdLst>
              <a:ahLst/>
              <a:cxnLst>
                <a:cxn ang="0">
                  <a:pos x="1905" y="0"/>
                </a:cxn>
                <a:cxn ang="0">
                  <a:pos x="0" y="0"/>
                </a:cxn>
                <a:cxn ang="0">
                  <a:pos x="1905" y="0"/>
                </a:cxn>
                <a:cxn ang="0">
                  <a:pos x="1905" y="0"/>
                </a:cxn>
                <a:cxn ang="0">
                  <a:pos x="1905" y="0"/>
                </a:cxn>
                <a:cxn ang="0">
                  <a:pos x="1905" y="0"/>
                </a:cxn>
                <a:cxn ang="0">
                  <a:pos x="1905" y="0"/>
                </a:cxn>
              </a:cxnLst>
              <a:rect l="txL" t="txT" r="txR" b="txB"/>
              <a:pathLst>
                <a:path w="1905" h="1">
                  <a:moveTo>
                    <a:pt x="1905" y="0"/>
                  </a:moveTo>
                  <a:lnTo>
                    <a:pt x="0" y="0"/>
                  </a:lnTo>
                  <a:lnTo>
                    <a:pt x="1905" y="0"/>
                  </a:lnTo>
                  <a:close/>
                  <a:moveTo>
                    <a:pt x="1905" y="0"/>
                  </a:moveTo>
                  <a:lnTo>
                    <a:pt x="1905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5" name="Freeform 9"/>
            <p:cNvSpPr>
              <a:spLocks noEditPoints="1"/>
            </p:cNvSpPr>
            <p:nvPr/>
          </p:nvSpPr>
          <p:spPr>
            <a:xfrm>
              <a:off x="969" y="1257"/>
              <a:ext cx="1" cy="2064"/>
            </a:xfrm>
            <a:custGeom>
              <a:avLst/>
              <a:gdLst>
                <a:gd name="txL" fmla="*/ 0 w 1"/>
                <a:gd name="txT" fmla="*/ 0 h 2064"/>
                <a:gd name="txR" fmla="*/ 1 w 1"/>
                <a:gd name="txB" fmla="*/ 2064 h 2064"/>
              </a:gdLst>
              <a:ahLst/>
              <a:cxnLst>
                <a:cxn ang="0">
                  <a:pos x="0" y="0"/>
                </a:cxn>
                <a:cxn ang="0">
                  <a:pos x="0" y="2064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2064">
                  <a:moveTo>
                    <a:pt x="0" y="0"/>
                  </a:moveTo>
                  <a:lnTo>
                    <a:pt x="0" y="2064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6" name="Freeform 10"/>
            <p:cNvSpPr>
              <a:spLocks noEditPoints="1"/>
            </p:cNvSpPr>
            <p:nvPr/>
          </p:nvSpPr>
          <p:spPr>
            <a:xfrm>
              <a:off x="969" y="3321"/>
              <a:ext cx="1905" cy="1"/>
            </a:xfrm>
            <a:custGeom>
              <a:avLst/>
              <a:gdLst>
                <a:gd name="txL" fmla="*/ 0 w 1905"/>
                <a:gd name="txT" fmla="*/ 0 h 1"/>
                <a:gd name="txR" fmla="*/ 1905 w 1905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905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905" h="1">
                  <a:moveTo>
                    <a:pt x="0" y="0"/>
                  </a:moveTo>
                  <a:lnTo>
                    <a:pt x="1905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7" name="Freeform 11"/>
            <p:cNvSpPr/>
            <p:nvPr/>
          </p:nvSpPr>
          <p:spPr>
            <a:xfrm>
              <a:off x="2874" y="3321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8" name="Freeform 12"/>
            <p:cNvSpPr/>
            <p:nvPr/>
          </p:nvSpPr>
          <p:spPr>
            <a:xfrm>
              <a:off x="2874" y="3321"/>
              <a:ext cx="1897" cy="1"/>
            </a:xfrm>
            <a:custGeom>
              <a:avLst/>
              <a:gdLst>
                <a:gd name="txL" fmla="*/ 0 w 1897"/>
                <a:gd name="txT" fmla="*/ 0 h 1"/>
                <a:gd name="txR" fmla="*/ 1897 w 1897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897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897" h="1">
                  <a:moveTo>
                    <a:pt x="0" y="0"/>
                  </a:moveTo>
                  <a:lnTo>
                    <a:pt x="189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9" name="Freeform 13"/>
            <p:cNvSpPr>
              <a:spLocks noEditPoints="1"/>
            </p:cNvSpPr>
            <p:nvPr/>
          </p:nvSpPr>
          <p:spPr>
            <a:xfrm>
              <a:off x="4771" y="1257"/>
              <a:ext cx="1" cy="2064"/>
            </a:xfrm>
            <a:custGeom>
              <a:avLst/>
              <a:gdLst>
                <a:gd name="txL" fmla="*/ 0 w 1"/>
                <a:gd name="txT" fmla="*/ 0 h 2064"/>
                <a:gd name="txR" fmla="*/ 1 w 1"/>
                <a:gd name="txB" fmla="*/ 2064 h 2064"/>
              </a:gdLst>
              <a:ahLst/>
              <a:cxnLst>
                <a:cxn ang="0">
                  <a:pos x="0" y="2064"/>
                </a:cxn>
                <a:cxn ang="0">
                  <a:pos x="0" y="0"/>
                </a:cxn>
                <a:cxn ang="0">
                  <a:pos x="0" y="2064"/>
                </a:cxn>
                <a:cxn ang="0">
                  <a:pos x="0" y="2064"/>
                </a:cxn>
                <a:cxn ang="0">
                  <a:pos x="0" y="2064"/>
                </a:cxn>
                <a:cxn ang="0">
                  <a:pos x="0" y="2064"/>
                </a:cxn>
                <a:cxn ang="0">
                  <a:pos x="0" y="2064"/>
                </a:cxn>
              </a:cxnLst>
              <a:rect l="txL" t="txT" r="txR" b="txB"/>
              <a:pathLst>
                <a:path w="1" h="2064">
                  <a:moveTo>
                    <a:pt x="0" y="2064"/>
                  </a:moveTo>
                  <a:lnTo>
                    <a:pt x="0" y="0"/>
                  </a:lnTo>
                  <a:lnTo>
                    <a:pt x="0" y="2064"/>
                  </a:lnTo>
                  <a:close/>
                  <a:moveTo>
                    <a:pt x="0" y="2064"/>
                  </a:moveTo>
                  <a:lnTo>
                    <a:pt x="0" y="206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0" name="Freeform 14"/>
            <p:cNvSpPr>
              <a:spLocks noEditPoints="1"/>
            </p:cNvSpPr>
            <p:nvPr/>
          </p:nvSpPr>
          <p:spPr>
            <a:xfrm>
              <a:off x="2874" y="1257"/>
              <a:ext cx="1897" cy="1"/>
            </a:xfrm>
            <a:custGeom>
              <a:avLst/>
              <a:gdLst>
                <a:gd name="txL" fmla="*/ 0 w 1897"/>
                <a:gd name="txT" fmla="*/ 0 h 1"/>
                <a:gd name="txR" fmla="*/ 1897 w 1897"/>
                <a:gd name="txB" fmla="*/ 1 h 1"/>
              </a:gdLst>
              <a:ahLst/>
              <a:cxnLst>
                <a:cxn ang="0">
                  <a:pos x="1897" y="0"/>
                </a:cxn>
                <a:cxn ang="0">
                  <a:pos x="0" y="0"/>
                </a:cxn>
                <a:cxn ang="0">
                  <a:pos x="1897" y="0"/>
                </a:cxn>
                <a:cxn ang="0">
                  <a:pos x="1897" y="0"/>
                </a:cxn>
                <a:cxn ang="0">
                  <a:pos x="1897" y="0"/>
                </a:cxn>
                <a:cxn ang="0">
                  <a:pos x="1897" y="0"/>
                </a:cxn>
                <a:cxn ang="0">
                  <a:pos x="1897" y="0"/>
                </a:cxn>
              </a:cxnLst>
              <a:rect l="txL" t="txT" r="txR" b="txB"/>
              <a:pathLst>
                <a:path w="1897" h="1">
                  <a:moveTo>
                    <a:pt x="1897" y="0"/>
                  </a:moveTo>
                  <a:lnTo>
                    <a:pt x="0" y="0"/>
                  </a:lnTo>
                  <a:lnTo>
                    <a:pt x="1897" y="0"/>
                  </a:lnTo>
                  <a:close/>
                  <a:moveTo>
                    <a:pt x="1897" y="0"/>
                  </a:moveTo>
                  <a:lnTo>
                    <a:pt x="1897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1" name="Freeform 15"/>
            <p:cNvSpPr/>
            <p:nvPr/>
          </p:nvSpPr>
          <p:spPr>
            <a:xfrm>
              <a:off x="807" y="2084"/>
              <a:ext cx="340" cy="410"/>
            </a:xfrm>
            <a:custGeom>
              <a:avLst/>
              <a:gdLst>
                <a:gd name="txL" fmla="*/ 0 w 340"/>
                <a:gd name="txT" fmla="*/ 0 h 410"/>
                <a:gd name="txR" fmla="*/ 340 w 340"/>
                <a:gd name="txB" fmla="*/ 410 h 410"/>
              </a:gdLst>
              <a:ahLst/>
              <a:cxnLst>
                <a:cxn ang="0">
                  <a:pos x="170" y="410"/>
                </a:cxn>
                <a:cxn ang="0">
                  <a:pos x="201" y="402"/>
                </a:cxn>
                <a:cxn ang="0">
                  <a:pos x="240" y="394"/>
                </a:cxn>
                <a:cxn ang="0">
                  <a:pos x="294" y="348"/>
                </a:cxn>
                <a:cxn ang="0">
                  <a:pos x="325" y="286"/>
                </a:cxn>
                <a:cxn ang="0">
                  <a:pos x="340" y="209"/>
                </a:cxn>
                <a:cxn ang="0">
                  <a:pos x="325" y="124"/>
                </a:cxn>
                <a:cxn ang="0">
                  <a:pos x="294" y="62"/>
                </a:cxn>
                <a:cxn ang="0">
                  <a:pos x="240" y="16"/>
                </a:cxn>
                <a:cxn ang="0">
                  <a:pos x="201" y="8"/>
                </a:cxn>
                <a:cxn ang="0">
                  <a:pos x="170" y="0"/>
                </a:cxn>
                <a:cxn ang="0">
                  <a:pos x="139" y="8"/>
                </a:cxn>
                <a:cxn ang="0">
                  <a:pos x="108" y="16"/>
                </a:cxn>
                <a:cxn ang="0">
                  <a:pos x="54" y="62"/>
                </a:cxn>
                <a:cxn ang="0">
                  <a:pos x="15" y="124"/>
                </a:cxn>
                <a:cxn ang="0">
                  <a:pos x="0" y="209"/>
                </a:cxn>
                <a:cxn ang="0">
                  <a:pos x="15" y="286"/>
                </a:cxn>
                <a:cxn ang="0">
                  <a:pos x="54" y="348"/>
                </a:cxn>
                <a:cxn ang="0">
                  <a:pos x="108" y="394"/>
                </a:cxn>
                <a:cxn ang="0">
                  <a:pos x="139" y="402"/>
                </a:cxn>
                <a:cxn ang="0">
                  <a:pos x="170" y="410"/>
                </a:cxn>
                <a:cxn ang="0">
                  <a:pos x="170" y="410"/>
                </a:cxn>
              </a:cxnLst>
              <a:rect l="txL" t="txT" r="txR" b="txB"/>
              <a:pathLst>
                <a:path w="340" h="410">
                  <a:moveTo>
                    <a:pt x="170" y="410"/>
                  </a:moveTo>
                  <a:lnTo>
                    <a:pt x="201" y="402"/>
                  </a:lnTo>
                  <a:lnTo>
                    <a:pt x="240" y="394"/>
                  </a:lnTo>
                  <a:lnTo>
                    <a:pt x="294" y="348"/>
                  </a:lnTo>
                  <a:lnTo>
                    <a:pt x="325" y="286"/>
                  </a:lnTo>
                  <a:lnTo>
                    <a:pt x="340" y="209"/>
                  </a:lnTo>
                  <a:lnTo>
                    <a:pt x="325" y="124"/>
                  </a:lnTo>
                  <a:lnTo>
                    <a:pt x="294" y="62"/>
                  </a:lnTo>
                  <a:lnTo>
                    <a:pt x="240" y="16"/>
                  </a:lnTo>
                  <a:lnTo>
                    <a:pt x="201" y="8"/>
                  </a:lnTo>
                  <a:lnTo>
                    <a:pt x="170" y="0"/>
                  </a:lnTo>
                  <a:lnTo>
                    <a:pt x="139" y="8"/>
                  </a:lnTo>
                  <a:lnTo>
                    <a:pt x="108" y="16"/>
                  </a:lnTo>
                  <a:lnTo>
                    <a:pt x="54" y="62"/>
                  </a:lnTo>
                  <a:lnTo>
                    <a:pt x="15" y="124"/>
                  </a:lnTo>
                  <a:lnTo>
                    <a:pt x="0" y="209"/>
                  </a:lnTo>
                  <a:lnTo>
                    <a:pt x="15" y="286"/>
                  </a:lnTo>
                  <a:lnTo>
                    <a:pt x="54" y="348"/>
                  </a:lnTo>
                  <a:lnTo>
                    <a:pt x="108" y="394"/>
                  </a:lnTo>
                  <a:lnTo>
                    <a:pt x="139" y="402"/>
                  </a:lnTo>
                  <a:lnTo>
                    <a:pt x="170" y="41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2" name="Freeform 16"/>
            <p:cNvSpPr/>
            <p:nvPr/>
          </p:nvSpPr>
          <p:spPr>
            <a:xfrm>
              <a:off x="977" y="2293"/>
              <a:ext cx="170" cy="201"/>
            </a:xfrm>
            <a:custGeom>
              <a:avLst/>
              <a:gdLst>
                <a:gd name="txL" fmla="*/ 0 w 170"/>
                <a:gd name="txT" fmla="*/ 0 h 201"/>
                <a:gd name="txR" fmla="*/ 170 w 170"/>
                <a:gd name="txB" fmla="*/ 201 h 201"/>
              </a:gdLst>
              <a:ahLst/>
              <a:cxnLst>
                <a:cxn ang="0">
                  <a:pos x="0" y="201"/>
                </a:cxn>
                <a:cxn ang="0">
                  <a:pos x="31" y="193"/>
                </a:cxn>
                <a:cxn ang="0">
                  <a:pos x="70" y="185"/>
                </a:cxn>
                <a:cxn ang="0">
                  <a:pos x="124" y="139"/>
                </a:cxn>
                <a:cxn ang="0">
                  <a:pos x="155" y="77"/>
                </a:cxn>
                <a:cxn ang="0">
                  <a:pos x="170" y="0"/>
                </a:cxn>
                <a:cxn ang="0">
                  <a:pos x="170" y="0"/>
                </a:cxn>
                <a:cxn ang="0">
                  <a:pos x="155" y="77"/>
                </a:cxn>
                <a:cxn ang="0">
                  <a:pos x="124" y="139"/>
                </a:cxn>
                <a:cxn ang="0">
                  <a:pos x="70" y="185"/>
                </a:cxn>
                <a:cxn ang="0">
                  <a:pos x="31" y="193"/>
                </a:cxn>
                <a:cxn ang="0">
                  <a:pos x="0" y="201"/>
                </a:cxn>
                <a:cxn ang="0">
                  <a:pos x="0" y="201"/>
                </a:cxn>
              </a:cxnLst>
              <a:rect l="txL" t="txT" r="txR" b="txB"/>
              <a:pathLst>
                <a:path w="170" h="201">
                  <a:moveTo>
                    <a:pt x="0" y="201"/>
                  </a:moveTo>
                  <a:lnTo>
                    <a:pt x="31" y="193"/>
                  </a:lnTo>
                  <a:lnTo>
                    <a:pt x="70" y="185"/>
                  </a:lnTo>
                  <a:lnTo>
                    <a:pt x="124" y="139"/>
                  </a:lnTo>
                  <a:lnTo>
                    <a:pt x="155" y="77"/>
                  </a:lnTo>
                  <a:lnTo>
                    <a:pt x="170" y="0"/>
                  </a:lnTo>
                  <a:lnTo>
                    <a:pt x="155" y="77"/>
                  </a:lnTo>
                  <a:lnTo>
                    <a:pt x="124" y="139"/>
                  </a:lnTo>
                  <a:lnTo>
                    <a:pt x="70" y="185"/>
                  </a:lnTo>
                  <a:lnTo>
                    <a:pt x="31" y="193"/>
                  </a:lnTo>
                  <a:lnTo>
                    <a:pt x="0" y="20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3" name="Freeform 17"/>
            <p:cNvSpPr>
              <a:spLocks noEditPoints="1"/>
            </p:cNvSpPr>
            <p:nvPr/>
          </p:nvSpPr>
          <p:spPr>
            <a:xfrm>
              <a:off x="977" y="2084"/>
              <a:ext cx="170" cy="209"/>
            </a:xfrm>
            <a:custGeom>
              <a:avLst/>
              <a:gdLst>
                <a:gd name="txL" fmla="*/ 0 w 170"/>
                <a:gd name="txT" fmla="*/ 0 h 209"/>
                <a:gd name="txR" fmla="*/ 170 w 170"/>
                <a:gd name="txB" fmla="*/ 209 h 209"/>
              </a:gdLst>
              <a:ahLst/>
              <a:cxnLst>
                <a:cxn ang="0">
                  <a:pos x="170" y="209"/>
                </a:cxn>
                <a:cxn ang="0">
                  <a:pos x="155" y="124"/>
                </a:cxn>
                <a:cxn ang="0">
                  <a:pos x="124" y="62"/>
                </a:cxn>
                <a:cxn ang="0">
                  <a:pos x="70" y="16"/>
                </a:cxn>
                <a:cxn ang="0">
                  <a:pos x="31" y="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31" y="8"/>
                </a:cxn>
                <a:cxn ang="0">
                  <a:pos x="70" y="16"/>
                </a:cxn>
                <a:cxn ang="0">
                  <a:pos x="124" y="62"/>
                </a:cxn>
                <a:cxn ang="0">
                  <a:pos x="155" y="124"/>
                </a:cxn>
                <a:cxn ang="0">
                  <a:pos x="170" y="209"/>
                </a:cxn>
                <a:cxn ang="0">
                  <a:pos x="170" y="209"/>
                </a:cxn>
                <a:cxn ang="0">
                  <a:pos x="170" y="209"/>
                </a:cxn>
                <a:cxn ang="0">
                  <a:pos x="170" y="209"/>
                </a:cxn>
                <a:cxn ang="0">
                  <a:pos x="170" y="209"/>
                </a:cxn>
              </a:cxnLst>
              <a:rect l="txL" t="txT" r="txR" b="txB"/>
              <a:pathLst>
                <a:path w="170" h="209">
                  <a:moveTo>
                    <a:pt x="170" y="209"/>
                  </a:moveTo>
                  <a:lnTo>
                    <a:pt x="155" y="124"/>
                  </a:lnTo>
                  <a:lnTo>
                    <a:pt x="124" y="62"/>
                  </a:lnTo>
                  <a:lnTo>
                    <a:pt x="70" y="16"/>
                  </a:lnTo>
                  <a:lnTo>
                    <a:pt x="31" y="8"/>
                  </a:lnTo>
                  <a:lnTo>
                    <a:pt x="0" y="0"/>
                  </a:lnTo>
                  <a:lnTo>
                    <a:pt x="31" y="8"/>
                  </a:lnTo>
                  <a:lnTo>
                    <a:pt x="70" y="16"/>
                  </a:lnTo>
                  <a:lnTo>
                    <a:pt x="124" y="62"/>
                  </a:lnTo>
                  <a:lnTo>
                    <a:pt x="155" y="124"/>
                  </a:lnTo>
                  <a:lnTo>
                    <a:pt x="170" y="209"/>
                  </a:lnTo>
                  <a:close/>
                  <a:moveTo>
                    <a:pt x="170" y="209"/>
                  </a:moveTo>
                  <a:lnTo>
                    <a:pt x="170" y="20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4" name="Freeform 18"/>
            <p:cNvSpPr>
              <a:spLocks noEditPoints="1"/>
            </p:cNvSpPr>
            <p:nvPr/>
          </p:nvSpPr>
          <p:spPr>
            <a:xfrm>
              <a:off x="807" y="2084"/>
              <a:ext cx="170" cy="209"/>
            </a:xfrm>
            <a:custGeom>
              <a:avLst/>
              <a:gdLst>
                <a:gd name="txL" fmla="*/ 0 w 170"/>
                <a:gd name="txT" fmla="*/ 0 h 209"/>
                <a:gd name="txR" fmla="*/ 170 w 170"/>
                <a:gd name="txB" fmla="*/ 209 h 209"/>
              </a:gdLst>
              <a:ahLst/>
              <a:cxnLst>
                <a:cxn ang="0">
                  <a:pos x="170" y="0"/>
                </a:cxn>
                <a:cxn ang="0">
                  <a:pos x="139" y="8"/>
                </a:cxn>
                <a:cxn ang="0">
                  <a:pos x="108" y="16"/>
                </a:cxn>
                <a:cxn ang="0">
                  <a:pos x="54" y="62"/>
                </a:cxn>
                <a:cxn ang="0">
                  <a:pos x="15" y="124"/>
                </a:cxn>
                <a:cxn ang="0">
                  <a:pos x="0" y="209"/>
                </a:cxn>
                <a:cxn ang="0">
                  <a:pos x="0" y="209"/>
                </a:cxn>
                <a:cxn ang="0">
                  <a:pos x="15" y="124"/>
                </a:cxn>
                <a:cxn ang="0">
                  <a:pos x="54" y="62"/>
                </a:cxn>
                <a:cxn ang="0">
                  <a:pos x="108" y="16"/>
                </a:cxn>
                <a:cxn ang="0">
                  <a:pos x="139" y="8"/>
                </a:cxn>
                <a:cxn ang="0">
                  <a:pos x="170" y="0"/>
                </a:cxn>
                <a:cxn ang="0">
                  <a:pos x="170" y="0"/>
                </a:cxn>
                <a:cxn ang="0">
                  <a:pos x="170" y="0"/>
                </a:cxn>
                <a:cxn ang="0">
                  <a:pos x="170" y="0"/>
                </a:cxn>
                <a:cxn ang="0">
                  <a:pos x="170" y="0"/>
                </a:cxn>
              </a:cxnLst>
              <a:rect l="txL" t="txT" r="txR" b="txB"/>
              <a:pathLst>
                <a:path w="170" h="209">
                  <a:moveTo>
                    <a:pt x="170" y="0"/>
                  </a:moveTo>
                  <a:lnTo>
                    <a:pt x="139" y="8"/>
                  </a:lnTo>
                  <a:lnTo>
                    <a:pt x="108" y="16"/>
                  </a:lnTo>
                  <a:lnTo>
                    <a:pt x="54" y="62"/>
                  </a:lnTo>
                  <a:lnTo>
                    <a:pt x="15" y="124"/>
                  </a:lnTo>
                  <a:lnTo>
                    <a:pt x="0" y="209"/>
                  </a:lnTo>
                  <a:lnTo>
                    <a:pt x="15" y="124"/>
                  </a:lnTo>
                  <a:lnTo>
                    <a:pt x="54" y="62"/>
                  </a:lnTo>
                  <a:lnTo>
                    <a:pt x="108" y="16"/>
                  </a:lnTo>
                  <a:lnTo>
                    <a:pt x="139" y="8"/>
                  </a:lnTo>
                  <a:lnTo>
                    <a:pt x="170" y="0"/>
                  </a:lnTo>
                  <a:close/>
                  <a:moveTo>
                    <a:pt x="170" y="0"/>
                  </a:moveTo>
                  <a:lnTo>
                    <a:pt x="17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5" name="Freeform 19"/>
            <p:cNvSpPr>
              <a:spLocks noEditPoints="1"/>
            </p:cNvSpPr>
            <p:nvPr/>
          </p:nvSpPr>
          <p:spPr>
            <a:xfrm>
              <a:off x="807" y="2293"/>
              <a:ext cx="170" cy="201"/>
            </a:xfrm>
            <a:custGeom>
              <a:avLst/>
              <a:gdLst>
                <a:gd name="txL" fmla="*/ 0 w 170"/>
                <a:gd name="txT" fmla="*/ 0 h 201"/>
                <a:gd name="txR" fmla="*/ 170 w 170"/>
                <a:gd name="txB" fmla="*/ 201 h 201"/>
              </a:gdLst>
              <a:ahLst/>
              <a:cxnLst>
                <a:cxn ang="0">
                  <a:pos x="0" y="0"/>
                </a:cxn>
                <a:cxn ang="0">
                  <a:pos x="15" y="77"/>
                </a:cxn>
                <a:cxn ang="0">
                  <a:pos x="54" y="139"/>
                </a:cxn>
                <a:cxn ang="0">
                  <a:pos x="108" y="185"/>
                </a:cxn>
                <a:cxn ang="0">
                  <a:pos x="139" y="193"/>
                </a:cxn>
                <a:cxn ang="0">
                  <a:pos x="170" y="201"/>
                </a:cxn>
                <a:cxn ang="0">
                  <a:pos x="170" y="201"/>
                </a:cxn>
                <a:cxn ang="0">
                  <a:pos x="139" y="193"/>
                </a:cxn>
                <a:cxn ang="0">
                  <a:pos x="108" y="185"/>
                </a:cxn>
                <a:cxn ang="0">
                  <a:pos x="54" y="139"/>
                </a:cxn>
                <a:cxn ang="0">
                  <a:pos x="15" y="7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70" h="201">
                  <a:moveTo>
                    <a:pt x="0" y="0"/>
                  </a:moveTo>
                  <a:lnTo>
                    <a:pt x="15" y="77"/>
                  </a:lnTo>
                  <a:lnTo>
                    <a:pt x="54" y="139"/>
                  </a:lnTo>
                  <a:lnTo>
                    <a:pt x="108" y="185"/>
                  </a:lnTo>
                  <a:lnTo>
                    <a:pt x="139" y="193"/>
                  </a:lnTo>
                  <a:lnTo>
                    <a:pt x="170" y="201"/>
                  </a:lnTo>
                  <a:lnTo>
                    <a:pt x="139" y="193"/>
                  </a:lnTo>
                  <a:lnTo>
                    <a:pt x="108" y="185"/>
                  </a:lnTo>
                  <a:lnTo>
                    <a:pt x="54" y="139"/>
                  </a:lnTo>
                  <a:lnTo>
                    <a:pt x="15" y="77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6" name="Freeform 20"/>
            <p:cNvSpPr/>
            <p:nvPr/>
          </p:nvSpPr>
          <p:spPr>
            <a:xfrm>
              <a:off x="977" y="2494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7" name="Freeform 21"/>
            <p:cNvSpPr/>
            <p:nvPr/>
          </p:nvSpPr>
          <p:spPr>
            <a:xfrm>
              <a:off x="923" y="2154"/>
              <a:ext cx="101" cy="123"/>
            </a:xfrm>
            <a:custGeom>
              <a:avLst/>
              <a:gdLst>
                <a:gd name="txL" fmla="*/ 0 w 101"/>
                <a:gd name="txT" fmla="*/ 0 h 123"/>
                <a:gd name="txR" fmla="*/ 101 w 101"/>
                <a:gd name="txB" fmla="*/ 123 h 123"/>
              </a:gdLst>
              <a:ahLst/>
              <a:cxnLst>
                <a:cxn ang="0">
                  <a:pos x="46" y="54"/>
                </a:cxn>
                <a:cxn ang="0">
                  <a:pos x="0" y="54"/>
                </a:cxn>
                <a:cxn ang="0">
                  <a:pos x="0" y="69"/>
                </a:cxn>
                <a:cxn ang="0">
                  <a:pos x="46" y="69"/>
                </a:cxn>
                <a:cxn ang="0">
                  <a:pos x="46" y="123"/>
                </a:cxn>
                <a:cxn ang="0">
                  <a:pos x="54" y="123"/>
                </a:cxn>
                <a:cxn ang="0">
                  <a:pos x="54" y="69"/>
                </a:cxn>
                <a:cxn ang="0">
                  <a:pos x="101" y="69"/>
                </a:cxn>
                <a:cxn ang="0">
                  <a:pos x="101" y="54"/>
                </a:cxn>
                <a:cxn ang="0">
                  <a:pos x="54" y="54"/>
                </a:cxn>
                <a:cxn ang="0">
                  <a:pos x="54" y="0"/>
                </a:cxn>
                <a:cxn ang="0">
                  <a:pos x="46" y="0"/>
                </a:cxn>
                <a:cxn ang="0">
                  <a:pos x="46" y="54"/>
                </a:cxn>
              </a:cxnLst>
              <a:rect l="txL" t="txT" r="txR" b="txB"/>
              <a:pathLst>
                <a:path w="101" h="123">
                  <a:moveTo>
                    <a:pt x="46" y="54"/>
                  </a:moveTo>
                  <a:lnTo>
                    <a:pt x="0" y="54"/>
                  </a:lnTo>
                  <a:lnTo>
                    <a:pt x="0" y="69"/>
                  </a:lnTo>
                  <a:lnTo>
                    <a:pt x="46" y="69"/>
                  </a:lnTo>
                  <a:lnTo>
                    <a:pt x="46" y="123"/>
                  </a:lnTo>
                  <a:lnTo>
                    <a:pt x="54" y="123"/>
                  </a:lnTo>
                  <a:lnTo>
                    <a:pt x="54" y="69"/>
                  </a:lnTo>
                  <a:lnTo>
                    <a:pt x="101" y="69"/>
                  </a:lnTo>
                  <a:lnTo>
                    <a:pt x="101" y="54"/>
                  </a:lnTo>
                  <a:lnTo>
                    <a:pt x="54" y="54"/>
                  </a:lnTo>
                  <a:lnTo>
                    <a:pt x="54" y="0"/>
                  </a:lnTo>
                  <a:lnTo>
                    <a:pt x="46" y="0"/>
                  </a:lnTo>
                  <a:lnTo>
                    <a:pt x="46" y="5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8" name="Rectangle 22"/>
            <p:cNvSpPr/>
            <p:nvPr/>
          </p:nvSpPr>
          <p:spPr>
            <a:xfrm>
              <a:off x="923" y="2378"/>
              <a:ext cx="101" cy="8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aseline="-25000" dirty="0">
                <a:ea typeface="Arial" panose="020B0604020202020204" pitchFamily="34" charset="0"/>
              </a:endParaRPr>
            </a:p>
          </p:txBody>
        </p:sp>
        <p:sp>
          <p:nvSpPr>
            <p:cNvPr id="37919" name="Freeform 23"/>
            <p:cNvSpPr/>
            <p:nvPr/>
          </p:nvSpPr>
          <p:spPr>
            <a:xfrm>
              <a:off x="4601" y="2084"/>
              <a:ext cx="348" cy="410"/>
            </a:xfrm>
            <a:custGeom>
              <a:avLst/>
              <a:gdLst>
                <a:gd name="txL" fmla="*/ 0 w 348"/>
                <a:gd name="txT" fmla="*/ 0 h 410"/>
                <a:gd name="txR" fmla="*/ 348 w 348"/>
                <a:gd name="txB" fmla="*/ 410 h 410"/>
              </a:gdLst>
              <a:ahLst/>
              <a:cxnLst>
                <a:cxn ang="0">
                  <a:pos x="178" y="410"/>
                </a:cxn>
                <a:cxn ang="0">
                  <a:pos x="209" y="402"/>
                </a:cxn>
                <a:cxn ang="0">
                  <a:pos x="247" y="394"/>
                </a:cxn>
                <a:cxn ang="0">
                  <a:pos x="302" y="348"/>
                </a:cxn>
                <a:cxn ang="0">
                  <a:pos x="333" y="286"/>
                </a:cxn>
                <a:cxn ang="0">
                  <a:pos x="348" y="209"/>
                </a:cxn>
                <a:cxn ang="0">
                  <a:pos x="333" y="124"/>
                </a:cxn>
                <a:cxn ang="0">
                  <a:pos x="302" y="62"/>
                </a:cxn>
                <a:cxn ang="0">
                  <a:pos x="247" y="16"/>
                </a:cxn>
                <a:cxn ang="0">
                  <a:pos x="209" y="8"/>
                </a:cxn>
                <a:cxn ang="0">
                  <a:pos x="178" y="0"/>
                </a:cxn>
                <a:cxn ang="0">
                  <a:pos x="139" y="8"/>
                </a:cxn>
                <a:cxn ang="0">
                  <a:pos x="108" y="16"/>
                </a:cxn>
                <a:cxn ang="0">
                  <a:pos x="54" y="62"/>
                </a:cxn>
                <a:cxn ang="0">
                  <a:pos x="15" y="124"/>
                </a:cxn>
                <a:cxn ang="0">
                  <a:pos x="0" y="209"/>
                </a:cxn>
                <a:cxn ang="0">
                  <a:pos x="15" y="286"/>
                </a:cxn>
                <a:cxn ang="0">
                  <a:pos x="54" y="348"/>
                </a:cxn>
                <a:cxn ang="0">
                  <a:pos x="108" y="394"/>
                </a:cxn>
                <a:cxn ang="0">
                  <a:pos x="139" y="402"/>
                </a:cxn>
                <a:cxn ang="0">
                  <a:pos x="178" y="410"/>
                </a:cxn>
                <a:cxn ang="0">
                  <a:pos x="178" y="410"/>
                </a:cxn>
              </a:cxnLst>
              <a:rect l="txL" t="txT" r="txR" b="txB"/>
              <a:pathLst>
                <a:path w="348" h="410">
                  <a:moveTo>
                    <a:pt x="178" y="410"/>
                  </a:moveTo>
                  <a:lnTo>
                    <a:pt x="209" y="402"/>
                  </a:lnTo>
                  <a:lnTo>
                    <a:pt x="247" y="394"/>
                  </a:lnTo>
                  <a:lnTo>
                    <a:pt x="302" y="348"/>
                  </a:lnTo>
                  <a:lnTo>
                    <a:pt x="333" y="286"/>
                  </a:lnTo>
                  <a:lnTo>
                    <a:pt x="348" y="209"/>
                  </a:lnTo>
                  <a:lnTo>
                    <a:pt x="333" y="124"/>
                  </a:lnTo>
                  <a:lnTo>
                    <a:pt x="302" y="62"/>
                  </a:lnTo>
                  <a:lnTo>
                    <a:pt x="247" y="16"/>
                  </a:lnTo>
                  <a:lnTo>
                    <a:pt x="209" y="8"/>
                  </a:lnTo>
                  <a:lnTo>
                    <a:pt x="178" y="0"/>
                  </a:lnTo>
                  <a:lnTo>
                    <a:pt x="139" y="8"/>
                  </a:lnTo>
                  <a:lnTo>
                    <a:pt x="108" y="16"/>
                  </a:lnTo>
                  <a:lnTo>
                    <a:pt x="54" y="62"/>
                  </a:lnTo>
                  <a:lnTo>
                    <a:pt x="15" y="124"/>
                  </a:lnTo>
                  <a:lnTo>
                    <a:pt x="0" y="209"/>
                  </a:lnTo>
                  <a:lnTo>
                    <a:pt x="15" y="286"/>
                  </a:lnTo>
                  <a:lnTo>
                    <a:pt x="54" y="348"/>
                  </a:lnTo>
                  <a:lnTo>
                    <a:pt x="108" y="394"/>
                  </a:lnTo>
                  <a:lnTo>
                    <a:pt x="139" y="402"/>
                  </a:lnTo>
                  <a:lnTo>
                    <a:pt x="178" y="41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20" name="Freeform 24"/>
            <p:cNvSpPr/>
            <p:nvPr/>
          </p:nvSpPr>
          <p:spPr>
            <a:xfrm>
              <a:off x="4779" y="2293"/>
              <a:ext cx="170" cy="201"/>
            </a:xfrm>
            <a:custGeom>
              <a:avLst/>
              <a:gdLst>
                <a:gd name="txL" fmla="*/ 0 w 170"/>
                <a:gd name="txT" fmla="*/ 0 h 201"/>
                <a:gd name="txR" fmla="*/ 170 w 170"/>
                <a:gd name="txB" fmla="*/ 201 h 201"/>
              </a:gdLst>
              <a:ahLst/>
              <a:cxnLst>
                <a:cxn ang="0">
                  <a:pos x="0" y="201"/>
                </a:cxn>
                <a:cxn ang="0">
                  <a:pos x="31" y="193"/>
                </a:cxn>
                <a:cxn ang="0">
                  <a:pos x="69" y="185"/>
                </a:cxn>
                <a:cxn ang="0">
                  <a:pos x="124" y="139"/>
                </a:cxn>
                <a:cxn ang="0">
                  <a:pos x="155" y="77"/>
                </a:cxn>
                <a:cxn ang="0">
                  <a:pos x="170" y="0"/>
                </a:cxn>
                <a:cxn ang="0">
                  <a:pos x="170" y="0"/>
                </a:cxn>
                <a:cxn ang="0">
                  <a:pos x="155" y="77"/>
                </a:cxn>
                <a:cxn ang="0">
                  <a:pos x="124" y="139"/>
                </a:cxn>
                <a:cxn ang="0">
                  <a:pos x="69" y="185"/>
                </a:cxn>
                <a:cxn ang="0">
                  <a:pos x="31" y="193"/>
                </a:cxn>
                <a:cxn ang="0">
                  <a:pos x="0" y="201"/>
                </a:cxn>
                <a:cxn ang="0">
                  <a:pos x="0" y="201"/>
                </a:cxn>
              </a:cxnLst>
              <a:rect l="txL" t="txT" r="txR" b="txB"/>
              <a:pathLst>
                <a:path w="170" h="201">
                  <a:moveTo>
                    <a:pt x="0" y="201"/>
                  </a:moveTo>
                  <a:lnTo>
                    <a:pt x="31" y="193"/>
                  </a:lnTo>
                  <a:lnTo>
                    <a:pt x="69" y="185"/>
                  </a:lnTo>
                  <a:lnTo>
                    <a:pt x="124" y="139"/>
                  </a:lnTo>
                  <a:lnTo>
                    <a:pt x="155" y="77"/>
                  </a:lnTo>
                  <a:lnTo>
                    <a:pt x="170" y="0"/>
                  </a:lnTo>
                  <a:lnTo>
                    <a:pt x="155" y="77"/>
                  </a:lnTo>
                  <a:lnTo>
                    <a:pt x="124" y="139"/>
                  </a:lnTo>
                  <a:lnTo>
                    <a:pt x="69" y="185"/>
                  </a:lnTo>
                  <a:lnTo>
                    <a:pt x="31" y="193"/>
                  </a:lnTo>
                  <a:lnTo>
                    <a:pt x="0" y="20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21" name="Freeform 25"/>
            <p:cNvSpPr>
              <a:spLocks noEditPoints="1"/>
            </p:cNvSpPr>
            <p:nvPr/>
          </p:nvSpPr>
          <p:spPr>
            <a:xfrm>
              <a:off x="4779" y="2084"/>
              <a:ext cx="170" cy="209"/>
            </a:xfrm>
            <a:custGeom>
              <a:avLst/>
              <a:gdLst>
                <a:gd name="txL" fmla="*/ 0 w 170"/>
                <a:gd name="txT" fmla="*/ 0 h 209"/>
                <a:gd name="txR" fmla="*/ 170 w 170"/>
                <a:gd name="txB" fmla="*/ 209 h 209"/>
              </a:gdLst>
              <a:ahLst/>
              <a:cxnLst>
                <a:cxn ang="0">
                  <a:pos x="170" y="209"/>
                </a:cxn>
                <a:cxn ang="0">
                  <a:pos x="155" y="124"/>
                </a:cxn>
                <a:cxn ang="0">
                  <a:pos x="124" y="62"/>
                </a:cxn>
                <a:cxn ang="0">
                  <a:pos x="69" y="16"/>
                </a:cxn>
                <a:cxn ang="0">
                  <a:pos x="31" y="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31" y="8"/>
                </a:cxn>
                <a:cxn ang="0">
                  <a:pos x="69" y="16"/>
                </a:cxn>
                <a:cxn ang="0">
                  <a:pos x="124" y="62"/>
                </a:cxn>
                <a:cxn ang="0">
                  <a:pos x="155" y="124"/>
                </a:cxn>
                <a:cxn ang="0">
                  <a:pos x="170" y="209"/>
                </a:cxn>
                <a:cxn ang="0">
                  <a:pos x="170" y="209"/>
                </a:cxn>
                <a:cxn ang="0">
                  <a:pos x="170" y="209"/>
                </a:cxn>
                <a:cxn ang="0">
                  <a:pos x="170" y="209"/>
                </a:cxn>
                <a:cxn ang="0">
                  <a:pos x="170" y="209"/>
                </a:cxn>
              </a:cxnLst>
              <a:rect l="txL" t="txT" r="txR" b="txB"/>
              <a:pathLst>
                <a:path w="170" h="209">
                  <a:moveTo>
                    <a:pt x="170" y="209"/>
                  </a:moveTo>
                  <a:lnTo>
                    <a:pt x="155" y="124"/>
                  </a:lnTo>
                  <a:lnTo>
                    <a:pt x="124" y="62"/>
                  </a:lnTo>
                  <a:lnTo>
                    <a:pt x="69" y="16"/>
                  </a:lnTo>
                  <a:lnTo>
                    <a:pt x="31" y="8"/>
                  </a:lnTo>
                  <a:lnTo>
                    <a:pt x="0" y="0"/>
                  </a:lnTo>
                  <a:lnTo>
                    <a:pt x="31" y="8"/>
                  </a:lnTo>
                  <a:lnTo>
                    <a:pt x="69" y="16"/>
                  </a:lnTo>
                  <a:lnTo>
                    <a:pt x="124" y="62"/>
                  </a:lnTo>
                  <a:lnTo>
                    <a:pt x="155" y="124"/>
                  </a:lnTo>
                  <a:lnTo>
                    <a:pt x="170" y="209"/>
                  </a:lnTo>
                  <a:close/>
                  <a:moveTo>
                    <a:pt x="170" y="209"/>
                  </a:moveTo>
                  <a:lnTo>
                    <a:pt x="170" y="20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22" name="Freeform 26"/>
            <p:cNvSpPr>
              <a:spLocks noEditPoints="1"/>
            </p:cNvSpPr>
            <p:nvPr/>
          </p:nvSpPr>
          <p:spPr>
            <a:xfrm>
              <a:off x="4601" y="2084"/>
              <a:ext cx="178" cy="209"/>
            </a:xfrm>
            <a:custGeom>
              <a:avLst/>
              <a:gdLst>
                <a:gd name="txL" fmla="*/ 0 w 178"/>
                <a:gd name="txT" fmla="*/ 0 h 209"/>
                <a:gd name="txR" fmla="*/ 178 w 178"/>
                <a:gd name="txB" fmla="*/ 209 h 209"/>
              </a:gdLst>
              <a:ahLst/>
              <a:cxnLst>
                <a:cxn ang="0">
                  <a:pos x="178" y="0"/>
                </a:cxn>
                <a:cxn ang="0">
                  <a:pos x="139" y="8"/>
                </a:cxn>
                <a:cxn ang="0">
                  <a:pos x="108" y="16"/>
                </a:cxn>
                <a:cxn ang="0">
                  <a:pos x="54" y="62"/>
                </a:cxn>
                <a:cxn ang="0">
                  <a:pos x="23" y="124"/>
                </a:cxn>
                <a:cxn ang="0">
                  <a:pos x="7" y="209"/>
                </a:cxn>
                <a:cxn ang="0">
                  <a:pos x="0" y="209"/>
                </a:cxn>
                <a:cxn ang="0">
                  <a:pos x="15" y="124"/>
                </a:cxn>
                <a:cxn ang="0">
                  <a:pos x="54" y="62"/>
                </a:cxn>
                <a:cxn ang="0">
                  <a:pos x="108" y="16"/>
                </a:cxn>
                <a:cxn ang="0">
                  <a:pos x="139" y="8"/>
                </a:cxn>
                <a:cxn ang="0">
                  <a:pos x="178" y="0"/>
                </a:cxn>
                <a:cxn ang="0">
                  <a:pos x="178" y="0"/>
                </a:cxn>
                <a:cxn ang="0">
                  <a:pos x="178" y="0"/>
                </a:cxn>
                <a:cxn ang="0">
                  <a:pos x="178" y="0"/>
                </a:cxn>
                <a:cxn ang="0">
                  <a:pos x="178" y="0"/>
                </a:cxn>
              </a:cxnLst>
              <a:rect l="txL" t="txT" r="txR" b="txB"/>
              <a:pathLst>
                <a:path w="178" h="209">
                  <a:moveTo>
                    <a:pt x="178" y="0"/>
                  </a:moveTo>
                  <a:lnTo>
                    <a:pt x="139" y="8"/>
                  </a:lnTo>
                  <a:lnTo>
                    <a:pt x="108" y="16"/>
                  </a:lnTo>
                  <a:lnTo>
                    <a:pt x="54" y="62"/>
                  </a:lnTo>
                  <a:lnTo>
                    <a:pt x="23" y="124"/>
                  </a:lnTo>
                  <a:lnTo>
                    <a:pt x="7" y="209"/>
                  </a:lnTo>
                  <a:lnTo>
                    <a:pt x="0" y="209"/>
                  </a:lnTo>
                  <a:lnTo>
                    <a:pt x="15" y="124"/>
                  </a:lnTo>
                  <a:lnTo>
                    <a:pt x="54" y="62"/>
                  </a:lnTo>
                  <a:lnTo>
                    <a:pt x="108" y="16"/>
                  </a:lnTo>
                  <a:lnTo>
                    <a:pt x="139" y="8"/>
                  </a:lnTo>
                  <a:lnTo>
                    <a:pt x="178" y="0"/>
                  </a:lnTo>
                  <a:close/>
                  <a:moveTo>
                    <a:pt x="178" y="0"/>
                  </a:moveTo>
                  <a:lnTo>
                    <a:pt x="178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23" name="Freeform 27"/>
            <p:cNvSpPr>
              <a:spLocks noEditPoints="1"/>
            </p:cNvSpPr>
            <p:nvPr/>
          </p:nvSpPr>
          <p:spPr>
            <a:xfrm>
              <a:off x="4601" y="2293"/>
              <a:ext cx="178" cy="201"/>
            </a:xfrm>
            <a:custGeom>
              <a:avLst/>
              <a:gdLst>
                <a:gd name="txL" fmla="*/ 0 w 178"/>
                <a:gd name="txT" fmla="*/ 0 h 201"/>
                <a:gd name="txR" fmla="*/ 178 w 178"/>
                <a:gd name="txB" fmla="*/ 201 h 201"/>
              </a:gdLst>
              <a:ahLst/>
              <a:cxnLst>
                <a:cxn ang="0">
                  <a:pos x="0" y="0"/>
                </a:cxn>
                <a:cxn ang="0">
                  <a:pos x="15" y="77"/>
                </a:cxn>
                <a:cxn ang="0">
                  <a:pos x="54" y="139"/>
                </a:cxn>
                <a:cxn ang="0">
                  <a:pos x="108" y="185"/>
                </a:cxn>
                <a:cxn ang="0">
                  <a:pos x="139" y="193"/>
                </a:cxn>
                <a:cxn ang="0">
                  <a:pos x="178" y="201"/>
                </a:cxn>
                <a:cxn ang="0">
                  <a:pos x="178" y="201"/>
                </a:cxn>
                <a:cxn ang="0">
                  <a:pos x="139" y="193"/>
                </a:cxn>
                <a:cxn ang="0">
                  <a:pos x="108" y="185"/>
                </a:cxn>
                <a:cxn ang="0">
                  <a:pos x="54" y="139"/>
                </a:cxn>
                <a:cxn ang="0">
                  <a:pos x="23" y="77"/>
                </a:cxn>
                <a:cxn ang="0">
                  <a:pos x="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78" h="201">
                  <a:moveTo>
                    <a:pt x="0" y="0"/>
                  </a:moveTo>
                  <a:lnTo>
                    <a:pt x="15" y="77"/>
                  </a:lnTo>
                  <a:lnTo>
                    <a:pt x="54" y="139"/>
                  </a:lnTo>
                  <a:lnTo>
                    <a:pt x="108" y="185"/>
                  </a:lnTo>
                  <a:lnTo>
                    <a:pt x="139" y="193"/>
                  </a:lnTo>
                  <a:lnTo>
                    <a:pt x="178" y="201"/>
                  </a:lnTo>
                  <a:lnTo>
                    <a:pt x="139" y="193"/>
                  </a:lnTo>
                  <a:lnTo>
                    <a:pt x="108" y="185"/>
                  </a:lnTo>
                  <a:lnTo>
                    <a:pt x="54" y="139"/>
                  </a:lnTo>
                  <a:lnTo>
                    <a:pt x="23" y="77"/>
                  </a:lnTo>
                  <a:lnTo>
                    <a:pt x="7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24" name="Freeform 28"/>
            <p:cNvSpPr/>
            <p:nvPr/>
          </p:nvSpPr>
          <p:spPr>
            <a:xfrm>
              <a:off x="4779" y="2494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25" name="Freeform 29"/>
            <p:cNvSpPr/>
            <p:nvPr/>
          </p:nvSpPr>
          <p:spPr>
            <a:xfrm>
              <a:off x="4724" y="2154"/>
              <a:ext cx="101" cy="123"/>
            </a:xfrm>
            <a:custGeom>
              <a:avLst/>
              <a:gdLst>
                <a:gd name="txL" fmla="*/ 0 w 101"/>
                <a:gd name="txT" fmla="*/ 0 h 123"/>
                <a:gd name="txR" fmla="*/ 101 w 101"/>
                <a:gd name="txB" fmla="*/ 123 h 123"/>
              </a:gdLst>
              <a:ahLst/>
              <a:cxnLst>
                <a:cxn ang="0">
                  <a:pos x="39" y="54"/>
                </a:cxn>
                <a:cxn ang="0">
                  <a:pos x="0" y="54"/>
                </a:cxn>
                <a:cxn ang="0">
                  <a:pos x="0" y="69"/>
                </a:cxn>
                <a:cxn ang="0">
                  <a:pos x="39" y="69"/>
                </a:cxn>
                <a:cxn ang="0">
                  <a:pos x="39" y="123"/>
                </a:cxn>
                <a:cxn ang="0">
                  <a:pos x="55" y="123"/>
                </a:cxn>
                <a:cxn ang="0">
                  <a:pos x="55" y="69"/>
                </a:cxn>
                <a:cxn ang="0">
                  <a:pos x="101" y="69"/>
                </a:cxn>
                <a:cxn ang="0">
                  <a:pos x="101" y="54"/>
                </a:cxn>
                <a:cxn ang="0">
                  <a:pos x="55" y="54"/>
                </a:cxn>
                <a:cxn ang="0">
                  <a:pos x="55" y="0"/>
                </a:cxn>
                <a:cxn ang="0">
                  <a:pos x="39" y="0"/>
                </a:cxn>
                <a:cxn ang="0">
                  <a:pos x="39" y="54"/>
                </a:cxn>
              </a:cxnLst>
              <a:rect l="txL" t="txT" r="txR" b="txB"/>
              <a:pathLst>
                <a:path w="101" h="123">
                  <a:moveTo>
                    <a:pt x="39" y="54"/>
                  </a:moveTo>
                  <a:lnTo>
                    <a:pt x="0" y="54"/>
                  </a:lnTo>
                  <a:lnTo>
                    <a:pt x="0" y="69"/>
                  </a:lnTo>
                  <a:lnTo>
                    <a:pt x="39" y="69"/>
                  </a:lnTo>
                  <a:lnTo>
                    <a:pt x="39" y="123"/>
                  </a:lnTo>
                  <a:lnTo>
                    <a:pt x="55" y="123"/>
                  </a:lnTo>
                  <a:lnTo>
                    <a:pt x="55" y="69"/>
                  </a:lnTo>
                  <a:lnTo>
                    <a:pt x="101" y="69"/>
                  </a:lnTo>
                  <a:lnTo>
                    <a:pt x="101" y="54"/>
                  </a:lnTo>
                  <a:lnTo>
                    <a:pt x="55" y="54"/>
                  </a:lnTo>
                  <a:lnTo>
                    <a:pt x="55" y="0"/>
                  </a:lnTo>
                  <a:lnTo>
                    <a:pt x="39" y="0"/>
                  </a:lnTo>
                  <a:lnTo>
                    <a:pt x="39" y="5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26" name="Rectangle 30"/>
            <p:cNvSpPr/>
            <p:nvPr/>
          </p:nvSpPr>
          <p:spPr>
            <a:xfrm>
              <a:off x="4717" y="2378"/>
              <a:ext cx="108" cy="8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aseline="-25000" dirty="0">
                <a:ea typeface="Arial" panose="020B0604020202020204" pitchFamily="34" charset="0"/>
              </a:endParaRPr>
            </a:p>
          </p:txBody>
        </p:sp>
        <p:sp>
          <p:nvSpPr>
            <p:cNvPr id="37927" name="Freeform 31"/>
            <p:cNvSpPr/>
            <p:nvPr/>
          </p:nvSpPr>
          <p:spPr>
            <a:xfrm>
              <a:off x="1821" y="1226"/>
              <a:ext cx="410" cy="62"/>
            </a:xfrm>
            <a:custGeom>
              <a:avLst/>
              <a:gdLst>
                <a:gd name="txL" fmla="*/ 0 w 410"/>
                <a:gd name="txT" fmla="*/ 0 h 62"/>
                <a:gd name="txR" fmla="*/ 410 w 410"/>
                <a:gd name="txB" fmla="*/ 62 h 62"/>
              </a:gdLst>
              <a:ahLst/>
              <a:cxnLst>
                <a:cxn ang="0">
                  <a:pos x="0" y="62"/>
                </a:cxn>
                <a:cxn ang="0">
                  <a:pos x="0" y="0"/>
                </a:cxn>
                <a:cxn ang="0">
                  <a:pos x="410" y="0"/>
                </a:cxn>
                <a:cxn ang="0">
                  <a:pos x="410" y="62"/>
                </a:cxn>
                <a:cxn ang="0">
                  <a:pos x="0" y="62"/>
                </a:cxn>
                <a:cxn ang="0">
                  <a:pos x="0" y="62"/>
                </a:cxn>
              </a:cxnLst>
              <a:rect l="txL" t="txT" r="txR" b="txB"/>
              <a:pathLst>
                <a:path w="410" h="62">
                  <a:moveTo>
                    <a:pt x="0" y="62"/>
                  </a:moveTo>
                  <a:lnTo>
                    <a:pt x="0" y="0"/>
                  </a:lnTo>
                  <a:lnTo>
                    <a:pt x="410" y="0"/>
                  </a:lnTo>
                  <a:lnTo>
                    <a:pt x="410" y="62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28" name="Freeform 32"/>
            <p:cNvSpPr/>
            <p:nvPr/>
          </p:nvSpPr>
          <p:spPr>
            <a:xfrm>
              <a:off x="2208" y="1257"/>
              <a:ext cx="31" cy="77"/>
            </a:xfrm>
            <a:custGeom>
              <a:avLst/>
              <a:gdLst>
                <a:gd name="txL" fmla="*/ 0 w 31"/>
                <a:gd name="txT" fmla="*/ 0 h 77"/>
                <a:gd name="txR" fmla="*/ 31 w 31"/>
                <a:gd name="txB" fmla="*/ 77 h 77"/>
              </a:gdLst>
              <a:ahLst/>
              <a:cxnLst>
                <a:cxn ang="0">
                  <a:pos x="31" y="0"/>
                </a:cxn>
                <a:cxn ang="0">
                  <a:pos x="0" y="77"/>
                </a:cxn>
                <a:cxn ang="0">
                  <a:pos x="31" y="0"/>
                </a:cxn>
                <a:cxn ang="0">
                  <a:pos x="31" y="0"/>
                </a:cxn>
              </a:cxnLst>
              <a:rect l="txL" t="txT" r="txR" b="txB"/>
              <a:pathLst>
                <a:path w="31" h="77">
                  <a:moveTo>
                    <a:pt x="31" y="0"/>
                  </a:moveTo>
                  <a:lnTo>
                    <a:pt x="0" y="77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29" name="Freeform 33"/>
            <p:cNvSpPr>
              <a:spLocks noEditPoints="1"/>
            </p:cNvSpPr>
            <p:nvPr/>
          </p:nvSpPr>
          <p:spPr>
            <a:xfrm>
              <a:off x="2185" y="1257"/>
              <a:ext cx="23" cy="77"/>
            </a:xfrm>
            <a:custGeom>
              <a:avLst/>
              <a:gdLst>
                <a:gd name="txL" fmla="*/ 0 w 23"/>
                <a:gd name="txT" fmla="*/ 0 h 77"/>
                <a:gd name="txR" fmla="*/ 23 w 23"/>
                <a:gd name="txB" fmla="*/ 77 h 77"/>
              </a:gdLst>
              <a:ahLst/>
              <a:cxnLst>
                <a:cxn ang="0">
                  <a:pos x="23" y="77"/>
                </a:cxn>
                <a:cxn ang="0">
                  <a:pos x="0" y="0"/>
                </a:cxn>
                <a:cxn ang="0">
                  <a:pos x="23" y="77"/>
                </a:cxn>
                <a:cxn ang="0">
                  <a:pos x="23" y="77"/>
                </a:cxn>
                <a:cxn ang="0">
                  <a:pos x="23" y="77"/>
                </a:cxn>
                <a:cxn ang="0">
                  <a:pos x="23" y="77"/>
                </a:cxn>
                <a:cxn ang="0">
                  <a:pos x="23" y="77"/>
                </a:cxn>
              </a:cxnLst>
              <a:rect l="txL" t="txT" r="txR" b="txB"/>
              <a:pathLst>
                <a:path w="23" h="77">
                  <a:moveTo>
                    <a:pt x="23" y="77"/>
                  </a:moveTo>
                  <a:lnTo>
                    <a:pt x="0" y="0"/>
                  </a:lnTo>
                  <a:lnTo>
                    <a:pt x="23" y="77"/>
                  </a:lnTo>
                  <a:close/>
                  <a:moveTo>
                    <a:pt x="23" y="77"/>
                  </a:moveTo>
                  <a:lnTo>
                    <a:pt x="23" y="7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30" name="Freeform 34"/>
            <p:cNvSpPr>
              <a:spLocks noEditPoints="1"/>
            </p:cNvSpPr>
            <p:nvPr/>
          </p:nvSpPr>
          <p:spPr>
            <a:xfrm>
              <a:off x="2154" y="1180"/>
              <a:ext cx="31" cy="77"/>
            </a:xfrm>
            <a:custGeom>
              <a:avLst/>
              <a:gdLst>
                <a:gd name="txL" fmla="*/ 0 w 31"/>
                <a:gd name="txT" fmla="*/ 0 h 77"/>
                <a:gd name="txR" fmla="*/ 31 w 31"/>
                <a:gd name="txB" fmla="*/ 77 h 77"/>
              </a:gdLst>
              <a:ahLst/>
              <a:cxnLst>
                <a:cxn ang="0">
                  <a:pos x="31" y="77"/>
                </a:cxn>
                <a:cxn ang="0">
                  <a:pos x="0" y="0"/>
                </a:cxn>
                <a:cxn ang="0">
                  <a:pos x="31" y="77"/>
                </a:cxn>
                <a:cxn ang="0">
                  <a:pos x="31" y="77"/>
                </a:cxn>
                <a:cxn ang="0">
                  <a:pos x="31" y="77"/>
                </a:cxn>
                <a:cxn ang="0">
                  <a:pos x="31" y="77"/>
                </a:cxn>
                <a:cxn ang="0">
                  <a:pos x="31" y="77"/>
                </a:cxn>
              </a:cxnLst>
              <a:rect l="txL" t="txT" r="txR" b="txB"/>
              <a:pathLst>
                <a:path w="31" h="77">
                  <a:moveTo>
                    <a:pt x="31" y="77"/>
                  </a:moveTo>
                  <a:lnTo>
                    <a:pt x="0" y="0"/>
                  </a:lnTo>
                  <a:lnTo>
                    <a:pt x="31" y="77"/>
                  </a:lnTo>
                  <a:close/>
                  <a:moveTo>
                    <a:pt x="31" y="77"/>
                  </a:moveTo>
                  <a:lnTo>
                    <a:pt x="31" y="7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31" name="Freeform 35"/>
            <p:cNvSpPr>
              <a:spLocks noEditPoints="1"/>
            </p:cNvSpPr>
            <p:nvPr/>
          </p:nvSpPr>
          <p:spPr>
            <a:xfrm>
              <a:off x="2131" y="1180"/>
              <a:ext cx="23" cy="77"/>
            </a:xfrm>
            <a:custGeom>
              <a:avLst/>
              <a:gdLst>
                <a:gd name="txL" fmla="*/ 0 w 23"/>
                <a:gd name="txT" fmla="*/ 0 h 77"/>
                <a:gd name="txR" fmla="*/ 23 w 23"/>
                <a:gd name="txB" fmla="*/ 77 h 77"/>
              </a:gdLst>
              <a:ahLst/>
              <a:cxnLst>
                <a:cxn ang="0">
                  <a:pos x="23" y="0"/>
                </a:cxn>
                <a:cxn ang="0">
                  <a:pos x="0" y="77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23" y="0"/>
                </a:cxn>
              </a:cxnLst>
              <a:rect l="txL" t="txT" r="txR" b="txB"/>
              <a:pathLst>
                <a:path w="23" h="77">
                  <a:moveTo>
                    <a:pt x="23" y="0"/>
                  </a:moveTo>
                  <a:lnTo>
                    <a:pt x="0" y="77"/>
                  </a:lnTo>
                  <a:lnTo>
                    <a:pt x="23" y="0"/>
                  </a:lnTo>
                  <a:close/>
                  <a:moveTo>
                    <a:pt x="23" y="0"/>
                  </a:moveTo>
                  <a:lnTo>
                    <a:pt x="23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32" name="Freeform 36"/>
            <p:cNvSpPr>
              <a:spLocks noEditPoints="1"/>
            </p:cNvSpPr>
            <p:nvPr/>
          </p:nvSpPr>
          <p:spPr>
            <a:xfrm>
              <a:off x="2131" y="1257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33" name="Freeform 37"/>
            <p:cNvSpPr>
              <a:spLocks noEditPoints="1"/>
            </p:cNvSpPr>
            <p:nvPr/>
          </p:nvSpPr>
          <p:spPr>
            <a:xfrm>
              <a:off x="2107" y="1257"/>
              <a:ext cx="24" cy="77"/>
            </a:xfrm>
            <a:custGeom>
              <a:avLst/>
              <a:gdLst>
                <a:gd name="txL" fmla="*/ 0 w 24"/>
                <a:gd name="txT" fmla="*/ 0 h 77"/>
                <a:gd name="txR" fmla="*/ 24 w 24"/>
                <a:gd name="txB" fmla="*/ 77 h 77"/>
              </a:gdLst>
              <a:ahLst/>
              <a:cxnLst>
                <a:cxn ang="0">
                  <a:pos x="24" y="0"/>
                </a:cxn>
                <a:cxn ang="0">
                  <a:pos x="0" y="77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24" y="0"/>
                </a:cxn>
              </a:cxnLst>
              <a:rect l="txL" t="txT" r="txR" b="txB"/>
              <a:pathLst>
                <a:path w="24" h="77">
                  <a:moveTo>
                    <a:pt x="24" y="0"/>
                  </a:moveTo>
                  <a:lnTo>
                    <a:pt x="0" y="77"/>
                  </a:lnTo>
                  <a:lnTo>
                    <a:pt x="24" y="0"/>
                  </a:lnTo>
                  <a:close/>
                  <a:moveTo>
                    <a:pt x="24" y="0"/>
                  </a:moveTo>
                  <a:lnTo>
                    <a:pt x="24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34" name="Freeform 38"/>
            <p:cNvSpPr>
              <a:spLocks noEditPoints="1"/>
            </p:cNvSpPr>
            <p:nvPr/>
          </p:nvSpPr>
          <p:spPr>
            <a:xfrm>
              <a:off x="2077" y="1257"/>
              <a:ext cx="30" cy="77"/>
            </a:xfrm>
            <a:custGeom>
              <a:avLst/>
              <a:gdLst>
                <a:gd name="txL" fmla="*/ 0 w 30"/>
                <a:gd name="txT" fmla="*/ 0 h 77"/>
                <a:gd name="txR" fmla="*/ 30 w 30"/>
                <a:gd name="txB" fmla="*/ 77 h 77"/>
              </a:gdLst>
              <a:ahLst/>
              <a:cxnLst>
                <a:cxn ang="0">
                  <a:pos x="30" y="77"/>
                </a:cxn>
                <a:cxn ang="0">
                  <a:pos x="0" y="0"/>
                </a:cxn>
                <a:cxn ang="0">
                  <a:pos x="30" y="77"/>
                </a:cxn>
                <a:cxn ang="0">
                  <a:pos x="30" y="77"/>
                </a:cxn>
                <a:cxn ang="0">
                  <a:pos x="30" y="77"/>
                </a:cxn>
                <a:cxn ang="0">
                  <a:pos x="30" y="77"/>
                </a:cxn>
                <a:cxn ang="0">
                  <a:pos x="30" y="77"/>
                </a:cxn>
              </a:cxnLst>
              <a:rect l="txL" t="txT" r="txR" b="txB"/>
              <a:pathLst>
                <a:path w="30" h="77">
                  <a:moveTo>
                    <a:pt x="30" y="77"/>
                  </a:moveTo>
                  <a:lnTo>
                    <a:pt x="0" y="0"/>
                  </a:lnTo>
                  <a:lnTo>
                    <a:pt x="30" y="77"/>
                  </a:lnTo>
                  <a:close/>
                  <a:moveTo>
                    <a:pt x="30" y="77"/>
                  </a:moveTo>
                  <a:lnTo>
                    <a:pt x="30" y="7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35" name="Freeform 39"/>
            <p:cNvSpPr>
              <a:spLocks noEditPoints="1"/>
            </p:cNvSpPr>
            <p:nvPr/>
          </p:nvSpPr>
          <p:spPr>
            <a:xfrm>
              <a:off x="2053" y="1180"/>
              <a:ext cx="24" cy="77"/>
            </a:xfrm>
            <a:custGeom>
              <a:avLst/>
              <a:gdLst>
                <a:gd name="txL" fmla="*/ 0 w 24"/>
                <a:gd name="txT" fmla="*/ 0 h 77"/>
                <a:gd name="txR" fmla="*/ 24 w 24"/>
                <a:gd name="txB" fmla="*/ 77 h 77"/>
              </a:gdLst>
              <a:ahLst/>
              <a:cxnLst>
                <a:cxn ang="0">
                  <a:pos x="24" y="77"/>
                </a:cxn>
                <a:cxn ang="0">
                  <a:pos x="0" y="0"/>
                </a:cxn>
                <a:cxn ang="0">
                  <a:pos x="24" y="77"/>
                </a:cxn>
                <a:cxn ang="0">
                  <a:pos x="24" y="77"/>
                </a:cxn>
                <a:cxn ang="0">
                  <a:pos x="24" y="77"/>
                </a:cxn>
                <a:cxn ang="0">
                  <a:pos x="24" y="77"/>
                </a:cxn>
                <a:cxn ang="0">
                  <a:pos x="24" y="77"/>
                </a:cxn>
              </a:cxnLst>
              <a:rect l="txL" t="txT" r="txR" b="txB"/>
              <a:pathLst>
                <a:path w="24" h="77">
                  <a:moveTo>
                    <a:pt x="24" y="77"/>
                  </a:moveTo>
                  <a:lnTo>
                    <a:pt x="0" y="0"/>
                  </a:lnTo>
                  <a:lnTo>
                    <a:pt x="24" y="77"/>
                  </a:lnTo>
                  <a:close/>
                  <a:moveTo>
                    <a:pt x="24" y="77"/>
                  </a:moveTo>
                  <a:lnTo>
                    <a:pt x="24" y="7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36" name="Freeform 40"/>
            <p:cNvSpPr>
              <a:spLocks noEditPoints="1"/>
            </p:cNvSpPr>
            <p:nvPr/>
          </p:nvSpPr>
          <p:spPr>
            <a:xfrm>
              <a:off x="2022" y="1180"/>
              <a:ext cx="31" cy="77"/>
            </a:xfrm>
            <a:custGeom>
              <a:avLst/>
              <a:gdLst>
                <a:gd name="txL" fmla="*/ 0 w 31"/>
                <a:gd name="txT" fmla="*/ 0 h 77"/>
                <a:gd name="txR" fmla="*/ 31 w 31"/>
                <a:gd name="txB" fmla="*/ 77 h 77"/>
              </a:gdLst>
              <a:ahLst/>
              <a:cxnLst>
                <a:cxn ang="0">
                  <a:pos x="31" y="0"/>
                </a:cxn>
                <a:cxn ang="0">
                  <a:pos x="0" y="77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31" y="0"/>
                </a:cxn>
              </a:cxnLst>
              <a:rect l="txL" t="txT" r="txR" b="txB"/>
              <a:pathLst>
                <a:path w="31" h="77">
                  <a:moveTo>
                    <a:pt x="31" y="0"/>
                  </a:moveTo>
                  <a:lnTo>
                    <a:pt x="0" y="77"/>
                  </a:lnTo>
                  <a:lnTo>
                    <a:pt x="31" y="0"/>
                  </a:lnTo>
                  <a:close/>
                  <a:moveTo>
                    <a:pt x="31" y="0"/>
                  </a:moveTo>
                  <a:lnTo>
                    <a:pt x="31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37" name="Freeform 41"/>
            <p:cNvSpPr>
              <a:spLocks noEditPoints="1"/>
            </p:cNvSpPr>
            <p:nvPr/>
          </p:nvSpPr>
          <p:spPr>
            <a:xfrm>
              <a:off x="1999" y="1257"/>
              <a:ext cx="23" cy="77"/>
            </a:xfrm>
            <a:custGeom>
              <a:avLst/>
              <a:gdLst>
                <a:gd name="txL" fmla="*/ 0 w 23"/>
                <a:gd name="txT" fmla="*/ 0 h 77"/>
                <a:gd name="txR" fmla="*/ 23 w 23"/>
                <a:gd name="txB" fmla="*/ 77 h 77"/>
              </a:gdLst>
              <a:ahLst/>
              <a:cxnLst>
                <a:cxn ang="0">
                  <a:pos x="23" y="0"/>
                </a:cxn>
                <a:cxn ang="0">
                  <a:pos x="0" y="77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23" y="0"/>
                </a:cxn>
              </a:cxnLst>
              <a:rect l="txL" t="txT" r="txR" b="txB"/>
              <a:pathLst>
                <a:path w="23" h="77">
                  <a:moveTo>
                    <a:pt x="23" y="0"/>
                  </a:moveTo>
                  <a:lnTo>
                    <a:pt x="0" y="77"/>
                  </a:lnTo>
                  <a:lnTo>
                    <a:pt x="23" y="0"/>
                  </a:lnTo>
                  <a:close/>
                  <a:moveTo>
                    <a:pt x="23" y="0"/>
                  </a:moveTo>
                  <a:lnTo>
                    <a:pt x="23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38" name="Freeform 42"/>
            <p:cNvSpPr>
              <a:spLocks noEditPoints="1"/>
            </p:cNvSpPr>
            <p:nvPr/>
          </p:nvSpPr>
          <p:spPr>
            <a:xfrm>
              <a:off x="1976" y="1257"/>
              <a:ext cx="23" cy="77"/>
            </a:xfrm>
            <a:custGeom>
              <a:avLst/>
              <a:gdLst>
                <a:gd name="txL" fmla="*/ 0 w 23"/>
                <a:gd name="txT" fmla="*/ 0 h 77"/>
                <a:gd name="txR" fmla="*/ 23 w 23"/>
                <a:gd name="txB" fmla="*/ 77 h 77"/>
              </a:gdLst>
              <a:ahLst/>
              <a:cxnLst>
                <a:cxn ang="0">
                  <a:pos x="23" y="77"/>
                </a:cxn>
                <a:cxn ang="0">
                  <a:pos x="0" y="0"/>
                </a:cxn>
                <a:cxn ang="0">
                  <a:pos x="23" y="77"/>
                </a:cxn>
                <a:cxn ang="0">
                  <a:pos x="23" y="77"/>
                </a:cxn>
                <a:cxn ang="0">
                  <a:pos x="23" y="77"/>
                </a:cxn>
                <a:cxn ang="0">
                  <a:pos x="23" y="77"/>
                </a:cxn>
                <a:cxn ang="0">
                  <a:pos x="23" y="77"/>
                </a:cxn>
              </a:cxnLst>
              <a:rect l="txL" t="txT" r="txR" b="txB"/>
              <a:pathLst>
                <a:path w="23" h="77">
                  <a:moveTo>
                    <a:pt x="23" y="77"/>
                  </a:moveTo>
                  <a:lnTo>
                    <a:pt x="0" y="0"/>
                  </a:lnTo>
                  <a:lnTo>
                    <a:pt x="23" y="77"/>
                  </a:lnTo>
                  <a:close/>
                  <a:moveTo>
                    <a:pt x="23" y="77"/>
                  </a:moveTo>
                  <a:lnTo>
                    <a:pt x="23" y="7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39" name="Freeform 43"/>
            <p:cNvSpPr>
              <a:spLocks noEditPoints="1"/>
            </p:cNvSpPr>
            <p:nvPr/>
          </p:nvSpPr>
          <p:spPr>
            <a:xfrm>
              <a:off x="1945" y="1180"/>
              <a:ext cx="31" cy="77"/>
            </a:xfrm>
            <a:custGeom>
              <a:avLst/>
              <a:gdLst>
                <a:gd name="txL" fmla="*/ 0 w 31"/>
                <a:gd name="txT" fmla="*/ 0 h 77"/>
                <a:gd name="txR" fmla="*/ 31 w 31"/>
                <a:gd name="txB" fmla="*/ 77 h 77"/>
              </a:gdLst>
              <a:ahLst/>
              <a:cxnLst>
                <a:cxn ang="0">
                  <a:pos x="31" y="77"/>
                </a:cxn>
                <a:cxn ang="0">
                  <a:pos x="0" y="0"/>
                </a:cxn>
                <a:cxn ang="0">
                  <a:pos x="31" y="77"/>
                </a:cxn>
                <a:cxn ang="0">
                  <a:pos x="31" y="77"/>
                </a:cxn>
                <a:cxn ang="0">
                  <a:pos x="31" y="77"/>
                </a:cxn>
                <a:cxn ang="0">
                  <a:pos x="31" y="77"/>
                </a:cxn>
                <a:cxn ang="0">
                  <a:pos x="31" y="77"/>
                </a:cxn>
              </a:cxnLst>
              <a:rect l="txL" t="txT" r="txR" b="txB"/>
              <a:pathLst>
                <a:path w="31" h="77">
                  <a:moveTo>
                    <a:pt x="31" y="77"/>
                  </a:moveTo>
                  <a:lnTo>
                    <a:pt x="0" y="0"/>
                  </a:lnTo>
                  <a:lnTo>
                    <a:pt x="31" y="77"/>
                  </a:lnTo>
                  <a:close/>
                  <a:moveTo>
                    <a:pt x="31" y="77"/>
                  </a:moveTo>
                  <a:lnTo>
                    <a:pt x="31" y="7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40" name="Freeform 44"/>
            <p:cNvSpPr>
              <a:spLocks noEditPoints="1"/>
            </p:cNvSpPr>
            <p:nvPr/>
          </p:nvSpPr>
          <p:spPr>
            <a:xfrm>
              <a:off x="1922" y="1180"/>
              <a:ext cx="23" cy="77"/>
            </a:xfrm>
            <a:custGeom>
              <a:avLst/>
              <a:gdLst>
                <a:gd name="txL" fmla="*/ 0 w 23"/>
                <a:gd name="txT" fmla="*/ 0 h 77"/>
                <a:gd name="txR" fmla="*/ 23 w 23"/>
                <a:gd name="txB" fmla="*/ 77 h 77"/>
              </a:gdLst>
              <a:ahLst/>
              <a:cxnLst>
                <a:cxn ang="0">
                  <a:pos x="23" y="0"/>
                </a:cxn>
                <a:cxn ang="0">
                  <a:pos x="0" y="77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23" y="0"/>
                </a:cxn>
              </a:cxnLst>
              <a:rect l="txL" t="txT" r="txR" b="txB"/>
              <a:pathLst>
                <a:path w="23" h="77">
                  <a:moveTo>
                    <a:pt x="23" y="0"/>
                  </a:moveTo>
                  <a:lnTo>
                    <a:pt x="0" y="77"/>
                  </a:lnTo>
                  <a:lnTo>
                    <a:pt x="23" y="0"/>
                  </a:lnTo>
                  <a:close/>
                  <a:moveTo>
                    <a:pt x="23" y="0"/>
                  </a:moveTo>
                  <a:lnTo>
                    <a:pt x="23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41" name="Freeform 45"/>
            <p:cNvSpPr>
              <a:spLocks noEditPoints="1"/>
            </p:cNvSpPr>
            <p:nvPr/>
          </p:nvSpPr>
          <p:spPr>
            <a:xfrm>
              <a:off x="1891" y="1257"/>
              <a:ext cx="31" cy="77"/>
            </a:xfrm>
            <a:custGeom>
              <a:avLst/>
              <a:gdLst>
                <a:gd name="txL" fmla="*/ 0 w 31"/>
                <a:gd name="txT" fmla="*/ 0 h 77"/>
                <a:gd name="txR" fmla="*/ 31 w 31"/>
                <a:gd name="txB" fmla="*/ 77 h 77"/>
              </a:gdLst>
              <a:ahLst/>
              <a:cxnLst>
                <a:cxn ang="0">
                  <a:pos x="31" y="0"/>
                </a:cxn>
                <a:cxn ang="0">
                  <a:pos x="0" y="77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31" y="0"/>
                </a:cxn>
              </a:cxnLst>
              <a:rect l="txL" t="txT" r="txR" b="txB"/>
              <a:pathLst>
                <a:path w="31" h="77">
                  <a:moveTo>
                    <a:pt x="31" y="0"/>
                  </a:moveTo>
                  <a:lnTo>
                    <a:pt x="0" y="77"/>
                  </a:lnTo>
                  <a:lnTo>
                    <a:pt x="31" y="0"/>
                  </a:lnTo>
                  <a:close/>
                  <a:moveTo>
                    <a:pt x="31" y="0"/>
                  </a:moveTo>
                  <a:lnTo>
                    <a:pt x="31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42" name="Freeform 46"/>
            <p:cNvSpPr>
              <a:spLocks noEditPoints="1"/>
            </p:cNvSpPr>
            <p:nvPr/>
          </p:nvSpPr>
          <p:spPr>
            <a:xfrm>
              <a:off x="1867" y="1257"/>
              <a:ext cx="24" cy="77"/>
            </a:xfrm>
            <a:custGeom>
              <a:avLst/>
              <a:gdLst>
                <a:gd name="txL" fmla="*/ 0 w 24"/>
                <a:gd name="txT" fmla="*/ 0 h 77"/>
                <a:gd name="txR" fmla="*/ 24 w 24"/>
                <a:gd name="txB" fmla="*/ 77 h 77"/>
              </a:gdLst>
              <a:ahLst/>
              <a:cxnLst>
                <a:cxn ang="0">
                  <a:pos x="24" y="77"/>
                </a:cxn>
                <a:cxn ang="0">
                  <a:pos x="0" y="0"/>
                </a:cxn>
                <a:cxn ang="0">
                  <a:pos x="24" y="77"/>
                </a:cxn>
                <a:cxn ang="0">
                  <a:pos x="24" y="77"/>
                </a:cxn>
                <a:cxn ang="0">
                  <a:pos x="24" y="77"/>
                </a:cxn>
                <a:cxn ang="0">
                  <a:pos x="24" y="77"/>
                </a:cxn>
                <a:cxn ang="0">
                  <a:pos x="24" y="77"/>
                </a:cxn>
              </a:cxnLst>
              <a:rect l="txL" t="txT" r="txR" b="txB"/>
              <a:pathLst>
                <a:path w="24" h="77">
                  <a:moveTo>
                    <a:pt x="24" y="77"/>
                  </a:moveTo>
                  <a:lnTo>
                    <a:pt x="0" y="0"/>
                  </a:lnTo>
                  <a:lnTo>
                    <a:pt x="24" y="77"/>
                  </a:lnTo>
                  <a:close/>
                  <a:moveTo>
                    <a:pt x="24" y="77"/>
                  </a:moveTo>
                  <a:lnTo>
                    <a:pt x="24" y="7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43" name="Freeform 47"/>
            <p:cNvSpPr>
              <a:spLocks noEditPoints="1"/>
            </p:cNvSpPr>
            <p:nvPr/>
          </p:nvSpPr>
          <p:spPr>
            <a:xfrm>
              <a:off x="1844" y="1180"/>
              <a:ext cx="23" cy="77"/>
            </a:xfrm>
            <a:custGeom>
              <a:avLst/>
              <a:gdLst>
                <a:gd name="txL" fmla="*/ 0 w 23"/>
                <a:gd name="txT" fmla="*/ 0 h 77"/>
                <a:gd name="txR" fmla="*/ 23 w 23"/>
                <a:gd name="txB" fmla="*/ 77 h 77"/>
              </a:gdLst>
              <a:ahLst/>
              <a:cxnLst>
                <a:cxn ang="0">
                  <a:pos x="23" y="77"/>
                </a:cxn>
                <a:cxn ang="0">
                  <a:pos x="0" y="0"/>
                </a:cxn>
                <a:cxn ang="0">
                  <a:pos x="23" y="77"/>
                </a:cxn>
                <a:cxn ang="0">
                  <a:pos x="23" y="77"/>
                </a:cxn>
                <a:cxn ang="0">
                  <a:pos x="23" y="77"/>
                </a:cxn>
                <a:cxn ang="0">
                  <a:pos x="23" y="77"/>
                </a:cxn>
                <a:cxn ang="0">
                  <a:pos x="23" y="77"/>
                </a:cxn>
              </a:cxnLst>
              <a:rect l="txL" t="txT" r="txR" b="txB"/>
              <a:pathLst>
                <a:path w="23" h="77">
                  <a:moveTo>
                    <a:pt x="23" y="77"/>
                  </a:moveTo>
                  <a:lnTo>
                    <a:pt x="0" y="0"/>
                  </a:lnTo>
                  <a:lnTo>
                    <a:pt x="23" y="77"/>
                  </a:lnTo>
                  <a:close/>
                  <a:moveTo>
                    <a:pt x="23" y="77"/>
                  </a:moveTo>
                  <a:lnTo>
                    <a:pt x="23" y="7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44" name="Freeform 48"/>
            <p:cNvSpPr>
              <a:spLocks noEditPoints="1"/>
            </p:cNvSpPr>
            <p:nvPr/>
          </p:nvSpPr>
          <p:spPr>
            <a:xfrm>
              <a:off x="1813" y="1180"/>
              <a:ext cx="31" cy="85"/>
            </a:xfrm>
            <a:custGeom>
              <a:avLst/>
              <a:gdLst>
                <a:gd name="txL" fmla="*/ 0 w 31"/>
                <a:gd name="txT" fmla="*/ 0 h 85"/>
                <a:gd name="txR" fmla="*/ 31 w 31"/>
                <a:gd name="txB" fmla="*/ 85 h 85"/>
              </a:gdLst>
              <a:ahLst/>
              <a:cxnLst>
                <a:cxn ang="0">
                  <a:pos x="31" y="0"/>
                </a:cxn>
                <a:cxn ang="0">
                  <a:pos x="0" y="85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31" y="0"/>
                </a:cxn>
              </a:cxnLst>
              <a:rect l="txL" t="txT" r="txR" b="txB"/>
              <a:pathLst>
                <a:path w="31" h="85">
                  <a:moveTo>
                    <a:pt x="31" y="0"/>
                  </a:moveTo>
                  <a:lnTo>
                    <a:pt x="0" y="85"/>
                  </a:lnTo>
                  <a:lnTo>
                    <a:pt x="31" y="0"/>
                  </a:lnTo>
                  <a:close/>
                  <a:moveTo>
                    <a:pt x="31" y="0"/>
                  </a:moveTo>
                  <a:lnTo>
                    <a:pt x="31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45" name="Freeform 49"/>
            <p:cNvSpPr/>
            <p:nvPr/>
          </p:nvSpPr>
          <p:spPr>
            <a:xfrm>
              <a:off x="3726" y="1226"/>
              <a:ext cx="410" cy="62"/>
            </a:xfrm>
            <a:custGeom>
              <a:avLst/>
              <a:gdLst>
                <a:gd name="txL" fmla="*/ 0 w 410"/>
                <a:gd name="txT" fmla="*/ 0 h 62"/>
                <a:gd name="txR" fmla="*/ 410 w 410"/>
                <a:gd name="txB" fmla="*/ 62 h 62"/>
              </a:gdLst>
              <a:ahLst/>
              <a:cxnLst>
                <a:cxn ang="0">
                  <a:pos x="0" y="62"/>
                </a:cxn>
                <a:cxn ang="0">
                  <a:pos x="0" y="0"/>
                </a:cxn>
                <a:cxn ang="0">
                  <a:pos x="410" y="0"/>
                </a:cxn>
                <a:cxn ang="0">
                  <a:pos x="410" y="62"/>
                </a:cxn>
                <a:cxn ang="0">
                  <a:pos x="0" y="62"/>
                </a:cxn>
                <a:cxn ang="0">
                  <a:pos x="0" y="62"/>
                </a:cxn>
              </a:cxnLst>
              <a:rect l="txL" t="txT" r="txR" b="txB"/>
              <a:pathLst>
                <a:path w="410" h="62">
                  <a:moveTo>
                    <a:pt x="0" y="62"/>
                  </a:moveTo>
                  <a:lnTo>
                    <a:pt x="0" y="0"/>
                  </a:lnTo>
                  <a:lnTo>
                    <a:pt x="410" y="0"/>
                  </a:lnTo>
                  <a:lnTo>
                    <a:pt x="410" y="62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46" name="Freeform 50"/>
            <p:cNvSpPr/>
            <p:nvPr/>
          </p:nvSpPr>
          <p:spPr>
            <a:xfrm>
              <a:off x="4113" y="1257"/>
              <a:ext cx="23" cy="77"/>
            </a:xfrm>
            <a:custGeom>
              <a:avLst/>
              <a:gdLst>
                <a:gd name="txL" fmla="*/ 0 w 23"/>
                <a:gd name="txT" fmla="*/ 0 h 77"/>
                <a:gd name="txR" fmla="*/ 23 w 23"/>
                <a:gd name="txB" fmla="*/ 77 h 77"/>
              </a:gdLst>
              <a:ahLst/>
              <a:cxnLst>
                <a:cxn ang="0">
                  <a:pos x="23" y="0"/>
                </a:cxn>
                <a:cxn ang="0">
                  <a:pos x="0" y="77"/>
                </a:cxn>
                <a:cxn ang="0">
                  <a:pos x="23" y="0"/>
                </a:cxn>
                <a:cxn ang="0">
                  <a:pos x="23" y="0"/>
                </a:cxn>
              </a:cxnLst>
              <a:rect l="txL" t="txT" r="txR" b="txB"/>
              <a:pathLst>
                <a:path w="23" h="77">
                  <a:moveTo>
                    <a:pt x="23" y="0"/>
                  </a:moveTo>
                  <a:lnTo>
                    <a:pt x="0" y="77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47" name="Freeform 51"/>
            <p:cNvSpPr>
              <a:spLocks noEditPoints="1"/>
            </p:cNvSpPr>
            <p:nvPr/>
          </p:nvSpPr>
          <p:spPr>
            <a:xfrm>
              <a:off x="4090" y="1257"/>
              <a:ext cx="23" cy="77"/>
            </a:xfrm>
            <a:custGeom>
              <a:avLst/>
              <a:gdLst>
                <a:gd name="txL" fmla="*/ 0 w 23"/>
                <a:gd name="txT" fmla="*/ 0 h 77"/>
                <a:gd name="txR" fmla="*/ 23 w 23"/>
                <a:gd name="txB" fmla="*/ 77 h 77"/>
              </a:gdLst>
              <a:ahLst/>
              <a:cxnLst>
                <a:cxn ang="0">
                  <a:pos x="23" y="77"/>
                </a:cxn>
                <a:cxn ang="0">
                  <a:pos x="0" y="0"/>
                </a:cxn>
                <a:cxn ang="0">
                  <a:pos x="23" y="77"/>
                </a:cxn>
                <a:cxn ang="0">
                  <a:pos x="23" y="77"/>
                </a:cxn>
                <a:cxn ang="0">
                  <a:pos x="23" y="77"/>
                </a:cxn>
                <a:cxn ang="0">
                  <a:pos x="23" y="77"/>
                </a:cxn>
                <a:cxn ang="0">
                  <a:pos x="23" y="77"/>
                </a:cxn>
                <a:cxn ang="0">
                  <a:pos x="23" y="77"/>
                </a:cxn>
              </a:cxnLst>
              <a:rect l="txL" t="txT" r="txR" b="txB"/>
              <a:pathLst>
                <a:path w="23" h="77">
                  <a:moveTo>
                    <a:pt x="23" y="77"/>
                  </a:moveTo>
                  <a:lnTo>
                    <a:pt x="0" y="0"/>
                  </a:lnTo>
                  <a:lnTo>
                    <a:pt x="23" y="77"/>
                  </a:lnTo>
                  <a:close/>
                  <a:moveTo>
                    <a:pt x="23" y="77"/>
                  </a:moveTo>
                  <a:lnTo>
                    <a:pt x="23" y="7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48" name="Freeform 52"/>
            <p:cNvSpPr>
              <a:spLocks noEditPoints="1"/>
            </p:cNvSpPr>
            <p:nvPr/>
          </p:nvSpPr>
          <p:spPr>
            <a:xfrm>
              <a:off x="4059" y="1180"/>
              <a:ext cx="31" cy="77"/>
            </a:xfrm>
            <a:custGeom>
              <a:avLst/>
              <a:gdLst>
                <a:gd name="txL" fmla="*/ 0 w 31"/>
                <a:gd name="txT" fmla="*/ 0 h 77"/>
                <a:gd name="txR" fmla="*/ 31 w 31"/>
                <a:gd name="txB" fmla="*/ 77 h 77"/>
              </a:gdLst>
              <a:ahLst/>
              <a:cxnLst>
                <a:cxn ang="0">
                  <a:pos x="31" y="77"/>
                </a:cxn>
                <a:cxn ang="0">
                  <a:pos x="0" y="0"/>
                </a:cxn>
                <a:cxn ang="0">
                  <a:pos x="31" y="77"/>
                </a:cxn>
                <a:cxn ang="0">
                  <a:pos x="31" y="77"/>
                </a:cxn>
                <a:cxn ang="0">
                  <a:pos x="31" y="77"/>
                </a:cxn>
                <a:cxn ang="0">
                  <a:pos x="31" y="77"/>
                </a:cxn>
                <a:cxn ang="0">
                  <a:pos x="31" y="77"/>
                </a:cxn>
              </a:cxnLst>
              <a:rect l="txL" t="txT" r="txR" b="txB"/>
              <a:pathLst>
                <a:path w="31" h="77">
                  <a:moveTo>
                    <a:pt x="31" y="77"/>
                  </a:moveTo>
                  <a:lnTo>
                    <a:pt x="0" y="0"/>
                  </a:lnTo>
                  <a:lnTo>
                    <a:pt x="31" y="77"/>
                  </a:lnTo>
                  <a:close/>
                  <a:moveTo>
                    <a:pt x="31" y="77"/>
                  </a:moveTo>
                  <a:lnTo>
                    <a:pt x="31" y="7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49" name="Freeform 53"/>
            <p:cNvSpPr>
              <a:spLocks noEditPoints="1"/>
            </p:cNvSpPr>
            <p:nvPr/>
          </p:nvSpPr>
          <p:spPr>
            <a:xfrm>
              <a:off x="4035" y="1180"/>
              <a:ext cx="24" cy="77"/>
            </a:xfrm>
            <a:custGeom>
              <a:avLst/>
              <a:gdLst>
                <a:gd name="txL" fmla="*/ 0 w 24"/>
                <a:gd name="txT" fmla="*/ 0 h 77"/>
                <a:gd name="txR" fmla="*/ 24 w 24"/>
                <a:gd name="txB" fmla="*/ 77 h 77"/>
              </a:gdLst>
              <a:ahLst/>
              <a:cxnLst>
                <a:cxn ang="0">
                  <a:pos x="24" y="0"/>
                </a:cxn>
                <a:cxn ang="0">
                  <a:pos x="0" y="77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24" y="0"/>
                </a:cxn>
              </a:cxnLst>
              <a:rect l="txL" t="txT" r="txR" b="txB"/>
              <a:pathLst>
                <a:path w="24" h="77">
                  <a:moveTo>
                    <a:pt x="24" y="0"/>
                  </a:moveTo>
                  <a:lnTo>
                    <a:pt x="0" y="77"/>
                  </a:lnTo>
                  <a:lnTo>
                    <a:pt x="24" y="0"/>
                  </a:lnTo>
                  <a:close/>
                  <a:moveTo>
                    <a:pt x="24" y="0"/>
                  </a:moveTo>
                  <a:lnTo>
                    <a:pt x="24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50" name="Freeform 54"/>
            <p:cNvSpPr>
              <a:spLocks noEditPoints="1"/>
            </p:cNvSpPr>
            <p:nvPr/>
          </p:nvSpPr>
          <p:spPr>
            <a:xfrm>
              <a:off x="4035" y="1257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51" name="Freeform 55"/>
            <p:cNvSpPr>
              <a:spLocks noEditPoints="1"/>
            </p:cNvSpPr>
            <p:nvPr/>
          </p:nvSpPr>
          <p:spPr>
            <a:xfrm>
              <a:off x="4004" y="1257"/>
              <a:ext cx="31" cy="77"/>
            </a:xfrm>
            <a:custGeom>
              <a:avLst/>
              <a:gdLst>
                <a:gd name="txL" fmla="*/ 0 w 31"/>
                <a:gd name="txT" fmla="*/ 0 h 77"/>
                <a:gd name="txR" fmla="*/ 31 w 31"/>
                <a:gd name="txB" fmla="*/ 77 h 77"/>
              </a:gdLst>
              <a:ahLst/>
              <a:cxnLst>
                <a:cxn ang="0">
                  <a:pos x="31" y="0"/>
                </a:cxn>
                <a:cxn ang="0">
                  <a:pos x="0" y="77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31" y="0"/>
                </a:cxn>
              </a:cxnLst>
              <a:rect l="txL" t="txT" r="txR" b="txB"/>
              <a:pathLst>
                <a:path w="31" h="77">
                  <a:moveTo>
                    <a:pt x="31" y="0"/>
                  </a:moveTo>
                  <a:lnTo>
                    <a:pt x="0" y="77"/>
                  </a:lnTo>
                  <a:lnTo>
                    <a:pt x="31" y="0"/>
                  </a:lnTo>
                  <a:close/>
                  <a:moveTo>
                    <a:pt x="31" y="0"/>
                  </a:moveTo>
                  <a:lnTo>
                    <a:pt x="31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52" name="Freeform 56"/>
            <p:cNvSpPr>
              <a:spLocks noEditPoints="1"/>
            </p:cNvSpPr>
            <p:nvPr/>
          </p:nvSpPr>
          <p:spPr>
            <a:xfrm>
              <a:off x="3981" y="1257"/>
              <a:ext cx="23" cy="77"/>
            </a:xfrm>
            <a:custGeom>
              <a:avLst/>
              <a:gdLst>
                <a:gd name="txL" fmla="*/ 0 w 23"/>
                <a:gd name="txT" fmla="*/ 0 h 77"/>
                <a:gd name="txR" fmla="*/ 23 w 23"/>
                <a:gd name="txB" fmla="*/ 77 h 77"/>
              </a:gdLst>
              <a:ahLst/>
              <a:cxnLst>
                <a:cxn ang="0">
                  <a:pos x="23" y="77"/>
                </a:cxn>
                <a:cxn ang="0">
                  <a:pos x="0" y="0"/>
                </a:cxn>
                <a:cxn ang="0">
                  <a:pos x="23" y="77"/>
                </a:cxn>
                <a:cxn ang="0">
                  <a:pos x="23" y="77"/>
                </a:cxn>
                <a:cxn ang="0">
                  <a:pos x="23" y="77"/>
                </a:cxn>
                <a:cxn ang="0">
                  <a:pos x="23" y="77"/>
                </a:cxn>
                <a:cxn ang="0">
                  <a:pos x="23" y="77"/>
                </a:cxn>
              </a:cxnLst>
              <a:rect l="txL" t="txT" r="txR" b="txB"/>
              <a:pathLst>
                <a:path w="23" h="77">
                  <a:moveTo>
                    <a:pt x="23" y="77"/>
                  </a:moveTo>
                  <a:lnTo>
                    <a:pt x="0" y="0"/>
                  </a:lnTo>
                  <a:lnTo>
                    <a:pt x="23" y="77"/>
                  </a:lnTo>
                  <a:close/>
                  <a:moveTo>
                    <a:pt x="23" y="77"/>
                  </a:moveTo>
                  <a:lnTo>
                    <a:pt x="23" y="7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53" name="Freeform 57"/>
            <p:cNvSpPr>
              <a:spLocks noEditPoints="1"/>
            </p:cNvSpPr>
            <p:nvPr/>
          </p:nvSpPr>
          <p:spPr>
            <a:xfrm>
              <a:off x="3950" y="1180"/>
              <a:ext cx="31" cy="77"/>
            </a:xfrm>
            <a:custGeom>
              <a:avLst/>
              <a:gdLst>
                <a:gd name="txL" fmla="*/ 0 w 31"/>
                <a:gd name="txT" fmla="*/ 0 h 77"/>
                <a:gd name="txR" fmla="*/ 31 w 31"/>
                <a:gd name="txB" fmla="*/ 77 h 77"/>
              </a:gdLst>
              <a:ahLst/>
              <a:cxnLst>
                <a:cxn ang="0">
                  <a:pos x="31" y="77"/>
                </a:cxn>
                <a:cxn ang="0">
                  <a:pos x="0" y="0"/>
                </a:cxn>
                <a:cxn ang="0">
                  <a:pos x="31" y="77"/>
                </a:cxn>
                <a:cxn ang="0">
                  <a:pos x="31" y="77"/>
                </a:cxn>
                <a:cxn ang="0">
                  <a:pos x="31" y="77"/>
                </a:cxn>
                <a:cxn ang="0">
                  <a:pos x="31" y="77"/>
                </a:cxn>
                <a:cxn ang="0">
                  <a:pos x="31" y="77"/>
                </a:cxn>
              </a:cxnLst>
              <a:rect l="txL" t="txT" r="txR" b="txB"/>
              <a:pathLst>
                <a:path w="31" h="77">
                  <a:moveTo>
                    <a:pt x="31" y="77"/>
                  </a:moveTo>
                  <a:lnTo>
                    <a:pt x="0" y="0"/>
                  </a:lnTo>
                  <a:lnTo>
                    <a:pt x="31" y="77"/>
                  </a:lnTo>
                  <a:close/>
                  <a:moveTo>
                    <a:pt x="31" y="77"/>
                  </a:moveTo>
                  <a:lnTo>
                    <a:pt x="31" y="7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54" name="Freeform 58"/>
            <p:cNvSpPr>
              <a:spLocks noEditPoints="1"/>
            </p:cNvSpPr>
            <p:nvPr/>
          </p:nvSpPr>
          <p:spPr>
            <a:xfrm>
              <a:off x="3927" y="1180"/>
              <a:ext cx="23" cy="77"/>
            </a:xfrm>
            <a:custGeom>
              <a:avLst/>
              <a:gdLst>
                <a:gd name="txL" fmla="*/ 0 w 23"/>
                <a:gd name="txT" fmla="*/ 0 h 77"/>
                <a:gd name="txR" fmla="*/ 23 w 23"/>
                <a:gd name="txB" fmla="*/ 77 h 77"/>
              </a:gdLst>
              <a:ahLst/>
              <a:cxnLst>
                <a:cxn ang="0">
                  <a:pos x="23" y="0"/>
                </a:cxn>
                <a:cxn ang="0">
                  <a:pos x="0" y="77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23" y="0"/>
                </a:cxn>
              </a:cxnLst>
              <a:rect l="txL" t="txT" r="txR" b="txB"/>
              <a:pathLst>
                <a:path w="23" h="77">
                  <a:moveTo>
                    <a:pt x="23" y="0"/>
                  </a:moveTo>
                  <a:lnTo>
                    <a:pt x="0" y="77"/>
                  </a:lnTo>
                  <a:lnTo>
                    <a:pt x="23" y="0"/>
                  </a:lnTo>
                  <a:close/>
                  <a:moveTo>
                    <a:pt x="23" y="0"/>
                  </a:moveTo>
                  <a:lnTo>
                    <a:pt x="23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55" name="Freeform 59"/>
            <p:cNvSpPr>
              <a:spLocks noEditPoints="1"/>
            </p:cNvSpPr>
            <p:nvPr/>
          </p:nvSpPr>
          <p:spPr>
            <a:xfrm>
              <a:off x="3904" y="1257"/>
              <a:ext cx="23" cy="77"/>
            </a:xfrm>
            <a:custGeom>
              <a:avLst/>
              <a:gdLst>
                <a:gd name="txL" fmla="*/ 0 w 23"/>
                <a:gd name="txT" fmla="*/ 0 h 77"/>
                <a:gd name="txR" fmla="*/ 23 w 23"/>
                <a:gd name="txB" fmla="*/ 77 h 77"/>
              </a:gdLst>
              <a:ahLst/>
              <a:cxnLst>
                <a:cxn ang="0">
                  <a:pos x="23" y="0"/>
                </a:cxn>
                <a:cxn ang="0">
                  <a:pos x="0" y="77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23" y="0"/>
                </a:cxn>
              </a:cxnLst>
              <a:rect l="txL" t="txT" r="txR" b="txB"/>
              <a:pathLst>
                <a:path w="23" h="77">
                  <a:moveTo>
                    <a:pt x="23" y="0"/>
                  </a:moveTo>
                  <a:lnTo>
                    <a:pt x="0" y="77"/>
                  </a:lnTo>
                  <a:lnTo>
                    <a:pt x="23" y="0"/>
                  </a:lnTo>
                  <a:close/>
                  <a:moveTo>
                    <a:pt x="23" y="0"/>
                  </a:moveTo>
                  <a:lnTo>
                    <a:pt x="23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56" name="Freeform 60"/>
            <p:cNvSpPr>
              <a:spLocks noEditPoints="1"/>
            </p:cNvSpPr>
            <p:nvPr/>
          </p:nvSpPr>
          <p:spPr>
            <a:xfrm>
              <a:off x="3873" y="1257"/>
              <a:ext cx="31" cy="77"/>
            </a:xfrm>
            <a:custGeom>
              <a:avLst/>
              <a:gdLst>
                <a:gd name="txL" fmla="*/ 0 w 31"/>
                <a:gd name="txT" fmla="*/ 0 h 77"/>
                <a:gd name="txR" fmla="*/ 31 w 31"/>
                <a:gd name="txB" fmla="*/ 77 h 77"/>
              </a:gdLst>
              <a:ahLst/>
              <a:cxnLst>
                <a:cxn ang="0">
                  <a:pos x="31" y="77"/>
                </a:cxn>
                <a:cxn ang="0">
                  <a:pos x="0" y="0"/>
                </a:cxn>
                <a:cxn ang="0">
                  <a:pos x="31" y="77"/>
                </a:cxn>
                <a:cxn ang="0">
                  <a:pos x="31" y="77"/>
                </a:cxn>
                <a:cxn ang="0">
                  <a:pos x="31" y="77"/>
                </a:cxn>
                <a:cxn ang="0">
                  <a:pos x="31" y="77"/>
                </a:cxn>
                <a:cxn ang="0">
                  <a:pos x="31" y="77"/>
                </a:cxn>
              </a:cxnLst>
              <a:rect l="txL" t="txT" r="txR" b="txB"/>
              <a:pathLst>
                <a:path w="31" h="77">
                  <a:moveTo>
                    <a:pt x="31" y="77"/>
                  </a:moveTo>
                  <a:lnTo>
                    <a:pt x="0" y="0"/>
                  </a:lnTo>
                  <a:lnTo>
                    <a:pt x="31" y="77"/>
                  </a:lnTo>
                  <a:close/>
                  <a:moveTo>
                    <a:pt x="31" y="77"/>
                  </a:moveTo>
                  <a:lnTo>
                    <a:pt x="31" y="7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57" name="Freeform 61"/>
            <p:cNvSpPr>
              <a:spLocks noEditPoints="1"/>
            </p:cNvSpPr>
            <p:nvPr/>
          </p:nvSpPr>
          <p:spPr>
            <a:xfrm>
              <a:off x="3850" y="1180"/>
              <a:ext cx="23" cy="77"/>
            </a:xfrm>
            <a:custGeom>
              <a:avLst/>
              <a:gdLst>
                <a:gd name="txL" fmla="*/ 0 w 23"/>
                <a:gd name="txT" fmla="*/ 0 h 77"/>
                <a:gd name="txR" fmla="*/ 23 w 23"/>
                <a:gd name="txB" fmla="*/ 77 h 77"/>
              </a:gdLst>
              <a:ahLst/>
              <a:cxnLst>
                <a:cxn ang="0">
                  <a:pos x="23" y="77"/>
                </a:cxn>
                <a:cxn ang="0">
                  <a:pos x="0" y="0"/>
                </a:cxn>
                <a:cxn ang="0">
                  <a:pos x="23" y="77"/>
                </a:cxn>
                <a:cxn ang="0">
                  <a:pos x="23" y="77"/>
                </a:cxn>
                <a:cxn ang="0">
                  <a:pos x="23" y="77"/>
                </a:cxn>
                <a:cxn ang="0">
                  <a:pos x="23" y="77"/>
                </a:cxn>
                <a:cxn ang="0">
                  <a:pos x="23" y="77"/>
                </a:cxn>
              </a:cxnLst>
              <a:rect l="txL" t="txT" r="txR" b="txB"/>
              <a:pathLst>
                <a:path w="23" h="77">
                  <a:moveTo>
                    <a:pt x="23" y="77"/>
                  </a:moveTo>
                  <a:lnTo>
                    <a:pt x="0" y="0"/>
                  </a:lnTo>
                  <a:lnTo>
                    <a:pt x="23" y="77"/>
                  </a:lnTo>
                  <a:close/>
                  <a:moveTo>
                    <a:pt x="23" y="77"/>
                  </a:moveTo>
                  <a:lnTo>
                    <a:pt x="23" y="7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58" name="Freeform 62"/>
            <p:cNvSpPr>
              <a:spLocks noEditPoints="1"/>
            </p:cNvSpPr>
            <p:nvPr/>
          </p:nvSpPr>
          <p:spPr>
            <a:xfrm>
              <a:off x="3819" y="1180"/>
              <a:ext cx="31" cy="77"/>
            </a:xfrm>
            <a:custGeom>
              <a:avLst/>
              <a:gdLst>
                <a:gd name="txL" fmla="*/ 0 w 31"/>
                <a:gd name="txT" fmla="*/ 0 h 77"/>
                <a:gd name="txR" fmla="*/ 31 w 31"/>
                <a:gd name="txB" fmla="*/ 77 h 77"/>
              </a:gdLst>
              <a:ahLst/>
              <a:cxnLst>
                <a:cxn ang="0">
                  <a:pos x="31" y="0"/>
                </a:cxn>
                <a:cxn ang="0">
                  <a:pos x="0" y="77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31" y="0"/>
                </a:cxn>
              </a:cxnLst>
              <a:rect l="txL" t="txT" r="txR" b="txB"/>
              <a:pathLst>
                <a:path w="31" h="77">
                  <a:moveTo>
                    <a:pt x="31" y="0"/>
                  </a:moveTo>
                  <a:lnTo>
                    <a:pt x="0" y="77"/>
                  </a:lnTo>
                  <a:lnTo>
                    <a:pt x="31" y="0"/>
                  </a:lnTo>
                  <a:close/>
                  <a:moveTo>
                    <a:pt x="31" y="0"/>
                  </a:moveTo>
                  <a:lnTo>
                    <a:pt x="31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59" name="Freeform 63"/>
            <p:cNvSpPr>
              <a:spLocks noEditPoints="1"/>
            </p:cNvSpPr>
            <p:nvPr/>
          </p:nvSpPr>
          <p:spPr>
            <a:xfrm>
              <a:off x="3795" y="1257"/>
              <a:ext cx="24" cy="77"/>
            </a:xfrm>
            <a:custGeom>
              <a:avLst/>
              <a:gdLst>
                <a:gd name="txL" fmla="*/ 0 w 24"/>
                <a:gd name="txT" fmla="*/ 0 h 77"/>
                <a:gd name="txR" fmla="*/ 24 w 24"/>
                <a:gd name="txB" fmla="*/ 77 h 77"/>
              </a:gdLst>
              <a:ahLst/>
              <a:cxnLst>
                <a:cxn ang="0">
                  <a:pos x="24" y="0"/>
                </a:cxn>
                <a:cxn ang="0">
                  <a:pos x="0" y="77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24" y="0"/>
                </a:cxn>
              </a:cxnLst>
              <a:rect l="txL" t="txT" r="txR" b="txB"/>
              <a:pathLst>
                <a:path w="24" h="77">
                  <a:moveTo>
                    <a:pt x="24" y="0"/>
                  </a:moveTo>
                  <a:lnTo>
                    <a:pt x="0" y="77"/>
                  </a:lnTo>
                  <a:lnTo>
                    <a:pt x="24" y="0"/>
                  </a:lnTo>
                  <a:close/>
                  <a:moveTo>
                    <a:pt x="24" y="0"/>
                  </a:moveTo>
                  <a:lnTo>
                    <a:pt x="24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60" name="Freeform 64"/>
            <p:cNvSpPr>
              <a:spLocks noEditPoints="1"/>
            </p:cNvSpPr>
            <p:nvPr/>
          </p:nvSpPr>
          <p:spPr>
            <a:xfrm>
              <a:off x="3772" y="1257"/>
              <a:ext cx="23" cy="77"/>
            </a:xfrm>
            <a:custGeom>
              <a:avLst/>
              <a:gdLst>
                <a:gd name="txL" fmla="*/ 0 w 23"/>
                <a:gd name="txT" fmla="*/ 0 h 77"/>
                <a:gd name="txR" fmla="*/ 23 w 23"/>
                <a:gd name="txB" fmla="*/ 77 h 77"/>
              </a:gdLst>
              <a:ahLst/>
              <a:cxnLst>
                <a:cxn ang="0">
                  <a:pos x="23" y="77"/>
                </a:cxn>
                <a:cxn ang="0">
                  <a:pos x="0" y="0"/>
                </a:cxn>
                <a:cxn ang="0">
                  <a:pos x="23" y="77"/>
                </a:cxn>
                <a:cxn ang="0">
                  <a:pos x="23" y="77"/>
                </a:cxn>
                <a:cxn ang="0">
                  <a:pos x="23" y="77"/>
                </a:cxn>
                <a:cxn ang="0">
                  <a:pos x="23" y="77"/>
                </a:cxn>
                <a:cxn ang="0">
                  <a:pos x="23" y="77"/>
                </a:cxn>
              </a:cxnLst>
              <a:rect l="txL" t="txT" r="txR" b="txB"/>
              <a:pathLst>
                <a:path w="23" h="77">
                  <a:moveTo>
                    <a:pt x="23" y="77"/>
                  </a:moveTo>
                  <a:lnTo>
                    <a:pt x="0" y="0"/>
                  </a:lnTo>
                  <a:lnTo>
                    <a:pt x="23" y="77"/>
                  </a:lnTo>
                  <a:close/>
                  <a:moveTo>
                    <a:pt x="23" y="77"/>
                  </a:moveTo>
                  <a:lnTo>
                    <a:pt x="23" y="7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61" name="Freeform 65"/>
            <p:cNvSpPr>
              <a:spLocks noEditPoints="1"/>
            </p:cNvSpPr>
            <p:nvPr/>
          </p:nvSpPr>
          <p:spPr>
            <a:xfrm>
              <a:off x="3741" y="1180"/>
              <a:ext cx="31" cy="77"/>
            </a:xfrm>
            <a:custGeom>
              <a:avLst/>
              <a:gdLst>
                <a:gd name="txL" fmla="*/ 0 w 31"/>
                <a:gd name="txT" fmla="*/ 0 h 77"/>
                <a:gd name="txR" fmla="*/ 31 w 31"/>
                <a:gd name="txB" fmla="*/ 77 h 77"/>
              </a:gdLst>
              <a:ahLst/>
              <a:cxnLst>
                <a:cxn ang="0">
                  <a:pos x="31" y="77"/>
                </a:cxn>
                <a:cxn ang="0">
                  <a:pos x="0" y="0"/>
                </a:cxn>
                <a:cxn ang="0">
                  <a:pos x="31" y="77"/>
                </a:cxn>
                <a:cxn ang="0">
                  <a:pos x="31" y="77"/>
                </a:cxn>
                <a:cxn ang="0">
                  <a:pos x="31" y="77"/>
                </a:cxn>
                <a:cxn ang="0">
                  <a:pos x="31" y="77"/>
                </a:cxn>
                <a:cxn ang="0">
                  <a:pos x="31" y="77"/>
                </a:cxn>
              </a:cxnLst>
              <a:rect l="txL" t="txT" r="txR" b="txB"/>
              <a:pathLst>
                <a:path w="31" h="77">
                  <a:moveTo>
                    <a:pt x="31" y="77"/>
                  </a:moveTo>
                  <a:lnTo>
                    <a:pt x="0" y="0"/>
                  </a:lnTo>
                  <a:lnTo>
                    <a:pt x="31" y="77"/>
                  </a:lnTo>
                  <a:close/>
                  <a:moveTo>
                    <a:pt x="31" y="77"/>
                  </a:moveTo>
                  <a:lnTo>
                    <a:pt x="31" y="7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62" name="Freeform 66"/>
            <p:cNvSpPr>
              <a:spLocks noEditPoints="1"/>
            </p:cNvSpPr>
            <p:nvPr/>
          </p:nvSpPr>
          <p:spPr>
            <a:xfrm>
              <a:off x="3718" y="1180"/>
              <a:ext cx="23" cy="85"/>
            </a:xfrm>
            <a:custGeom>
              <a:avLst/>
              <a:gdLst>
                <a:gd name="txL" fmla="*/ 0 w 23"/>
                <a:gd name="txT" fmla="*/ 0 h 85"/>
                <a:gd name="txR" fmla="*/ 23 w 23"/>
                <a:gd name="txB" fmla="*/ 85 h 85"/>
              </a:gdLst>
              <a:ahLst/>
              <a:cxnLst>
                <a:cxn ang="0">
                  <a:pos x="23" y="0"/>
                </a:cxn>
                <a:cxn ang="0">
                  <a:pos x="0" y="85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23" y="0"/>
                </a:cxn>
              </a:cxnLst>
              <a:rect l="txL" t="txT" r="txR" b="txB"/>
              <a:pathLst>
                <a:path w="23" h="85">
                  <a:moveTo>
                    <a:pt x="23" y="0"/>
                  </a:moveTo>
                  <a:lnTo>
                    <a:pt x="0" y="85"/>
                  </a:lnTo>
                  <a:lnTo>
                    <a:pt x="23" y="0"/>
                  </a:lnTo>
                  <a:close/>
                  <a:moveTo>
                    <a:pt x="23" y="0"/>
                  </a:moveTo>
                  <a:lnTo>
                    <a:pt x="23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63" name="Freeform 67"/>
            <p:cNvSpPr/>
            <p:nvPr/>
          </p:nvSpPr>
          <p:spPr>
            <a:xfrm>
              <a:off x="1271" y="762"/>
              <a:ext cx="85" cy="162"/>
            </a:xfrm>
            <a:custGeom>
              <a:avLst/>
              <a:gdLst>
                <a:gd name="txL" fmla="*/ 0 w 85"/>
                <a:gd name="txT" fmla="*/ 0 h 162"/>
                <a:gd name="txR" fmla="*/ 85 w 85"/>
                <a:gd name="txB" fmla="*/ 162 h 162"/>
              </a:gdLst>
              <a:ahLst/>
              <a:cxnLst>
                <a:cxn ang="0">
                  <a:pos x="0" y="162"/>
                </a:cxn>
                <a:cxn ang="0">
                  <a:pos x="54" y="162"/>
                </a:cxn>
                <a:cxn ang="0">
                  <a:pos x="54" y="155"/>
                </a:cxn>
                <a:cxn ang="0">
                  <a:pos x="47" y="155"/>
                </a:cxn>
                <a:cxn ang="0">
                  <a:pos x="39" y="147"/>
                </a:cxn>
                <a:cxn ang="0">
                  <a:pos x="39" y="139"/>
                </a:cxn>
                <a:cxn ang="0">
                  <a:pos x="39" y="132"/>
                </a:cxn>
                <a:cxn ang="0">
                  <a:pos x="62" y="23"/>
                </a:cxn>
                <a:cxn ang="0">
                  <a:pos x="70" y="8"/>
                </a:cxn>
                <a:cxn ang="0">
                  <a:pos x="85" y="0"/>
                </a:cxn>
                <a:cxn ang="0">
                  <a:pos x="85" y="0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39" y="8"/>
                </a:cxn>
                <a:cxn ang="0">
                  <a:pos x="47" y="16"/>
                </a:cxn>
                <a:cxn ang="0">
                  <a:pos x="47" y="23"/>
                </a:cxn>
                <a:cxn ang="0">
                  <a:pos x="47" y="31"/>
                </a:cxn>
                <a:cxn ang="0">
                  <a:pos x="16" y="139"/>
                </a:cxn>
                <a:cxn ang="0">
                  <a:pos x="16" y="155"/>
                </a:cxn>
                <a:cxn ang="0">
                  <a:pos x="0" y="155"/>
                </a:cxn>
                <a:cxn ang="0">
                  <a:pos x="0" y="162"/>
                </a:cxn>
              </a:cxnLst>
              <a:rect l="txL" t="txT" r="txR" b="txB"/>
              <a:pathLst>
                <a:path w="85" h="162">
                  <a:moveTo>
                    <a:pt x="0" y="162"/>
                  </a:moveTo>
                  <a:lnTo>
                    <a:pt x="54" y="162"/>
                  </a:lnTo>
                  <a:lnTo>
                    <a:pt x="54" y="155"/>
                  </a:lnTo>
                  <a:lnTo>
                    <a:pt x="47" y="155"/>
                  </a:lnTo>
                  <a:lnTo>
                    <a:pt x="39" y="147"/>
                  </a:lnTo>
                  <a:lnTo>
                    <a:pt x="39" y="139"/>
                  </a:lnTo>
                  <a:lnTo>
                    <a:pt x="39" y="132"/>
                  </a:lnTo>
                  <a:lnTo>
                    <a:pt x="62" y="23"/>
                  </a:lnTo>
                  <a:lnTo>
                    <a:pt x="70" y="8"/>
                  </a:lnTo>
                  <a:lnTo>
                    <a:pt x="85" y="0"/>
                  </a:lnTo>
                  <a:lnTo>
                    <a:pt x="31" y="0"/>
                  </a:lnTo>
                  <a:lnTo>
                    <a:pt x="39" y="8"/>
                  </a:lnTo>
                  <a:lnTo>
                    <a:pt x="47" y="16"/>
                  </a:lnTo>
                  <a:lnTo>
                    <a:pt x="47" y="23"/>
                  </a:lnTo>
                  <a:lnTo>
                    <a:pt x="47" y="31"/>
                  </a:lnTo>
                  <a:lnTo>
                    <a:pt x="16" y="139"/>
                  </a:lnTo>
                  <a:lnTo>
                    <a:pt x="16" y="155"/>
                  </a:lnTo>
                  <a:lnTo>
                    <a:pt x="0" y="155"/>
                  </a:lnTo>
                  <a:lnTo>
                    <a:pt x="0" y="16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64" name="Freeform 68"/>
            <p:cNvSpPr/>
            <p:nvPr/>
          </p:nvSpPr>
          <p:spPr>
            <a:xfrm>
              <a:off x="1356" y="855"/>
              <a:ext cx="47" cy="124"/>
            </a:xfrm>
            <a:custGeom>
              <a:avLst/>
              <a:gdLst>
                <a:gd name="txL" fmla="*/ 0 w 47"/>
                <a:gd name="txT" fmla="*/ 0 h 124"/>
                <a:gd name="txR" fmla="*/ 47 w 47"/>
                <a:gd name="txB" fmla="*/ 124 h 124"/>
              </a:gdLst>
              <a:ahLst/>
              <a:cxnLst>
                <a:cxn ang="0">
                  <a:pos x="8" y="124"/>
                </a:cxn>
                <a:cxn ang="0">
                  <a:pos x="47" y="124"/>
                </a:cxn>
                <a:cxn ang="0">
                  <a:pos x="47" y="124"/>
                </a:cxn>
                <a:cxn ang="0">
                  <a:pos x="39" y="124"/>
                </a:cxn>
                <a:cxn ang="0">
                  <a:pos x="31" y="116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0" y="23"/>
                </a:cxn>
                <a:cxn ang="0">
                  <a:pos x="0" y="23"/>
                </a:cxn>
                <a:cxn ang="0">
                  <a:pos x="16" y="15"/>
                </a:cxn>
                <a:cxn ang="0">
                  <a:pos x="16" y="15"/>
                </a:cxn>
                <a:cxn ang="0">
                  <a:pos x="16" y="23"/>
                </a:cxn>
                <a:cxn ang="0">
                  <a:pos x="16" y="23"/>
                </a:cxn>
                <a:cxn ang="0">
                  <a:pos x="16" y="108"/>
                </a:cxn>
                <a:cxn ang="0">
                  <a:pos x="16" y="124"/>
                </a:cxn>
                <a:cxn ang="0">
                  <a:pos x="8" y="124"/>
                </a:cxn>
                <a:cxn ang="0">
                  <a:pos x="8" y="124"/>
                </a:cxn>
              </a:cxnLst>
              <a:rect l="txL" t="txT" r="txR" b="txB"/>
              <a:pathLst>
                <a:path w="47" h="124">
                  <a:moveTo>
                    <a:pt x="8" y="124"/>
                  </a:moveTo>
                  <a:lnTo>
                    <a:pt x="47" y="124"/>
                  </a:lnTo>
                  <a:lnTo>
                    <a:pt x="39" y="124"/>
                  </a:lnTo>
                  <a:lnTo>
                    <a:pt x="31" y="116"/>
                  </a:lnTo>
                  <a:lnTo>
                    <a:pt x="31" y="0"/>
                  </a:lnTo>
                  <a:lnTo>
                    <a:pt x="0" y="23"/>
                  </a:lnTo>
                  <a:lnTo>
                    <a:pt x="16" y="15"/>
                  </a:lnTo>
                  <a:lnTo>
                    <a:pt x="16" y="23"/>
                  </a:lnTo>
                  <a:lnTo>
                    <a:pt x="16" y="108"/>
                  </a:lnTo>
                  <a:lnTo>
                    <a:pt x="16" y="124"/>
                  </a:lnTo>
                  <a:lnTo>
                    <a:pt x="8" y="12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65" name="Freeform 69"/>
            <p:cNvSpPr>
              <a:spLocks noEditPoints="1"/>
            </p:cNvSpPr>
            <p:nvPr/>
          </p:nvSpPr>
          <p:spPr>
            <a:xfrm>
              <a:off x="1906" y="839"/>
              <a:ext cx="124" cy="155"/>
            </a:xfrm>
            <a:custGeom>
              <a:avLst/>
              <a:gdLst>
                <a:gd name="txL" fmla="*/ 0 w 124"/>
                <a:gd name="txT" fmla="*/ 0 h 155"/>
                <a:gd name="txR" fmla="*/ 124 w 124"/>
                <a:gd name="txB" fmla="*/ 155 h 155"/>
              </a:gdLst>
              <a:ahLst/>
              <a:cxnLst>
                <a:cxn ang="0">
                  <a:pos x="116" y="155"/>
                </a:cxn>
                <a:cxn ang="0">
                  <a:pos x="109" y="147"/>
                </a:cxn>
                <a:cxn ang="0">
                  <a:pos x="101" y="140"/>
                </a:cxn>
                <a:cxn ang="0">
                  <a:pos x="85" y="78"/>
                </a:cxn>
                <a:cxn ang="0">
                  <a:pos x="109" y="70"/>
                </a:cxn>
                <a:cxn ang="0">
                  <a:pos x="116" y="62"/>
                </a:cxn>
                <a:cxn ang="0">
                  <a:pos x="124" y="31"/>
                </a:cxn>
                <a:cxn ang="0">
                  <a:pos x="116" y="16"/>
                </a:cxn>
                <a:cxn ang="0">
                  <a:pos x="101" y="8"/>
                </a:cxn>
                <a:cxn ang="0">
                  <a:pos x="85" y="0"/>
                </a:cxn>
                <a:cxn ang="0">
                  <a:pos x="78" y="0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39" y="0"/>
                </a:cxn>
                <a:cxn ang="0">
                  <a:pos x="47" y="16"/>
                </a:cxn>
                <a:cxn ang="0">
                  <a:pos x="47" y="24"/>
                </a:cxn>
                <a:cxn ang="0">
                  <a:pos x="47" y="24"/>
                </a:cxn>
                <a:cxn ang="0">
                  <a:pos x="16" y="132"/>
                </a:cxn>
                <a:cxn ang="0">
                  <a:pos x="8" y="147"/>
                </a:cxn>
                <a:cxn ang="0">
                  <a:pos x="0" y="155"/>
                </a:cxn>
                <a:cxn ang="0">
                  <a:pos x="0" y="155"/>
                </a:cxn>
                <a:cxn ang="0">
                  <a:pos x="54" y="155"/>
                </a:cxn>
                <a:cxn ang="0">
                  <a:pos x="54" y="155"/>
                </a:cxn>
                <a:cxn ang="0">
                  <a:pos x="39" y="155"/>
                </a:cxn>
                <a:cxn ang="0">
                  <a:pos x="39" y="140"/>
                </a:cxn>
                <a:cxn ang="0">
                  <a:pos x="39" y="140"/>
                </a:cxn>
                <a:cxn ang="0">
                  <a:pos x="39" y="124"/>
                </a:cxn>
                <a:cxn ang="0">
                  <a:pos x="54" y="78"/>
                </a:cxn>
                <a:cxn ang="0">
                  <a:pos x="62" y="78"/>
                </a:cxn>
                <a:cxn ang="0">
                  <a:pos x="85" y="155"/>
                </a:cxn>
                <a:cxn ang="0">
                  <a:pos x="116" y="155"/>
                </a:cxn>
                <a:cxn ang="0">
                  <a:pos x="116" y="155"/>
                </a:cxn>
                <a:cxn ang="0">
                  <a:pos x="70" y="8"/>
                </a:cxn>
                <a:cxn ang="0">
                  <a:pos x="70" y="8"/>
                </a:cxn>
                <a:cxn ang="0">
                  <a:pos x="78" y="8"/>
                </a:cxn>
                <a:cxn ang="0">
                  <a:pos x="93" y="8"/>
                </a:cxn>
                <a:cxn ang="0">
                  <a:pos x="101" y="16"/>
                </a:cxn>
                <a:cxn ang="0">
                  <a:pos x="101" y="31"/>
                </a:cxn>
                <a:cxn ang="0">
                  <a:pos x="93" y="55"/>
                </a:cxn>
                <a:cxn ang="0">
                  <a:pos x="85" y="70"/>
                </a:cxn>
                <a:cxn ang="0">
                  <a:pos x="62" y="70"/>
                </a:cxn>
                <a:cxn ang="0">
                  <a:pos x="62" y="70"/>
                </a:cxn>
                <a:cxn ang="0">
                  <a:pos x="54" y="70"/>
                </a:cxn>
                <a:cxn ang="0">
                  <a:pos x="70" y="8"/>
                </a:cxn>
              </a:cxnLst>
              <a:rect l="txL" t="txT" r="txR" b="txB"/>
              <a:pathLst>
                <a:path w="124" h="155">
                  <a:moveTo>
                    <a:pt x="116" y="155"/>
                  </a:moveTo>
                  <a:lnTo>
                    <a:pt x="109" y="147"/>
                  </a:lnTo>
                  <a:lnTo>
                    <a:pt x="101" y="140"/>
                  </a:lnTo>
                  <a:lnTo>
                    <a:pt x="85" y="78"/>
                  </a:lnTo>
                  <a:lnTo>
                    <a:pt x="109" y="70"/>
                  </a:lnTo>
                  <a:lnTo>
                    <a:pt x="116" y="62"/>
                  </a:lnTo>
                  <a:lnTo>
                    <a:pt x="124" y="31"/>
                  </a:lnTo>
                  <a:lnTo>
                    <a:pt x="116" y="16"/>
                  </a:lnTo>
                  <a:lnTo>
                    <a:pt x="101" y="8"/>
                  </a:lnTo>
                  <a:lnTo>
                    <a:pt x="85" y="0"/>
                  </a:lnTo>
                  <a:lnTo>
                    <a:pt x="78" y="0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47" y="16"/>
                  </a:lnTo>
                  <a:lnTo>
                    <a:pt x="47" y="24"/>
                  </a:lnTo>
                  <a:lnTo>
                    <a:pt x="16" y="132"/>
                  </a:lnTo>
                  <a:lnTo>
                    <a:pt x="8" y="147"/>
                  </a:lnTo>
                  <a:lnTo>
                    <a:pt x="0" y="155"/>
                  </a:lnTo>
                  <a:lnTo>
                    <a:pt x="54" y="155"/>
                  </a:lnTo>
                  <a:lnTo>
                    <a:pt x="39" y="155"/>
                  </a:lnTo>
                  <a:lnTo>
                    <a:pt x="39" y="140"/>
                  </a:lnTo>
                  <a:lnTo>
                    <a:pt x="39" y="124"/>
                  </a:lnTo>
                  <a:lnTo>
                    <a:pt x="54" y="78"/>
                  </a:lnTo>
                  <a:lnTo>
                    <a:pt x="62" y="78"/>
                  </a:lnTo>
                  <a:lnTo>
                    <a:pt x="85" y="155"/>
                  </a:lnTo>
                  <a:lnTo>
                    <a:pt x="116" y="155"/>
                  </a:lnTo>
                  <a:close/>
                  <a:moveTo>
                    <a:pt x="70" y="8"/>
                  </a:moveTo>
                  <a:lnTo>
                    <a:pt x="70" y="8"/>
                  </a:lnTo>
                  <a:lnTo>
                    <a:pt x="78" y="8"/>
                  </a:lnTo>
                  <a:lnTo>
                    <a:pt x="93" y="8"/>
                  </a:lnTo>
                  <a:lnTo>
                    <a:pt x="101" y="16"/>
                  </a:lnTo>
                  <a:lnTo>
                    <a:pt x="101" y="31"/>
                  </a:lnTo>
                  <a:lnTo>
                    <a:pt x="93" y="55"/>
                  </a:lnTo>
                  <a:lnTo>
                    <a:pt x="85" y="70"/>
                  </a:lnTo>
                  <a:lnTo>
                    <a:pt x="62" y="70"/>
                  </a:lnTo>
                  <a:lnTo>
                    <a:pt x="54" y="70"/>
                  </a:lnTo>
                  <a:lnTo>
                    <a:pt x="70" y="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66" name="Freeform 70"/>
            <p:cNvSpPr/>
            <p:nvPr/>
          </p:nvSpPr>
          <p:spPr>
            <a:xfrm>
              <a:off x="2053" y="932"/>
              <a:ext cx="39" cy="124"/>
            </a:xfrm>
            <a:custGeom>
              <a:avLst/>
              <a:gdLst>
                <a:gd name="txL" fmla="*/ 0 w 39"/>
                <a:gd name="txT" fmla="*/ 0 h 124"/>
                <a:gd name="txR" fmla="*/ 39 w 39"/>
                <a:gd name="txB" fmla="*/ 124 h 124"/>
              </a:gdLst>
              <a:ahLst/>
              <a:cxnLst>
                <a:cxn ang="0">
                  <a:pos x="0" y="124"/>
                </a:cxn>
                <a:cxn ang="0">
                  <a:pos x="39" y="124"/>
                </a:cxn>
                <a:cxn ang="0">
                  <a:pos x="39" y="124"/>
                </a:cxn>
                <a:cxn ang="0">
                  <a:pos x="31" y="124"/>
                </a:cxn>
                <a:cxn ang="0">
                  <a:pos x="24" y="108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0" y="16"/>
                </a:cxn>
                <a:cxn ang="0">
                  <a:pos x="0" y="23"/>
                </a:cxn>
                <a:cxn ang="0">
                  <a:pos x="8" y="16"/>
                </a:cxn>
                <a:cxn ang="0">
                  <a:pos x="8" y="16"/>
                </a:cxn>
                <a:cxn ang="0">
                  <a:pos x="16" y="23"/>
                </a:cxn>
                <a:cxn ang="0">
                  <a:pos x="16" y="23"/>
                </a:cxn>
                <a:cxn ang="0">
                  <a:pos x="16" y="108"/>
                </a:cxn>
                <a:cxn ang="0">
                  <a:pos x="8" y="124"/>
                </a:cxn>
                <a:cxn ang="0">
                  <a:pos x="0" y="124"/>
                </a:cxn>
                <a:cxn ang="0">
                  <a:pos x="0" y="124"/>
                </a:cxn>
              </a:cxnLst>
              <a:rect l="txL" t="txT" r="txR" b="txB"/>
              <a:pathLst>
                <a:path w="39" h="124">
                  <a:moveTo>
                    <a:pt x="0" y="124"/>
                  </a:moveTo>
                  <a:lnTo>
                    <a:pt x="39" y="124"/>
                  </a:lnTo>
                  <a:lnTo>
                    <a:pt x="31" y="124"/>
                  </a:lnTo>
                  <a:lnTo>
                    <a:pt x="24" y="108"/>
                  </a:lnTo>
                  <a:lnTo>
                    <a:pt x="24" y="0"/>
                  </a:lnTo>
                  <a:lnTo>
                    <a:pt x="0" y="16"/>
                  </a:lnTo>
                  <a:lnTo>
                    <a:pt x="0" y="23"/>
                  </a:lnTo>
                  <a:lnTo>
                    <a:pt x="8" y="16"/>
                  </a:lnTo>
                  <a:lnTo>
                    <a:pt x="16" y="23"/>
                  </a:lnTo>
                  <a:lnTo>
                    <a:pt x="16" y="108"/>
                  </a:lnTo>
                  <a:lnTo>
                    <a:pt x="8" y="124"/>
                  </a:lnTo>
                  <a:lnTo>
                    <a:pt x="0" y="12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67" name="Freeform 71"/>
            <p:cNvSpPr>
              <a:spLocks noEditPoints="1"/>
            </p:cNvSpPr>
            <p:nvPr/>
          </p:nvSpPr>
          <p:spPr>
            <a:xfrm>
              <a:off x="3819" y="839"/>
              <a:ext cx="123" cy="155"/>
            </a:xfrm>
            <a:custGeom>
              <a:avLst/>
              <a:gdLst>
                <a:gd name="txL" fmla="*/ 0 w 123"/>
                <a:gd name="txT" fmla="*/ 0 h 155"/>
                <a:gd name="txR" fmla="*/ 123 w 123"/>
                <a:gd name="txB" fmla="*/ 155 h 155"/>
              </a:gdLst>
              <a:ahLst/>
              <a:cxnLst>
                <a:cxn ang="0">
                  <a:pos x="116" y="155"/>
                </a:cxn>
                <a:cxn ang="0">
                  <a:pos x="108" y="147"/>
                </a:cxn>
                <a:cxn ang="0">
                  <a:pos x="100" y="140"/>
                </a:cxn>
                <a:cxn ang="0">
                  <a:pos x="85" y="78"/>
                </a:cxn>
                <a:cxn ang="0">
                  <a:pos x="108" y="70"/>
                </a:cxn>
                <a:cxn ang="0">
                  <a:pos x="116" y="62"/>
                </a:cxn>
                <a:cxn ang="0">
                  <a:pos x="123" y="31"/>
                </a:cxn>
                <a:cxn ang="0">
                  <a:pos x="116" y="16"/>
                </a:cxn>
                <a:cxn ang="0">
                  <a:pos x="100" y="8"/>
                </a:cxn>
                <a:cxn ang="0">
                  <a:pos x="85" y="0"/>
                </a:cxn>
                <a:cxn ang="0">
                  <a:pos x="77" y="0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38" y="0"/>
                </a:cxn>
                <a:cxn ang="0">
                  <a:pos x="46" y="16"/>
                </a:cxn>
                <a:cxn ang="0">
                  <a:pos x="46" y="24"/>
                </a:cxn>
                <a:cxn ang="0">
                  <a:pos x="46" y="24"/>
                </a:cxn>
                <a:cxn ang="0">
                  <a:pos x="15" y="132"/>
                </a:cxn>
                <a:cxn ang="0">
                  <a:pos x="7" y="147"/>
                </a:cxn>
                <a:cxn ang="0">
                  <a:pos x="0" y="155"/>
                </a:cxn>
                <a:cxn ang="0">
                  <a:pos x="0" y="155"/>
                </a:cxn>
                <a:cxn ang="0">
                  <a:pos x="54" y="155"/>
                </a:cxn>
                <a:cxn ang="0">
                  <a:pos x="54" y="155"/>
                </a:cxn>
                <a:cxn ang="0">
                  <a:pos x="38" y="155"/>
                </a:cxn>
                <a:cxn ang="0">
                  <a:pos x="38" y="140"/>
                </a:cxn>
                <a:cxn ang="0">
                  <a:pos x="38" y="140"/>
                </a:cxn>
                <a:cxn ang="0">
                  <a:pos x="38" y="124"/>
                </a:cxn>
                <a:cxn ang="0">
                  <a:pos x="54" y="78"/>
                </a:cxn>
                <a:cxn ang="0">
                  <a:pos x="62" y="78"/>
                </a:cxn>
                <a:cxn ang="0">
                  <a:pos x="93" y="155"/>
                </a:cxn>
                <a:cxn ang="0">
                  <a:pos x="116" y="155"/>
                </a:cxn>
                <a:cxn ang="0">
                  <a:pos x="116" y="155"/>
                </a:cxn>
                <a:cxn ang="0">
                  <a:pos x="69" y="8"/>
                </a:cxn>
                <a:cxn ang="0">
                  <a:pos x="69" y="8"/>
                </a:cxn>
                <a:cxn ang="0">
                  <a:pos x="77" y="8"/>
                </a:cxn>
                <a:cxn ang="0">
                  <a:pos x="93" y="8"/>
                </a:cxn>
                <a:cxn ang="0">
                  <a:pos x="100" y="16"/>
                </a:cxn>
                <a:cxn ang="0">
                  <a:pos x="100" y="31"/>
                </a:cxn>
                <a:cxn ang="0">
                  <a:pos x="93" y="55"/>
                </a:cxn>
                <a:cxn ang="0">
                  <a:pos x="85" y="70"/>
                </a:cxn>
                <a:cxn ang="0">
                  <a:pos x="62" y="70"/>
                </a:cxn>
                <a:cxn ang="0">
                  <a:pos x="62" y="70"/>
                </a:cxn>
                <a:cxn ang="0">
                  <a:pos x="54" y="70"/>
                </a:cxn>
                <a:cxn ang="0">
                  <a:pos x="69" y="8"/>
                </a:cxn>
              </a:cxnLst>
              <a:rect l="txL" t="txT" r="txR" b="txB"/>
              <a:pathLst>
                <a:path w="123" h="155">
                  <a:moveTo>
                    <a:pt x="116" y="155"/>
                  </a:moveTo>
                  <a:lnTo>
                    <a:pt x="108" y="147"/>
                  </a:lnTo>
                  <a:lnTo>
                    <a:pt x="100" y="140"/>
                  </a:lnTo>
                  <a:lnTo>
                    <a:pt x="85" y="78"/>
                  </a:lnTo>
                  <a:lnTo>
                    <a:pt x="108" y="70"/>
                  </a:lnTo>
                  <a:lnTo>
                    <a:pt x="116" y="62"/>
                  </a:lnTo>
                  <a:lnTo>
                    <a:pt x="123" y="31"/>
                  </a:lnTo>
                  <a:lnTo>
                    <a:pt x="116" y="16"/>
                  </a:lnTo>
                  <a:lnTo>
                    <a:pt x="100" y="8"/>
                  </a:lnTo>
                  <a:lnTo>
                    <a:pt x="85" y="0"/>
                  </a:lnTo>
                  <a:lnTo>
                    <a:pt x="77" y="0"/>
                  </a:lnTo>
                  <a:lnTo>
                    <a:pt x="31" y="0"/>
                  </a:lnTo>
                  <a:lnTo>
                    <a:pt x="38" y="0"/>
                  </a:lnTo>
                  <a:lnTo>
                    <a:pt x="46" y="16"/>
                  </a:lnTo>
                  <a:lnTo>
                    <a:pt x="46" y="24"/>
                  </a:lnTo>
                  <a:lnTo>
                    <a:pt x="15" y="132"/>
                  </a:lnTo>
                  <a:lnTo>
                    <a:pt x="7" y="147"/>
                  </a:lnTo>
                  <a:lnTo>
                    <a:pt x="0" y="155"/>
                  </a:lnTo>
                  <a:lnTo>
                    <a:pt x="54" y="155"/>
                  </a:lnTo>
                  <a:lnTo>
                    <a:pt x="38" y="155"/>
                  </a:lnTo>
                  <a:lnTo>
                    <a:pt x="38" y="140"/>
                  </a:lnTo>
                  <a:lnTo>
                    <a:pt x="38" y="124"/>
                  </a:lnTo>
                  <a:lnTo>
                    <a:pt x="54" y="78"/>
                  </a:lnTo>
                  <a:lnTo>
                    <a:pt x="62" y="78"/>
                  </a:lnTo>
                  <a:lnTo>
                    <a:pt x="93" y="155"/>
                  </a:lnTo>
                  <a:lnTo>
                    <a:pt x="116" y="155"/>
                  </a:lnTo>
                  <a:close/>
                  <a:moveTo>
                    <a:pt x="69" y="8"/>
                  </a:moveTo>
                  <a:lnTo>
                    <a:pt x="69" y="8"/>
                  </a:lnTo>
                  <a:lnTo>
                    <a:pt x="77" y="8"/>
                  </a:lnTo>
                  <a:lnTo>
                    <a:pt x="93" y="8"/>
                  </a:lnTo>
                  <a:lnTo>
                    <a:pt x="100" y="16"/>
                  </a:lnTo>
                  <a:lnTo>
                    <a:pt x="100" y="31"/>
                  </a:lnTo>
                  <a:lnTo>
                    <a:pt x="93" y="55"/>
                  </a:lnTo>
                  <a:lnTo>
                    <a:pt x="85" y="70"/>
                  </a:lnTo>
                  <a:lnTo>
                    <a:pt x="62" y="70"/>
                  </a:lnTo>
                  <a:lnTo>
                    <a:pt x="54" y="70"/>
                  </a:lnTo>
                  <a:lnTo>
                    <a:pt x="69" y="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68" name="Freeform 72"/>
            <p:cNvSpPr/>
            <p:nvPr/>
          </p:nvSpPr>
          <p:spPr>
            <a:xfrm>
              <a:off x="3950" y="932"/>
              <a:ext cx="70" cy="124"/>
            </a:xfrm>
            <a:custGeom>
              <a:avLst/>
              <a:gdLst>
                <a:gd name="txL" fmla="*/ 0 w 70"/>
                <a:gd name="txT" fmla="*/ 0 h 124"/>
                <a:gd name="txR" fmla="*/ 70 w 70"/>
                <a:gd name="txB" fmla="*/ 124 h 124"/>
              </a:gdLst>
              <a:ahLst/>
              <a:cxnLst>
                <a:cxn ang="0">
                  <a:pos x="70" y="101"/>
                </a:cxn>
                <a:cxn ang="0">
                  <a:pos x="70" y="101"/>
                </a:cxn>
                <a:cxn ang="0">
                  <a:pos x="62" y="108"/>
                </a:cxn>
                <a:cxn ang="0">
                  <a:pos x="54" y="108"/>
                </a:cxn>
                <a:cxn ang="0">
                  <a:pos x="16" y="108"/>
                </a:cxn>
                <a:cxn ang="0">
                  <a:pos x="39" y="78"/>
                </a:cxn>
                <a:cxn ang="0">
                  <a:pos x="54" y="62"/>
                </a:cxn>
                <a:cxn ang="0">
                  <a:pos x="62" y="31"/>
                </a:cxn>
                <a:cxn ang="0">
                  <a:pos x="54" y="8"/>
                </a:cxn>
                <a:cxn ang="0">
                  <a:pos x="31" y="0"/>
                </a:cxn>
                <a:cxn ang="0">
                  <a:pos x="16" y="8"/>
                </a:cxn>
                <a:cxn ang="0">
                  <a:pos x="8" y="23"/>
                </a:cxn>
                <a:cxn ang="0">
                  <a:pos x="0" y="39"/>
                </a:cxn>
                <a:cxn ang="0">
                  <a:pos x="8" y="39"/>
                </a:cxn>
                <a:cxn ang="0">
                  <a:pos x="16" y="23"/>
                </a:cxn>
                <a:cxn ang="0">
                  <a:pos x="23" y="16"/>
                </a:cxn>
                <a:cxn ang="0">
                  <a:pos x="39" y="16"/>
                </a:cxn>
                <a:cxn ang="0">
                  <a:pos x="47" y="23"/>
                </a:cxn>
                <a:cxn ang="0">
                  <a:pos x="47" y="39"/>
                </a:cxn>
                <a:cxn ang="0">
                  <a:pos x="39" y="62"/>
                </a:cxn>
                <a:cxn ang="0">
                  <a:pos x="31" y="85"/>
                </a:cxn>
                <a:cxn ang="0">
                  <a:pos x="0" y="124"/>
                </a:cxn>
                <a:cxn ang="0">
                  <a:pos x="0" y="124"/>
                </a:cxn>
                <a:cxn ang="0">
                  <a:pos x="62" y="124"/>
                </a:cxn>
                <a:cxn ang="0">
                  <a:pos x="70" y="101"/>
                </a:cxn>
              </a:cxnLst>
              <a:rect l="txL" t="txT" r="txR" b="txB"/>
              <a:pathLst>
                <a:path w="70" h="124">
                  <a:moveTo>
                    <a:pt x="70" y="101"/>
                  </a:moveTo>
                  <a:lnTo>
                    <a:pt x="70" y="101"/>
                  </a:lnTo>
                  <a:lnTo>
                    <a:pt x="62" y="108"/>
                  </a:lnTo>
                  <a:lnTo>
                    <a:pt x="54" y="108"/>
                  </a:lnTo>
                  <a:lnTo>
                    <a:pt x="16" y="108"/>
                  </a:lnTo>
                  <a:lnTo>
                    <a:pt x="39" y="78"/>
                  </a:lnTo>
                  <a:lnTo>
                    <a:pt x="54" y="62"/>
                  </a:lnTo>
                  <a:lnTo>
                    <a:pt x="62" y="31"/>
                  </a:lnTo>
                  <a:lnTo>
                    <a:pt x="54" y="8"/>
                  </a:lnTo>
                  <a:lnTo>
                    <a:pt x="31" y="0"/>
                  </a:lnTo>
                  <a:lnTo>
                    <a:pt x="16" y="8"/>
                  </a:lnTo>
                  <a:lnTo>
                    <a:pt x="8" y="23"/>
                  </a:lnTo>
                  <a:lnTo>
                    <a:pt x="0" y="39"/>
                  </a:lnTo>
                  <a:lnTo>
                    <a:pt x="8" y="39"/>
                  </a:lnTo>
                  <a:lnTo>
                    <a:pt x="16" y="23"/>
                  </a:lnTo>
                  <a:lnTo>
                    <a:pt x="23" y="16"/>
                  </a:lnTo>
                  <a:lnTo>
                    <a:pt x="39" y="16"/>
                  </a:lnTo>
                  <a:lnTo>
                    <a:pt x="47" y="23"/>
                  </a:lnTo>
                  <a:lnTo>
                    <a:pt x="47" y="39"/>
                  </a:lnTo>
                  <a:lnTo>
                    <a:pt x="39" y="62"/>
                  </a:lnTo>
                  <a:lnTo>
                    <a:pt x="31" y="85"/>
                  </a:lnTo>
                  <a:lnTo>
                    <a:pt x="0" y="124"/>
                  </a:lnTo>
                  <a:lnTo>
                    <a:pt x="62" y="124"/>
                  </a:lnTo>
                  <a:lnTo>
                    <a:pt x="70" y="10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69" name="Freeform 73"/>
            <p:cNvSpPr>
              <a:spLocks noEditPoints="1"/>
            </p:cNvSpPr>
            <p:nvPr/>
          </p:nvSpPr>
          <p:spPr>
            <a:xfrm>
              <a:off x="3091" y="2262"/>
              <a:ext cx="124" cy="162"/>
            </a:xfrm>
            <a:custGeom>
              <a:avLst/>
              <a:gdLst>
                <a:gd name="txL" fmla="*/ 0 w 124"/>
                <a:gd name="txT" fmla="*/ 0 h 162"/>
                <a:gd name="txR" fmla="*/ 124 w 124"/>
                <a:gd name="txB" fmla="*/ 162 h 162"/>
              </a:gdLst>
              <a:ahLst/>
              <a:cxnLst>
                <a:cxn ang="0">
                  <a:pos x="116" y="155"/>
                </a:cxn>
                <a:cxn ang="0">
                  <a:pos x="108" y="147"/>
                </a:cxn>
                <a:cxn ang="0">
                  <a:pos x="100" y="139"/>
                </a:cxn>
                <a:cxn ang="0">
                  <a:pos x="77" y="77"/>
                </a:cxn>
                <a:cxn ang="0">
                  <a:pos x="116" y="62"/>
                </a:cxn>
                <a:cxn ang="0">
                  <a:pos x="124" y="31"/>
                </a:cxn>
                <a:cxn ang="0">
                  <a:pos x="116" y="15"/>
                </a:cxn>
                <a:cxn ang="0">
                  <a:pos x="100" y="8"/>
                </a:cxn>
                <a:cxn ang="0">
                  <a:pos x="85" y="0"/>
                </a:cxn>
                <a:cxn ang="0">
                  <a:pos x="77" y="0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39" y="8"/>
                </a:cxn>
                <a:cxn ang="0">
                  <a:pos x="39" y="15"/>
                </a:cxn>
                <a:cxn ang="0">
                  <a:pos x="39" y="23"/>
                </a:cxn>
                <a:cxn ang="0">
                  <a:pos x="39" y="31"/>
                </a:cxn>
                <a:cxn ang="0">
                  <a:pos x="15" y="139"/>
                </a:cxn>
                <a:cxn ang="0">
                  <a:pos x="8" y="155"/>
                </a:cxn>
                <a:cxn ang="0">
                  <a:pos x="0" y="155"/>
                </a:cxn>
                <a:cxn ang="0">
                  <a:pos x="0" y="162"/>
                </a:cxn>
                <a:cxn ang="0">
                  <a:pos x="46" y="162"/>
                </a:cxn>
                <a:cxn ang="0">
                  <a:pos x="46" y="155"/>
                </a:cxn>
                <a:cxn ang="0">
                  <a:pos x="39" y="155"/>
                </a:cxn>
                <a:cxn ang="0">
                  <a:pos x="31" y="147"/>
                </a:cxn>
                <a:cxn ang="0">
                  <a:pos x="31" y="139"/>
                </a:cxn>
                <a:cxn ang="0">
                  <a:pos x="39" y="131"/>
                </a:cxn>
                <a:cxn ang="0">
                  <a:pos x="46" y="77"/>
                </a:cxn>
                <a:cxn ang="0">
                  <a:pos x="62" y="77"/>
                </a:cxn>
                <a:cxn ang="0">
                  <a:pos x="85" y="162"/>
                </a:cxn>
                <a:cxn ang="0">
                  <a:pos x="116" y="162"/>
                </a:cxn>
                <a:cxn ang="0">
                  <a:pos x="116" y="155"/>
                </a:cxn>
                <a:cxn ang="0">
                  <a:pos x="62" y="15"/>
                </a:cxn>
                <a:cxn ang="0">
                  <a:pos x="62" y="8"/>
                </a:cxn>
                <a:cxn ang="0">
                  <a:pos x="77" y="8"/>
                </a:cxn>
                <a:cxn ang="0">
                  <a:pos x="93" y="15"/>
                </a:cxn>
                <a:cxn ang="0">
                  <a:pos x="100" y="31"/>
                </a:cxn>
                <a:cxn ang="0">
                  <a:pos x="93" y="62"/>
                </a:cxn>
                <a:cxn ang="0">
                  <a:pos x="85" y="70"/>
                </a:cxn>
                <a:cxn ang="0">
                  <a:pos x="62" y="70"/>
                </a:cxn>
                <a:cxn ang="0">
                  <a:pos x="54" y="70"/>
                </a:cxn>
                <a:cxn ang="0">
                  <a:pos x="46" y="70"/>
                </a:cxn>
                <a:cxn ang="0">
                  <a:pos x="62" y="15"/>
                </a:cxn>
              </a:cxnLst>
              <a:rect l="txL" t="txT" r="txR" b="txB"/>
              <a:pathLst>
                <a:path w="124" h="162">
                  <a:moveTo>
                    <a:pt x="116" y="155"/>
                  </a:moveTo>
                  <a:lnTo>
                    <a:pt x="108" y="147"/>
                  </a:lnTo>
                  <a:lnTo>
                    <a:pt x="100" y="139"/>
                  </a:lnTo>
                  <a:lnTo>
                    <a:pt x="77" y="77"/>
                  </a:lnTo>
                  <a:lnTo>
                    <a:pt x="116" y="62"/>
                  </a:lnTo>
                  <a:lnTo>
                    <a:pt x="124" y="31"/>
                  </a:lnTo>
                  <a:lnTo>
                    <a:pt x="116" y="15"/>
                  </a:lnTo>
                  <a:lnTo>
                    <a:pt x="100" y="8"/>
                  </a:lnTo>
                  <a:lnTo>
                    <a:pt x="85" y="0"/>
                  </a:lnTo>
                  <a:lnTo>
                    <a:pt x="77" y="0"/>
                  </a:lnTo>
                  <a:lnTo>
                    <a:pt x="31" y="0"/>
                  </a:lnTo>
                  <a:lnTo>
                    <a:pt x="39" y="8"/>
                  </a:lnTo>
                  <a:lnTo>
                    <a:pt x="39" y="15"/>
                  </a:lnTo>
                  <a:lnTo>
                    <a:pt x="39" y="23"/>
                  </a:lnTo>
                  <a:lnTo>
                    <a:pt x="39" y="31"/>
                  </a:lnTo>
                  <a:lnTo>
                    <a:pt x="15" y="139"/>
                  </a:lnTo>
                  <a:lnTo>
                    <a:pt x="8" y="155"/>
                  </a:lnTo>
                  <a:lnTo>
                    <a:pt x="0" y="155"/>
                  </a:lnTo>
                  <a:lnTo>
                    <a:pt x="0" y="162"/>
                  </a:lnTo>
                  <a:lnTo>
                    <a:pt x="46" y="162"/>
                  </a:lnTo>
                  <a:lnTo>
                    <a:pt x="46" y="155"/>
                  </a:lnTo>
                  <a:lnTo>
                    <a:pt x="39" y="155"/>
                  </a:lnTo>
                  <a:lnTo>
                    <a:pt x="31" y="147"/>
                  </a:lnTo>
                  <a:lnTo>
                    <a:pt x="31" y="139"/>
                  </a:lnTo>
                  <a:lnTo>
                    <a:pt x="39" y="131"/>
                  </a:lnTo>
                  <a:lnTo>
                    <a:pt x="46" y="77"/>
                  </a:lnTo>
                  <a:lnTo>
                    <a:pt x="62" y="77"/>
                  </a:lnTo>
                  <a:lnTo>
                    <a:pt x="85" y="162"/>
                  </a:lnTo>
                  <a:lnTo>
                    <a:pt x="116" y="162"/>
                  </a:lnTo>
                  <a:lnTo>
                    <a:pt x="116" y="155"/>
                  </a:lnTo>
                  <a:close/>
                  <a:moveTo>
                    <a:pt x="62" y="15"/>
                  </a:moveTo>
                  <a:lnTo>
                    <a:pt x="62" y="8"/>
                  </a:lnTo>
                  <a:lnTo>
                    <a:pt x="77" y="8"/>
                  </a:lnTo>
                  <a:lnTo>
                    <a:pt x="93" y="15"/>
                  </a:lnTo>
                  <a:lnTo>
                    <a:pt x="100" y="31"/>
                  </a:lnTo>
                  <a:lnTo>
                    <a:pt x="93" y="62"/>
                  </a:lnTo>
                  <a:lnTo>
                    <a:pt x="85" y="70"/>
                  </a:lnTo>
                  <a:lnTo>
                    <a:pt x="62" y="70"/>
                  </a:lnTo>
                  <a:lnTo>
                    <a:pt x="54" y="70"/>
                  </a:lnTo>
                  <a:lnTo>
                    <a:pt x="46" y="70"/>
                  </a:lnTo>
                  <a:lnTo>
                    <a:pt x="62" y="1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70" name="Freeform 74"/>
            <p:cNvSpPr/>
            <p:nvPr/>
          </p:nvSpPr>
          <p:spPr>
            <a:xfrm>
              <a:off x="3222" y="2355"/>
              <a:ext cx="62" cy="131"/>
            </a:xfrm>
            <a:custGeom>
              <a:avLst/>
              <a:gdLst>
                <a:gd name="txL" fmla="*/ 0 w 62"/>
                <a:gd name="txT" fmla="*/ 0 h 131"/>
                <a:gd name="txR" fmla="*/ 62 w 62"/>
                <a:gd name="txB" fmla="*/ 131 h 131"/>
              </a:gdLst>
              <a:ahLst/>
              <a:cxnLst>
                <a:cxn ang="0">
                  <a:pos x="16" y="69"/>
                </a:cxn>
                <a:cxn ang="0">
                  <a:pos x="31" y="69"/>
                </a:cxn>
                <a:cxn ang="0">
                  <a:pos x="39" y="69"/>
                </a:cxn>
                <a:cxn ang="0">
                  <a:pos x="47" y="85"/>
                </a:cxn>
                <a:cxn ang="0">
                  <a:pos x="47" y="93"/>
                </a:cxn>
                <a:cxn ang="0">
                  <a:pos x="39" y="116"/>
                </a:cxn>
                <a:cxn ang="0">
                  <a:pos x="31" y="123"/>
                </a:cxn>
                <a:cxn ang="0">
                  <a:pos x="16" y="123"/>
                </a:cxn>
                <a:cxn ang="0">
                  <a:pos x="8" y="116"/>
                </a:cxn>
                <a:cxn ang="0">
                  <a:pos x="0" y="116"/>
                </a:cxn>
                <a:cxn ang="0">
                  <a:pos x="0" y="123"/>
                </a:cxn>
                <a:cxn ang="0">
                  <a:pos x="8" y="131"/>
                </a:cxn>
                <a:cxn ang="0">
                  <a:pos x="16" y="131"/>
                </a:cxn>
                <a:cxn ang="0">
                  <a:pos x="47" y="123"/>
                </a:cxn>
                <a:cxn ang="0">
                  <a:pos x="62" y="108"/>
                </a:cxn>
                <a:cxn ang="0">
                  <a:pos x="62" y="85"/>
                </a:cxn>
                <a:cxn ang="0">
                  <a:pos x="55" y="62"/>
                </a:cxn>
                <a:cxn ang="0">
                  <a:pos x="39" y="54"/>
                </a:cxn>
                <a:cxn ang="0">
                  <a:pos x="47" y="46"/>
                </a:cxn>
                <a:cxn ang="0">
                  <a:pos x="55" y="31"/>
                </a:cxn>
                <a:cxn ang="0">
                  <a:pos x="47" y="15"/>
                </a:cxn>
                <a:cxn ang="0">
                  <a:pos x="39" y="8"/>
                </a:cxn>
                <a:cxn ang="0">
                  <a:pos x="31" y="0"/>
                </a:cxn>
                <a:cxn ang="0">
                  <a:pos x="16" y="8"/>
                </a:cxn>
                <a:cxn ang="0">
                  <a:pos x="0" y="31"/>
                </a:cxn>
                <a:cxn ang="0">
                  <a:pos x="0" y="31"/>
                </a:cxn>
                <a:cxn ang="0">
                  <a:pos x="8" y="23"/>
                </a:cxn>
                <a:cxn ang="0">
                  <a:pos x="24" y="15"/>
                </a:cxn>
                <a:cxn ang="0">
                  <a:pos x="39" y="23"/>
                </a:cxn>
                <a:cxn ang="0">
                  <a:pos x="39" y="31"/>
                </a:cxn>
                <a:cxn ang="0">
                  <a:pos x="31" y="54"/>
                </a:cxn>
                <a:cxn ang="0">
                  <a:pos x="16" y="62"/>
                </a:cxn>
                <a:cxn ang="0">
                  <a:pos x="16" y="69"/>
                </a:cxn>
              </a:cxnLst>
              <a:rect l="txL" t="txT" r="txR" b="txB"/>
              <a:pathLst>
                <a:path w="62" h="131">
                  <a:moveTo>
                    <a:pt x="16" y="69"/>
                  </a:moveTo>
                  <a:lnTo>
                    <a:pt x="31" y="69"/>
                  </a:lnTo>
                  <a:lnTo>
                    <a:pt x="39" y="69"/>
                  </a:lnTo>
                  <a:lnTo>
                    <a:pt x="47" y="85"/>
                  </a:lnTo>
                  <a:lnTo>
                    <a:pt x="47" y="93"/>
                  </a:lnTo>
                  <a:lnTo>
                    <a:pt x="39" y="116"/>
                  </a:lnTo>
                  <a:lnTo>
                    <a:pt x="31" y="123"/>
                  </a:lnTo>
                  <a:lnTo>
                    <a:pt x="16" y="123"/>
                  </a:lnTo>
                  <a:lnTo>
                    <a:pt x="8" y="116"/>
                  </a:lnTo>
                  <a:lnTo>
                    <a:pt x="0" y="116"/>
                  </a:lnTo>
                  <a:lnTo>
                    <a:pt x="0" y="123"/>
                  </a:lnTo>
                  <a:lnTo>
                    <a:pt x="8" y="131"/>
                  </a:lnTo>
                  <a:lnTo>
                    <a:pt x="16" y="131"/>
                  </a:lnTo>
                  <a:lnTo>
                    <a:pt x="47" y="123"/>
                  </a:lnTo>
                  <a:lnTo>
                    <a:pt x="62" y="108"/>
                  </a:lnTo>
                  <a:lnTo>
                    <a:pt x="62" y="85"/>
                  </a:lnTo>
                  <a:lnTo>
                    <a:pt x="55" y="62"/>
                  </a:lnTo>
                  <a:lnTo>
                    <a:pt x="39" y="54"/>
                  </a:lnTo>
                  <a:lnTo>
                    <a:pt x="47" y="46"/>
                  </a:lnTo>
                  <a:lnTo>
                    <a:pt x="55" y="31"/>
                  </a:lnTo>
                  <a:lnTo>
                    <a:pt x="47" y="15"/>
                  </a:lnTo>
                  <a:lnTo>
                    <a:pt x="39" y="8"/>
                  </a:lnTo>
                  <a:lnTo>
                    <a:pt x="31" y="0"/>
                  </a:lnTo>
                  <a:lnTo>
                    <a:pt x="16" y="8"/>
                  </a:lnTo>
                  <a:lnTo>
                    <a:pt x="0" y="31"/>
                  </a:lnTo>
                  <a:lnTo>
                    <a:pt x="8" y="23"/>
                  </a:lnTo>
                  <a:lnTo>
                    <a:pt x="24" y="15"/>
                  </a:lnTo>
                  <a:lnTo>
                    <a:pt x="39" y="23"/>
                  </a:lnTo>
                  <a:lnTo>
                    <a:pt x="39" y="31"/>
                  </a:lnTo>
                  <a:lnTo>
                    <a:pt x="31" y="54"/>
                  </a:lnTo>
                  <a:lnTo>
                    <a:pt x="16" y="62"/>
                  </a:lnTo>
                  <a:lnTo>
                    <a:pt x="16" y="6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71" name="Freeform 75"/>
            <p:cNvSpPr>
              <a:spLocks noEditPoints="1"/>
            </p:cNvSpPr>
            <p:nvPr/>
          </p:nvSpPr>
          <p:spPr>
            <a:xfrm>
              <a:off x="1836" y="1999"/>
              <a:ext cx="47" cy="163"/>
            </a:xfrm>
            <a:custGeom>
              <a:avLst/>
              <a:gdLst>
                <a:gd name="txL" fmla="*/ 0 w 47"/>
                <a:gd name="txT" fmla="*/ 0 h 163"/>
                <a:gd name="txR" fmla="*/ 47 w 47"/>
                <a:gd name="txB" fmla="*/ 163 h 163"/>
              </a:gdLst>
              <a:ahLst/>
              <a:cxnLst>
                <a:cxn ang="0">
                  <a:pos x="39" y="132"/>
                </a:cxn>
                <a:cxn ang="0">
                  <a:pos x="24" y="147"/>
                </a:cxn>
                <a:cxn ang="0">
                  <a:pos x="16" y="147"/>
                </a:cxn>
                <a:cxn ang="0">
                  <a:pos x="16" y="147"/>
                </a:cxn>
                <a:cxn ang="0">
                  <a:pos x="16" y="139"/>
                </a:cxn>
                <a:cxn ang="0">
                  <a:pos x="16" y="132"/>
                </a:cxn>
                <a:cxn ang="0">
                  <a:pos x="39" y="47"/>
                </a:cxn>
                <a:cxn ang="0">
                  <a:pos x="39" y="47"/>
                </a:cxn>
                <a:cxn ang="0">
                  <a:pos x="24" y="54"/>
                </a:cxn>
                <a:cxn ang="0">
                  <a:pos x="0" y="54"/>
                </a:cxn>
                <a:cxn ang="0">
                  <a:pos x="0" y="62"/>
                </a:cxn>
                <a:cxn ang="0">
                  <a:pos x="16" y="62"/>
                </a:cxn>
                <a:cxn ang="0">
                  <a:pos x="16" y="62"/>
                </a:cxn>
                <a:cxn ang="0">
                  <a:pos x="16" y="77"/>
                </a:cxn>
                <a:cxn ang="0">
                  <a:pos x="8" y="101"/>
                </a:cxn>
                <a:cxn ang="0">
                  <a:pos x="0" y="132"/>
                </a:cxn>
                <a:cxn ang="0">
                  <a:pos x="0" y="147"/>
                </a:cxn>
                <a:cxn ang="0">
                  <a:pos x="0" y="155"/>
                </a:cxn>
                <a:cxn ang="0">
                  <a:pos x="8" y="163"/>
                </a:cxn>
                <a:cxn ang="0">
                  <a:pos x="24" y="155"/>
                </a:cxn>
                <a:cxn ang="0">
                  <a:pos x="39" y="132"/>
                </a:cxn>
                <a:cxn ang="0">
                  <a:pos x="39" y="132"/>
                </a:cxn>
                <a:cxn ang="0">
                  <a:pos x="47" y="8"/>
                </a:cxn>
                <a:cxn ang="0">
                  <a:pos x="39" y="8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24" y="8"/>
                </a:cxn>
                <a:cxn ang="0">
                  <a:pos x="31" y="16"/>
                </a:cxn>
                <a:cxn ang="0">
                  <a:pos x="31" y="23"/>
                </a:cxn>
                <a:cxn ang="0">
                  <a:pos x="39" y="16"/>
                </a:cxn>
                <a:cxn ang="0">
                  <a:pos x="47" y="8"/>
                </a:cxn>
                <a:cxn ang="0">
                  <a:pos x="47" y="8"/>
                </a:cxn>
              </a:cxnLst>
              <a:rect l="txL" t="txT" r="txR" b="txB"/>
              <a:pathLst>
                <a:path w="47" h="163">
                  <a:moveTo>
                    <a:pt x="39" y="132"/>
                  </a:moveTo>
                  <a:lnTo>
                    <a:pt x="24" y="147"/>
                  </a:lnTo>
                  <a:lnTo>
                    <a:pt x="16" y="147"/>
                  </a:lnTo>
                  <a:lnTo>
                    <a:pt x="16" y="139"/>
                  </a:lnTo>
                  <a:lnTo>
                    <a:pt x="16" y="132"/>
                  </a:lnTo>
                  <a:lnTo>
                    <a:pt x="39" y="47"/>
                  </a:lnTo>
                  <a:lnTo>
                    <a:pt x="24" y="54"/>
                  </a:lnTo>
                  <a:lnTo>
                    <a:pt x="0" y="54"/>
                  </a:lnTo>
                  <a:lnTo>
                    <a:pt x="0" y="62"/>
                  </a:lnTo>
                  <a:lnTo>
                    <a:pt x="16" y="62"/>
                  </a:lnTo>
                  <a:lnTo>
                    <a:pt x="16" y="77"/>
                  </a:lnTo>
                  <a:lnTo>
                    <a:pt x="8" y="101"/>
                  </a:lnTo>
                  <a:lnTo>
                    <a:pt x="0" y="132"/>
                  </a:lnTo>
                  <a:lnTo>
                    <a:pt x="0" y="147"/>
                  </a:lnTo>
                  <a:lnTo>
                    <a:pt x="0" y="155"/>
                  </a:lnTo>
                  <a:lnTo>
                    <a:pt x="8" y="163"/>
                  </a:lnTo>
                  <a:lnTo>
                    <a:pt x="24" y="155"/>
                  </a:lnTo>
                  <a:lnTo>
                    <a:pt x="39" y="132"/>
                  </a:lnTo>
                  <a:close/>
                  <a:moveTo>
                    <a:pt x="47" y="8"/>
                  </a:moveTo>
                  <a:lnTo>
                    <a:pt x="39" y="8"/>
                  </a:lnTo>
                  <a:lnTo>
                    <a:pt x="31" y="0"/>
                  </a:lnTo>
                  <a:lnTo>
                    <a:pt x="24" y="8"/>
                  </a:lnTo>
                  <a:lnTo>
                    <a:pt x="31" y="16"/>
                  </a:lnTo>
                  <a:lnTo>
                    <a:pt x="31" y="23"/>
                  </a:lnTo>
                  <a:lnTo>
                    <a:pt x="39" y="16"/>
                  </a:lnTo>
                  <a:lnTo>
                    <a:pt x="47" y="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72" name="Freeform 76"/>
            <p:cNvSpPr/>
            <p:nvPr/>
          </p:nvSpPr>
          <p:spPr>
            <a:xfrm>
              <a:off x="1898" y="2092"/>
              <a:ext cx="39" cy="124"/>
            </a:xfrm>
            <a:custGeom>
              <a:avLst/>
              <a:gdLst>
                <a:gd name="txL" fmla="*/ 0 w 39"/>
                <a:gd name="txT" fmla="*/ 0 h 124"/>
                <a:gd name="txR" fmla="*/ 39 w 39"/>
                <a:gd name="txB" fmla="*/ 124 h 124"/>
              </a:gdLst>
              <a:ahLst/>
              <a:cxnLst>
                <a:cxn ang="0">
                  <a:pos x="0" y="124"/>
                </a:cxn>
                <a:cxn ang="0">
                  <a:pos x="39" y="124"/>
                </a:cxn>
                <a:cxn ang="0">
                  <a:pos x="39" y="124"/>
                </a:cxn>
                <a:cxn ang="0">
                  <a:pos x="31" y="124"/>
                </a:cxn>
                <a:cxn ang="0">
                  <a:pos x="24" y="116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0" y="15"/>
                </a:cxn>
                <a:cxn ang="0">
                  <a:pos x="0" y="23"/>
                </a:cxn>
                <a:cxn ang="0">
                  <a:pos x="8" y="15"/>
                </a:cxn>
                <a:cxn ang="0">
                  <a:pos x="8" y="15"/>
                </a:cxn>
                <a:cxn ang="0">
                  <a:pos x="16" y="23"/>
                </a:cxn>
                <a:cxn ang="0">
                  <a:pos x="16" y="23"/>
                </a:cxn>
                <a:cxn ang="0">
                  <a:pos x="16" y="108"/>
                </a:cxn>
                <a:cxn ang="0">
                  <a:pos x="8" y="124"/>
                </a:cxn>
                <a:cxn ang="0">
                  <a:pos x="0" y="124"/>
                </a:cxn>
                <a:cxn ang="0">
                  <a:pos x="0" y="124"/>
                </a:cxn>
              </a:cxnLst>
              <a:rect l="txL" t="txT" r="txR" b="txB"/>
              <a:pathLst>
                <a:path w="39" h="124">
                  <a:moveTo>
                    <a:pt x="0" y="124"/>
                  </a:moveTo>
                  <a:lnTo>
                    <a:pt x="39" y="124"/>
                  </a:lnTo>
                  <a:lnTo>
                    <a:pt x="31" y="124"/>
                  </a:lnTo>
                  <a:lnTo>
                    <a:pt x="24" y="116"/>
                  </a:lnTo>
                  <a:lnTo>
                    <a:pt x="24" y="0"/>
                  </a:lnTo>
                  <a:lnTo>
                    <a:pt x="0" y="15"/>
                  </a:lnTo>
                  <a:lnTo>
                    <a:pt x="0" y="23"/>
                  </a:lnTo>
                  <a:lnTo>
                    <a:pt x="8" y="15"/>
                  </a:lnTo>
                  <a:lnTo>
                    <a:pt x="16" y="23"/>
                  </a:lnTo>
                  <a:lnTo>
                    <a:pt x="16" y="108"/>
                  </a:lnTo>
                  <a:lnTo>
                    <a:pt x="8" y="124"/>
                  </a:lnTo>
                  <a:lnTo>
                    <a:pt x="0" y="12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73" name="Freeform 77"/>
            <p:cNvSpPr>
              <a:spLocks noEditPoints="1"/>
            </p:cNvSpPr>
            <p:nvPr/>
          </p:nvSpPr>
          <p:spPr>
            <a:xfrm>
              <a:off x="3896" y="1930"/>
              <a:ext cx="39" cy="162"/>
            </a:xfrm>
            <a:custGeom>
              <a:avLst/>
              <a:gdLst>
                <a:gd name="txL" fmla="*/ 0 w 39"/>
                <a:gd name="txT" fmla="*/ 0 h 162"/>
                <a:gd name="txR" fmla="*/ 39 w 39"/>
                <a:gd name="txB" fmla="*/ 162 h 162"/>
              </a:gdLst>
              <a:ahLst/>
              <a:cxnLst>
                <a:cxn ang="0">
                  <a:pos x="31" y="131"/>
                </a:cxn>
                <a:cxn ang="0">
                  <a:pos x="23" y="146"/>
                </a:cxn>
                <a:cxn ang="0">
                  <a:pos x="16" y="146"/>
                </a:cxn>
                <a:cxn ang="0">
                  <a:pos x="16" y="146"/>
                </a:cxn>
                <a:cxn ang="0">
                  <a:pos x="16" y="139"/>
                </a:cxn>
                <a:cxn ang="0">
                  <a:pos x="16" y="131"/>
                </a:cxn>
                <a:cxn ang="0">
                  <a:pos x="31" y="46"/>
                </a:cxn>
                <a:cxn ang="0">
                  <a:pos x="31" y="46"/>
                </a:cxn>
                <a:cxn ang="0">
                  <a:pos x="16" y="54"/>
                </a:cxn>
                <a:cxn ang="0">
                  <a:pos x="0" y="54"/>
                </a:cxn>
                <a:cxn ang="0">
                  <a:pos x="0" y="61"/>
                </a:cxn>
                <a:cxn ang="0">
                  <a:pos x="8" y="61"/>
                </a:cxn>
                <a:cxn ang="0">
                  <a:pos x="16" y="69"/>
                </a:cxn>
                <a:cxn ang="0">
                  <a:pos x="16" y="77"/>
                </a:cxn>
                <a:cxn ang="0">
                  <a:pos x="8" y="100"/>
                </a:cxn>
                <a:cxn ang="0">
                  <a:pos x="0" y="131"/>
                </a:cxn>
                <a:cxn ang="0">
                  <a:pos x="0" y="146"/>
                </a:cxn>
                <a:cxn ang="0">
                  <a:pos x="0" y="154"/>
                </a:cxn>
                <a:cxn ang="0">
                  <a:pos x="8" y="162"/>
                </a:cxn>
                <a:cxn ang="0">
                  <a:pos x="23" y="154"/>
                </a:cxn>
                <a:cxn ang="0">
                  <a:pos x="31" y="131"/>
                </a:cxn>
                <a:cxn ang="0">
                  <a:pos x="31" y="131"/>
                </a:cxn>
                <a:cxn ang="0">
                  <a:pos x="39" y="7"/>
                </a:cxn>
                <a:cxn ang="0">
                  <a:pos x="39" y="7"/>
                </a:cxn>
                <a:cxn ang="0">
                  <a:pos x="31" y="0"/>
                </a:cxn>
                <a:cxn ang="0">
                  <a:pos x="23" y="0"/>
                </a:cxn>
                <a:cxn ang="0">
                  <a:pos x="23" y="7"/>
                </a:cxn>
                <a:cxn ang="0">
                  <a:pos x="23" y="15"/>
                </a:cxn>
                <a:cxn ang="0">
                  <a:pos x="31" y="23"/>
                </a:cxn>
                <a:cxn ang="0">
                  <a:pos x="39" y="15"/>
                </a:cxn>
                <a:cxn ang="0">
                  <a:pos x="39" y="7"/>
                </a:cxn>
                <a:cxn ang="0">
                  <a:pos x="39" y="7"/>
                </a:cxn>
              </a:cxnLst>
              <a:rect l="txL" t="txT" r="txR" b="txB"/>
              <a:pathLst>
                <a:path w="39" h="162">
                  <a:moveTo>
                    <a:pt x="31" y="131"/>
                  </a:moveTo>
                  <a:lnTo>
                    <a:pt x="23" y="146"/>
                  </a:lnTo>
                  <a:lnTo>
                    <a:pt x="16" y="146"/>
                  </a:lnTo>
                  <a:lnTo>
                    <a:pt x="16" y="139"/>
                  </a:lnTo>
                  <a:lnTo>
                    <a:pt x="16" y="131"/>
                  </a:lnTo>
                  <a:lnTo>
                    <a:pt x="31" y="46"/>
                  </a:lnTo>
                  <a:lnTo>
                    <a:pt x="16" y="54"/>
                  </a:lnTo>
                  <a:lnTo>
                    <a:pt x="0" y="54"/>
                  </a:lnTo>
                  <a:lnTo>
                    <a:pt x="0" y="61"/>
                  </a:lnTo>
                  <a:lnTo>
                    <a:pt x="8" y="61"/>
                  </a:lnTo>
                  <a:lnTo>
                    <a:pt x="16" y="69"/>
                  </a:lnTo>
                  <a:lnTo>
                    <a:pt x="16" y="77"/>
                  </a:lnTo>
                  <a:lnTo>
                    <a:pt x="8" y="100"/>
                  </a:lnTo>
                  <a:lnTo>
                    <a:pt x="0" y="131"/>
                  </a:lnTo>
                  <a:lnTo>
                    <a:pt x="0" y="146"/>
                  </a:lnTo>
                  <a:lnTo>
                    <a:pt x="0" y="154"/>
                  </a:lnTo>
                  <a:lnTo>
                    <a:pt x="8" y="162"/>
                  </a:lnTo>
                  <a:lnTo>
                    <a:pt x="23" y="154"/>
                  </a:lnTo>
                  <a:lnTo>
                    <a:pt x="31" y="131"/>
                  </a:lnTo>
                  <a:close/>
                  <a:moveTo>
                    <a:pt x="39" y="7"/>
                  </a:moveTo>
                  <a:lnTo>
                    <a:pt x="39" y="7"/>
                  </a:lnTo>
                  <a:lnTo>
                    <a:pt x="31" y="0"/>
                  </a:lnTo>
                  <a:lnTo>
                    <a:pt x="23" y="0"/>
                  </a:lnTo>
                  <a:lnTo>
                    <a:pt x="23" y="7"/>
                  </a:lnTo>
                  <a:lnTo>
                    <a:pt x="23" y="15"/>
                  </a:lnTo>
                  <a:lnTo>
                    <a:pt x="31" y="23"/>
                  </a:lnTo>
                  <a:lnTo>
                    <a:pt x="39" y="15"/>
                  </a:lnTo>
                  <a:lnTo>
                    <a:pt x="39" y="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74" name="Freeform 78"/>
            <p:cNvSpPr/>
            <p:nvPr/>
          </p:nvSpPr>
          <p:spPr>
            <a:xfrm>
              <a:off x="3942" y="2022"/>
              <a:ext cx="70" cy="124"/>
            </a:xfrm>
            <a:custGeom>
              <a:avLst/>
              <a:gdLst>
                <a:gd name="txL" fmla="*/ 0 w 70"/>
                <a:gd name="txT" fmla="*/ 0 h 124"/>
                <a:gd name="txR" fmla="*/ 70 w 70"/>
                <a:gd name="txB" fmla="*/ 124 h 124"/>
              </a:gdLst>
              <a:ahLst/>
              <a:cxnLst>
                <a:cxn ang="0">
                  <a:pos x="70" y="101"/>
                </a:cxn>
                <a:cxn ang="0">
                  <a:pos x="70" y="101"/>
                </a:cxn>
                <a:cxn ang="0">
                  <a:pos x="62" y="109"/>
                </a:cxn>
                <a:cxn ang="0">
                  <a:pos x="55" y="116"/>
                </a:cxn>
                <a:cxn ang="0">
                  <a:pos x="16" y="116"/>
                </a:cxn>
                <a:cxn ang="0">
                  <a:pos x="39" y="78"/>
                </a:cxn>
                <a:cxn ang="0">
                  <a:pos x="55" y="62"/>
                </a:cxn>
                <a:cxn ang="0">
                  <a:pos x="62" y="39"/>
                </a:cxn>
                <a:cxn ang="0">
                  <a:pos x="55" y="8"/>
                </a:cxn>
                <a:cxn ang="0">
                  <a:pos x="31" y="0"/>
                </a:cxn>
                <a:cxn ang="0">
                  <a:pos x="16" y="8"/>
                </a:cxn>
                <a:cxn ang="0">
                  <a:pos x="8" y="24"/>
                </a:cxn>
                <a:cxn ang="0">
                  <a:pos x="0" y="39"/>
                </a:cxn>
                <a:cxn ang="0">
                  <a:pos x="8" y="39"/>
                </a:cxn>
                <a:cxn ang="0">
                  <a:pos x="16" y="24"/>
                </a:cxn>
                <a:cxn ang="0">
                  <a:pos x="24" y="16"/>
                </a:cxn>
                <a:cxn ang="0">
                  <a:pos x="39" y="16"/>
                </a:cxn>
                <a:cxn ang="0">
                  <a:pos x="47" y="24"/>
                </a:cxn>
                <a:cxn ang="0">
                  <a:pos x="47" y="39"/>
                </a:cxn>
                <a:cxn ang="0">
                  <a:pos x="39" y="62"/>
                </a:cxn>
                <a:cxn ang="0">
                  <a:pos x="31" y="93"/>
                </a:cxn>
                <a:cxn ang="0">
                  <a:pos x="0" y="124"/>
                </a:cxn>
                <a:cxn ang="0">
                  <a:pos x="0" y="124"/>
                </a:cxn>
                <a:cxn ang="0">
                  <a:pos x="62" y="124"/>
                </a:cxn>
                <a:cxn ang="0">
                  <a:pos x="70" y="101"/>
                </a:cxn>
              </a:cxnLst>
              <a:rect l="txL" t="txT" r="txR" b="txB"/>
              <a:pathLst>
                <a:path w="70" h="124">
                  <a:moveTo>
                    <a:pt x="70" y="101"/>
                  </a:moveTo>
                  <a:lnTo>
                    <a:pt x="70" y="101"/>
                  </a:lnTo>
                  <a:lnTo>
                    <a:pt x="62" y="109"/>
                  </a:lnTo>
                  <a:lnTo>
                    <a:pt x="55" y="116"/>
                  </a:lnTo>
                  <a:lnTo>
                    <a:pt x="16" y="116"/>
                  </a:lnTo>
                  <a:lnTo>
                    <a:pt x="39" y="78"/>
                  </a:lnTo>
                  <a:lnTo>
                    <a:pt x="55" y="62"/>
                  </a:lnTo>
                  <a:lnTo>
                    <a:pt x="62" y="39"/>
                  </a:lnTo>
                  <a:lnTo>
                    <a:pt x="55" y="8"/>
                  </a:lnTo>
                  <a:lnTo>
                    <a:pt x="31" y="0"/>
                  </a:lnTo>
                  <a:lnTo>
                    <a:pt x="16" y="8"/>
                  </a:lnTo>
                  <a:lnTo>
                    <a:pt x="8" y="24"/>
                  </a:lnTo>
                  <a:lnTo>
                    <a:pt x="0" y="39"/>
                  </a:lnTo>
                  <a:lnTo>
                    <a:pt x="8" y="39"/>
                  </a:lnTo>
                  <a:lnTo>
                    <a:pt x="16" y="24"/>
                  </a:lnTo>
                  <a:lnTo>
                    <a:pt x="24" y="16"/>
                  </a:lnTo>
                  <a:lnTo>
                    <a:pt x="39" y="16"/>
                  </a:lnTo>
                  <a:lnTo>
                    <a:pt x="47" y="24"/>
                  </a:lnTo>
                  <a:lnTo>
                    <a:pt x="47" y="39"/>
                  </a:lnTo>
                  <a:lnTo>
                    <a:pt x="39" y="62"/>
                  </a:lnTo>
                  <a:lnTo>
                    <a:pt x="31" y="93"/>
                  </a:lnTo>
                  <a:lnTo>
                    <a:pt x="0" y="124"/>
                  </a:lnTo>
                  <a:lnTo>
                    <a:pt x="62" y="124"/>
                  </a:lnTo>
                  <a:lnTo>
                    <a:pt x="70" y="10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75" name="Freeform 79"/>
            <p:cNvSpPr/>
            <p:nvPr/>
          </p:nvSpPr>
          <p:spPr>
            <a:xfrm>
              <a:off x="3199" y="762"/>
              <a:ext cx="85" cy="162"/>
            </a:xfrm>
            <a:custGeom>
              <a:avLst/>
              <a:gdLst>
                <a:gd name="txL" fmla="*/ 0 w 85"/>
                <a:gd name="txT" fmla="*/ 0 h 162"/>
                <a:gd name="txR" fmla="*/ 85 w 85"/>
                <a:gd name="txB" fmla="*/ 162 h 162"/>
              </a:gdLst>
              <a:ahLst/>
              <a:cxnLst>
                <a:cxn ang="0">
                  <a:pos x="0" y="162"/>
                </a:cxn>
                <a:cxn ang="0">
                  <a:pos x="54" y="162"/>
                </a:cxn>
                <a:cxn ang="0">
                  <a:pos x="54" y="155"/>
                </a:cxn>
                <a:cxn ang="0">
                  <a:pos x="47" y="155"/>
                </a:cxn>
                <a:cxn ang="0">
                  <a:pos x="39" y="147"/>
                </a:cxn>
                <a:cxn ang="0">
                  <a:pos x="39" y="139"/>
                </a:cxn>
                <a:cxn ang="0">
                  <a:pos x="39" y="132"/>
                </a:cxn>
                <a:cxn ang="0">
                  <a:pos x="62" y="23"/>
                </a:cxn>
                <a:cxn ang="0">
                  <a:pos x="70" y="8"/>
                </a:cxn>
                <a:cxn ang="0">
                  <a:pos x="85" y="0"/>
                </a:cxn>
                <a:cxn ang="0">
                  <a:pos x="85" y="0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39" y="8"/>
                </a:cxn>
                <a:cxn ang="0">
                  <a:pos x="47" y="16"/>
                </a:cxn>
                <a:cxn ang="0">
                  <a:pos x="47" y="23"/>
                </a:cxn>
                <a:cxn ang="0">
                  <a:pos x="47" y="31"/>
                </a:cxn>
                <a:cxn ang="0">
                  <a:pos x="16" y="139"/>
                </a:cxn>
                <a:cxn ang="0">
                  <a:pos x="16" y="155"/>
                </a:cxn>
                <a:cxn ang="0">
                  <a:pos x="0" y="155"/>
                </a:cxn>
                <a:cxn ang="0">
                  <a:pos x="0" y="162"/>
                </a:cxn>
              </a:cxnLst>
              <a:rect l="txL" t="txT" r="txR" b="txB"/>
              <a:pathLst>
                <a:path w="85" h="162">
                  <a:moveTo>
                    <a:pt x="0" y="162"/>
                  </a:moveTo>
                  <a:lnTo>
                    <a:pt x="54" y="162"/>
                  </a:lnTo>
                  <a:lnTo>
                    <a:pt x="54" y="155"/>
                  </a:lnTo>
                  <a:lnTo>
                    <a:pt x="47" y="155"/>
                  </a:lnTo>
                  <a:lnTo>
                    <a:pt x="39" y="147"/>
                  </a:lnTo>
                  <a:lnTo>
                    <a:pt x="39" y="139"/>
                  </a:lnTo>
                  <a:lnTo>
                    <a:pt x="39" y="132"/>
                  </a:lnTo>
                  <a:lnTo>
                    <a:pt x="62" y="23"/>
                  </a:lnTo>
                  <a:lnTo>
                    <a:pt x="70" y="8"/>
                  </a:lnTo>
                  <a:lnTo>
                    <a:pt x="85" y="0"/>
                  </a:lnTo>
                  <a:lnTo>
                    <a:pt x="31" y="0"/>
                  </a:lnTo>
                  <a:lnTo>
                    <a:pt x="39" y="8"/>
                  </a:lnTo>
                  <a:lnTo>
                    <a:pt x="47" y="16"/>
                  </a:lnTo>
                  <a:lnTo>
                    <a:pt x="47" y="23"/>
                  </a:lnTo>
                  <a:lnTo>
                    <a:pt x="47" y="31"/>
                  </a:lnTo>
                  <a:lnTo>
                    <a:pt x="16" y="139"/>
                  </a:lnTo>
                  <a:lnTo>
                    <a:pt x="16" y="155"/>
                  </a:lnTo>
                  <a:lnTo>
                    <a:pt x="0" y="155"/>
                  </a:lnTo>
                  <a:lnTo>
                    <a:pt x="0" y="16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76" name="Freeform 80"/>
            <p:cNvSpPr/>
            <p:nvPr/>
          </p:nvSpPr>
          <p:spPr>
            <a:xfrm>
              <a:off x="3277" y="855"/>
              <a:ext cx="69" cy="124"/>
            </a:xfrm>
            <a:custGeom>
              <a:avLst/>
              <a:gdLst>
                <a:gd name="txL" fmla="*/ 0 w 69"/>
                <a:gd name="txT" fmla="*/ 0 h 124"/>
                <a:gd name="txR" fmla="*/ 69 w 69"/>
                <a:gd name="txB" fmla="*/ 124 h 124"/>
              </a:gdLst>
              <a:ahLst/>
              <a:cxnLst>
                <a:cxn ang="0">
                  <a:pos x="69" y="100"/>
                </a:cxn>
                <a:cxn ang="0">
                  <a:pos x="62" y="100"/>
                </a:cxn>
                <a:cxn ang="0">
                  <a:pos x="62" y="116"/>
                </a:cxn>
                <a:cxn ang="0">
                  <a:pos x="54" y="116"/>
                </a:cxn>
                <a:cxn ang="0">
                  <a:pos x="15" y="116"/>
                </a:cxn>
                <a:cxn ang="0">
                  <a:pos x="38" y="77"/>
                </a:cxn>
                <a:cxn ang="0">
                  <a:pos x="54" y="62"/>
                </a:cxn>
                <a:cxn ang="0">
                  <a:pos x="62" y="39"/>
                </a:cxn>
                <a:cxn ang="0">
                  <a:pos x="54" y="8"/>
                </a:cxn>
                <a:cxn ang="0">
                  <a:pos x="31" y="0"/>
                </a:cxn>
                <a:cxn ang="0">
                  <a:pos x="15" y="8"/>
                </a:cxn>
                <a:cxn ang="0">
                  <a:pos x="0" y="39"/>
                </a:cxn>
                <a:cxn ang="0">
                  <a:pos x="0" y="39"/>
                </a:cxn>
                <a:cxn ang="0">
                  <a:pos x="7" y="23"/>
                </a:cxn>
                <a:cxn ang="0">
                  <a:pos x="23" y="15"/>
                </a:cxn>
                <a:cxn ang="0">
                  <a:pos x="38" y="23"/>
                </a:cxn>
                <a:cxn ang="0">
                  <a:pos x="46" y="46"/>
                </a:cxn>
                <a:cxn ang="0">
                  <a:pos x="38" y="62"/>
                </a:cxn>
                <a:cxn ang="0">
                  <a:pos x="23" y="93"/>
                </a:cxn>
                <a:cxn ang="0">
                  <a:pos x="0" y="124"/>
                </a:cxn>
                <a:cxn ang="0">
                  <a:pos x="0" y="124"/>
                </a:cxn>
                <a:cxn ang="0">
                  <a:pos x="62" y="124"/>
                </a:cxn>
                <a:cxn ang="0">
                  <a:pos x="69" y="100"/>
                </a:cxn>
              </a:cxnLst>
              <a:rect l="txL" t="txT" r="txR" b="txB"/>
              <a:pathLst>
                <a:path w="69" h="124">
                  <a:moveTo>
                    <a:pt x="69" y="100"/>
                  </a:moveTo>
                  <a:lnTo>
                    <a:pt x="62" y="100"/>
                  </a:lnTo>
                  <a:lnTo>
                    <a:pt x="62" y="116"/>
                  </a:lnTo>
                  <a:lnTo>
                    <a:pt x="54" y="116"/>
                  </a:lnTo>
                  <a:lnTo>
                    <a:pt x="15" y="116"/>
                  </a:lnTo>
                  <a:lnTo>
                    <a:pt x="38" y="77"/>
                  </a:lnTo>
                  <a:lnTo>
                    <a:pt x="54" y="62"/>
                  </a:lnTo>
                  <a:lnTo>
                    <a:pt x="62" y="39"/>
                  </a:lnTo>
                  <a:lnTo>
                    <a:pt x="54" y="8"/>
                  </a:lnTo>
                  <a:lnTo>
                    <a:pt x="31" y="0"/>
                  </a:lnTo>
                  <a:lnTo>
                    <a:pt x="15" y="8"/>
                  </a:lnTo>
                  <a:lnTo>
                    <a:pt x="0" y="39"/>
                  </a:lnTo>
                  <a:lnTo>
                    <a:pt x="7" y="23"/>
                  </a:lnTo>
                  <a:lnTo>
                    <a:pt x="23" y="15"/>
                  </a:lnTo>
                  <a:lnTo>
                    <a:pt x="38" y="23"/>
                  </a:lnTo>
                  <a:lnTo>
                    <a:pt x="46" y="46"/>
                  </a:lnTo>
                  <a:lnTo>
                    <a:pt x="38" y="62"/>
                  </a:lnTo>
                  <a:lnTo>
                    <a:pt x="23" y="93"/>
                  </a:lnTo>
                  <a:lnTo>
                    <a:pt x="0" y="124"/>
                  </a:lnTo>
                  <a:lnTo>
                    <a:pt x="62" y="124"/>
                  </a:lnTo>
                  <a:lnTo>
                    <a:pt x="69" y="10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77" name="Freeform 81"/>
            <p:cNvSpPr/>
            <p:nvPr/>
          </p:nvSpPr>
          <p:spPr>
            <a:xfrm>
              <a:off x="3137" y="1466"/>
              <a:ext cx="78" cy="162"/>
            </a:xfrm>
            <a:custGeom>
              <a:avLst/>
              <a:gdLst>
                <a:gd name="txL" fmla="*/ 0 w 78"/>
                <a:gd name="txT" fmla="*/ 0 h 162"/>
                <a:gd name="txR" fmla="*/ 78 w 78"/>
                <a:gd name="txB" fmla="*/ 162 h 162"/>
              </a:gdLst>
              <a:ahLst/>
              <a:cxnLst>
                <a:cxn ang="0">
                  <a:pos x="0" y="162"/>
                </a:cxn>
                <a:cxn ang="0">
                  <a:pos x="47" y="162"/>
                </a:cxn>
                <a:cxn ang="0">
                  <a:pos x="47" y="154"/>
                </a:cxn>
                <a:cxn ang="0">
                  <a:pos x="39" y="154"/>
                </a:cxn>
                <a:cxn ang="0">
                  <a:pos x="31" y="147"/>
                </a:cxn>
                <a:cxn ang="0">
                  <a:pos x="31" y="139"/>
                </a:cxn>
                <a:cxn ang="0">
                  <a:pos x="39" y="131"/>
                </a:cxn>
                <a:cxn ang="0">
                  <a:pos x="62" y="23"/>
                </a:cxn>
                <a:cxn ang="0">
                  <a:pos x="70" y="7"/>
                </a:cxn>
                <a:cxn ang="0">
                  <a:pos x="78" y="0"/>
                </a:cxn>
                <a:cxn ang="0">
                  <a:pos x="78" y="0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39" y="7"/>
                </a:cxn>
                <a:cxn ang="0">
                  <a:pos x="39" y="15"/>
                </a:cxn>
                <a:cxn ang="0">
                  <a:pos x="39" y="23"/>
                </a:cxn>
                <a:cxn ang="0">
                  <a:pos x="39" y="31"/>
                </a:cxn>
                <a:cxn ang="0">
                  <a:pos x="16" y="139"/>
                </a:cxn>
                <a:cxn ang="0">
                  <a:pos x="8" y="154"/>
                </a:cxn>
                <a:cxn ang="0">
                  <a:pos x="0" y="154"/>
                </a:cxn>
                <a:cxn ang="0">
                  <a:pos x="0" y="162"/>
                </a:cxn>
              </a:cxnLst>
              <a:rect l="txL" t="txT" r="txR" b="txB"/>
              <a:pathLst>
                <a:path w="78" h="162">
                  <a:moveTo>
                    <a:pt x="0" y="162"/>
                  </a:moveTo>
                  <a:lnTo>
                    <a:pt x="47" y="162"/>
                  </a:lnTo>
                  <a:lnTo>
                    <a:pt x="47" y="154"/>
                  </a:lnTo>
                  <a:lnTo>
                    <a:pt x="39" y="154"/>
                  </a:lnTo>
                  <a:lnTo>
                    <a:pt x="31" y="147"/>
                  </a:lnTo>
                  <a:lnTo>
                    <a:pt x="31" y="139"/>
                  </a:lnTo>
                  <a:lnTo>
                    <a:pt x="39" y="131"/>
                  </a:lnTo>
                  <a:lnTo>
                    <a:pt x="62" y="23"/>
                  </a:lnTo>
                  <a:lnTo>
                    <a:pt x="70" y="7"/>
                  </a:lnTo>
                  <a:lnTo>
                    <a:pt x="78" y="0"/>
                  </a:lnTo>
                  <a:lnTo>
                    <a:pt x="23" y="0"/>
                  </a:lnTo>
                  <a:lnTo>
                    <a:pt x="39" y="7"/>
                  </a:lnTo>
                  <a:lnTo>
                    <a:pt x="39" y="15"/>
                  </a:lnTo>
                  <a:lnTo>
                    <a:pt x="39" y="23"/>
                  </a:lnTo>
                  <a:lnTo>
                    <a:pt x="39" y="31"/>
                  </a:lnTo>
                  <a:lnTo>
                    <a:pt x="16" y="139"/>
                  </a:lnTo>
                  <a:lnTo>
                    <a:pt x="8" y="154"/>
                  </a:lnTo>
                  <a:lnTo>
                    <a:pt x="0" y="154"/>
                  </a:lnTo>
                  <a:lnTo>
                    <a:pt x="0" y="16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78" name="Freeform 82"/>
            <p:cNvSpPr/>
            <p:nvPr/>
          </p:nvSpPr>
          <p:spPr>
            <a:xfrm>
              <a:off x="3207" y="1558"/>
              <a:ext cx="62" cy="132"/>
            </a:xfrm>
            <a:custGeom>
              <a:avLst/>
              <a:gdLst>
                <a:gd name="txL" fmla="*/ 0 w 62"/>
                <a:gd name="txT" fmla="*/ 0 h 132"/>
                <a:gd name="txR" fmla="*/ 62 w 62"/>
                <a:gd name="txB" fmla="*/ 132 h 132"/>
              </a:gdLst>
              <a:ahLst/>
              <a:cxnLst>
                <a:cxn ang="0">
                  <a:pos x="23" y="70"/>
                </a:cxn>
                <a:cxn ang="0">
                  <a:pos x="31" y="70"/>
                </a:cxn>
                <a:cxn ang="0">
                  <a:pos x="39" y="70"/>
                </a:cxn>
                <a:cxn ang="0">
                  <a:pos x="46" y="85"/>
                </a:cxn>
                <a:cxn ang="0">
                  <a:pos x="54" y="93"/>
                </a:cxn>
                <a:cxn ang="0">
                  <a:pos x="46" y="116"/>
                </a:cxn>
                <a:cxn ang="0">
                  <a:pos x="31" y="124"/>
                </a:cxn>
                <a:cxn ang="0">
                  <a:pos x="23" y="124"/>
                </a:cxn>
                <a:cxn ang="0">
                  <a:pos x="8" y="116"/>
                </a:cxn>
                <a:cxn ang="0">
                  <a:pos x="8" y="116"/>
                </a:cxn>
                <a:cxn ang="0">
                  <a:pos x="0" y="124"/>
                </a:cxn>
                <a:cxn ang="0">
                  <a:pos x="8" y="132"/>
                </a:cxn>
                <a:cxn ang="0">
                  <a:pos x="23" y="132"/>
                </a:cxn>
                <a:cxn ang="0">
                  <a:pos x="54" y="124"/>
                </a:cxn>
                <a:cxn ang="0">
                  <a:pos x="62" y="85"/>
                </a:cxn>
                <a:cxn ang="0">
                  <a:pos x="54" y="62"/>
                </a:cxn>
                <a:cxn ang="0">
                  <a:pos x="46" y="55"/>
                </a:cxn>
                <a:cxn ang="0">
                  <a:pos x="54" y="47"/>
                </a:cxn>
                <a:cxn ang="0">
                  <a:pos x="54" y="31"/>
                </a:cxn>
                <a:cxn ang="0">
                  <a:pos x="54" y="16"/>
                </a:cxn>
                <a:cxn ang="0">
                  <a:pos x="46" y="8"/>
                </a:cxn>
                <a:cxn ang="0">
                  <a:pos x="31" y="0"/>
                </a:cxn>
                <a:cxn ang="0">
                  <a:pos x="15" y="8"/>
                </a:cxn>
                <a:cxn ang="0">
                  <a:pos x="0" y="31"/>
                </a:cxn>
                <a:cxn ang="0">
                  <a:pos x="8" y="31"/>
                </a:cxn>
                <a:cxn ang="0">
                  <a:pos x="15" y="24"/>
                </a:cxn>
                <a:cxn ang="0">
                  <a:pos x="31" y="16"/>
                </a:cxn>
                <a:cxn ang="0">
                  <a:pos x="39" y="24"/>
                </a:cxn>
                <a:cxn ang="0">
                  <a:pos x="46" y="31"/>
                </a:cxn>
                <a:cxn ang="0">
                  <a:pos x="39" y="55"/>
                </a:cxn>
                <a:cxn ang="0">
                  <a:pos x="23" y="62"/>
                </a:cxn>
                <a:cxn ang="0">
                  <a:pos x="23" y="70"/>
                </a:cxn>
              </a:cxnLst>
              <a:rect l="txL" t="txT" r="txR" b="txB"/>
              <a:pathLst>
                <a:path w="62" h="132">
                  <a:moveTo>
                    <a:pt x="23" y="70"/>
                  </a:moveTo>
                  <a:lnTo>
                    <a:pt x="31" y="70"/>
                  </a:lnTo>
                  <a:lnTo>
                    <a:pt x="39" y="70"/>
                  </a:lnTo>
                  <a:lnTo>
                    <a:pt x="46" y="85"/>
                  </a:lnTo>
                  <a:lnTo>
                    <a:pt x="54" y="93"/>
                  </a:lnTo>
                  <a:lnTo>
                    <a:pt x="46" y="116"/>
                  </a:lnTo>
                  <a:lnTo>
                    <a:pt x="31" y="124"/>
                  </a:lnTo>
                  <a:lnTo>
                    <a:pt x="23" y="124"/>
                  </a:lnTo>
                  <a:lnTo>
                    <a:pt x="8" y="116"/>
                  </a:lnTo>
                  <a:lnTo>
                    <a:pt x="0" y="124"/>
                  </a:lnTo>
                  <a:lnTo>
                    <a:pt x="8" y="132"/>
                  </a:lnTo>
                  <a:lnTo>
                    <a:pt x="23" y="132"/>
                  </a:lnTo>
                  <a:lnTo>
                    <a:pt x="54" y="124"/>
                  </a:lnTo>
                  <a:lnTo>
                    <a:pt x="62" y="85"/>
                  </a:lnTo>
                  <a:lnTo>
                    <a:pt x="54" y="62"/>
                  </a:lnTo>
                  <a:lnTo>
                    <a:pt x="46" y="55"/>
                  </a:lnTo>
                  <a:lnTo>
                    <a:pt x="54" y="47"/>
                  </a:lnTo>
                  <a:lnTo>
                    <a:pt x="54" y="31"/>
                  </a:lnTo>
                  <a:lnTo>
                    <a:pt x="54" y="16"/>
                  </a:lnTo>
                  <a:lnTo>
                    <a:pt x="46" y="8"/>
                  </a:lnTo>
                  <a:lnTo>
                    <a:pt x="31" y="0"/>
                  </a:lnTo>
                  <a:lnTo>
                    <a:pt x="15" y="8"/>
                  </a:lnTo>
                  <a:lnTo>
                    <a:pt x="0" y="31"/>
                  </a:lnTo>
                  <a:lnTo>
                    <a:pt x="8" y="31"/>
                  </a:lnTo>
                  <a:lnTo>
                    <a:pt x="15" y="24"/>
                  </a:lnTo>
                  <a:lnTo>
                    <a:pt x="31" y="16"/>
                  </a:lnTo>
                  <a:lnTo>
                    <a:pt x="39" y="24"/>
                  </a:lnTo>
                  <a:lnTo>
                    <a:pt x="46" y="31"/>
                  </a:lnTo>
                  <a:lnTo>
                    <a:pt x="39" y="55"/>
                  </a:lnTo>
                  <a:lnTo>
                    <a:pt x="23" y="62"/>
                  </a:lnTo>
                  <a:lnTo>
                    <a:pt x="23" y="7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79" name="Freeform 83"/>
            <p:cNvSpPr/>
            <p:nvPr/>
          </p:nvSpPr>
          <p:spPr>
            <a:xfrm>
              <a:off x="536" y="2162"/>
              <a:ext cx="131" cy="162"/>
            </a:xfrm>
            <a:custGeom>
              <a:avLst/>
              <a:gdLst>
                <a:gd name="txL" fmla="*/ 0 w 131"/>
                <a:gd name="txT" fmla="*/ 0 h 162"/>
                <a:gd name="txR" fmla="*/ 131 w 131"/>
                <a:gd name="txB" fmla="*/ 162 h 162"/>
              </a:gdLst>
              <a:ahLst/>
              <a:cxnLst>
                <a:cxn ang="0">
                  <a:pos x="131" y="0"/>
                </a:cxn>
                <a:cxn ang="0">
                  <a:pos x="93" y="0"/>
                </a:cxn>
                <a:cxn ang="0">
                  <a:pos x="93" y="0"/>
                </a:cxn>
                <a:cxn ang="0">
                  <a:pos x="100" y="7"/>
                </a:cxn>
                <a:cxn ang="0">
                  <a:pos x="100" y="15"/>
                </a:cxn>
                <a:cxn ang="0">
                  <a:pos x="100" y="23"/>
                </a:cxn>
                <a:cxn ang="0">
                  <a:pos x="100" y="30"/>
                </a:cxn>
                <a:cxn ang="0">
                  <a:pos x="93" y="38"/>
                </a:cxn>
                <a:cxn ang="0">
                  <a:pos x="93" y="38"/>
                </a:cxn>
                <a:cxn ang="0">
                  <a:pos x="54" y="123"/>
                </a:cxn>
                <a:cxn ang="0">
                  <a:pos x="54" y="123"/>
                </a:cxn>
                <a:cxn ang="0">
                  <a:pos x="38" y="23"/>
                </a:cxn>
                <a:cxn ang="0">
                  <a:pos x="38" y="7"/>
                </a:cxn>
                <a:cxn ang="0">
                  <a:pos x="54" y="0"/>
                </a:cxn>
                <a:cxn ang="0">
                  <a:pos x="54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5" y="7"/>
                </a:cxn>
                <a:cxn ang="0">
                  <a:pos x="15" y="23"/>
                </a:cxn>
                <a:cxn ang="0">
                  <a:pos x="23" y="38"/>
                </a:cxn>
                <a:cxn ang="0">
                  <a:pos x="38" y="162"/>
                </a:cxn>
                <a:cxn ang="0">
                  <a:pos x="38" y="162"/>
                </a:cxn>
                <a:cxn ang="0">
                  <a:pos x="116" y="15"/>
                </a:cxn>
                <a:cxn ang="0">
                  <a:pos x="124" y="7"/>
                </a:cxn>
                <a:cxn ang="0">
                  <a:pos x="131" y="0"/>
                </a:cxn>
                <a:cxn ang="0">
                  <a:pos x="131" y="0"/>
                </a:cxn>
              </a:cxnLst>
              <a:rect l="txL" t="txT" r="txR" b="txB"/>
              <a:pathLst>
                <a:path w="131" h="162">
                  <a:moveTo>
                    <a:pt x="131" y="0"/>
                  </a:moveTo>
                  <a:lnTo>
                    <a:pt x="93" y="0"/>
                  </a:lnTo>
                  <a:lnTo>
                    <a:pt x="100" y="7"/>
                  </a:lnTo>
                  <a:lnTo>
                    <a:pt x="100" y="15"/>
                  </a:lnTo>
                  <a:lnTo>
                    <a:pt x="100" y="23"/>
                  </a:lnTo>
                  <a:lnTo>
                    <a:pt x="100" y="30"/>
                  </a:lnTo>
                  <a:lnTo>
                    <a:pt x="93" y="38"/>
                  </a:lnTo>
                  <a:lnTo>
                    <a:pt x="54" y="123"/>
                  </a:lnTo>
                  <a:lnTo>
                    <a:pt x="38" y="23"/>
                  </a:lnTo>
                  <a:lnTo>
                    <a:pt x="38" y="7"/>
                  </a:lnTo>
                  <a:lnTo>
                    <a:pt x="54" y="0"/>
                  </a:lnTo>
                  <a:lnTo>
                    <a:pt x="0" y="0"/>
                  </a:lnTo>
                  <a:lnTo>
                    <a:pt x="15" y="7"/>
                  </a:lnTo>
                  <a:lnTo>
                    <a:pt x="15" y="23"/>
                  </a:lnTo>
                  <a:lnTo>
                    <a:pt x="23" y="38"/>
                  </a:lnTo>
                  <a:lnTo>
                    <a:pt x="38" y="162"/>
                  </a:lnTo>
                  <a:lnTo>
                    <a:pt x="116" y="15"/>
                  </a:lnTo>
                  <a:lnTo>
                    <a:pt x="124" y="7"/>
                  </a:lnTo>
                  <a:lnTo>
                    <a:pt x="131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80" name="Freeform 84"/>
            <p:cNvSpPr/>
            <p:nvPr/>
          </p:nvSpPr>
          <p:spPr>
            <a:xfrm>
              <a:off x="667" y="2262"/>
              <a:ext cx="39" cy="124"/>
            </a:xfrm>
            <a:custGeom>
              <a:avLst/>
              <a:gdLst>
                <a:gd name="txL" fmla="*/ 0 w 39"/>
                <a:gd name="txT" fmla="*/ 0 h 124"/>
                <a:gd name="txR" fmla="*/ 39 w 39"/>
                <a:gd name="txB" fmla="*/ 124 h 124"/>
              </a:gdLst>
              <a:ahLst/>
              <a:cxnLst>
                <a:cxn ang="0">
                  <a:pos x="0" y="124"/>
                </a:cxn>
                <a:cxn ang="0">
                  <a:pos x="39" y="124"/>
                </a:cxn>
                <a:cxn ang="0">
                  <a:pos x="39" y="116"/>
                </a:cxn>
                <a:cxn ang="0">
                  <a:pos x="31" y="116"/>
                </a:cxn>
                <a:cxn ang="0">
                  <a:pos x="24" y="108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0" y="15"/>
                </a:cxn>
                <a:cxn ang="0">
                  <a:pos x="0" y="15"/>
                </a:cxn>
                <a:cxn ang="0">
                  <a:pos x="8" y="8"/>
                </a:cxn>
                <a:cxn ang="0">
                  <a:pos x="8" y="8"/>
                </a:cxn>
                <a:cxn ang="0">
                  <a:pos x="16" y="15"/>
                </a:cxn>
                <a:cxn ang="0">
                  <a:pos x="16" y="23"/>
                </a:cxn>
                <a:cxn ang="0">
                  <a:pos x="16" y="101"/>
                </a:cxn>
                <a:cxn ang="0">
                  <a:pos x="8" y="116"/>
                </a:cxn>
                <a:cxn ang="0">
                  <a:pos x="0" y="116"/>
                </a:cxn>
                <a:cxn ang="0">
                  <a:pos x="0" y="124"/>
                </a:cxn>
              </a:cxnLst>
              <a:rect l="txL" t="txT" r="txR" b="txB"/>
              <a:pathLst>
                <a:path w="39" h="124">
                  <a:moveTo>
                    <a:pt x="0" y="124"/>
                  </a:moveTo>
                  <a:lnTo>
                    <a:pt x="39" y="124"/>
                  </a:lnTo>
                  <a:lnTo>
                    <a:pt x="39" y="116"/>
                  </a:lnTo>
                  <a:lnTo>
                    <a:pt x="31" y="116"/>
                  </a:lnTo>
                  <a:lnTo>
                    <a:pt x="24" y="108"/>
                  </a:lnTo>
                  <a:lnTo>
                    <a:pt x="24" y="0"/>
                  </a:lnTo>
                  <a:lnTo>
                    <a:pt x="0" y="15"/>
                  </a:lnTo>
                  <a:lnTo>
                    <a:pt x="8" y="8"/>
                  </a:lnTo>
                  <a:lnTo>
                    <a:pt x="16" y="15"/>
                  </a:lnTo>
                  <a:lnTo>
                    <a:pt x="16" y="23"/>
                  </a:lnTo>
                  <a:lnTo>
                    <a:pt x="16" y="101"/>
                  </a:lnTo>
                  <a:lnTo>
                    <a:pt x="8" y="116"/>
                  </a:lnTo>
                  <a:lnTo>
                    <a:pt x="0" y="116"/>
                  </a:lnTo>
                  <a:lnTo>
                    <a:pt x="0" y="12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81" name="Freeform 85"/>
            <p:cNvSpPr/>
            <p:nvPr/>
          </p:nvSpPr>
          <p:spPr>
            <a:xfrm>
              <a:off x="5034" y="2192"/>
              <a:ext cx="124" cy="163"/>
            </a:xfrm>
            <a:custGeom>
              <a:avLst/>
              <a:gdLst>
                <a:gd name="txL" fmla="*/ 0 w 124"/>
                <a:gd name="txT" fmla="*/ 0 h 163"/>
                <a:gd name="txR" fmla="*/ 124 w 124"/>
                <a:gd name="txB" fmla="*/ 163 h 163"/>
              </a:gdLst>
              <a:ahLst/>
              <a:cxnLst>
                <a:cxn ang="0">
                  <a:pos x="124" y="0"/>
                </a:cxn>
                <a:cxn ang="0">
                  <a:pos x="85" y="0"/>
                </a:cxn>
                <a:cxn ang="0">
                  <a:pos x="85" y="0"/>
                </a:cxn>
                <a:cxn ang="0">
                  <a:pos x="93" y="0"/>
                </a:cxn>
                <a:cxn ang="0">
                  <a:pos x="93" y="8"/>
                </a:cxn>
                <a:cxn ang="0">
                  <a:pos x="93" y="24"/>
                </a:cxn>
                <a:cxn ang="0">
                  <a:pos x="85" y="39"/>
                </a:cxn>
                <a:cxn ang="0">
                  <a:pos x="47" y="124"/>
                </a:cxn>
                <a:cxn ang="0">
                  <a:pos x="47" y="124"/>
                </a:cxn>
                <a:cxn ang="0">
                  <a:pos x="31" y="16"/>
                </a:cxn>
                <a:cxn ang="0">
                  <a:pos x="39" y="0"/>
                </a:cxn>
                <a:cxn ang="0">
                  <a:pos x="47" y="0"/>
                </a:cxn>
                <a:cxn ang="0">
                  <a:pos x="4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8" y="8"/>
                </a:cxn>
                <a:cxn ang="0">
                  <a:pos x="8" y="16"/>
                </a:cxn>
                <a:cxn ang="0">
                  <a:pos x="16" y="31"/>
                </a:cxn>
                <a:cxn ang="0">
                  <a:pos x="31" y="163"/>
                </a:cxn>
                <a:cxn ang="0">
                  <a:pos x="31" y="163"/>
                </a:cxn>
                <a:cxn ang="0">
                  <a:pos x="109" y="8"/>
                </a:cxn>
                <a:cxn ang="0">
                  <a:pos x="116" y="8"/>
                </a:cxn>
                <a:cxn ang="0">
                  <a:pos x="124" y="0"/>
                </a:cxn>
                <a:cxn ang="0">
                  <a:pos x="124" y="0"/>
                </a:cxn>
              </a:cxnLst>
              <a:rect l="txL" t="txT" r="txR" b="txB"/>
              <a:pathLst>
                <a:path w="124" h="163">
                  <a:moveTo>
                    <a:pt x="124" y="0"/>
                  </a:moveTo>
                  <a:lnTo>
                    <a:pt x="85" y="0"/>
                  </a:lnTo>
                  <a:lnTo>
                    <a:pt x="93" y="0"/>
                  </a:lnTo>
                  <a:lnTo>
                    <a:pt x="93" y="8"/>
                  </a:lnTo>
                  <a:lnTo>
                    <a:pt x="93" y="24"/>
                  </a:lnTo>
                  <a:lnTo>
                    <a:pt x="85" y="39"/>
                  </a:lnTo>
                  <a:lnTo>
                    <a:pt x="47" y="124"/>
                  </a:lnTo>
                  <a:lnTo>
                    <a:pt x="31" y="16"/>
                  </a:lnTo>
                  <a:lnTo>
                    <a:pt x="39" y="0"/>
                  </a:lnTo>
                  <a:lnTo>
                    <a:pt x="47" y="0"/>
                  </a:lnTo>
                  <a:lnTo>
                    <a:pt x="0" y="0"/>
                  </a:lnTo>
                  <a:lnTo>
                    <a:pt x="8" y="8"/>
                  </a:lnTo>
                  <a:lnTo>
                    <a:pt x="8" y="16"/>
                  </a:lnTo>
                  <a:lnTo>
                    <a:pt x="16" y="31"/>
                  </a:lnTo>
                  <a:lnTo>
                    <a:pt x="31" y="163"/>
                  </a:lnTo>
                  <a:lnTo>
                    <a:pt x="109" y="8"/>
                  </a:lnTo>
                  <a:lnTo>
                    <a:pt x="116" y="8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82" name="Freeform 86"/>
            <p:cNvSpPr/>
            <p:nvPr/>
          </p:nvSpPr>
          <p:spPr>
            <a:xfrm>
              <a:off x="5143" y="2285"/>
              <a:ext cx="69" cy="124"/>
            </a:xfrm>
            <a:custGeom>
              <a:avLst/>
              <a:gdLst>
                <a:gd name="txL" fmla="*/ 0 w 69"/>
                <a:gd name="txT" fmla="*/ 0 h 124"/>
                <a:gd name="txR" fmla="*/ 69 w 69"/>
                <a:gd name="txB" fmla="*/ 124 h 124"/>
              </a:gdLst>
              <a:ahLst/>
              <a:cxnLst>
                <a:cxn ang="0">
                  <a:pos x="69" y="101"/>
                </a:cxn>
                <a:cxn ang="0">
                  <a:pos x="69" y="101"/>
                </a:cxn>
                <a:cxn ang="0">
                  <a:pos x="62" y="108"/>
                </a:cxn>
                <a:cxn ang="0">
                  <a:pos x="54" y="108"/>
                </a:cxn>
                <a:cxn ang="0">
                  <a:pos x="15" y="108"/>
                </a:cxn>
                <a:cxn ang="0">
                  <a:pos x="38" y="78"/>
                </a:cxn>
                <a:cxn ang="0">
                  <a:pos x="54" y="62"/>
                </a:cxn>
                <a:cxn ang="0">
                  <a:pos x="62" y="31"/>
                </a:cxn>
                <a:cxn ang="0">
                  <a:pos x="54" y="8"/>
                </a:cxn>
                <a:cxn ang="0">
                  <a:pos x="31" y="0"/>
                </a:cxn>
                <a:cxn ang="0">
                  <a:pos x="15" y="8"/>
                </a:cxn>
                <a:cxn ang="0">
                  <a:pos x="7" y="23"/>
                </a:cxn>
                <a:cxn ang="0">
                  <a:pos x="0" y="39"/>
                </a:cxn>
                <a:cxn ang="0">
                  <a:pos x="7" y="39"/>
                </a:cxn>
                <a:cxn ang="0">
                  <a:pos x="15" y="23"/>
                </a:cxn>
                <a:cxn ang="0">
                  <a:pos x="23" y="16"/>
                </a:cxn>
                <a:cxn ang="0">
                  <a:pos x="38" y="16"/>
                </a:cxn>
                <a:cxn ang="0">
                  <a:pos x="46" y="23"/>
                </a:cxn>
                <a:cxn ang="0">
                  <a:pos x="46" y="39"/>
                </a:cxn>
                <a:cxn ang="0">
                  <a:pos x="38" y="62"/>
                </a:cxn>
                <a:cxn ang="0">
                  <a:pos x="31" y="85"/>
                </a:cxn>
                <a:cxn ang="0">
                  <a:pos x="0" y="124"/>
                </a:cxn>
                <a:cxn ang="0">
                  <a:pos x="0" y="124"/>
                </a:cxn>
                <a:cxn ang="0">
                  <a:pos x="62" y="124"/>
                </a:cxn>
                <a:cxn ang="0">
                  <a:pos x="69" y="101"/>
                </a:cxn>
              </a:cxnLst>
              <a:rect l="txL" t="txT" r="txR" b="txB"/>
              <a:pathLst>
                <a:path w="69" h="124">
                  <a:moveTo>
                    <a:pt x="69" y="101"/>
                  </a:moveTo>
                  <a:lnTo>
                    <a:pt x="69" y="101"/>
                  </a:lnTo>
                  <a:lnTo>
                    <a:pt x="62" y="108"/>
                  </a:lnTo>
                  <a:lnTo>
                    <a:pt x="54" y="108"/>
                  </a:lnTo>
                  <a:lnTo>
                    <a:pt x="15" y="108"/>
                  </a:lnTo>
                  <a:lnTo>
                    <a:pt x="38" y="78"/>
                  </a:lnTo>
                  <a:lnTo>
                    <a:pt x="54" y="62"/>
                  </a:lnTo>
                  <a:lnTo>
                    <a:pt x="62" y="31"/>
                  </a:lnTo>
                  <a:lnTo>
                    <a:pt x="54" y="8"/>
                  </a:lnTo>
                  <a:lnTo>
                    <a:pt x="31" y="0"/>
                  </a:lnTo>
                  <a:lnTo>
                    <a:pt x="15" y="8"/>
                  </a:lnTo>
                  <a:lnTo>
                    <a:pt x="7" y="23"/>
                  </a:lnTo>
                  <a:lnTo>
                    <a:pt x="0" y="39"/>
                  </a:lnTo>
                  <a:lnTo>
                    <a:pt x="7" y="39"/>
                  </a:lnTo>
                  <a:lnTo>
                    <a:pt x="15" y="23"/>
                  </a:lnTo>
                  <a:lnTo>
                    <a:pt x="23" y="16"/>
                  </a:lnTo>
                  <a:lnTo>
                    <a:pt x="38" y="16"/>
                  </a:lnTo>
                  <a:lnTo>
                    <a:pt x="46" y="23"/>
                  </a:lnTo>
                  <a:lnTo>
                    <a:pt x="46" y="39"/>
                  </a:lnTo>
                  <a:lnTo>
                    <a:pt x="38" y="62"/>
                  </a:lnTo>
                  <a:lnTo>
                    <a:pt x="31" y="85"/>
                  </a:lnTo>
                  <a:lnTo>
                    <a:pt x="0" y="124"/>
                  </a:lnTo>
                  <a:lnTo>
                    <a:pt x="62" y="124"/>
                  </a:lnTo>
                  <a:lnTo>
                    <a:pt x="69" y="10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83" name="Freeform 87"/>
            <p:cNvSpPr>
              <a:spLocks noEditPoints="1"/>
            </p:cNvSpPr>
            <p:nvPr/>
          </p:nvSpPr>
          <p:spPr>
            <a:xfrm>
              <a:off x="776" y="1025"/>
              <a:ext cx="93" cy="116"/>
            </a:xfrm>
            <a:custGeom>
              <a:avLst/>
              <a:gdLst>
                <a:gd name="txL" fmla="*/ 0 w 93"/>
                <a:gd name="txT" fmla="*/ 0 h 116"/>
                <a:gd name="txR" fmla="*/ 93 w 93"/>
                <a:gd name="txB" fmla="*/ 116 h 116"/>
              </a:gdLst>
              <a:ahLst/>
              <a:cxnLst>
                <a:cxn ang="0">
                  <a:pos x="93" y="85"/>
                </a:cxn>
                <a:cxn ang="0">
                  <a:pos x="85" y="93"/>
                </a:cxn>
                <a:cxn ang="0">
                  <a:pos x="77" y="100"/>
                </a:cxn>
                <a:cxn ang="0">
                  <a:pos x="77" y="100"/>
                </a:cxn>
                <a:cxn ang="0">
                  <a:pos x="69" y="100"/>
                </a:cxn>
                <a:cxn ang="0">
                  <a:pos x="77" y="85"/>
                </a:cxn>
                <a:cxn ang="0">
                  <a:pos x="85" y="54"/>
                </a:cxn>
                <a:cxn ang="0">
                  <a:pos x="93" y="15"/>
                </a:cxn>
                <a:cxn ang="0">
                  <a:pos x="93" y="0"/>
                </a:cxn>
                <a:cxn ang="0">
                  <a:pos x="93" y="0"/>
                </a:cxn>
                <a:cxn ang="0">
                  <a:pos x="77" y="8"/>
                </a:cxn>
                <a:cxn ang="0">
                  <a:pos x="77" y="8"/>
                </a:cxn>
                <a:cxn ang="0">
                  <a:pos x="77" y="15"/>
                </a:cxn>
                <a:cxn ang="0">
                  <a:pos x="77" y="15"/>
                </a:cxn>
                <a:cxn ang="0">
                  <a:pos x="69" y="8"/>
                </a:cxn>
                <a:cxn ang="0">
                  <a:pos x="62" y="0"/>
                </a:cxn>
                <a:cxn ang="0">
                  <a:pos x="38" y="8"/>
                </a:cxn>
                <a:cxn ang="0">
                  <a:pos x="23" y="31"/>
                </a:cxn>
                <a:cxn ang="0">
                  <a:pos x="8" y="54"/>
                </a:cxn>
                <a:cxn ang="0">
                  <a:pos x="0" y="85"/>
                </a:cxn>
                <a:cxn ang="0">
                  <a:pos x="0" y="100"/>
                </a:cxn>
                <a:cxn ang="0">
                  <a:pos x="8" y="116"/>
                </a:cxn>
                <a:cxn ang="0">
                  <a:pos x="23" y="116"/>
                </a:cxn>
                <a:cxn ang="0">
                  <a:pos x="38" y="108"/>
                </a:cxn>
                <a:cxn ang="0">
                  <a:pos x="54" y="100"/>
                </a:cxn>
                <a:cxn ang="0">
                  <a:pos x="62" y="77"/>
                </a:cxn>
                <a:cxn ang="0">
                  <a:pos x="62" y="77"/>
                </a:cxn>
                <a:cxn ang="0">
                  <a:pos x="62" y="93"/>
                </a:cxn>
                <a:cxn ang="0">
                  <a:pos x="62" y="100"/>
                </a:cxn>
                <a:cxn ang="0">
                  <a:pos x="62" y="108"/>
                </a:cxn>
                <a:cxn ang="0">
                  <a:pos x="69" y="116"/>
                </a:cxn>
                <a:cxn ang="0">
                  <a:pos x="85" y="108"/>
                </a:cxn>
                <a:cxn ang="0">
                  <a:pos x="93" y="85"/>
                </a:cxn>
                <a:cxn ang="0">
                  <a:pos x="93" y="85"/>
                </a:cxn>
                <a:cxn ang="0">
                  <a:pos x="15" y="85"/>
                </a:cxn>
                <a:cxn ang="0">
                  <a:pos x="23" y="62"/>
                </a:cxn>
                <a:cxn ang="0">
                  <a:pos x="31" y="39"/>
                </a:cxn>
                <a:cxn ang="0">
                  <a:pos x="46" y="15"/>
                </a:cxn>
                <a:cxn ang="0">
                  <a:pos x="62" y="8"/>
                </a:cxn>
                <a:cxn ang="0">
                  <a:pos x="69" y="15"/>
                </a:cxn>
                <a:cxn ang="0">
                  <a:pos x="69" y="23"/>
                </a:cxn>
                <a:cxn ang="0">
                  <a:pos x="69" y="46"/>
                </a:cxn>
                <a:cxn ang="0">
                  <a:pos x="62" y="70"/>
                </a:cxn>
                <a:cxn ang="0">
                  <a:pos x="46" y="93"/>
                </a:cxn>
                <a:cxn ang="0">
                  <a:pos x="31" y="100"/>
                </a:cxn>
                <a:cxn ang="0">
                  <a:pos x="23" y="100"/>
                </a:cxn>
                <a:cxn ang="0">
                  <a:pos x="15" y="85"/>
                </a:cxn>
                <a:cxn ang="0">
                  <a:pos x="15" y="85"/>
                </a:cxn>
              </a:cxnLst>
              <a:rect l="txL" t="txT" r="txR" b="txB"/>
              <a:pathLst>
                <a:path w="93" h="116">
                  <a:moveTo>
                    <a:pt x="93" y="85"/>
                  </a:moveTo>
                  <a:lnTo>
                    <a:pt x="85" y="93"/>
                  </a:lnTo>
                  <a:lnTo>
                    <a:pt x="77" y="100"/>
                  </a:lnTo>
                  <a:lnTo>
                    <a:pt x="69" y="100"/>
                  </a:lnTo>
                  <a:lnTo>
                    <a:pt x="77" y="85"/>
                  </a:lnTo>
                  <a:lnTo>
                    <a:pt x="85" y="54"/>
                  </a:lnTo>
                  <a:lnTo>
                    <a:pt x="93" y="15"/>
                  </a:lnTo>
                  <a:lnTo>
                    <a:pt x="93" y="0"/>
                  </a:lnTo>
                  <a:lnTo>
                    <a:pt x="77" y="8"/>
                  </a:lnTo>
                  <a:lnTo>
                    <a:pt x="77" y="15"/>
                  </a:lnTo>
                  <a:lnTo>
                    <a:pt x="69" y="8"/>
                  </a:lnTo>
                  <a:lnTo>
                    <a:pt x="62" y="0"/>
                  </a:lnTo>
                  <a:lnTo>
                    <a:pt x="38" y="8"/>
                  </a:lnTo>
                  <a:lnTo>
                    <a:pt x="23" y="31"/>
                  </a:lnTo>
                  <a:lnTo>
                    <a:pt x="8" y="54"/>
                  </a:lnTo>
                  <a:lnTo>
                    <a:pt x="0" y="85"/>
                  </a:lnTo>
                  <a:lnTo>
                    <a:pt x="0" y="100"/>
                  </a:lnTo>
                  <a:lnTo>
                    <a:pt x="8" y="116"/>
                  </a:lnTo>
                  <a:lnTo>
                    <a:pt x="23" y="116"/>
                  </a:lnTo>
                  <a:lnTo>
                    <a:pt x="38" y="108"/>
                  </a:lnTo>
                  <a:lnTo>
                    <a:pt x="54" y="100"/>
                  </a:lnTo>
                  <a:lnTo>
                    <a:pt x="62" y="77"/>
                  </a:lnTo>
                  <a:lnTo>
                    <a:pt x="62" y="93"/>
                  </a:lnTo>
                  <a:lnTo>
                    <a:pt x="62" y="100"/>
                  </a:lnTo>
                  <a:lnTo>
                    <a:pt x="62" y="108"/>
                  </a:lnTo>
                  <a:lnTo>
                    <a:pt x="69" y="116"/>
                  </a:lnTo>
                  <a:lnTo>
                    <a:pt x="85" y="108"/>
                  </a:lnTo>
                  <a:lnTo>
                    <a:pt x="93" y="85"/>
                  </a:lnTo>
                  <a:close/>
                  <a:moveTo>
                    <a:pt x="15" y="85"/>
                  </a:moveTo>
                  <a:lnTo>
                    <a:pt x="23" y="62"/>
                  </a:lnTo>
                  <a:lnTo>
                    <a:pt x="31" y="39"/>
                  </a:lnTo>
                  <a:lnTo>
                    <a:pt x="46" y="15"/>
                  </a:lnTo>
                  <a:lnTo>
                    <a:pt x="62" y="8"/>
                  </a:lnTo>
                  <a:lnTo>
                    <a:pt x="69" y="15"/>
                  </a:lnTo>
                  <a:lnTo>
                    <a:pt x="69" y="23"/>
                  </a:lnTo>
                  <a:lnTo>
                    <a:pt x="69" y="46"/>
                  </a:lnTo>
                  <a:lnTo>
                    <a:pt x="62" y="70"/>
                  </a:lnTo>
                  <a:lnTo>
                    <a:pt x="46" y="93"/>
                  </a:lnTo>
                  <a:lnTo>
                    <a:pt x="31" y="100"/>
                  </a:lnTo>
                  <a:lnTo>
                    <a:pt x="23" y="100"/>
                  </a:lnTo>
                  <a:lnTo>
                    <a:pt x="15" y="8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84" name="Freeform 88"/>
            <p:cNvSpPr>
              <a:spLocks noEditPoints="1"/>
            </p:cNvSpPr>
            <p:nvPr/>
          </p:nvSpPr>
          <p:spPr>
            <a:xfrm>
              <a:off x="2828" y="963"/>
              <a:ext cx="92" cy="170"/>
            </a:xfrm>
            <a:custGeom>
              <a:avLst/>
              <a:gdLst>
                <a:gd name="txL" fmla="*/ 0 w 92"/>
                <a:gd name="txT" fmla="*/ 0 h 170"/>
                <a:gd name="txR" fmla="*/ 92 w 92"/>
                <a:gd name="txB" fmla="*/ 170 h 170"/>
              </a:gdLst>
              <a:ahLst/>
              <a:cxnLst>
                <a:cxn ang="0">
                  <a:pos x="77" y="93"/>
                </a:cxn>
                <a:cxn ang="0">
                  <a:pos x="77" y="116"/>
                </a:cxn>
                <a:cxn ang="0">
                  <a:pos x="61" y="139"/>
                </a:cxn>
                <a:cxn ang="0">
                  <a:pos x="46" y="162"/>
                </a:cxn>
                <a:cxn ang="0">
                  <a:pos x="23" y="170"/>
                </a:cxn>
                <a:cxn ang="0">
                  <a:pos x="15" y="170"/>
                </a:cxn>
                <a:cxn ang="0">
                  <a:pos x="15" y="162"/>
                </a:cxn>
                <a:cxn ang="0">
                  <a:pos x="23" y="139"/>
                </a:cxn>
                <a:cxn ang="0">
                  <a:pos x="31" y="108"/>
                </a:cxn>
                <a:cxn ang="0">
                  <a:pos x="46" y="85"/>
                </a:cxn>
                <a:cxn ang="0">
                  <a:pos x="61" y="77"/>
                </a:cxn>
                <a:cxn ang="0">
                  <a:pos x="69" y="85"/>
                </a:cxn>
                <a:cxn ang="0">
                  <a:pos x="77" y="93"/>
                </a:cxn>
                <a:cxn ang="0">
                  <a:pos x="77" y="93"/>
                </a:cxn>
                <a:cxn ang="0">
                  <a:pos x="15" y="16"/>
                </a:cxn>
                <a:cxn ang="0">
                  <a:pos x="31" y="16"/>
                </a:cxn>
                <a:cxn ang="0">
                  <a:pos x="31" y="23"/>
                </a:cxn>
                <a:cxn ang="0">
                  <a:pos x="31" y="31"/>
                </a:cxn>
                <a:cxn ang="0">
                  <a:pos x="23" y="39"/>
                </a:cxn>
                <a:cxn ang="0">
                  <a:pos x="0" y="162"/>
                </a:cxn>
                <a:cxn ang="0">
                  <a:pos x="0" y="162"/>
                </a:cxn>
                <a:cxn ang="0">
                  <a:pos x="7" y="170"/>
                </a:cxn>
                <a:cxn ang="0">
                  <a:pos x="23" y="170"/>
                </a:cxn>
                <a:cxn ang="0">
                  <a:pos x="46" y="162"/>
                </a:cxn>
                <a:cxn ang="0">
                  <a:pos x="69" y="147"/>
                </a:cxn>
                <a:cxn ang="0">
                  <a:pos x="85" y="124"/>
                </a:cxn>
                <a:cxn ang="0">
                  <a:pos x="92" y="93"/>
                </a:cxn>
                <a:cxn ang="0">
                  <a:pos x="85" y="70"/>
                </a:cxn>
                <a:cxn ang="0">
                  <a:pos x="69" y="62"/>
                </a:cxn>
                <a:cxn ang="0">
                  <a:pos x="54" y="70"/>
                </a:cxn>
                <a:cxn ang="0">
                  <a:pos x="46" y="77"/>
                </a:cxn>
                <a:cxn ang="0">
                  <a:pos x="31" y="101"/>
                </a:cxn>
                <a:cxn ang="0">
                  <a:pos x="31" y="101"/>
                </a:cxn>
                <a:cxn ang="0">
                  <a:pos x="38" y="47"/>
                </a:cxn>
                <a:cxn ang="0">
                  <a:pos x="46" y="23"/>
                </a:cxn>
                <a:cxn ang="0">
                  <a:pos x="46" y="0"/>
                </a:cxn>
                <a:cxn ang="0">
                  <a:pos x="46" y="0"/>
                </a:cxn>
                <a:cxn ang="0">
                  <a:pos x="31" y="8"/>
                </a:cxn>
                <a:cxn ang="0">
                  <a:pos x="15" y="8"/>
                </a:cxn>
                <a:cxn ang="0">
                  <a:pos x="15" y="16"/>
                </a:cxn>
              </a:cxnLst>
              <a:rect l="txL" t="txT" r="txR" b="txB"/>
              <a:pathLst>
                <a:path w="92" h="170">
                  <a:moveTo>
                    <a:pt x="77" y="93"/>
                  </a:moveTo>
                  <a:lnTo>
                    <a:pt x="77" y="116"/>
                  </a:lnTo>
                  <a:lnTo>
                    <a:pt x="61" y="139"/>
                  </a:lnTo>
                  <a:lnTo>
                    <a:pt x="46" y="162"/>
                  </a:lnTo>
                  <a:lnTo>
                    <a:pt x="23" y="170"/>
                  </a:lnTo>
                  <a:lnTo>
                    <a:pt x="15" y="170"/>
                  </a:lnTo>
                  <a:lnTo>
                    <a:pt x="15" y="162"/>
                  </a:lnTo>
                  <a:lnTo>
                    <a:pt x="23" y="139"/>
                  </a:lnTo>
                  <a:lnTo>
                    <a:pt x="31" y="108"/>
                  </a:lnTo>
                  <a:lnTo>
                    <a:pt x="46" y="85"/>
                  </a:lnTo>
                  <a:lnTo>
                    <a:pt x="61" y="77"/>
                  </a:lnTo>
                  <a:lnTo>
                    <a:pt x="69" y="85"/>
                  </a:lnTo>
                  <a:lnTo>
                    <a:pt x="77" y="93"/>
                  </a:lnTo>
                  <a:close/>
                  <a:moveTo>
                    <a:pt x="15" y="16"/>
                  </a:moveTo>
                  <a:lnTo>
                    <a:pt x="31" y="16"/>
                  </a:lnTo>
                  <a:lnTo>
                    <a:pt x="31" y="23"/>
                  </a:lnTo>
                  <a:lnTo>
                    <a:pt x="31" y="31"/>
                  </a:lnTo>
                  <a:lnTo>
                    <a:pt x="23" y="39"/>
                  </a:lnTo>
                  <a:lnTo>
                    <a:pt x="0" y="162"/>
                  </a:lnTo>
                  <a:lnTo>
                    <a:pt x="7" y="170"/>
                  </a:lnTo>
                  <a:lnTo>
                    <a:pt x="23" y="170"/>
                  </a:lnTo>
                  <a:lnTo>
                    <a:pt x="46" y="162"/>
                  </a:lnTo>
                  <a:lnTo>
                    <a:pt x="69" y="147"/>
                  </a:lnTo>
                  <a:lnTo>
                    <a:pt x="85" y="124"/>
                  </a:lnTo>
                  <a:lnTo>
                    <a:pt x="92" y="93"/>
                  </a:lnTo>
                  <a:lnTo>
                    <a:pt x="85" y="70"/>
                  </a:lnTo>
                  <a:lnTo>
                    <a:pt x="69" y="62"/>
                  </a:lnTo>
                  <a:lnTo>
                    <a:pt x="54" y="70"/>
                  </a:lnTo>
                  <a:lnTo>
                    <a:pt x="46" y="77"/>
                  </a:lnTo>
                  <a:lnTo>
                    <a:pt x="31" y="101"/>
                  </a:lnTo>
                  <a:lnTo>
                    <a:pt x="38" y="47"/>
                  </a:lnTo>
                  <a:lnTo>
                    <a:pt x="46" y="23"/>
                  </a:lnTo>
                  <a:lnTo>
                    <a:pt x="46" y="0"/>
                  </a:lnTo>
                  <a:lnTo>
                    <a:pt x="31" y="8"/>
                  </a:lnTo>
                  <a:lnTo>
                    <a:pt x="15" y="8"/>
                  </a:lnTo>
                  <a:lnTo>
                    <a:pt x="15" y="1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85" name="Freeform 89"/>
            <p:cNvSpPr/>
            <p:nvPr/>
          </p:nvSpPr>
          <p:spPr>
            <a:xfrm>
              <a:off x="2843" y="2107"/>
              <a:ext cx="54" cy="495"/>
            </a:xfrm>
            <a:custGeom>
              <a:avLst/>
              <a:gdLst>
                <a:gd name="txL" fmla="*/ 0 w 54"/>
                <a:gd name="txT" fmla="*/ 0 h 495"/>
                <a:gd name="txR" fmla="*/ 54 w 54"/>
                <a:gd name="txB" fmla="*/ 495 h 495"/>
              </a:gdLst>
              <a:ahLst/>
              <a:cxnLst>
                <a:cxn ang="0">
                  <a:pos x="0" y="0"/>
                </a:cxn>
                <a:cxn ang="0">
                  <a:pos x="54" y="0"/>
                </a:cxn>
                <a:cxn ang="0">
                  <a:pos x="54" y="495"/>
                </a:cxn>
                <a:cxn ang="0">
                  <a:pos x="0" y="495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54" h="495">
                  <a:moveTo>
                    <a:pt x="0" y="0"/>
                  </a:moveTo>
                  <a:lnTo>
                    <a:pt x="54" y="0"/>
                  </a:lnTo>
                  <a:lnTo>
                    <a:pt x="54" y="495"/>
                  </a:lnTo>
                  <a:lnTo>
                    <a:pt x="0" y="4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86" name="Freeform 90"/>
            <p:cNvSpPr/>
            <p:nvPr/>
          </p:nvSpPr>
          <p:spPr>
            <a:xfrm>
              <a:off x="2812" y="2579"/>
              <a:ext cx="62" cy="31"/>
            </a:xfrm>
            <a:custGeom>
              <a:avLst/>
              <a:gdLst>
                <a:gd name="txL" fmla="*/ 0 w 62"/>
                <a:gd name="txT" fmla="*/ 0 h 31"/>
                <a:gd name="txR" fmla="*/ 62 w 62"/>
                <a:gd name="txB" fmla="*/ 31 h 31"/>
              </a:gdLst>
              <a:ahLst/>
              <a:cxnLst>
                <a:cxn ang="0">
                  <a:pos x="62" y="31"/>
                </a:cxn>
                <a:cxn ang="0">
                  <a:pos x="0" y="0"/>
                </a:cxn>
                <a:cxn ang="0">
                  <a:pos x="62" y="31"/>
                </a:cxn>
                <a:cxn ang="0">
                  <a:pos x="62" y="31"/>
                </a:cxn>
              </a:cxnLst>
              <a:rect l="txL" t="txT" r="txR" b="txB"/>
              <a:pathLst>
                <a:path w="62" h="31">
                  <a:moveTo>
                    <a:pt x="62" y="31"/>
                  </a:moveTo>
                  <a:lnTo>
                    <a:pt x="0" y="0"/>
                  </a:lnTo>
                  <a:lnTo>
                    <a:pt x="62" y="3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87" name="Freeform 91"/>
            <p:cNvSpPr>
              <a:spLocks noEditPoints="1"/>
            </p:cNvSpPr>
            <p:nvPr/>
          </p:nvSpPr>
          <p:spPr>
            <a:xfrm>
              <a:off x="2812" y="2548"/>
              <a:ext cx="62" cy="31"/>
            </a:xfrm>
            <a:custGeom>
              <a:avLst/>
              <a:gdLst>
                <a:gd name="txL" fmla="*/ 0 w 62"/>
                <a:gd name="txT" fmla="*/ 0 h 31"/>
                <a:gd name="txR" fmla="*/ 62 w 62"/>
                <a:gd name="txB" fmla="*/ 31 h 31"/>
              </a:gdLst>
              <a:ahLst/>
              <a:cxnLst>
                <a:cxn ang="0">
                  <a:pos x="0" y="31"/>
                </a:cxn>
                <a:cxn ang="0">
                  <a:pos x="62" y="0"/>
                </a:cxn>
                <a:cxn ang="0">
                  <a:pos x="0" y="31"/>
                </a:cxn>
                <a:cxn ang="0">
                  <a:pos x="0" y="31"/>
                </a:cxn>
                <a:cxn ang="0">
                  <a:pos x="0" y="31"/>
                </a:cxn>
                <a:cxn ang="0">
                  <a:pos x="0" y="31"/>
                </a:cxn>
                <a:cxn ang="0">
                  <a:pos x="0" y="31"/>
                </a:cxn>
              </a:cxnLst>
              <a:rect l="txL" t="txT" r="txR" b="txB"/>
              <a:pathLst>
                <a:path w="62" h="31">
                  <a:moveTo>
                    <a:pt x="0" y="31"/>
                  </a:moveTo>
                  <a:lnTo>
                    <a:pt x="62" y="0"/>
                  </a:lnTo>
                  <a:lnTo>
                    <a:pt x="0" y="31"/>
                  </a:lnTo>
                  <a:close/>
                  <a:moveTo>
                    <a:pt x="0" y="31"/>
                  </a:moveTo>
                  <a:lnTo>
                    <a:pt x="0" y="3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88" name="Freeform 92"/>
            <p:cNvSpPr>
              <a:spLocks noEditPoints="1"/>
            </p:cNvSpPr>
            <p:nvPr/>
          </p:nvSpPr>
          <p:spPr>
            <a:xfrm>
              <a:off x="2874" y="2509"/>
              <a:ext cx="62" cy="39"/>
            </a:xfrm>
            <a:custGeom>
              <a:avLst/>
              <a:gdLst>
                <a:gd name="txL" fmla="*/ 0 w 62"/>
                <a:gd name="txT" fmla="*/ 0 h 39"/>
                <a:gd name="txR" fmla="*/ 62 w 62"/>
                <a:gd name="txB" fmla="*/ 39 h 39"/>
              </a:gdLst>
              <a:ahLst/>
              <a:cxnLst>
                <a:cxn ang="0">
                  <a:pos x="0" y="39"/>
                </a:cxn>
                <a:cxn ang="0">
                  <a:pos x="62" y="0"/>
                </a:cxn>
                <a:cxn ang="0">
                  <a:pos x="0" y="39"/>
                </a:cxn>
                <a:cxn ang="0">
                  <a:pos x="0" y="39"/>
                </a:cxn>
                <a:cxn ang="0">
                  <a:pos x="0" y="39"/>
                </a:cxn>
                <a:cxn ang="0">
                  <a:pos x="0" y="39"/>
                </a:cxn>
                <a:cxn ang="0">
                  <a:pos x="0" y="39"/>
                </a:cxn>
              </a:cxnLst>
              <a:rect l="txL" t="txT" r="txR" b="txB"/>
              <a:pathLst>
                <a:path w="62" h="39">
                  <a:moveTo>
                    <a:pt x="0" y="39"/>
                  </a:moveTo>
                  <a:lnTo>
                    <a:pt x="62" y="0"/>
                  </a:lnTo>
                  <a:lnTo>
                    <a:pt x="0" y="39"/>
                  </a:lnTo>
                  <a:close/>
                  <a:moveTo>
                    <a:pt x="0" y="39"/>
                  </a:moveTo>
                  <a:lnTo>
                    <a:pt x="0" y="3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89" name="Freeform 93"/>
            <p:cNvSpPr>
              <a:spLocks noEditPoints="1"/>
            </p:cNvSpPr>
            <p:nvPr/>
          </p:nvSpPr>
          <p:spPr>
            <a:xfrm>
              <a:off x="2874" y="2478"/>
              <a:ext cx="62" cy="31"/>
            </a:xfrm>
            <a:custGeom>
              <a:avLst/>
              <a:gdLst>
                <a:gd name="txL" fmla="*/ 0 w 62"/>
                <a:gd name="txT" fmla="*/ 0 h 31"/>
                <a:gd name="txR" fmla="*/ 62 w 62"/>
                <a:gd name="txB" fmla="*/ 31 h 31"/>
              </a:gdLst>
              <a:ahLst/>
              <a:cxnLst>
                <a:cxn ang="0">
                  <a:pos x="62" y="31"/>
                </a:cxn>
                <a:cxn ang="0">
                  <a:pos x="0" y="0"/>
                </a:cxn>
                <a:cxn ang="0">
                  <a:pos x="62" y="31"/>
                </a:cxn>
                <a:cxn ang="0">
                  <a:pos x="62" y="31"/>
                </a:cxn>
                <a:cxn ang="0">
                  <a:pos x="62" y="31"/>
                </a:cxn>
                <a:cxn ang="0">
                  <a:pos x="62" y="31"/>
                </a:cxn>
                <a:cxn ang="0">
                  <a:pos x="62" y="31"/>
                </a:cxn>
              </a:cxnLst>
              <a:rect l="txL" t="txT" r="txR" b="txB"/>
              <a:pathLst>
                <a:path w="62" h="31">
                  <a:moveTo>
                    <a:pt x="62" y="31"/>
                  </a:moveTo>
                  <a:lnTo>
                    <a:pt x="0" y="0"/>
                  </a:lnTo>
                  <a:lnTo>
                    <a:pt x="62" y="31"/>
                  </a:lnTo>
                  <a:close/>
                  <a:moveTo>
                    <a:pt x="62" y="31"/>
                  </a:moveTo>
                  <a:lnTo>
                    <a:pt x="62" y="3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90" name="Freeform 94"/>
            <p:cNvSpPr>
              <a:spLocks noEditPoints="1"/>
            </p:cNvSpPr>
            <p:nvPr/>
          </p:nvSpPr>
          <p:spPr>
            <a:xfrm>
              <a:off x="2874" y="2478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91" name="Freeform 95"/>
            <p:cNvSpPr>
              <a:spLocks noEditPoints="1"/>
            </p:cNvSpPr>
            <p:nvPr/>
          </p:nvSpPr>
          <p:spPr>
            <a:xfrm>
              <a:off x="2812" y="2448"/>
              <a:ext cx="62" cy="30"/>
            </a:xfrm>
            <a:custGeom>
              <a:avLst/>
              <a:gdLst>
                <a:gd name="txL" fmla="*/ 0 w 62"/>
                <a:gd name="txT" fmla="*/ 0 h 30"/>
                <a:gd name="txR" fmla="*/ 62 w 62"/>
                <a:gd name="txB" fmla="*/ 30 h 30"/>
              </a:gdLst>
              <a:ahLst/>
              <a:cxnLst>
                <a:cxn ang="0">
                  <a:pos x="62" y="30"/>
                </a:cxn>
                <a:cxn ang="0">
                  <a:pos x="0" y="0"/>
                </a:cxn>
                <a:cxn ang="0">
                  <a:pos x="62" y="30"/>
                </a:cxn>
                <a:cxn ang="0">
                  <a:pos x="62" y="30"/>
                </a:cxn>
                <a:cxn ang="0">
                  <a:pos x="62" y="30"/>
                </a:cxn>
                <a:cxn ang="0">
                  <a:pos x="62" y="30"/>
                </a:cxn>
                <a:cxn ang="0">
                  <a:pos x="62" y="30"/>
                </a:cxn>
              </a:cxnLst>
              <a:rect l="txL" t="txT" r="txR" b="txB"/>
              <a:pathLst>
                <a:path w="62" h="30">
                  <a:moveTo>
                    <a:pt x="62" y="30"/>
                  </a:moveTo>
                  <a:lnTo>
                    <a:pt x="0" y="0"/>
                  </a:lnTo>
                  <a:lnTo>
                    <a:pt x="62" y="30"/>
                  </a:lnTo>
                  <a:close/>
                  <a:moveTo>
                    <a:pt x="62" y="30"/>
                  </a:moveTo>
                  <a:lnTo>
                    <a:pt x="62" y="3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92" name="Freeform 96"/>
            <p:cNvSpPr>
              <a:spLocks noEditPoints="1"/>
            </p:cNvSpPr>
            <p:nvPr/>
          </p:nvSpPr>
          <p:spPr>
            <a:xfrm>
              <a:off x="2812" y="2417"/>
              <a:ext cx="62" cy="31"/>
            </a:xfrm>
            <a:custGeom>
              <a:avLst/>
              <a:gdLst>
                <a:gd name="txL" fmla="*/ 0 w 62"/>
                <a:gd name="txT" fmla="*/ 0 h 31"/>
                <a:gd name="txR" fmla="*/ 62 w 62"/>
                <a:gd name="txB" fmla="*/ 31 h 31"/>
              </a:gdLst>
              <a:ahLst/>
              <a:cxnLst>
                <a:cxn ang="0">
                  <a:pos x="0" y="31"/>
                </a:cxn>
                <a:cxn ang="0">
                  <a:pos x="62" y="0"/>
                </a:cxn>
                <a:cxn ang="0">
                  <a:pos x="0" y="31"/>
                </a:cxn>
                <a:cxn ang="0">
                  <a:pos x="0" y="31"/>
                </a:cxn>
                <a:cxn ang="0">
                  <a:pos x="0" y="31"/>
                </a:cxn>
                <a:cxn ang="0">
                  <a:pos x="0" y="31"/>
                </a:cxn>
                <a:cxn ang="0">
                  <a:pos x="0" y="31"/>
                </a:cxn>
              </a:cxnLst>
              <a:rect l="txL" t="txT" r="txR" b="txB"/>
              <a:pathLst>
                <a:path w="62" h="31">
                  <a:moveTo>
                    <a:pt x="0" y="31"/>
                  </a:moveTo>
                  <a:lnTo>
                    <a:pt x="62" y="0"/>
                  </a:lnTo>
                  <a:lnTo>
                    <a:pt x="0" y="31"/>
                  </a:lnTo>
                  <a:close/>
                  <a:moveTo>
                    <a:pt x="0" y="31"/>
                  </a:moveTo>
                  <a:lnTo>
                    <a:pt x="0" y="3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93" name="Freeform 97"/>
            <p:cNvSpPr>
              <a:spLocks noEditPoints="1"/>
            </p:cNvSpPr>
            <p:nvPr/>
          </p:nvSpPr>
          <p:spPr>
            <a:xfrm>
              <a:off x="2874" y="2386"/>
              <a:ext cx="62" cy="31"/>
            </a:xfrm>
            <a:custGeom>
              <a:avLst/>
              <a:gdLst>
                <a:gd name="txL" fmla="*/ 0 w 62"/>
                <a:gd name="txT" fmla="*/ 0 h 31"/>
                <a:gd name="txR" fmla="*/ 62 w 62"/>
                <a:gd name="txB" fmla="*/ 31 h 31"/>
              </a:gdLst>
              <a:ahLst/>
              <a:cxnLst>
                <a:cxn ang="0">
                  <a:pos x="0" y="31"/>
                </a:cxn>
                <a:cxn ang="0">
                  <a:pos x="62" y="0"/>
                </a:cxn>
                <a:cxn ang="0">
                  <a:pos x="0" y="31"/>
                </a:cxn>
                <a:cxn ang="0">
                  <a:pos x="0" y="31"/>
                </a:cxn>
                <a:cxn ang="0">
                  <a:pos x="0" y="31"/>
                </a:cxn>
                <a:cxn ang="0">
                  <a:pos x="0" y="31"/>
                </a:cxn>
                <a:cxn ang="0">
                  <a:pos x="0" y="31"/>
                </a:cxn>
              </a:cxnLst>
              <a:rect l="txL" t="txT" r="txR" b="txB"/>
              <a:pathLst>
                <a:path w="62" h="31">
                  <a:moveTo>
                    <a:pt x="0" y="31"/>
                  </a:moveTo>
                  <a:lnTo>
                    <a:pt x="62" y="0"/>
                  </a:lnTo>
                  <a:lnTo>
                    <a:pt x="0" y="31"/>
                  </a:lnTo>
                  <a:close/>
                  <a:moveTo>
                    <a:pt x="0" y="31"/>
                  </a:moveTo>
                  <a:lnTo>
                    <a:pt x="0" y="3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94" name="Freeform 98"/>
            <p:cNvSpPr>
              <a:spLocks noEditPoints="1"/>
            </p:cNvSpPr>
            <p:nvPr/>
          </p:nvSpPr>
          <p:spPr>
            <a:xfrm>
              <a:off x="2874" y="2355"/>
              <a:ext cx="62" cy="31"/>
            </a:xfrm>
            <a:custGeom>
              <a:avLst/>
              <a:gdLst>
                <a:gd name="txL" fmla="*/ 0 w 62"/>
                <a:gd name="txT" fmla="*/ 0 h 31"/>
                <a:gd name="txR" fmla="*/ 62 w 62"/>
                <a:gd name="txB" fmla="*/ 31 h 31"/>
              </a:gdLst>
              <a:ahLst/>
              <a:cxnLst>
                <a:cxn ang="0">
                  <a:pos x="62" y="31"/>
                </a:cxn>
                <a:cxn ang="0">
                  <a:pos x="0" y="0"/>
                </a:cxn>
                <a:cxn ang="0">
                  <a:pos x="62" y="31"/>
                </a:cxn>
                <a:cxn ang="0">
                  <a:pos x="62" y="31"/>
                </a:cxn>
                <a:cxn ang="0">
                  <a:pos x="62" y="31"/>
                </a:cxn>
                <a:cxn ang="0">
                  <a:pos x="62" y="31"/>
                </a:cxn>
                <a:cxn ang="0">
                  <a:pos x="62" y="31"/>
                </a:cxn>
              </a:cxnLst>
              <a:rect l="txL" t="txT" r="txR" b="txB"/>
              <a:pathLst>
                <a:path w="62" h="31">
                  <a:moveTo>
                    <a:pt x="62" y="31"/>
                  </a:moveTo>
                  <a:lnTo>
                    <a:pt x="0" y="0"/>
                  </a:lnTo>
                  <a:lnTo>
                    <a:pt x="62" y="31"/>
                  </a:lnTo>
                  <a:close/>
                  <a:moveTo>
                    <a:pt x="62" y="31"/>
                  </a:moveTo>
                  <a:lnTo>
                    <a:pt x="62" y="3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95" name="Freeform 99"/>
            <p:cNvSpPr>
              <a:spLocks noEditPoints="1"/>
            </p:cNvSpPr>
            <p:nvPr/>
          </p:nvSpPr>
          <p:spPr>
            <a:xfrm>
              <a:off x="2812" y="2324"/>
              <a:ext cx="62" cy="31"/>
            </a:xfrm>
            <a:custGeom>
              <a:avLst/>
              <a:gdLst>
                <a:gd name="txL" fmla="*/ 0 w 62"/>
                <a:gd name="txT" fmla="*/ 0 h 31"/>
                <a:gd name="txR" fmla="*/ 62 w 62"/>
                <a:gd name="txB" fmla="*/ 31 h 31"/>
              </a:gdLst>
              <a:ahLst/>
              <a:cxnLst>
                <a:cxn ang="0">
                  <a:pos x="62" y="31"/>
                </a:cxn>
                <a:cxn ang="0">
                  <a:pos x="0" y="0"/>
                </a:cxn>
                <a:cxn ang="0">
                  <a:pos x="62" y="31"/>
                </a:cxn>
                <a:cxn ang="0">
                  <a:pos x="62" y="31"/>
                </a:cxn>
                <a:cxn ang="0">
                  <a:pos x="62" y="31"/>
                </a:cxn>
                <a:cxn ang="0">
                  <a:pos x="62" y="31"/>
                </a:cxn>
                <a:cxn ang="0">
                  <a:pos x="62" y="31"/>
                </a:cxn>
              </a:cxnLst>
              <a:rect l="txL" t="txT" r="txR" b="txB"/>
              <a:pathLst>
                <a:path w="62" h="31">
                  <a:moveTo>
                    <a:pt x="62" y="31"/>
                  </a:moveTo>
                  <a:lnTo>
                    <a:pt x="0" y="0"/>
                  </a:lnTo>
                  <a:lnTo>
                    <a:pt x="62" y="31"/>
                  </a:lnTo>
                  <a:close/>
                  <a:moveTo>
                    <a:pt x="62" y="31"/>
                  </a:moveTo>
                  <a:lnTo>
                    <a:pt x="62" y="3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96" name="Freeform 100"/>
            <p:cNvSpPr>
              <a:spLocks noEditPoints="1"/>
            </p:cNvSpPr>
            <p:nvPr/>
          </p:nvSpPr>
          <p:spPr>
            <a:xfrm>
              <a:off x="2812" y="2293"/>
              <a:ext cx="62" cy="31"/>
            </a:xfrm>
            <a:custGeom>
              <a:avLst/>
              <a:gdLst>
                <a:gd name="txL" fmla="*/ 0 w 62"/>
                <a:gd name="txT" fmla="*/ 0 h 31"/>
                <a:gd name="txR" fmla="*/ 62 w 62"/>
                <a:gd name="txB" fmla="*/ 31 h 31"/>
              </a:gdLst>
              <a:ahLst/>
              <a:cxnLst>
                <a:cxn ang="0">
                  <a:pos x="0" y="31"/>
                </a:cxn>
                <a:cxn ang="0">
                  <a:pos x="62" y="0"/>
                </a:cxn>
                <a:cxn ang="0">
                  <a:pos x="0" y="31"/>
                </a:cxn>
                <a:cxn ang="0">
                  <a:pos x="0" y="31"/>
                </a:cxn>
                <a:cxn ang="0">
                  <a:pos x="0" y="31"/>
                </a:cxn>
                <a:cxn ang="0">
                  <a:pos x="0" y="31"/>
                </a:cxn>
                <a:cxn ang="0">
                  <a:pos x="0" y="31"/>
                </a:cxn>
              </a:cxnLst>
              <a:rect l="txL" t="txT" r="txR" b="txB"/>
              <a:pathLst>
                <a:path w="62" h="31">
                  <a:moveTo>
                    <a:pt x="0" y="31"/>
                  </a:moveTo>
                  <a:lnTo>
                    <a:pt x="62" y="0"/>
                  </a:lnTo>
                  <a:lnTo>
                    <a:pt x="0" y="31"/>
                  </a:lnTo>
                  <a:close/>
                  <a:moveTo>
                    <a:pt x="0" y="31"/>
                  </a:moveTo>
                  <a:lnTo>
                    <a:pt x="0" y="3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97" name="Freeform 101"/>
            <p:cNvSpPr>
              <a:spLocks noEditPoints="1"/>
            </p:cNvSpPr>
            <p:nvPr/>
          </p:nvSpPr>
          <p:spPr>
            <a:xfrm>
              <a:off x="2874" y="2262"/>
              <a:ext cx="62" cy="31"/>
            </a:xfrm>
            <a:custGeom>
              <a:avLst/>
              <a:gdLst>
                <a:gd name="txL" fmla="*/ 0 w 62"/>
                <a:gd name="txT" fmla="*/ 0 h 31"/>
                <a:gd name="txR" fmla="*/ 62 w 62"/>
                <a:gd name="txB" fmla="*/ 31 h 31"/>
              </a:gdLst>
              <a:ahLst/>
              <a:cxnLst>
                <a:cxn ang="0">
                  <a:pos x="0" y="31"/>
                </a:cxn>
                <a:cxn ang="0">
                  <a:pos x="62" y="0"/>
                </a:cxn>
                <a:cxn ang="0">
                  <a:pos x="0" y="31"/>
                </a:cxn>
                <a:cxn ang="0">
                  <a:pos x="0" y="31"/>
                </a:cxn>
                <a:cxn ang="0">
                  <a:pos x="0" y="31"/>
                </a:cxn>
                <a:cxn ang="0">
                  <a:pos x="0" y="31"/>
                </a:cxn>
                <a:cxn ang="0">
                  <a:pos x="0" y="31"/>
                </a:cxn>
              </a:cxnLst>
              <a:rect l="txL" t="txT" r="txR" b="txB"/>
              <a:pathLst>
                <a:path w="62" h="31">
                  <a:moveTo>
                    <a:pt x="0" y="31"/>
                  </a:moveTo>
                  <a:lnTo>
                    <a:pt x="62" y="0"/>
                  </a:lnTo>
                  <a:lnTo>
                    <a:pt x="0" y="31"/>
                  </a:lnTo>
                  <a:close/>
                  <a:moveTo>
                    <a:pt x="0" y="31"/>
                  </a:moveTo>
                  <a:lnTo>
                    <a:pt x="0" y="3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98" name="Freeform 102"/>
            <p:cNvSpPr>
              <a:spLocks noEditPoints="1"/>
            </p:cNvSpPr>
            <p:nvPr/>
          </p:nvSpPr>
          <p:spPr>
            <a:xfrm>
              <a:off x="2874" y="2223"/>
              <a:ext cx="62" cy="39"/>
            </a:xfrm>
            <a:custGeom>
              <a:avLst/>
              <a:gdLst>
                <a:gd name="txL" fmla="*/ 0 w 62"/>
                <a:gd name="txT" fmla="*/ 0 h 39"/>
                <a:gd name="txR" fmla="*/ 62 w 62"/>
                <a:gd name="txB" fmla="*/ 39 h 39"/>
              </a:gdLst>
              <a:ahLst/>
              <a:cxnLst>
                <a:cxn ang="0">
                  <a:pos x="62" y="39"/>
                </a:cxn>
                <a:cxn ang="0">
                  <a:pos x="0" y="0"/>
                </a:cxn>
                <a:cxn ang="0">
                  <a:pos x="62" y="39"/>
                </a:cxn>
                <a:cxn ang="0">
                  <a:pos x="62" y="39"/>
                </a:cxn>
                <a:cxn ang="0">
                  <a:pos x="62" y="39"/>
                </a:cxn>
                <a:cxn ang="0">
                  <a:pos x="62" y="39"/>
                </a:cxn>
                <a:cxn ang="0">
                  <a:pos x="62" y="39"/>
                </a:cxn>
              </a:cxnLst>
              <a:rect l="txL" t="txT" r="txR" b="txB"/>
              <a:pathLst>
                <a:path w="62" h="39">
                  <a:moveTo>
                    <a:pt x="62" y="39"/>
                  </a:moveTo>
                  <a:lnTo>
                    <a:pt x="0" y="0"/>
                  </a:lnTo>
                  <a:lnTo>
                    <a:pt x="62" y="39"/>
                  </a:lnTo>
                  <a:close/>
                  <a:moveTo>
                    <a:pt x="62" y="39"/>
                  </a:moveTo>
                  <a:lnTo>
                    <a:pt x="62" y="3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99" name="Freeform 103"/>
            <p:cNvSpPr>
              <a:spLocks noEditPoints="1"/>
            </p:cNvSpPr>
            <p:nvPr/>
          </p:nvSpPr>
          <p:spPr>
            <a:xfrm>
              <a:off x="2812" y="2192"/>
              <a:ext cx="62" cy="31"/>
            </a:xfrm>
            <a:custGeom>
              <a:avLst/>
              <a:gdLst>
                <a:gd name="txL" fmla="*/ 0 w 62"/>
                <a:gd name="txT" fmla="*/ 0 h 31"/>
                <a:gd name="txR" fmla="*/ 62 w 62"/>
                <a:gd name="txB" fmla="*/ 31 h 31"/>
              </a:gdLst>
              <a:ahLst/>
              <a:cxnLst>
                <a:cxn ang="0">
                  <a:pos x="62" y="31"/>
                </a:cxn>
                <a:cxn ang="0">
                  <a:pos x="0" y="0"/>
                </a:cxn>
                <a:cxn ang="0">
                  <a:pos x="62" y="31"/>
                </a:cxn>
                <a:cxn ang="0">
                  <a:pos x="62" y="31"/>
                </a:cxn>
                <a:cxn ang="0">
                  <a:pos x="62" y="31"/>
                </a:cxn>
                <a:cxn ang="0">
                  <a:pos x="62" y="31"/>
                </a:cxn>
                <a:cxn ang="0">
                  <a:pos x="62" y="31"/>
                </a:cxn>
              </a:cxnLst>
              <a:rect l="txL" t="txT" r="txR" b="txB"/>
              <a:pathLst>
                <a:path w="62" h="31">
                  <a:moveTo>
                    <a:pt x="62" y="31"/>
                  </a:moveTo>
                  <a:lnTo>
                    <a:pt x="0" y="0"/>
                  </a:lnTo>
                  <a:lnTo>
                    <a:pt x="62" y="31"/>
                  </a:lnTo>
                  <a:close/>
                  <a:moveTo>
                    <a:pt x="62" y="31"/>
                  </a:moveTo>
                  <a:lnTo>
                    <a:pt x="62" y="3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000" name="Freeform 104"/>
            <p:cNvSpPr>
              <a:spLocks noEditPoints="1"/>
            </p:cNvSpPr>
            <p:nvPr/>
          </p:nvSpPr>
          <p:spPr>
            <a:xfrm>
              <a:off x="2812" y="2162"/>
              <a:ext cx="62" cy="30"/>
            </a:xfrm>
            <a:custGeom>
              <a:avLst/>
              <a:gdLst>
                <a:gd name="txL" fmla="*/ 0 w 62"/>
                <a:gd name="txT" fmla="*/ 0 h 30"/>
                <a:gd name="txR" fmla="*/ 62 w 62"/>
                <a:gd name="txB" fmla="*/ 30 h 30"/>
              </a:gdLst>
              <a:ahLst/>
              <a:cxnLst>
                <a:cxn ang="0">
                  <a:pos x="0" y="30"/>
                </a:cxn>
                <a:cxn ang="0">
                  <a:pos x="62" y="0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0" y="30"/>
                </a:cxn>
              </a:cxnLst>
              <a:rect l="txL" t="txT" r="txR" b="txB"/>
              <a:pathLst>
                <a:path w="62" h="30">
                  <a:moveTo>
                    <a:pt x="0" y="30"/>
                  </a:moveTo>
                  <a:lnTo>
                    <a:pt x="62" y="0"/>
                  </a:lnTo>
                  <a:lnTo>
                    <a:pt x="0" y="30"/>
                  </a:lnTo>
                  <a:close/>
                  <a:moveTo>
                    <a:pt x="0" y="30"/>
                  </a:moveTo>
                  <a:lnTo>
                    <a:pt x="0" y="3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001" name="Freeform 105"/>
            <p:cNvSpPr>
              <a:spLocks noEditPoints="1"/>
            </p:cNvSpPr>
            <p:nvPr/>
          </p:nvSpPr>
          <p:spPr>
            <a:xfrm>
              <a:off x="2874" y="2131"/>
              <a:ext cx="62" cy="31"/>
            </a:xfrm>
            <a:custGeom>
              <a:avLst/>
              <a:gdLst>
                <a:gd name="txL" fmla="*/ 0 w 62"/>
                <a:gd name="txT" fmla="*/ 0 h 31"/>
                <a:gd name="txR" fmla="*/ 62 w 62"/>
                <a:gd name="txB" fmla="*/ 31 h 31"/>
              </a:gdLst>
              <a:ahLst/>
              <a:cxnLst>
                <a:cxn ang="0">
                  <a:pos x="0" y="31"/>
                </a:cxn>
                <a:cxn ang="0">
                  <a:pos x="62" y="0"/>
                </a:cxn>
                <a:cxn ang="0">
                  <a:pos x="0" y="31"/>
                </a:cxn>
                <a:cxn ang="0">
                  <a:pos x="0" y="31"/>
                </a:cxn>
                <a:cxn ang="0">
                  <a:pos x="0" y="31"/>
                </a:cxn>
                <a:cxn ang="0">
                  <a:pos x="0" y="31"/>
                </a:cxn>
                <a:cxn ang="0">
                  <a:pos x="0" y="31"/>
                </a:cxn>
              </a:cxnLst>
              <a:rect l="txL" t="txT" r="txR" b="txB"/>
              <a:pathLst>
                <a:path w="62" h="31">
                  <a:moveTo>
                    <a:pt x="0" y="31"/>
                  </a:moveTo>
                  <a:lnTo>
                    <a:pt x="62" y="0"/>
                  </a:lnTo>
                  <a:lnTo>
                    <a:pt x="0" y="31"/>
                  </a:lnTo>
                  <a:close/>
                  <a:moveTo>
                    <a:pt x="0" y="31"/>
                  </a:moveTo>
                  <a:lnTo>
                    <a:pt x="0" y="3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002" name="Freeform 106"/>
            <p:cNvSpPr>
              <a:spLocks noEditPoints="1"/>
            </p:cNvSpPr>
            <p:nvPr/>
          </p:nvSpPr>
          <p:spPr>
            <a:xfrm>
              <a:off x="2866" y="2100"/>
              <a:ext cx="70" cy="31"/>
            </a:xfrm>
            <a:custGeom>
              <a:avLst/>
              <a:gdLst>
                <a:gd name="txL" fmla="*/ 0 w 70"/>
                <a:gd name="txT" fmla="*/ 0 h 31"/>
                <a:gd name="txR" fmla="*/ 70 w 70"/>
                <a:gd name="txB" fmla="*/ 31 h 31"/>
              </a:gdLst>
              <a:ahLst/>
              <a:cxnLst>
                <a:cxn ang="0">
                  <a:pos x="70" y="31"/>
                </a:cxn>
                <a:cxn ang="0">
                  <a:pos x="0" y="0"/>
                </a:cxn>
                <a:cxn ang="0">
                  <a:pos x="70" y="31"/>
                </a:cxn>
                <a:cxn ang="0">
                  <a:pos x="70" y="31"/>
                </a:cxn>
                <a:cxn ang="0">
                  <a:pos x="70" y="31"/>
                </a:cxn>
                <a:cxn ang="0">
                  <a:pos x="70" y="31"/>
                </a:cxn>
                <a:cxn ang="0">
                  <a:pos x="70" y="31"/>
                </a:cxn>
              </a:cxnLst>
              <a:rect l="txL" t="txT" r="txR" b="txB"/>
              <a:pathLst>
                <a:path w="70" h="31">
                  <a:moveTo>
                    <a:pt x="70" y="31"/>
                  </a:moveTo>
                  <a:lnTo>
                    <a:pt x="0" y="0"/>
                  </a:lnTo>
                  <a:lnTo>
                    <a:pt x="70" y="31"/>
                  </a:lnTo>
                  <a:close/>
                  <a:moveTo>
                    <a:pt x="70" y="31"/>
                  </a:moveTo>
                  <a:lnTo>
                    <a:pt x="70" y="3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003" name="Freeform 107"/>
            <p:cNvSpPr/>
            <p:nvPr/>
          </p:nvSpPr>
          <p:spPr>
            <a:xfrm>
              <a:off x="4872" y="1025"/>
              <a:ext cx="85" cy="116"/>
            </a:xfrm>
            <a:custGeom>
              <a:avLst/>
              <a:gdLst>
                <a:gd name="txL" fmla="*/ 0 w 85"/>
                <a:gd name="txT" fmla="*/ 0 h 116"/>
                <a:gd name="txR" fmla="*/ 85 w 85"/>
                <a:gd name="txB" fmla="*/ 116 h 116"/>
              </a:gdLst>
              <a:ahLst/>
              <a:cxnLst>
                <a:cxn ang="0">
                  <a:pos x="69" y="85"/>
                </a:cxn>
                <a:cxn ang="0">
                  <a:pos x="54" y="93"/>
                </a:cxn>
                <a:cxn ang="0">
                  <a:pos x="38" y="100"/>
                </a:cxn>
                <a:cxn ang="0">
                  <a:pos x="23" y="93"/>
                </a:cxn>
                <a:cxn ang="0">
                  <a:pos x="23" y="77"/>
                </a:cxn>
                <a:cxn ang="0">
                  <a:pos x="31" y="31"/>
                </a:cxn>
                <a:cxn ang="0">
                  <a:pos x="46" y="15"/>
                </a:cxn>
                <a:cxn ang="0">
                  <a:pos x="62" y="8"/>
                </a:cxn>
                <a:cxn ang="0">
                  <a:pos x="69" y="8"/>
                </a:cxn>
                <a:cxn ang="0">
                  <a:pos x="69" y="15"/>
                </a:cxn>
                <a:cxn ang="0">
                  <a:pos x="69" y="15"/>
                </a:cxn>
                <a:cxn ang="0">
                  <a:pos x="62" y="23"/>
                </a:cxn>
                <a:cxn ang="0">
                  <a:pos x="69" y="31"/>
                </a:cxn>
                <a:cxn ang="0">
                  <a:pos x="77" y="31"/>
                </a:cxn>
                <a:cxn ang="0">
                  <a:pos x="85" y="31"/>
                </a:cxn>
                <a:cxn ang="0">
                  <a:pos x="85" y="23"/>
                </a:cxn>
                <a:cxn ang="0">
                  <a:pos x="77" y="8"/>
                </a:cxn>
                <a:cxn ang="0">
                  <a:pos x="62" y="0"/>
                </a:cxn>
                <a:cxn ang="0">
                  <a:pos x="38" y="8"/>
                </a:cxn>
                <a:cxn ang="0">
                  <a:pos x="23" y="23"/>
                </a:cxn>
                <a:cxn ang="0">
                  <a:pos x="7" y="46"/>
                </a:cxn>
                <a:cxn ang="0">
                  <a:pos x="0" y="77"/>
                </a:cxn>
                <a:cxn ang="0">
                  <a:pos x="7" y="100"/>
                </a:cxn>
                <a:cxn ang="0">
                  <a:pos x="15" y="108"/>
                </a:cxn>
                <a:cxn ang="0">
                  <a:pos x="31" y="116"/>
                </a:cxn>
                <a:cxn ang="0">
                  <a:pos x="46" y="116"/>
                </a:cxn>
                <a:cxn ang="0">
                  <a:pos x="62" y="100"/>
                </a:cxn>
                <a:cxn ang="0">
                  <a:pos x="69" y="85"/>
                </a:cxn>
                <a:cxn ang="0">
                  <a:pos x="69" y="85"/>
                </a:cxn>
              </a:cxnLst>
              <a:rect l="txL" t="txT" r="txR" b="txB"/>
              <a:pathLst>
                <a:path w="85" h="116">
                  <a:moveTo>
                    <a:pt x="69" y="85"/>
                  </a:moveTo>
                  <a:lnTo>
                    <a:pt x="54" y="93"/>
                  </a:lnTo>
                  <a:lnTo>
                    <a:pt x="38" y="100"/>
                  </a:lnTo>
                  <a:lnTo>
                    <a:pt x="23" y="93"/>
                  </a:lnTo>
                  <a:lnTo>
                    <a:pt x="23" y="77"/>
                  </a:lnTo>
                  <a:lnTo>
                    <a:pt x="31" y="31"/>
                  </a:lnTo>
                  <a:lnTo>
                    <a:pt x="46" y="15"/>
                  </a:lnTo>
                  <a:lnTo>
                    <a:pt x="62" y="8"/>
                  </a:lnTo>
                  <a:lnTo>
                    <a:pt x="69" y="8"/>
                  </a:lnTo>
                  <a:lnTo>
                    <a:pt x="69" y="15"/>
                  </a:lnTo>
                  <a:lnTo>
                    <a:pt x="62" y="23"/>
                  </a:lnTo>
                  <a:lnTo>
                    <a:pt x="69" y="31"/>
                  </a:lnTo>
                  <a:lnTo>
                    <a:pt x="77" y="31"/>
                  </a:lnTo>
                  <a:lnTo>
                    <a:pt x="85" y="31"/>
                  </a:lnTo>
                  <a:lnTo>
                    <a:pt x="85" y="23"/>
                  </a:lnTo>
                  <a:lnTo>
                    <a:pt x="77" y="8"/>
                  </a:lnTo>
                  <a:lnTo>
                    <a:pt x="62" y="0"/>
                  </a:lnTo>
                  <a:lnTo>
                    <a:pt x="38" y="8"/>
                  </a:lnTo>
                  <a:lnTo>
                    <a:pt x="23" y="23"/>
                  </a:lnTo>
                  <a:lnTo>
                    <a:pt x="7" y="46"/>
                  </a:lnTo>
                  <a:lnTo>
                    <a:pt x="0" y="77"/>
                  </a:lnTo>
                  <a:lnTo>
                    <a:pt x="7" y="100"/>
                  </a:lnTo>
                  <a:lnTo>
                    <a:pt x="15" y="108"/>
                  </a:lnTo>
                  <a:lnTo>
                    <a:pt x="31" y="116"/>
                  </a:lnTo>
                  <a:lnTo>
                    <a:pt x="46" y="116"/>
                  </a:lnTo>
                  <a:lnTo>
                    <a:pt x="62" y="100"/>
                  </a:lnTo>
                  <a:lnTo>
                    <a:pt x="69" y="8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004" name="Freeform 108"/>
            <p:cNvSpPr>
              <a:spLocks noEditPoints="1"/>
            </p:cNvSpPr>
            <p:nvPr/>
          </p:nvSpPr>
          <p:spPr>
            <a:xfrm>
              <a:off x="4872" y="3383"/>
              <a:ext cx="100" cy="178"/>
            </a:xfrm>
            <a:custGeom>
              <a:avLst/>
              <a:gdLst>
                <a:gd name="txL" fmla="*/ 0 w 100"/>
                <a:gd name="txT" fmla="*/ 0 h 178"/>
                <a:gd name="txR" fmla="*/ 100 w 100"/>
                <a:gd name="txB" fmla="*/ 178 h 178"/>
              </a:gdLst>
              <a:ahLst/>
              <a:cxnLst>
                <a:cxn ang="0">
                  <a:pos x="31" y="162"/>
                </a:cxn>
                <a:cxn ang="0">
                  <a:pos x="15" y="155"/>
                </a:cxn>
                <a:cxn ang="0">
                  <a:pos x="15" y="147"/>
                </a:cxn>
                <a:cxn ang="0">
                  <a:pos x="23" y="124"/>
                </a:cxn>
                <a:cxn ang="0">
                  <a:pos x="31" y="101"/>
                </a:cxn>
                <a:cxn ang="0">
                  <a:pos x="46" y="77"/>
                </a:cxn>
                <a:cxn ang="0">
                  <a:pos x="62" y="70"/>
                </a:cxn>
                <a:cxn ang="0">
                  <a:pos x="69" y="77"/>
                </a:cxn>
                <a:cxn ang="0">
                  <a:pos x="69" y="85"/>
                </a:cxn>
                <a:cxn ang="0">
                  <a:pos x="69" y="108"/>
                </a:cxn>
                <a:cxn ang="0">
                  <a:pos x="54" y="139"/>
                </a:cxn>
                <a:cxn ang="0">
                  <a:pos x="46" y="155"/>
                </a:cxn>
                <a:cxn ang="0">
                  <a:pos x="31" y="162"/>
                </a:cxn>
                <a:cxn ang="0">
                  <a:pos x="31" y="162"/>
                </a:cxn>
                <a:cxn ang="0">
                  <a:pos x="92" y="147"/>
                </a:cxn>
                <a:cxn ang="0">
                  <a:pos x="85" y="155"/>
                </a:cxn>
                <a:cxn ang="0">
                  <a:pos x="77" y="162"/>
                </a:cxn>
                <a:cxn ang="0">
                  <a:pos x="69" y="162"/>
                </a:cxn>
                <a:cxn ang="0">
                  <a:pos x="69" y="155"/>
                </a:cxn>
                <a:cxn ang="0">
                  <a:pos x="69" y="147"/>
                </a:cxn>
                <a:cxn ang="0">
                  <a:pos x="77" y="139"/>
                </a:cxn>
                <a:cxn ang="0">
                  <a:pos x="85" y="93"/>
                </a:cxn>
                <a:cxn ang="0">
                  <a:pos x="92" y="46"/>
                </a:cxn>
                <a:cxn ang="0">
                  <a:pos x="100" y="8"/>
                </a:cxn>
                <a:cxn ang="0">
                  <a:pos x="100" y="0"/>
                </a:cxn>
                <a:cxn ang="0">
                  <a:pos x="85" y="8"/>
                </a:cxn>
                <a:cxn ang="0">
                  <a:pos x="69" y="8"/>
                </a:cxn>
                <a:cxn ang="0">
                  <a:pos x="69" y="16"/>
                </a:cxn>
                <a:cxn ang="0">
                  <a:pos x="85" y="16"/>
                </a:cxn>
                <a:cxn ang="0">
                  <a:pos x="85" y="23"/>
                </a:cxn>
                <a:cxn ang="0">
                  <a:pos x="85" y="31"/>
                </a:cxn>
                <a:cxn ang="0">
                  <a:pos x="85" y="39"/>
                </a:cxn>
                <a:cxn ang="0">
                  <a:pos x="69" y="77"/>
                </a:cxn>
                <a:cxn ang="0">
                  <a:pos x="69" y="77"/>
                </a:cxn>
                <a:cxn ang="0">
                  <a:pos x="69" y="70"/>
                </a:cxn>
                <a:cxn ang="0">
                  <a:pos x="62" y="62"/>
                </a:cxn>
                <a:cxn ang="0">
                  <a:pos x="38" y="70"/>
                </a:cxn>
                <a:cxn ang="0">
                  <a:pos x="23" y="93"/>
                </a:cxn>
                <a:cxn ang="0">
                  <a:pos x="7" y="116"/>
                </a:cxn>
                <a:cxn ang="0">
                  <a:pos x="0" y="147"/>
                </a:cxn>
                <a:cxn ang="0">
                  <a:pos x="7" y="162"/>
                </a:cxn>
                <a:cxn ang="0">
                  <a:pos x="15" y="178"/>
                </a:cxn>
                <a:cxn ang="0">
                  <a:pos x="23" y="178"/>
                </a:cxn>
                <a:cxn ang="0">
                  <a:pos x="38" y="170"/>
                </a:cxn>
                <a:cxn ang="0">
                  <a:pos x="46" y="162"/>
                </a:cxn>
                <a:cxn ang="0">
                  <a:pos x="54" y="139"/>
                </a:cxn>
                <a:cxn ang="0">
                  <a:pos x="54" y="147"/>
                </a:cxn>
                <a:cxn ang="0">
                  <a:pos x="54" y="155"/>
                </a:cxn>
                <a:cxn ang="0">
                  <a:pos x="54" y="162"/>
                </a:cxn>
                <a:cxn ang="0">
                  <a:pos x="54" y="170"/>
                </a:cxn>
                <a:cxn ang="0">
                  <a:pos x="62" y="178"/>
                </a:cxn>
                <a:cxn ang="0">
                  <a:pos x="77" y="170"/>
                </a:cxn>
                <a:cxn ang="0">
                  <a:pos x="92" y="147"/>
                </a:cxn>
                <a:cxn ang="0">
                  <a:pos x="92" y="147"/>
                </a:cxn>
              </a:cxnLst>
              <a:rect l="txL" t="txT" r="txR" b="txB"/>
              <a:pathLst>
                <a:path w="100" h="178">
                  <a:moveTo>
                    <a:pt x="31" y="162"/>
                  </a:moveTo>
                  <a:lnTo>
                    <a:pt x="15" y="155"/>
                  </a:lnTo>
                  <a:lnTo>
                    <a:pt x="15" y="147"/>
                  </a:lnTo>
                  <a:lnTo>
                    <a:pt x="23" y="124"/>
                  </a:lnTo>
                  <a:lnTo>
                    <a:pt x="31" y="101"/>
                  </a:lnTo>
                  <a:lnTo>
                    <a:pt x="46" y="77"/>
                  </a:lnTo>
                  <a:lnTo>
                    <a:pt x="62" y="70"/>
                  </a:lnTo>
                  <a:lnTo>
                    <a:pt x="69" y="77"/>
                  </a:lnTo>
                  <a:lnTo>
                    <a:pt x="69" y="85"/>
                  </a:lnTo>
                  <a:lnTo>
                    <a:pt x="69" y="108"/>
                  </a:lnTo>
                  <a:lnTo>
                    <a:pt x="54" y="139"/>
                  </a:lnTo>
                  <a:lnTo>
                    <a:pt x="46" y="155"/>
                  </a:lnTo>
                  <a:lnTo>
                    <a:pt x="31" y="162"/>
                  </a:lnTo>
                  <a:close/>
                  <a:moveTo>
                    <a:pt x="92" y="147"/>
                  </a:moveTo>
                  <a:lnTo>
                    <a:pt x="85" y="155"/>
                  </a:lnTo>
                  <a:lnTo>
                    <a:pt x="77" y="162"/>
                  </a:lnTo>
                  <a:lnTo>
                    <a:pt x="69" y="162"/>
                  </a:lnTo>
                  <a:lnTo>
                    <a:pt x="69" y="155"/>
                  </a:lnTo>
                  <a:lnTo>
                    <a:pt x="69" y="147"/>
                  </a:lnTo>
                  <a:lnTo>
                    <a:pt x="77" y="139"/>
                  </a:lnTo>
                  <a:lnTo>
                    <a:pt x="85" y="93"/>
                  </a:lnTo>
                  <a:lnTo>
                    <a:pt x="92" y="46"/>
                  </a:lnTo>
                  <a:lnTo>
                    <a:pt x="100" y="8"/>
                  </a:lnTo>
                  <a:lnTo>
                    <a:pt x="100" y="0"/>
                  </a:lnTo>
                  <a:lnTo>
                    <a:pt x="85" y="8"/>
                  </a:lnTo>
                  <a:lnTo>
                    <a:pt x="69" y="8"/>
                  </a:lnTo>
                  <a:lnTo>
                    <a:pt x="69" y="16"/>
                  </a:lnTo>
                  <a:lnTo>
                    <a:pt x="85" y="16"/>
                  </a:lnTo>
                  <a:lnTo>
                    <a:pt x="85" y="23"/>
                  </a:lnTo>
                  <a:lnTo>
                    <a:pt x="85" y="31"/>
                  </a:lnTo>
                  <a:lnTo>
                    <a:pt x="85" y="39"/>
                  </a:lnTo>
                  <a:lnTo>
                    <a:pt x="69" y="77"/>
                  </a:lnTo>
                  <a:lnTo>
                    <a:pt x="69" y="70"/>
                  </a:lnTo>
                  <a:lnTo>
                    <a:pt x="62" y="62"/>
                  </a:lnTo>
                  <a:lnTo>
                    <a:pt x="38" y="70"/>
                  </a:lnTo>
                  <a:lnTo>
                    <a:pt x="23" y="93"/>
                  </a:lnTo>
                  <a:lnTo>
                    <a:pt x="7" y="116"/>
                  </a:lnTo>
                  <a:lnTo>
                    <a:pt x="0" y="147"/>
                  </a:lnTo>
                  <a:lnTo>
                    <a:pt x="7" y="162"/>
                  </a:lnTo>
                  <a:lnTo>
                    <a:pt x="15" y="178"/>
                  </a:lnTo>
                  <a:lnTo>
                    <a:pt x="23" y="178"/>
                  </a:lnTo>
                  <a:lnTo>
                    <a:pt x="38" y="170"/>
                  </a:lnTo>
                  <a:lnTo>
                    <a:pt x="46" y="162"/>
                  </a:lnTo>
                  <a:lnTo>
                    <a:pt x="54" y="139"/>
                  </a:lnTo>
                  <a:lnTo>
                    <a:pt x="54" y="147"/>
                  </a:lnTo>
                  <a:lnTo>
                    <a:pt x="54" y="155"/>
                  </a:lnTo>
                  <a:lnTo>
                    <a:pt x="54" y="162"/>
                  </a:lnTo>
                  <a:lnTo>
                    <a:pt x="54" y="170"/>
                  </a:lnTo>
                  <a:lnTo>
                    <a:pt x="62" y="178"/>
                  </a:lnTo>
                  <a:lnTo>
                    <a:pt x="77" y="170"/>
                  </a:lnTo>
                  <a:lnTo>
                    <a:pt x="92" y="14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005" name="Freeform 109"/>
            <p:cNvSpPr>
              <a:spLocks noEditPoints="1"/>
            </p:cNvSpPr>
            <p:nvPr/>
          </p:nvSpPr>
          <p:spPr>
            <a:xfrm>
              <a:off x="2820" y="3445"/>
              <a:ext cx="77" cy="108"/>
            </a:xfrm>
            <a:custGeom>
              <a:avLst/>
              <a:gdLst>
                <a:gd name="txL" fmla="*/ 0 w 77"/>
                <a:gd name="txT" fmla="*/ 0 h 108"/>
                <a:gd name="txR" fmla="*/ 77 w 77"/>
                <a:gd name="txB" fmla="*/ 108 h 108"/>
              </a:gdLst>
              <a:ahLst/>
              <a:cxnLst>
                <a:cxn ang="0">
                  <a:pos x="31" y="46"/>
                </a:cxn>
                <a:cxn ang="0">
                  <a:pos x="46" y="15"/>
                </a:cxn>
                <a:cxn ang="0">
                  <a:pos x="62" y="8"/>
                </a:cxn>
                <a:cxn ang="0">
                  <a:pos x="69" y="8"/>
                </a:cxn>
                <a:cxn ang="0">
                  <a:pos x="69" y="15"/>
                </a:cxn>
                <a:cxn ang="0">
                  <a:pos x="69" y="23"/>
                </a:cxn>
                <a:cxn ang="0">
                  <a:pos x="62" y="31"/>
                </a:cxn>
                <a:cxn ang="0">
                  <a:pos x="54" y="46"/>
                </a:cxn>
                <a:cxn ang="0">
                  <a:pos x="23" y="54"/>
                </a:cxn>
                <a:cxn ang="0">
                  <a:pos x="31" y="46"/>
                </a:cxn>
                <a:cxn ang="0">
                  <a:pos x="69" y="77"/>
                </a:cxn>
                <a:cxn ang="0">
                  <a:pos x="54" y="93"/>
                </a:cxn>
                <a:cxn ang="0">
                  <a:pos x="39" y="100"/>
                </a:cxn>
                <a:cxn ang="0">
                  <a:pos x="31" y="93"/>
                </a:cxn>
                <a:cxn ang="0">
                  <a:pos x="23" y="77"/>
                </a:cxn>
                <a:cxn ang="0">
                  <a:pos x="23" y="69"/>
                </a:cxn>
                <a:cxn ang="0">
                  <a:pos x="23" y="62"/>
                </a:cxn>
                <a:cxn ang="0">
                  <a:pos x="31" y="62"/>
                </a:cxn>
                <a:cxn ang="0">
                  <a:pos x="69" y="46"/>
                </a:cxn>
                <a:cxn ang="0">
                  <a:pos x="77" y="15"/>
                </a:cxn>
                <a:cxn ang="0">
                  <a:pos x="77" y="8"/>
                </a:cxn>
                <a:cxn ang="0">
                  <a:pos x="62" y="0"/>
                </a:cxn>
                <a:cxn ang="0">
                  <a:pos x="46" y="8"/>
                </a:cxn>
                <a:cxn ang="0">
                  <a:pos x="23" y="23"/>
                </a:cxn>
                <a:cxn ang="0">
                  <a:pos x="8" y="46"/>
                </a:cxn>
                <a:cxn ang="0">
                  <a:pos x="0" y="77"/>
                </a:cxn>
                <a:cxn ang="0">
                  <a:pos x="8" y="100"/>
                </a:cxn>
                <a:cxn ang="0">
                  <a:pos x="31" y="108"/>
                </a:cxn>
                <a:cxn ang="0">
                  <a:pos x="46" y="108"/>
                </a:cxn>
                <a:cxn ang="0">
                  <a:pos x="62" y="100"/>
                </a:cxn>
                <a:cxn ang="0">
                  <a:pos x="69" y="93"/>
                </a:cxn>
                <a:cxn ang="0">
                  <a:pos x="69" y="85"/>
                </a:cxn>
                <a:cxn ang="0">
                  <a:pos x="69" y="77"/>
                </a:cxn>
              </a:cxnLst>
              <a:rect l="txL" t="txT" r="txR" b="txB"/>
              <a:pathLst>
                <a:path w="77" h="108">
                  <a:moveTo>
                    <a:pt x="31" y="46"/>
                  </a:moveTo>
                  <a:lnTo>
                    <a:pt x="46" y="15"/>
                  </a:lnTo>
                  <a:lnTo>
                    <a:pt x="62" y="8"/>
                  </a:lnTo>
                  <a:lnTo>
                    <a:pt x="69" y="8"/>
                  </a:lnTo>
                  <a:lnTo>
                    <a:pt x="69" y="15"/>
                  </a:lnTo>
                  <a:lnTo>
                    <a:pt x="69" y="23"/>
                  </a:lnTo>
                  <a:lnTo>
                    <a:pt x="62" y="31"/>
                  </a:lnTo>
                  <a:lnTo>
                    <a:pt x="54" y="46"/>
                  </a:lnTo>
                  <a:lnTo>
                    <a:pt x="23" y="54"/>
                  </a:lnTo>
                  <a:lnTo>
                    <a:pt x="31" y="46"/>
                  </a:lnTo>
                  <a:close/>
                  <a:moveTo>
                    <a:pt x="69" y="77"/>
                  </a:moveTo>
                  <a:lnTo>
                    <a:pt x="54" y="93"/>
                  </a:lnTo>
                  <a:lnTo>
                    <a:pt x="39" y="100"/>
                  </a:lnTo>
                  <a:lnTo>
                    <a:pt x="31" y="93"/>
                  </a:lnTo>
                  <a:lnTo>
                    <a:pt x="23" y="77"/>
                  </a:lnTo>
                  <a:lnTo>
                    <a:pt x="23" y="69"/>
                  </a:lnTo>
                  <a:lnTo>
                    <a:pt x="23" y="62"/>
                  </a:lnTo>
                  <a:lnTo>
                    <a:pt x="31" y="62"/>
                  </a:lnTo>
                  <a:lnTo>
                    <a:pt x="69" y="46"/>
                  </a:lnTo>
                  <a:lnTo>
                    <a:pt x="77" y="15"/>
                  </a:lnTo>
                  <a:lnTo>
                    <a:pt x="77" y="8"/>
                  </a:lnTo>
                  <a:lnTo>
                    <a:pt x="62" y="0"/>
                  </a:lnTo>
                  <a:lnTo>
                    <a:pt x="46" y="8"/>
                  </a:lnTo>
                  <a:lnTo>
                    <a:pt x="23" y="23"/>
                  </a:lnTo>
                  <a:lnTo>
                    <a:pt x="8" y="46"/>
                  </a:lnTo>
                  <a:lnTo>
                    <a:pt x="0" y="77"/>
                  </a:lnTo>
                  <a:lnTo>
                    <a:pt x="8" y="100"/>
                  </a:lnTo>
                  <a:lnTo>
                    <a:pt x="31" y="108"/>
                  </a:lnTo>
                  <a:lnTo>
                    <a:pt x="46" y="108"/>
                  </a:lnTo>
                  <a:lnTo>
                    <a:pt x="62" y="100"/>
                  </a:lnTo>
                  <a:lnTo>
                    <a:pt x="69" y="93"/>
                  </a:lnTo>
                  <a:lnTo>
                    <a:pt x="69" y="85"/>
                  </a:lnTo>
                  <a:lnTo>
                    <a:pt x="69" y="7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006" name="Freeform 110"/>
            <p:cNvSpPr/>
            <p:nvPr/>
          </p:nvSpPr>
          <p:spPr>
            <a:xfrm>
              <a:off x="753" y="3391"/>
              <a:ext cx="116" cy="216"/>
            </a:xfrm>
            <a:custGeom>
              <a:avLst/>
              <a:gdLst>
                <a:gd name="txL" fmla="*/ 0 w 116"/>
                <a:gd name="txT" fmla="*/ 0 h 216"/>
                <a:gd name="txR" fmla="*/ 116 w 116"/>
                <a:gd name="txB" fmla="*/ 216 h 216"/>
              </a:gdLst>
              <a:ahLst/>
              <a:cxnLst>
                <a:cxn ang="0">
                  <a:pos x="38" y="69"/>
                </a:cxn>
                <a:cxn ang="0">
                  <a:pos x="54" y="69"/>
                </a:cxn>
                <a:cxn ang="0">
                  <a:pos x="38" y="170"/>
                </a:cxn>
                <a:cxn ang="0">
                  <a:pos x="38" y="178"/>
                </a:cxn>
                <a:cxn ang="0">
                  <a:pos x="31" y="193"/>
                </a:cxn>
                <a:cxn ang="0">
                  <a:pos x="31" y="201"/>
                </a:cxn>
                <a:cxn ang="0">
                  <a:pos x="23" y="209"/>
                </a:cxn>
                <a:cxn ang="0">
                  <a:pos x="15" y="209"/>
                </a:cxn>
                <a:cxn ang="0">
                  <a:pos x="15" y="209"/>
                </a:cxn>
                <a:cxn ang="0">
                  <a:pos x="15" y="201"/>
                </a:cxn>
                <a:cxn ang="0">
                  <a:pos x="15" y="201"/>
                </a:cxn>
                <a:cxn ang="0">
                  <a:pos x="15" y="193"/>
                </a:cxn>
                <a:cxn ang="0">
                  <a:pos x="7" y="193"/>
                </a:cxn>
                <a:cxn ang="0">
                  <a:pos x="0" y="201"/>
                </a:cxn>
                <a:cxn ang="0">
                  <a:pos x="0" y="201"/>
                </a:cxn>
                <a:cxn ang="0">
                  <a:pos x="7" y="209"/>
                </a:cxn>
                <a:cxn ang="0">
                  <a:pos x="15" y="216"/>
                </a:cxn>
                <a:cxn ang="0">
                  <a:pos x="31" y="209"/>
                </a:cxn>
                <a:cxn ang="0">
                  <a:pos x="46" y="193"/>
                </a:cxn>
                <a:cxn ang="0">
                  <a:pos x="61" y="147"/>
                </a:cxn>
                <a:cxn ang="0">
                  <a:pos x="77" y="69"/>
                </a:cxn>
                <a:cxn ang="0">
                  <a:pos x="92" y="69"/>
                </a:cxn>
                <a:cxn ang="0">
                  <a:pos x="100" y="62"/>
                </a:cxn>
                <a:cxn ang="0">
                  <a:pos x="77" y="62"/>
                </a:cxn>
                <a:cxn ang="0">
                  <a:pos x="77" y="46"/>
                </a:cxn>
                <a:cxn ang="0">
                  <a:pos x="85" y="23"/>
                </a:cxn>
                <a:cxn ang="0">
                  <a:pos x="92" y="8"/>
                </a:cxn>
                <a:cxn ang="0">
                  <a:pos x="100" y="0"/>
                </a:cxn>
                <a:cxn ang="0">
                  <a:pos x="100" y="8"/>
                </a:cxn>
                <a:cxn ang="0">
                  <a:pos x="100" y="8"/>
                </a:cxn>
                <a:cxn ang="0">
                  <a:pos x="100" y="8"/>
                </a:cxn>
                <a:cxn ang="0">
                  <a:pos x="100" y="15"/>
                </a:cxn>
                <a:cxn ang="0">
                  <a:pos x="100" y="23"/>
                </a:cxn>
                <a:cxn ang="0">
                  <a:pos x="108" y="23"/>
                </a:cxn>
                <a:cxn ang="0">
                  <a:pos x="116" y="23"/>
                </a:cxn>
                <a:cxn ang="0">
                  <a:pos x="116" y="15"/>
                </a:cxn>
                <a:cxn ang="0">
                  <a:pos x="116" y="8"/>
                </a:cxn>
                <a:cxn ang="0">
                  <a:pos x="100" y="0"/>
                </a:cxn>
                <a:cxn ang="0">
                  <a:pos x="85" y="8"/>
                </a:cxn>
                <a:cxn ang="0">
                  <a:pos x="69" y="23"/>
                </a:cxn>
                <a:cxn ang="0">
                  <a:pos x="61" y="62"/>
                </a:cxn>
                <a:cxn ang="0">
                  <a:pos x="38" y="62"/>
                </a:cxn>
                <a:cxn ang="0">
                  <a:pos x="38" y="69"/>
                </a:cxn>
              </a:cxnLst>
              <a:rect l="txL" t="txT" r="txR" b="txB"/>
              <a:pathLst>
                <a:path w="116" h="216">
                  <a:moveTo>
                    <a:pt x="38" y="69"/>
                  </a:moveTo>
                  <a:lnTo>
                    <a:pt x="54" y="69"/>
                  </a:lnTo>
                  <a:lnTo>
                    <a:pt x="38" y="170"/>
                  </a:lnTo>
                  <a:lnTo>
                    <a:pt x="38" y="178"/>
                  </a:lnTo>
                  <a:lnTo>
                    <a:pt x="31" y="193"/>
                  </a:lnTo>
                  <a:lnTo>
                    <a:pt x="31" y="201"/>
                  </a:lnTo>
                  <a:lnTo>
                    <a:pt x="23" y="209"/>
                  </a:lnTo>
                  <a:lnTo>
                    <a:pt x="15" y="209"/>
                  </a:lnTo>
                  <a:lnTo>
                    <a:pt x="15" y="201"/>
                  </a:lnTo>
                  <a:lnTo>
                    <a:pt x="15" y="193"/>
                  </a:lnTo>
                  <a:lnTo>
                    <a:pt x="7" y="193"/>
                  </a:lnTo>
                  <a:lnTo>
                    <a:pt x="0" y="201"/>
                  </a:lnTo>
                  <a:lnTo>
                    <a:pt x="7" y="209"/>
                  </a:lnTo>
                  <a:lnTo>
                    <a:pt x="15" y="216"/>
                  </a:lnTo>
                  <a:lnTo>
                    <a:pt x="31" y="209"/>
                  </a:lnTo>
                  <a:lnTo>
                    <a:pt x="46" y="193"/>
                  </a:lnTo>
                  <a:lnTo>
                    <a:pt x="61" y="147"/>
                  </a:lnTo>
                  <a:lnTo>
                    <a:pt x="77" y="69"/>
                  </a:lnTo>
                  <a:lnTo>
                    <a:pt x="92" y="69"/>
                  </a:lnTo>
                  <a:lnTo>
                    <a:pt x="100" y="62"/>
                  </a:lnTo>
                  <a:lnTo>
                    <a:pt x="77" y="62"/>
                  </a:lnTo>
                  <a:lnTo>
                    <a:pt x="77" y="46"/>
                  </a:lnTo>
                  <a:lnTo>
                    <a:pt x="85" y="23"/>
                  </a:lnTo>
                  <a:lnTo>
                    <a:pt x="92" y="8"/>
                  </a:lnTo>
                  <a:lnTo>
                    <a:pt x="100" y="0"/>
                  </a:lnTo>
                  <a:lnTo>
                    <a:pt x="100" y="8"/>
                  </a:lnTo>
                  <a:lnTo>
                    <a:pt x="100" y="15"/>
                  </a:lnTo>
                  <a:lnTo>
                    <a:pt x="100" y="23"/>
                  </a:lnTo>
                  <a:lnTo>
                    <a:pt x="108" y="23"/>
                  </a:lnTo>
                  <a:lnTo>
                    <a:pt x="116" y="23"/>
                  </a:lnTo>
                  <a:lnTo>
                    <a:pt x="116" y="15"/>
                  </a:lnTo>
                  <a:lnTo>
                    <a:pt x="116" y="8"/>
                  </a:lnTo>
                  <a:lnTo>
                    <a:pt x="100" y="0"/>
                  </a:lnTo>
                  <a:lnTo>
                    <a:pt x="85" y="8"/>
                  </a:lnTo>
                  <a:lnTo>
                    <a:pt x="69" y="23"/>
                  </a:lnTo>
                  <a:lnTo>
                    <a:pt x="61" y="62"/>
                  </a:lnTo>
                  <a:lnTo>
                    <a:pt x="38" y="62"/>
                  </a:lnTo>
                  <a:lnTo>
                    <a:pt x="38" y="6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007" name="Freeform 111"/>
            <p:cNvSpPr/>
            <p:nvPr/>
          </p:nvSpPr>
          <p:spPr>
            <a:xfrm>
              <a:off x="1178" y="1079"/>
              <a:ext cx="287" cy="1"/>
            </a:xfrm>
            <a:custGeom>
              <a:avLst/>
              <a:gdLst>
                <a:gd name="txL" fmla="*/ 0 w 287"/>
                <a:gd name="txT" fmla="*/ 0 h 1"/>
                <a:gd name="txR" fmla="*/ 287 w 287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287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87" h="1">
                  <a:moveTo>
                    <a:pt x="0" y="0"/>
                  </a:moveTo>
                  <a:lnTo>
                    <a:pt x="28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008" name="Freeform 112"/>
            <p:cNvSpPr/>
            <p:nvPr/>
          </p:nvSpPr>
          <p:spPr>
            <a:xfrm>
              <a:off x="1442" y="1025"/>
              <a:ext cx="154" cy="100"/>
            </a:xfrm>
            <a:custGeom>
              <a:avLst/>
              <a:gdLst>
                <a:gd name="txL" fmla="*/ 0 w 154"/>
                <a:gd name="txT" fmla="*/ 0 h 100"/>
                <a:gd name="txR" fmla="*/ 154 w 154"/>
                <a:gd name="txB" fmla="*/ 100 h 100"/>
              </a:gdLst>
              <a:ahLst/>
              <a:cxnLst>
                <a:cxn ang="0">
                  <a:pos x="0" y="100"/>
                </a:cxn>
                <a:cxn ang="0">
                  <a:pos x="154" y="54"/>
                </a:cxn>
                <a:cxn ang="0">
                  <a:pos x="0" y="0"/>
                </a:cxn>
                <a:cxn ang="0">
                  <a:pos x="0" y="100"/>
                </a:cxn>
                <a:cxn ang="0">
                  <a:pos x="0" y="100"/>
                </a:cxn>
              </a:cxnLst>
              <a:rect l="txL" t="txT" r="txR" b="txB"/>
              <a:pathLst>
                <a:path w="154" h="100">
                  <a:moveTo>
                    <a:pt x="0" y="100"/>
                  </a:moveTo>
                  <a:lnTo>
                    <a:pt x="154" y="54"/>
                  </a:lnTo>
                  <a:lnTo>
                    <a:pt x="0" y="0"/>
                  </a:lnTo>
                  <a:lnTo>
                    <a:pt x="0" y="10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009" name="Freeform 113"/>
            <p:cNvSpPr/>
            <p:nvPr/>
          </p:nvSpPr>
          <p:spPr>
            <a:xfrm>
              <a:off x="3106" y="1079"/>
              <a:ext cx="294" cy="1"/>
            </a:xfrm>
            <a:custGeom>
              <a:avLst/>
              <a:gdLst>
                <a:gd name="txL" fmla="*/ 0 w 294"/>
                <a:gd name="txT" fmla="*/ 0 h 1"/>
                <a:gd name="txR" fmla="*/ 294 w 294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294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94" h="1">
                  <a:moveTo>
                    <a:pt x="0" y="0"/>
                  </a:moveTo>
                  <a:lnTo>
                    <a:pt x="29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010" name="Freeform 114"/>
            <p:cNvSpPr/>
            <p:nvPr/>
          </p:nvSpPr>
          <p:spPr>
            <a:xfrm>
              <a:off x="3370" y="1025"/>
              <a:ext cx="154" cy="100"/>
            </a:xfrm>
            <a:custGeom>
              <a:avLst/>
              <a:gdLst>
                <a:gd name="txL" fmla="*/ 0 w 154"/>
                <a:gd name="txT" fmla="*/ 0 h 100"/>
                <a:gd name="txR" fmla="*/ 154 w 154"/>
                <a:gd name="txB" fmla="*/ 100 h 100"/>
              </a:gdLst>
              <a:ahLst/>
              <a:cxnLst>
                <a:cxn ang="0">
                  <a:pos x="0" y="100"/>
                </a:cxn>
                <a:cxn ang="0">
                  <a:pos x="154" y="54"/>
                </a:cxn>
                <a:cxn ang="0">
                  <a:pos x="0" y="0"/>
                </a:cxn>
                <a:cxn ang="0">
                  <a:pos x="0" y="100"/>
                </a:cxn>
                <a:cxn ang="0">
                  <a:pos x="0" y="100"/>
                </a:cxn>
              </a:cxnLst>
              <a:rect l="txL" t="txT" r="txR" b="txB"/>
              <a:pathLst>
                <a:path w="154" h="100">
                  <a:moveTo>
                    <a:pt x="0" y="100"/>
                  </a:moveTo>
                  <a:lnTo>
                    <a:pt x="154" y="54"/>
                  </a:lnTo>
                  <a:lnTo>
                    <a:pt x="0" y="0"/>
                  </a:lnTo>
                  <a:lnTo>
                    <a:pt x="0" y="10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011" name="Freeform 115"/>
            <p:cNvSpPr/>
            <p:nvPr/>
          </p:nvSpPr>
          <p:spPr>
            <a:xfrm>
              <a:off x="3021" y="1342"/>
              <a:ext cx="1" cy="348"/>
            </a:xfrm>
            <a:custGeom>
              <a:avLst/>
              <a:gdLst>
                <a:gd name="txL" fmla="*/ 0 w 1"/>
                <a:gd name="txT" fmla="*/ 0 h 348"/>
                <a:gd name="txR" fmla="*/ 1 w 1"/>
                <a:gd name="txB" fmla="*/ 348 h 348"/>
              </a:gdLst>
              <a:ahLst/>
              <a:cxnLst>
                <a:cxn ang="0">
                  <a:pos x="0" y="0"/>
                </a:cxn>
                <a:cxn ang="0">
                  <a:pos x="0" y="348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348">
                  <a:moveTo>
                    <a:pt x="0" y="0"/>
                  </a:moveTo>
                  <a:lnTo>
                    <a:pt x="0" y="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012" name="Freeform 116"/>
            <p:cNvSpPr/>
            <p:nvPr/>
          </p:nvSpPr>
          <p:spPr>
            <a:xfrm>
              <a:off x="2982" y="1659"/>
              <a:ext cx="86" cy="186"/>
            </a:xfrm>
            <a:custGeom>
              <a:avLst/>
              <a:gdLst>
                <a:gd name="txL" fmla="*/ 0 w 86"/>
                <a:gd name="txT" fmla="*/ 0 h 186"/>
                <a:gd name="txR" fmla="*/ 86 w 86"/>
                <a:gd name="txB" fmla="*/ 186 h 186"/>
              </a:gdLst>
              <a:ahLst/>
              <a:cxnLst>
                <a:cxn ang="0">
                  <a:pos x="0" y="0"/>
                </a:cxn>
                <a:cxn ang="0">
                  <a:pos x="39" y="186"/>
                </a:cxn>
                <a:cxn ang="0">
                  <a:pos x="86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86" h="186">
                  <a:moveTo>
                    <a:pt x="0" y="0"/>
                  </a:moveTo>
                  <a:lnTo>
                    <a:pt x="39" y="186"/>
                  </a:lnTo>
                  <a:lnTo>
                    <a:pt x="8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013" name="Freeform 117"/>
            <p:cNvSpPr/>
            <p:nvPr/>
          </p:nvSpPr>
          <p:spPr>
            <a:xfrm>
              <a:off x="2053" y="1976"/>
              <a:ext cx="62" cy="363"/>
            </a:xfrm>
            <a:custGeom>
              <a:avLst/>
              <a:gdLst>
                <a:gd name="txL" fmla="*/ 0 w 62"/>
                <a:gd name="txT" fmla="*/ 0 h 363"/>
                <a:gd name="txR" fmla="*/ 62 w 62"/>
                <a:gd name="txB" fmla="*/ 363 h 363"/>
              </a:gdLst>
              <a:ahLst/>
              <a:cxnLst>
                <a:cxn ang="0">
                  <a:pos x="0" y="363"/>
                </a:cxn>
                <a:cxn ang="0">
                  <a:pos x="47" y="278"/>
                </a:cxn>
                <a:cxn ang="0">
                  <a:pos x="62" y="186"/>
                </a:cxn>
                <a:cxn ang="0">
                  <a:pos x="54" y="85"/>
                </a:cxn>
                <a:cxn ang="0">
                  <a:pos x="16" y="0"/>
                </a:cxn>
                <a:cxn ang="0">
                  <a:pos x="16" y="0"/>
                </a:cxn>
                <a:cxn ang="0">
                  <a:pos x="54" y="85"/>
                </a:cxn>
                <a:cxn ang="0">
                  <a:pos x="62" y="186"/>
                </a:cxn>
                <a:cxn ang="0">
                  <a:pos x="47" y="278"/>
                </a:cxn>
                <a:cxn ang="0">
                  <a:pos x="0" y="363"/>
                </a:cxn>
                <a:cxn ang="0">
                  <a:pos x="0" y="363"/>
                </a:cxn>
              </a:cxnLst>
              <a:rect l="txL" t="txT" r="txR" b="txB"/>
              <a:pathLst>
                <a:path w="62" h="363">
                  <a:moveTo>
                    <a:pt x="0" y="363"/>
                  </a:moveTo>
                  <a:lnTo>
                    <a:pt x="47" y="278"/>
                  </a:lnTo>
                  <a:lnTo>
                    <a:pt x="62" y="186"/>
                  </a:lnTo>
                  <a:lnTo>
                    <a:pt x="54" y="85"/>
                  </a:lnTo>
                  <a:lnTo>
                    <a:pt x="16" y="0"/>
                  </a:lnTo>
                  <a:lnTo>
                    <a:pt x="54" y="85"/>
                  </a:lnTo>
                  <a:lnTo>
                    <a:pt x="62" y="186"/>
                  </a:lnTo>
                  <a:lnTo>
                    <a:pt x="47" y="278"/>
                  </a:lnTo>
                  <a:lnTo>
                    <a:pt x="0" y="363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014" name="Freeform 118"/>
            <p:cNvSpPr>
              <a:spLocks noEditPoints="1"/>
            </p:cNvSpPr>
            <p:nvPr/>
          </p:nvSpPr>
          <p:spPr>
            <a:xfrm>
              <a:off x="1744" y="1868"/>
              <a:ext cx="325" cy="108"/>
            </a:xfrm>
            <a:custGeom>
              <a:avLst/>
              <a:gdLst>
                <a:gd name="txL" fmla="*/ 0 w 325"/>
                <a:gd name="txT" fmla="*/ 0 h 108"/>
                <a:gd name="txR" fmla="*/ 325 w 325"/>
                <a:gd name="txB" fmla="*/ 108 h 108"/>
              </a:gdLst>
              <a:ahLst/>
              <a:cxnLst>
                <a:cxn ang="0">
                  <a:pos x="325" y="108"/>
                </a:cxn>
                <a:cxn ang="0">
                  <a:pos x="294" y="69"/>
                </a:cxn>
                <a:cxn ang="0">
                  <a:pos x="255" y="38"/>
                </a:cxn>
                <a:cxn ang="0">
                  <a:pos x="216" y="15"/>
                </a:cxn>
                <a:cxn ang="0">
                  <a:pos x="170" y="0"/>
                </a:cxn>
                <a:cxn ang="0">
                  <a:pos x="123" y="0"/>
                </a:cxn>
                <a:cxn ang="0">
                  <a:pos x="85" y="7"/>
                </a:cxn>
                <a:cxn ang="0">
                  <a:pos x="38" y="23"/>
                </a:cxn>
                <a:cxn ang="0">
                  <a:pos x="0" y="54"/>
                </a:cxn>
                <a:cxn ang="0">
                  <a:pos x="0" y="54"/>
                </a:cxn>
                <a:cxn ang="0">
                  <a:pos x="38" y="23"/>
                </a:cxn>
                <a:cxn ang="0">
                  <a:pos x="85" y="7"/>
                </a:cxn>
                <a:cxn ang="0">
                  <a:pos x="123" y="0"/>
                </a:cxn>
                <a:cxn ang="0">
                  <a:pos x="170" y="0"/>
                </a:cxn>
                <a:cxn ang="0">
                  <a:pos x="216" y="15"/>
                </a:cxn>
                <a:cxn ang="0">
                  <a:pos x="255" y="38"/>
                </a:cxn>
                <a:cxn ang="0">
                  <a:pos x="294" y="69"/>
                </a:cxn>
                <a:cxn ang="0">
                  <a:pos x="325" y="108"/>
                </a:cxn>
                <a:cxn ang="0">
                  <a:pos x="325" y="108"/>
                </a:cxn>
                <a:cxn ang="0">
                  <a:pos x="325" y="108"/>
                </a:cxn>
                <a:cxn ang="0">
                  <a:pos x="325" y="108"/>
                </a:cxn>
                <a:cxn ang="0">
                  <a:pos x="325" y="108"/>
                </a:cxn>
              </a:cxnLst>
              <a:rect l="txL" t="txT" r="txR" b="txB"/>
              <a:pathLst>
                <a:path w="325" h="108">
                  <a:moveTo>
                    <a:pt x="325" y="108"/>
                  </a:moveTo>
                  <a:lnTo>
                    <a:pt x="294" y="69"/>
                  </a:lnTo>
                  <a:lnTo>
                    <a:pt x="255" y="38"/>
                  </a:lnTo>
                  <a:lnTo>
                    <a:pt x="216" y="15"/>
                  </a:lnTo>
                  <a:lnTo>
                    <a:pt x="170" y="0"/>
                  </a:lnTo>
                  <a:lnTo>
                    <a:pt x="123" y="0"/>
                  </a:lnTo>
                  <a:lnTo>
                    <a:pt x="85" y="7"/>
                  </a:lnTo>
                  <a:lnTo>
                    <a:pt x="38" y="23"/>
                  </a:lnTo>
                  <a:lnTo>
                    <a:pt x="0" y="54"/>
                  </a:lnTo>
                  <a:lnTo>
                    <a:pt x="38" y="23"/>
                  </a:lnTo>
                  <a:lnTo>
                    <a:pt x="85" y="7"/>
                  </a:lnTo>
                  <a:lnTo>
                    <a:pt x="123" y="0"/>
                  </a:lnTo>
                  <a:lnTo>
                    <a:pt x="170" y="0"/>
                  </a:lnTo>
                  <a:lnTo>
                    <a:pt x="216" y="15"/>
                  </a:lnTo>
                  <a:lnTo>
                    <a:pt x="255" y="38"/>
                  </a:lnTo>
                  <a:lnTo>
                    <a:pt x="294" y="69"/>
                  </a:lnTo>
                  <a:lnTo>
                    <a:pt x="325" y="108"/>
                  </a:lnTo>
                  <a:close/>
                  <a:moveTo>
                    <a:pt x="325" y="108"/>
                  </a:moveTo>
                  <a:lnTo>
                    <a:pt x="325" y="10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015" name="Freeform 119"/>
            <p:cNvSpPr>
              <a:spLocks noEditPoints="1"/>
            </p:cNvSpPr>
            <p:nvPr/>
          </p:nvSpPr>
          <p:spPr>
            <a:xfrm>
              <a:off x="1658" y="1922"/>
              <a:ext cx="86" cy="301"/>
            </a:xfrm>
            <a:custGeom>
              <a:avLst/>
              <a:gdLst>
                <a:gd name="txL" fmla="*/ 0 w 86"/>
                <a:gd name="txT" fmla="*/ 0 h 301"/>
                <a:gd name="txR" fmla="*/ 86 w 86"/>
                <a:gd name="txB" fmla="*/ 301 h 301"/>
              </a:gdLst>
              <a:ahLst/>
              <a:cxnLst>
                <a:cxn ang="0">
                  <a:pos x="86" y="0"/>
                </a:cxn>
                <a:cxn ang="0">
                  <a:pos x="39" y="62"/>
                </a:cxn>
                <a:cxn ang="0">
                  <a:pos x="8" y="139"/>
                </a:cxn>
                <a:cxn ang="0">
                  <a:pos x="0" y="216"/>
                </a:cxn>
                <a:cxn ang="0">
                  <a:pos x="8" y="301"/>
                </a:cxn>
                <a:cxn ang="0">
                  <a:pos x="8" y="301"/>
                </a:cxn>
                <a:cxn ang="0">
                  <a:pos x="0" y="216"/>
                </a:cxn>
                <a:cxn ang="0">
                  <a:pos x="8" y="139"/>
                </a:cxn>
                <a:cxn ang="0">
                  <a:pos x="39" y="62"/>
                </a:cxn>
                <a:cxn ang="0">
                  <a:pos x="86" y="0"/>
                </a:cxn>
                <a:cxn ang="0">
                  <a:pos x="86" y="0"/>
                </a:cxn>
                <a:cxn ang="0">
                  <a:pos x="86" y="0"/>
                </a:cxn>
                <a:cxn ang="0">
                  <a:pos x="86" y="0"/>
                </a:cxn>
                <a:cxn ang="0">
                  <a:pos x="86" y="0"/>
                </a:cxn>
              </a:cxnLst>
              <a:rect l="txL" t="txT" r="txR" b="txB"/>
              <a:pathLst>
                <a:path w="86" h="301">
                  <a:moveTo>
                    <a:pt x="86" y="0"/>
                  </a:moveTo>
                  <a:lnTo>
                    <a:pt x="39" y="62"/>
                  </a:lnTo>
                  <a:lnTo>
                    <a:pt x="8" y="139"/>
                  </a:lnTo>
                  <a:lnTo>
                    <a:pt x="0" y="216"/>
                  </a:lnTo>
                  <a:lnTo>
                    <a:pt x="8" y="301"/>
                  </a:lnTo>
                  <a:lnTo>
                    <a:pt x="0" y="216"/>
                  </a:lnTo>
                  <a:lnTo>
                    <a:pt x="8" y="139"/>
                  </a:lnTo>
                  <a:lnTo>
                    <a:pt x="39" y="62"/>
                  </a:lnTo>
                  <a:lnTo>
                    <a:pt x="86" y="0"/>
                  </a:lnTo>
                  <a:close/>
                  <a:moveTo>
                    <a:pt x="86" y="0"/>
                  </a:moveTo>
                  <a:lnTo>
                    <a:pt x="86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016" name="Freeform 120"/>
            <p:cNvSpPr/>
            <p:nvPr/>
          </p:nvSpPr>
          <p:spPr>
            <a:xfrm>
              <a:off x="1968" y="2277"/>
              <a:ext cx="139" cy="171"/>
            </a:xfrm>
            <a:custGeom>
              <a:avLst/>
              <a:gdLst>
                <a:gd name="txL" fmla="*/ 0 w 139"/>
                <a:gd name="txT" fmla="*/ 0 h 171"/>
                <a:gd name="txR" fmla="*/ 139 w 139"/>
                <a:gd name="txB" fmla="*/ 171 h 171"/>
              </a:gdLst>
              <a:ahLst/>
              <a:cxnLst>
                <a:cxn ang="0">
                  <a:pos x="78" y="0"/>
                </a:cxn>
                <a:cxn ang="0">
                  <a:pos x="0" y="171"/>
                </a:cxn>
                <a:cxn ang="0">
                  <a:pos x="139" y="70"/>
                </a:cxn>
                <a:cxn ang="0">
                  <a:pos x="78" y="0"/>
                </a:cxn>
                <a:cxn ang="0">
                  <a:pos x="78" y="0"/>
                </a:cxn>
              </a:cxnLst>
              <a:rect l="txL" t="txT" r="txR" b="txB"/>
              <a:pathLst>
                <a:path w="139" h="171">
                  <a:moveTo>
                    <a:pt x="78" y="0"/>
                  </a:moveTo>
                  <a:lnTo>
                    <a:pt x="0" y="171"/>
                  </a:lnTo>
                  <a:lnTo>
                    <a:pt x="139" y="70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017" name="Freeform 121"/>
            <p:cNvSpPr/>
            <p:nvPr/>
          </p:nvSpPr>
          <p:spPr>
            <a:xfrm>
              <a:off x="4121" y="1906"/>
              <a:ext cx="61" cy="364"/>
            </a:xfrm>
            <a:custGeom>
              <a:avLst/>
              <a:gdLst>
                <a:gd name="txL" fmla="*/ 0 w 61"/>
                <a:gd name="txT" fmla="*/ 0 h 364"/>
                <a:gd name="txR" fmla="*/ 61 w 61"/>
                <a:gd name="txB" fmla="*/ 364 h 364"/>
              </a:gdLst>
              <a:ahLst/>
              <a:cxnLst>
                <a:cxn ang="0">
                  <a:pos x="0" y="364"/>
                </a:cxn>
                <a:cxn ang="0">
                  <a:pos x="46" y="279"/>
                </a:cxn>
                <a:cxn ang="0">
                  <a:pos x="61" y="186"/>
                </a:cxn>
                <a:cxn ang="0">
                  <a:pos x="54" y="85"/>
                </a:cxn>
                <a:cxn ang="0">
                  <a:pos x="15" y="0"/>
                </a:cxn>
                <a:cxn ang="0">
                  <a:pos x="15" y="0"/>
                </a:cxn>
                <a:cxn ang="0">
                  <a:pos x="54" y="85"/>
                </a:cxn>
                <a:cxn ang="0">
                  <a:pos x="61" y="186"/>
                </a:cxn>
                <a:cxn ang="0">
                  <a:pos x="46" y="279"/>
                </a:cxn>
                <a:cxn ang="0">
                  <a:pos x="0" y="364"/>
                </a:cxn>
                <a:cxn ang="0">
                  <a:pos x="0" y="364"/>
                </a:cxn>
              </a:cxnLst>
              <a:rect l="txL" t="txT" r="txR" b="txB"/>
              <a:pathLst>
                <a:path w="61" h="364">
                  <a:moveTo>
                    <a:pt x="0" y="364"/>
                  </a:moveTo>
                  <a:lnTo>
                    <a:pt x="46" y="279"/>
                  </a:lnTo>
                  <a:lnTo>
                    <a:pt x="61" y="186"/>
                  </a:lnTo>
                  <a:lnTo>
                    <a:pt x="54" y="85"/>
                  </a:lnTo>
                  <a:lnTo>
                    <a:pt x="15" y="0"/>
                  </a:lnTo>
                  <a:lnTo>
                    <a:pt x="54" y="85"/>
                  </a:lnTo>
                  <a:lnTo>
                    <a:pt x="61" y="186"/>
                  </a:lnTo>
                  <a:lnTo>
                    <a:pt x="46" y="279"/>
                  </a:lnTo>
                  <a:lnTo>
                    <a:pt x="0" y="364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018" name="Freeform 122"/>
            <p:cNvSpPr>
              <a:spLocks noEditPoints="1"/>
            </p:cNvSpPr>
            <p:nvPr/>
          </p:nvSpPr>
          <p:spPr>
            <a:xfrm>
              <a:off x="3811" y="1798"/>
              <a:ext cx="325" cy="108"/>
            </a:xfrm>
            <a:custGeom>
              <a:avLst/>
              <a:gdLst>
                <a:gd name="txL" fmla="*/ 0 w 325"/>
                <a:gd name="txT" fmla="*/ 0 h 108"/>
                <a:gd name="txR" fmla="*/ 325 w 325"/>
                <a:gd name="txB" fmla="*/ 108 h 108"/>
              </a:gdLst>
              <a:ahLst/>
              <a:cxnLst>
                <a:cxn ang="0">
                  <a:pos x="325" y="108"/>
                </a:cxn>
                <a:cxn ang="0">
                  <a:pos x="294" y="70"/>
                </a:cxn>
                <a:cxn ang="0">
                  <a:pos x="255" y="39"/>
                </a:cxn>
                <a:cxn ang="0">
                  <a:pos x="217" y="16"/>
                </a:cxn>
                <a:cxn ang="0">
                  <a:pos x="170" y="0"/>
                </a:cxn>
                <a:cxn ang="0">
                  <a:pos x="124" y="0"/>
                </a:cxn>
                <a:cxn ang="0">
                  <a:pos x="85" y="8"/>
                </a:cxn>
                <a:cxn ang="0">
                  <a:pos x="39" y="23"/>
                </a:cxn>
                <a:cxn ang="0">
                  <a:pos x="0" y="54"/>
                </a:cxn>
                <a:cxn ang="0">
                  <a:pos x="0" y="54"/>
                </a:cxn>
                <a:cxn ang="0">
                  <a:pos x="39" y="23"/>
                </a:cxn>
                <a:cxn ang="0">
                  <a:pos x="85" y="8"/>
                </a:cxn>
                <a:cxn ang="0">
                  <a:pos x="124" y="0"/>
                </a:cxn>
                <a:cxn ang="0">
                  <a:pos x="170" y="0"/>
                </a:cxn>
                <a:cxn ang="0">
                  <a:pos x="217" y="16"/>
                </a:cxn>
                <a:cxn ang="0">
                  <a:pos x="255" y="39"/>
                </a:cxn>
                <a:cxn ang="0">
                  <a:pos x="294" y="70"/>
                </a:cxn>
                <a:cxn ang="0">
                  <a:pos x="325" y="108"/>
                </a:cxn>
                <a:cxn ang="0">
                  <a:pos x="325" y="108"/>
                </a:cxn>
                <a:cxn ang="0">
                  <a:pos x="325" y="108"/>
                </a:cxn>
                <a:cxn ang="0">
                  <a:pos x="325" y="108"/>
                </a:cxn>
                <a:cxn ang="0">
                  <a:pos x="325" y="108"/>
                </a:cxn>
              </a:cxnLst>
              <a:rect l="txL" t="txT" r="txR" b="txB"/>
              <a:pathLst>
                <a:path w="325" h="108">
                  <a:moveTo>
                    <a:pt x="325" y="108"/>
                  </a:moveTo>
                  <a:lnTo>
                    <a:pt x="294" y="70"/>
                  </a:lnTo>
                  <a:lnTo>
                    <a:pt x="255" y="39"/>
                  </a:lnTo>
                  <a:lnTo>
                    <a:pt x="217" y="16"/>
                  </a:lnTo>
                  <a:lnTo>
                    <a:pt x="170" y="0"/>
                  </a:lnTo>
                  <a:lnTo>
                    <a:pt x="124" y="0"/>
                  </a:lnTo>
                  <a:lnTo>
                    <a:pt x="85" y="8"/>
                  </a:lnTo>
                  <a:lnTo>
                    <a:pt x="39" y="23"/>
                  </a:lnTo>
                  <a:lnTo>
                    <a:pt x="0" y="54"/>
                  </a:lnTo>
                  <a:lnTo>
                    <a:pt x="39" y="23"/>
                  </a:lnTo>
                  <a:lnTo>
                    <a:pt x="85" y="8"/>
                  </a:lnTo>
                  <a:lnTo>
                    <a:pt x="124" y="0"/>
                  </a:lnTo>
                  <a:lnTo>
                    <a:pt x="170" y="0"/>
                  </a:lnTo>
                  <a:lnTo>
                    <a:pt x="217" y="16"/>
                  </a:lnTo>
                  <a:lnTo>
                    <a:pt x="255" y="39"/>
                  </a:lnTo>
                  <a:lnTo>
                    <a:pt x="294" y="70"/>
                  </a:lnTo>
                  <a:lnTo>
                    <a:pt x="325" y="108"/>
                  </a:lnTo>
                  <a:close/>
                  <a:moveTo>
                    <a:pt x="325" y="108"/>
                  </a:moveTo>
                  <a:lnTo>
                    <a:pt x="325" y="10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019" name="Freeform 123"/>
            <p:cNvSpPr>
              <a:spLocks noEditPoints="1"/>
            </p:cNvSpPr>
            <p:nvPr/>
          </p:nvSpPr>
          <p:spPr>
            <a:xfrm>
              <a:off x="3718" y="1852"/>
              <a:ext cx="93" cy="310"/>
            </a:xfrm>
            <a:custGeom>
              <a:avLst/>
              <a:gdLst>
                <a:gd name="txL" fmla="*/ 0 w 93"/>
                <a:gd name="txT" fmla="*/ 0 h 310"/>
                <a:gd name="txR" fmla="*/ 93 w 93"/>
                <a:gd name="txB" fmla="*/ 310 h 310"/>
              </a:gdLst>
              <a:ahLst/>
              <a:cxnLst>
                <a:cxn ang="0">
                  <a:pos x="93" y="0"/>
                </a:cxn>
                <a:cxn ang="0">
                  <a:pos x="39" y="62"/>
                </a:cxn>
                <a:cxn ang="0">
                  <a:pos x="8" y="139"/>
                </a:cxn>
                <a:cxn ang="0">
                  <a:pos x="0" y="224"/>
                </a:cxn>
                <a:cxn ang="0">
                  <a:pos x="8" y="310"/>
                </a:cxn>
                <a:cxn ang="0">
                  <a:pos x="8" y="310"/>
                </a:cxn>
                <a:cxn ang="0">
                  <a:pos x="0" y="224"/>
                </a:cxn>
                <a:cxn ang="0">
                  <a:pos x="8" y="139"/>
                </a:cxn>
                <a:cxn ang="0">
                  <a:pos x="39" y="62"/>
                </a:cxn>
                <a:cxn ang="0">
                  <a:pos x="93" y="0"/>
                </a:cxn>
                <a:cxn ang="0">
                  <a:pos x="93" y="0"/>
                </a:cxn>
                <a:cxn ang="0">
                  <a:pos x="93" y="0"/>
                </a:cxn>
                <a:cxn ang="0">
                  <a:pos x="93" y="0"/>
                </a:cxn>
                <a:cxn ang="0">
                  <a:pos x="93" y="0"/>
                </a:cxn>
              </a:cxnLst>
              <a:rect l="txL" t="txT" r="txR" b="txB"/>
              <a:pathLst>
                <a:path w="93" h="310">
                  <a:moveTo>
                    <a:pt x="93" y="0"/>
                  </a:moveTo>
                  <a:lnTo>
                    <a:pt x="39" y="62"/>
                  </a:lnTo>
                  <a:lnTo>
                    <a:pt x="8" y="139"/>
                  </a:lnTo>
                  <a:lnTo>
                    <a:pt x="0" y="224"/>
                  </a:lnTo>
                  <a:lnTo>
                    <a:pt x="8" y="310"/>
                  </a:lnTo>
                  <a:lnTo>
                    <a:pt x="0" y="224"/>
                  </a:lnTo>
                  <a:lnTo>
                    <a:pt x="8" y="139"/>
                  </a:lnTo>
                  <a:lnTo>
                    <a:pt x="39" y="62"/>
                  </a:lnTo>
                  <a:lnTo>
                    <a:pt x="93" y="0"/>
                  </a:lnTo>
                  <a:close/>
                  <a:moveTo>
                    <a:pt x="93" y="0"/>
                  </a:moveTo>
                  <a:lnTo>
                    <a:pt x="93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020" name="Freeform 124"/>
            <p:cNvSpPr/>
            <p:nvPr/>
          </p:nvSpPr>
          <p:spPr>
            <a:xfrm>
              <a:off x="4035" y="2208"/>
              <a:ext cx="140" cy="170"/>
            </a:xfrm>
            <a:custGeom>
              <a:avLst/>
              <a:gdLst>
                <a:gd name="txL" fmla="*/ 0 w 140"/>
                <a:gd name="txT" fmla="*/ 0 h 170"/>
                <a:gd name="txR" fmla="*/ 140 w 140"/>
                <a:gd name="txB" fmla="*/ 170 h 170"/>
              </a:gdLst>
              <a:ahLst/>
              <a:cxnLst>
                <a:cxn ang="0">
                  <a:pos x="78" y="0"/>
                </a:cxn>
                <a:cxn ang="0">
                  <a:pos x="0" y="170"/>
                </a:cxn>
                <a:cxn ang="0">
                  <a:pos x="140" y="69"/>
                </a:cxn>
                <a:cxn ang="0">
                  <a:pos x="78" y="0"/>
                </a:cxn>
                <a:cxn ang="0">
                  <a:pos x="78" y="0"/>
                </a:cxn>
              </a:cxnLst>
              <a:rect l="txL" t="txT" r="txR" b="txB"/>
              <a:pathLst>
                <a:path w="140" h="170">
                  <a:moveTo>
                    <a:pt x="78" y="0"/>
                  </a:moveTo>
                  <a:lnTo>
                    <a:pt x="0" y="170"/>
                  </a:lnTo>
                  <a:lnTo>
                    <a:pt x="140" y="69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7892" name="Group 129"/>
          <p:cNvGrpSpPr/>
          <p:nvPr/>
        </p:nvGrpSpPr>
        <p:grpSpPr>
          <a:xfrm>
            <a:off x="4856163" y="4352925"/>
            <a:ext cx="4464050" cy="1798638"/>
            <a:chOff x="2744" y="2595"/>
            <a:chExt cx="2812" cy="1133"/>
          </a:xfrm>
        </p:grpSpPr>
        <p:sp>
          <p:nvSpPr>
            <p:cNvPr id="37900" name="Text Box 125"/>
            <p:cNvSpPr txBox="1"/>
            <p:nvPr/>
          </p:nvSpPr>
          <p:spPr>
            <a:xfrm>
              <a:off x="2744" y="2614"/>
              <a:ext cx="2812" cy="111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rgbClr val="0000E1"/>
                  </a:solidFill>
                  <a:cs typeface="Arial" panose="020B0604020202020204" pitchFamily="34" charset="0"/>
                </a:rPr>
                <a:t>网孔</a:t>
              </a:r>
              <a:r>
                <a:rPr lang="en-US" altLang="zh-CN" sz="1800" dirty="0">
                  <a:solidFill>
                    <a:srgbClr val="0000E1"/>
                  </a:solidFill>
                  <a:cs typeface="Arial" panose="020B0604020202020204" pitchFamily="34" charset="0"/>
                </a:rPr>
                <a:t> 1</a:t>
              </a:r>
              <a:r>
                <a:rPr lang="en-US" altLang="zh-CN" sz="1800" dirty="0">
                  <a:cs typeface="Arial" panose="020B0604020202020204" pitchFamily="34" charset="0"/>
                </a:rPr>
                <a:t>,</a:t>
              </a: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zh-CN" sz="2000" dirty="0">
                <a:cs typeface="Arial" panose="020B0604020202020204" pitchFamily="34" charset="0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rgbClr val="0000E1"/>
                  </a:solidFill>
                  <a:cs typeface="Arial" panose="020B0604020202020204" pitchFamily="34" charset="0"/>
                </a:rPr>
                <a:t>网孔</a:t>
              </a:r>
              <a:r>
                <a:rPr lang="en-US" altLang="zh-CN" sz="1800" dirty="0">
                  <a:solidFill>
                    <a:srgbClr val="0000E1"/>
                  </a:solidFill>
                  <a:cs typeface="Arial" panose="020B0604020202020204" pitchFamily="34" charset="0"/>
                </a:rPr>
                <a:t> 2</a:t>
              </a:r>
              <a:r>
                <a:rPr lang="en-US" altLang="zh-CN" sz="1800" dirty="0">
                  <a:cs typeface="Arial" panose="020B0604020202020204" pitchFamily="34" charset="0"/>
                </a:rPr>
                <a:t> ,</a:t>
              </a: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zh-CN" sz="2000" dirty="0">
                <a:ea typeface="Arial" panose="020B0604020202020204" pitchFamily="34" charset="0"/>
              </a:endParaRPr>
            </a:p>
          </p:txBody>
        </p:sp>
        <p:graphicFrame>
          <p:nvGraphicFramePr>
            <p:cNvPr id="37901" name="Object 127"/>
            <p:cNvGraphicFramePr>
              <a:graphicFrameLocks noChangeAspect="1"/>
            </p:cNvGraphicFramePr>
            <p:nvPr/>
          </p:nvGraphicFramePr>
          <p:xfrm>
            <a:off x="3358" y="2595"/>
            <a:ext cx="1678" cy="248"/>
          </p:xfrm>
          <a:graphic>
            <a:graphicData uri="http://schemas.openxmlformats.org/presentationml/2006/ole">
              <p:oleObj spid="_x0000_s12297" r:id="rId3" imgW="1549400" imgH="228600" progId="">
                <p:embed/>
              </p:oleObj>
            </a:graphicData>
          </a:graphic>
        </p:graphicFrame>
        <p:graphicFrame>
          <p:nvGraphicFramePr>
            <p:cNvPr id="37902" name="Object 128"/>
            <p:cNvGraphicFramePr>
              <a:graphicFrameLocks noChangeAspect="1"/>
            </p:cNvGraphicFramePr>
            <p:nvPr/>
          </p:nvGraphicFramePr>
          <p:xfrm>
            <a:off x="3475" y="3144"/>
            <a:ext cx="1566" cy="250"/>
          </p:xfrm>
          <a:graphic>
            <a:graphicData uri="http://schemas.openxmlformats.org/presentationml/2006/ole">
              <p:oleObj spid="_x0000_s12298" r:id="rId4" imgW="1586811" imgH="253890" progId="">
                <p:embed/>
              </p:oleObj>
            </a:graphicData>
          </a:graphic>
        </p:graphicFrame>
      </p:grpSp>
      <p:sp>
        <p:nvSpPr>
          <p:cNvPr id="37893" name="Text Box 130"/>
          <p:cNvSpPr txBox="1"/>
          <p:nvPr/>
        </p:nvSpPr>
        <p:spPr>
          <a:xfrm>
            <a:off x="1912938" y="3408363"/>
            <a:ext cx="4287837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Monotype Corsiva" panose="03010101010201010101" pitchFamily="66" charset="0"/>
                <a:cs typeface="Arial" panose="020B0604020202020204" pitchFamily="34" charset="0"/>
              </a:rPr>
              <a:t>i</a:t>
            </a:r>
            <a:r>
              <a:rPr lang="en-US" altLang="zh-CN" sz="2000" b="1" dirty="0">
                <a:solidFill>
                  <a:srgbClr val="0000FF"/>
                </a:solidFill>
                <a:latin typeface="Monotype Corsiva" panose="03010101010201010101" pitchFamily="66" charset="0"/>
                <a:cs typeface="Arial" panose="020B0604020202020204" pitchFamily="34" charset="0"/>
              </a:rPr>
              <a:t> </a:t>
            </a:r>
            <a:r>
              <a:rPr lang="zh-CN" altLang="en-US" sz="2000" b="1" dirty="0">
                <a:solidFill>
                  <a:srgbClr val="0000FF"/>
                </a:solidFill>
                <a:latin typeface="Monotype Corsiva" panose="03010101010201010101" pitchFamily="66" charset="0"/>
                <a:cs typeface="Arial" panose="020B0604020202020204" pitchFamily="34" charset="0"/>
              </a:rPr>
              <a:t>表示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网孔电流</a:t>
            </a:r>
            <a:r>
              <a:rPr lang="zh-CN" altLang="en-US" sz="2000" b="1" dirty="0">
                <a:latin typeface="Times New Roman" panose="02020603050405020304" pitchFamily="18" charset="0"/>
                <a:cs typeface="Arial" panose="020B0604020202020204" pitchFamily="34" charset="0"/>
              </a:rPr>
              <a:t>，用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表示支路电流。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grpSp>
        <p:nvGrpSpPr>
          <p:cNvPr id="37894" name="Group 133"/>
          <p:cNvGrpSpPr/>
          <p:nvPr/>
        </p:nvGrpSpPr>
        <p:grpSpPr>
          <a:xfrm>
            <a:off x="376238" y="730250"/>
            <a:ext cx="8208962" cy="1963738"/>
            <a:chOff x="324" y="1228"/>
            <a:chExt cx="5171" cy="1237"/>
          </a:xfrm>
        </p:grpSpPr>
        <p:sp>
          <p:nvSpPr>
            <p:cNvPr id="37898" name="Text Box 4"/>
            <p:cNvSpPr txBox="1"/>
            <p:nvPr/>
          </p:nvSpPr>
          <p:spPr>
            <a:xfrm>
              <a:off x="324" y="1228"/>
              <a:ext cx="5171" cy="1237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latin typeface="Arial Black" panose="020B0A04020102020204" pitchFamily="34" charset="0"/>
                  <a:cs typeface="Arial" panose="020B0604020202020204" pitchFamily="34" charset="0"/>
                </a:rPr>
                <a:t>确定网孔电流的步骤</a:t>
              </a:r>
              <a:r>
                <a:rPr lang="en-US" altLang="zh-CN" sz="2000" dirty="0">
                  <a:latin typeface="Arial Black" panose="020B0A04020102020204" pitchFamily="34" charset="0"/>
                  <a:cs typeface="Arial" panose="020B0604020202020204" pitchFamily="34" charset="0"/>
                </a:rPr>
                <a:t>:</a:t>
              </a:r>
            </a:p>
            <a:p>
              <a:pPr marL="0" lvl="0" indent="0" eaLnBrk="1" hangingPunct="1"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cs typeface="Arial" panose="020B0604020202020204" pitchFamily="34" charset="0"/>
                </a:rPr>
                <a:t>        </a:t>
              </a:r>
              <a:r>
                <a:rPr lang="en-US" altLang="zh-CN" sz="2000" b="1" dirty="0">
                  <a:cs typeface="Arial" panose="020B0604020202020204" pitchFamily="34" charset="0"/>
                </a:rPr>
                <a:t>1. </a:t>
              </a:r>
              <a:r>
                <a:rPr lang="zh-CN" altLang="en-US" sz="2000" b="1" dirty="0">
                  <a:cs typeface="Arial" panose="020B0604020202020204" pitchFamily="34" charset="0"/>
                </a:rPr>
                <a:t>定义各个网孔的</a:t>
              </a:r>
              <a:r>
                <a:rPr lang="zh-CN" altLang="en-US" sz="2000" b="1" dirty="0">
                  <a:solidFill>
                    <a:srgbClr val="FF0000"/>
                  </a:solidFill>
                  <a:cs typeface="Arial" panose="020B0604020202020204" pitchFamily="34" charset="0"/>
                </a:rPr>
                <a:t>网孔电流</a:t>
              </a:r>
              <a:r>
                <a:rPr lang="zh-CN" altLang="en-US" sz="2000" b="1" dirty="0">
                  <a:cs typeface="Arial" panose="020B0604020202020204" pitchFamily="34" charset="0"/>
                </a:rPr>
                <a:t> </a:t>
              </a:r>
              <a:endParaRPr lang="en-US" altLang="zh-CN" sz="2000" b="1" dirty="0">
                <a:cs typeface="Arial" panose="020B0604020202020204" pitchFamily="34" charset="0"/>
              </a:endParaRPr>
            </a:p>
            <a:p>
              <a:pPr marL="0" lvl="0" indent="0" eaLnBrk="1" hangingPunct="1"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cs typeface="Arial" panose="020B0604020202020204" pitchFamily="34" charset="0"/>
                </a:rPr>
                <a:t>        2.  </a:t>
              </a:r>
              <a:r>
                <a:rPr lang="zh-CN" altLang="en-US" sz="2000" b="1" dirty="0">
                  <a:cs typeface="Arial" panose="020B0604020202020204" pitchFamily="34" charset="0"/>
                </a:rPr>
                <a:t>应用</a:t>
              </a:r>
              <a:r>
                <a:rPr lang="zh-CN" altLang="en-US" sz="2000" b="1" dirty="0">
                  <a:solidFill>
                    <a:srgbClr val="FF0000"/>
                  </a:solidFill>
                  <a:cs typeface="Arial" panose="020B0604020202020204" pitchFamily="34" charset="0"/>
                </a:rPr>
                <a:t>基尔霍夫电压定律</a:t>
              </a:r>
              <a:r>
                <a:rPr lang="en-US" altLang="zh-CN" sz="2000" b="1" dirty="0">
                  <a:solidFill>
                    <a:srgbClr val="FF0000"/>
                  </a:solidFill>
                  <a:cs typeface="Arial" panose="020B0604020202020204" pitchFamily="34" charset="0"/>
                </a:rPr>
                <a:t> </a:t>
              </a:r>
              <a:r>
                <a:rPr lang="zh-CN" altLang="en-US" sz="2000" b="1" dirty="0">
                  <a:cs typeface="Arial" panose="020B0604020202020204" pitchFamily="34" charset="0"/>
                </a:rPr>
                <a:t>于</a:t>
              </a:r>
              <a:r>
                <a:rPr lang="en-US" altLang="zh-CN" sz="2400" b="1" dirty="0">
                  <a:latin typeface="Monotype Corsiva" panose="03010101010201010101" pitchFamily="66" charset="0"/>
                  <a:cs typeface="Arial" panose="020B0604020202020204" pitchFamily="34" charset="0"/>
                </a:rPr>
                <a:t>n</a:t>
              </a:r>
              <a:r>
                <a:rPr lang="en-US" altLang="zh-CN" sz="2000" b="1" dirty="0">
                  <a:cs typeface="Arial" panose="020B0604020202020204" pitchFamily="34" charset="0"/>
                </a:rPr>
                <a:t> </a:t>
              </a:r>
              <a:r>
                <a:rPr lang="zh-CN" altLang="en-US" sz="2000" b="1" dirty="0">
                  <a:cs typeface="Arial" panose="020B0604020202020204" pitchFamily="34" charset="0"/>
                </a:rPr>
                <a:t>个网孔。</a:t>
              </a:r>
              <a:r>
                <a:rPr lang="zh-CN" altLang="en-US" sz="2000" b="1" dirty="0">
                  <a:latin typeface="Arial Black" panose="020B0A04020102020204" pitchFamily="34" charset="0"/>
                  <a:cs typeface="Arial" panose="020B0604020202020204" pitchFamily="34" charset="0"/>
                </a:rPr>
                <a:t>用欧姆定律以网孔电流来表示各个电压。</a:t>
              </a:r>
              <a:endParaRPr lang="en-US" altLang="zh-CN" sz="2000" b="1" dirty="0">
                <a:cs typeface="Arial" panose="020B0604020202020204" pitchFamily="34" charset="0"/>
              </a:endParaRPr>
            </a:p>
            <a:p>
              <a:pPr marL="0" lvl="0" indent="0" eaLnBrk="1" hangingPunct="1"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cs typeface="Arial" panose="020B0604020202020204" pitchFamily="34" charset="0"/>
                </a:rPr>
                <a:t>        3</a:t>
              </a:r>
              <a:r>
                <a:rPr lang="zh-CN" altLang="en-US" sz="2000" b="1" dirty="0">
                  <a:cs typeface="Arial" panose="020B0604020202020204" pitchFamily="34" charset="0"/>
                </a:rPr>
                <a:t>求解</a:t>
              </a:r>
              <a:r>
                <a:rPr lang="en-US" altLang="zh-CN" sz="2400" b="1" dirty="0">
                  <a:latin typeface="Monotype Corsiva" panose="03010101010201010101" pitchFamily="66" charset="0"/>
                  <a:cs typeface="Arial" panose="020B0604020202020204" pitchFamily="34" charset="0"/>
                </a:rPr>
                <a:t>n</a:t>
              </a:r>
              <a:r>
                <a:rPr lang="en-US" altLang="zh-CN" sz="2000" b="1" dirty="0">
                  <a:cs typeface="Arial" panose="020B0604020202020204" pitchFamily="34" charset="0"/>
                </a:rPr>
                <a:t> </a:t>
              </a:r>
              <a:r>
                <a:rPr lang="zh-CN" altLang="en-US" sz="2000" b="1" dirty="0">
                  <a:cs typeface="Arial" panose="020B0604020202020204" pitchFamily="34" charset="0"/>
                </a:rPr>
                <a:t>个联立方程得到网孔电流</a:t>
              </a:r>
              <a:r>
                <a:rPr lang="en-US" altLang="zh-CN" sz="2000" b="1" dirty="0">
                  <a:cs typeface="Arial" panose="020B0604020202020204" pitchFamily="34" charset="0"/>
                </a:rPr>
                <a:t>.</a:t>
              </a:r>
              <a:r>
                <a:rPr lang="zh-CN" altLang="en-US" sz="2000" b="1" dirty="0">
                  <a:cs typeface="Arial" panose="020B0604020202020204" pitchFamily="34" charset="0"/>
                </a:rPr>
                <a:t>。</a:t>
              </a:r>
              <a:endParaRPr lang="en-US" altLang="zh-CN" sz="2000" b="1" dirty="0">
                <a:ea typeface="Arial" panose="020B0604020202020204" pitchFamily="34" charset="0"/>
              </a:endParaRPr>
            </a:p>
          </p:txBody>
        </p:sp>
        <p:graphicFrame>
          <p:nvGraphicFramePr>
            <p:cNvPr id="37899" name="Object 132"/>
            <p:cNvGraphicFramePr>
              <a:graphicFrameLocks noChangeAspect="1"/>
            </p:cNvGraphicFramePr>
            <p:nvPr/>
          </p:nvGraphicFramePr>
          <p:xfrm>
            <a:off x="2717" y="1469"/>
            <a:ext cx="590" cy="236"/>
          </p:xfrm>
          <a:graphic>
            <a:graphicData uri="http://schemas.openxmlformats.org/presentationml/2006/ole">
              <p:oleObj spid="_x0000_s12299" r:id="rId5" imgW="571252" imgH="228501" progId="">
                <p:embed/>
              </p:oleObj>
            </a:graphicData>
          </a:graphic>
        </p:graphicFrame>
      </p:grpSp>
      <p:sp>
        <p:nvSpPr>
          <p:cNvPr id="37895" name="Text Box 134"/>
          <p:cNvSpPr txBox="1"/>
          <p:nvPr/>
        </p:nvSpPr>
        <p:spPr>
          <a:xfrm>
            <a:off x="4748213" y="6049963"/>
            <a:ext cx="3889375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cs typeface="Arial" panose="020B0604020202020204" pitchFamily="34" charset="0"/>
              </a:rPr>
              <a:t>2 </a:t>
            </a:r>
            <a:r>
              <a:rPr lang="zh-CN" altLang="en-US" sz="1800" b="1" dirty="0">
                <a:cs typeface="Arial" panose="020B0604020202020204" pitchFamily="34" charset="0"/>
              </a:rPr>
              <a:t>个方程，</a:t>
            </a:r>
            <a:r>
              <a:rPr lang="en-US" altLang="zh-CN" sz="1800" b="1" dirty="0">
                <a:cs typeface="Arial" panose="020B0604020202020204" pitchFamily="34" charset="0"/>
              </a:rPr>
              <a:t>2</a:t>
            </a:r>
            <a:r>
              <a:rPr lang="zh-CN" altLang="en-US" sz="1800" b="1" dirty="0">
                <a:cs typeface="Arial" panose="020B0604020202020204" pitchFamily="34" charset="0"/>
              </a:rPr>
              <a:t>个未知数（      ），可解！</a:t>
            </a:r>
            <a:endParaRPr lang="zh-CN" altLang="en-US" sz="1800" b="1" dirty="0">
              <a:ea typeface="Arial" panose="020B0604020202020204" pitchFamily="34" charset="0"/>
            </a:endParaRPr>
          </a:p>
        </p:txBody>
      </p:sp>
      <p:graphicFrame>
        <p:nvGraphicFramePr>
          <p:cNvPr id="37896" name="Object 135"/>
          <p:cNvGraphicFramePr>
            <a:graphicFrameLocks noChangeAspect="1"/>
          </p:cNvGraphicFramePr>
          <p:nvPr/>
        </p:nvGraphicFramePr>
        <p:xfrm>
          <a:off x="7215188" y="6035675"/>
          <a:ext cx="431800" cy="349250"/>
        </p:xfrm>
        <a:graphic>
          <a:graphicData uri="http://schemas.openxmlformats.org/presentationml/2006/ole">
            <p:oleObj spid="_x0000_s12300" r:id="rId6" imgW="266353" imgH="215619" progId="">
              <p:embed/>
            </p:oleObj>
          </a:graphicData>
        </a:graphic>
      </p:graphicFrame>
      <p:sp>
        <p:nvSpPr>
          <p:cNvPr id="37897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baseline="0" dirty="0">
                <a:latin typeface="Arial Black" panose="020B0A04020102020204" pitchFamily="34" charset="0"/>
                <a:cs typeface="Arial" panose="020B0604020202020204" pitchFamily="34" charset="0"/>
              </a:rPr>
              <a:pPr lvl="0" algn="r" eaLnBrk="1" hangingPunct="1">
                <a:buNone/>
              </a:pPr>
              <a:t>30</a:t>
            </a:fld>
            <a:endParaRPr lang="en-US" altLang="zh-CN" sz="1200" baseline="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4"/>
          <p:cNvSpPr txBox="1"/>
          <p:nvPr/>
        </p:nvSpPr>
        <p:spPr>
          <a:xfrm>
            <a:off x="468313" y="476250"/>
            <a:ext cx="4248150" cy="2914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FF0000"/>
                </a:solidFill>
                <a:cs typeface="Arial" panose="020B0604020202020204" pitchFamily="34" charset="0"/>
              </a:rPr>
              <a:t>举例</a:t>
            </a:r>
            <a:r>
              <a:rPr lang="en-US" altLang="zh-CN" sz="2000" b="1" dirty="0">
                <a:solidFill>
                  <a:srgbClr val="FF0000"/>
                </a:solidFill>
                <a:cs typeface="Arial" panose="020B0604020202020204" pitchFamily="34" charset="0"/>
              </a:rPr>
              <a:t> </a:t>
            </a:r>
            <a:r>
              <a:rPr lang="zh-CN" altLang="en-US" sz="2000" b="1" dirty="0">
                <a:solidFill>
                  <a:srgbClr val="FF0000"/>
                </a:solidFill>
                <a:cs typeface="Arial" panose="020B0604020202020204" pitchFamily="34" charset="0"/>
              </a:rPr>
              <a:t>例</a:t>
            </a:r>
            <a:r>
              <a:rPr lang="en-US" altLang="zh-CN" sz="2000" b="1" dirty="0">
                <a:solidFill>
                  <a:srgbClr val="FF0000"/>
                </a:solidFill>
                <a:cs typeface="Arial" panose="020B0604020202020204" pitchFamily="34" charset="0"/>
              </a:rPr>
              <a:t>3-5</a:t>
            </a:r>
            <a:r>
              <a:rPr lang="zh-CN" altLang="en-US" sz="2000" b="1" dirty="0">
                <a:solidFill>
                  <a:schemeClr val="folHlink"/>
                </a:solidFill>
                <a:cs typeface="Arial" panose="020B0604020202020204" pitchFamily="34" charset="0"/>
              </a:rPr>
              <a:t>（堂练）</a:t>
            </a:r>
            <a:endParaRPr lang="zh-CN" altLang="en-US" sz="2000" b="1" dirty="0">
              <a:solidFill>
                <a:schemeClr val="folHlink"/>
              </a:solidFill>
              <a:ea typeface="Arial" panose="020B0604020202020204" pitchFamily="34" charset="0"/>
            </a:endParaRPr>
          </a:p>
        </p:txBody>
      </p:sp>
      <p:grpSp>
        <p:nvGrpSpPr>
          <p:cNvPr id="38915" name="Group 5"/>
          <p:cNvGrpSpPr>
            <a:grpSpLocks noChangeAspect="1"/>
          </p:cNvGrpSpPr>
          <p:nvPr/>
        </p:nvGrpSpPr>
        <p:grpSpPr>
          <a:xfrm>
            <a:off x="2339975" y="2636838"/>
            <a:ext cx="3551238" cy="2420937"/>
            <a:chOff x="812" y="723"/>
            <a:chExt cx="4112" cy="2891"/>
          </a:xfrm>
        </p:grpSpPr>
        <p:sp>
          <p:nvSpPr>
            <p:cNvPr id="38923" name="Freeform 6"/>
            <p:cNvSpPr>
              <a:spLocks noChangeAspect="1"/>
            </p:cNvSpPr>
            <p:nvPr/>
          </p:nvSpPr>
          <p:spPr>
            <a:xfrm>
              <a:off x="2951" y="1144"/>
              <a:ext cx="1" cy="2469"/>
            </a:xfrm>
            <a:custGeom>
              <a:avLst/>
              <a:gdLst>
                <a:gd name="txL" fmla="*/ 0 w 1"/>
                <a:gd name="txT" fmla="*/ 0 h 2469"/>
                <a:gd name="txR" fmla="*/ 1 w 1"/>
                <a:gd name="txB" fmla="*/ 2469 h 2469"/>
              </a:gdLst>
              <a:ahLst/>
              <a:cxnLst>
                <a:cxn ang="0">
                  <a:pos x="0" y="2469"/>
                </a:cxn>
                <a:cxn ang="0">
                  <a:pos x="0" y="0"/>
                </a:cxn>
                <a:cxn ang="0">
                  <a:pos x="0" y="2469"/>
                </a:cxn>
                <a:cxn ang="0">
                  <a:pos x="0" y="2469"/>
                </a:cxn>
              </a:cxnLst>
              <a:rect l="txL" t="txT" r="txR" b="txB"/>
              <a:pathLst>
                <a:path w="1" h="2469">
                  <a:moveTo>
                    <a:pt x="0" y="2469"/>
                  </a:moveTo>
                  <a:lnTo>
                    <a:pt x="0" y="0"/>
                  </a:lnTo>
                  <a:lnTo>
                    <a:pt x="0" y="246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4" name="Freeform 7"/>
            <p:cNvSpPr>
              <a:spLocks noChangeAspect="1" noEditPoints="1"/>
            </p:cNvSpPr>
            <p:nvPr/>
          </p:nvSpPr>
          <p:spPr>
            <a:xfrm>
              <a:off x="1479" y="1144"/>
              <a:ext cx="1472" cy="1"/>
            </a:xfrm>
            <a:custGeom>
              <a:avLst/>
              <a:gdLst>
                <a:gd name="txL" fmla="*/ 0 w 1472"/>
                <a:gd name="txT" fmla="*/ 0 h 1"/>
                <a:gd name="txR" fmla="*/ 1472 w 1472"/>
                <a:gd name="txB" fmla="*/ 1 h 1"/>
              </a:gdLst>
              <a:ahLst/>
              <a:cxnLst>
                <a:cxn ang="0">
                  <a:pos x="1472" y="0"/>
                </a:cxn>
                <a:cxn ang="0">
                  <a:pos x="0" y="0"/>
                </a:cxn>
                <a:cxn ang="0">
                  <a:pos x="1472" y="0"/>
                </a:cxn>
                <a:cxn ang="0">
                  <a:pos x="1472" y="0"/>
                </a:cxn>
                <a:cxn ang="0">
                  <a:pos x="1472" y="0"/>
                </a:cxn>
                <a:cxn ang="0">
                  <a:pos x="1472" y="0"/>
                </a:cxn>
                <a:cxn ang="0">
                  <a:pos x="1472" y="0"/>
                </a:cxn>
              </a:cxnLst>
              <a:rect l="txL" t="txT" r="txR" b="txB"/>
              <a:pathLst>
                <a:path w="1472" h="1">
                  <a:moveTo>
                    <a:pt x="1472" y="0"/>
                  </a:moveTo>
                  <a:lnTo>
                    <a:pt x="0" y="0"/>
                  </a:lnTo>
                  <a:lnTo>
                    <a:pt x="1472" y="0"/>
                  </a:lnTo>
                  <a:close/>
                  <a:moveTo>
                    <a:pt x="1472" y="0"/>
                  </a:moveTo>
                  <a:lnTo>
                    <a:pt x="1472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5" name="Freeform 8"/>
            <p:cNvSpPr>
              <a:spLocks noChangeAspect="1" noEditPoints="1"/>
            </p:cNvSpPr>
            <p:nvPr/>
          </p:nvSpPr>
          <p:spPr>
            <a:xfrm>
              <a:off x="1479" y="1144"/>
              <a:ext cx="1" cy="2469"/>
            </a:xfrm>
            <a:custGeom>
              <a:avLst/>
              <a:gdLst>
                <a:gd name="txL" fmla="*/ 0 w 1"/>
                <a:gd name="txT" fmla="*/ 0 h 2469"/>
                <a:gd name="txR" fmla="*/ 1 w 1"/>
                <a:gd name="txB" fmla="*/ 2469 h 2469"/>
              </a:gdLst>
              <a:ahLst/>
              <a:cxnLst>
                <a:cxn ang="0">
                  <a:pos x="0" y="0"/>
                </a:cxn>
                <a:cxn ang="0">
                  <a:pos x="0" y="2469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2469">
                  <a:moveTo>
                    <a:pt x="0" y="0"/>
                  </a:moveTo>
                  <a:lnTo>
                    <a:pt x="0" y="2469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6" name="Freeform 9"/>
            <p:cNvSpPr>
              <a:spLocks noChangeAspect="1" noEditPoints="1"/>
            </p:cNvSpPr>
            <p:nvPr/>
          </p:nvSpPr>
          <p:spPr>
            <a:xfrm>
              <a:off x="1479" y="3613"/>
              <a:ext cx="1472" cy="1"/>
            </a:xfrm>
            <a:custGeom>
              <a:avLst/>
              <a:gdLst>
                <a:gd name="txL" fmla="*/ 0 w 1472"/>
                <a:gd name="txT" fmla="*/ 0 h 1"/>
                <a:gd name="txR" fmla="*/ 1472 w 1472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47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472" h="1">
                  <a:moveTo>
                    <a:pt x="0" y="0"/>
                  </a:moveTo>
                  <a:lnTo>
                    <a:pt x="1472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7" name="Freeform 10"/>
            <p:cNvSpPr>
              <a:spLocks noChangeAspect="1"/>
            </p:cNvSpPr>
            <p:nvPr/>
          </p:nvSpPr>
          <p:spPr>
            <a:xfrm>
              <a:off x="2951" y="3613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8" name="Freeform 11"/>
            <p:cNvSpPr>
              <a:spLocks noChangeAspect="1"/>
            </p:cNvSpPr>
            <p:nvPr/>
          </p:nvSpPr>
          <p:spPr>
            <a:xfrm>
              <a:off x="2951" y="3613"/>
              <a:ext cx="1473" cy="1"/>
            </a:xfrm>
            <a:custGeom>
              <a:avLst/>
              <a:gdLst>
                <a:gd name="txL" fmla="*/ 0 w 1473"/>
                <a:gd name="txT" fmla="*/ 0 h 1"/>
                <a:gd name="txR" fmla="*/ 1473 w 1473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473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473" h="1">
                  <a:moveTo>
                    <a:pt x="0" y="0"/>
                  </a:moveTo>
                  <a:lnTo>
                    <a:pt x="147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9" name="Freeform 12"/>
            <p:cNvSpPr>
              <a:spLocks noChangeAspect="1" noEditPoints="1"/>
            </p:cNvSpPr>
            <p:nvPr/>
          </p:nvSpPr>
          <p:spPr>
            <a:xfrm>
              <a:off x="4424" y="1144"/>
              <a:ext cx="1" cy="2469"/>
            </a:xfrm>
            <a:custGeom>
              <a:avLst/>
              <a:gdLst>
                <a:gd name="txL" fmla="*/ 0 w 1"/>
                <a:gd name="txT" fmla="*/ 0 h 2469"/>
                <a:gd name="txR" fmla="*/ 1 w 1"/>
                <a:gd name="txB" fmla="*/ 2469 h 2469"/>
              </a:gdLst>
              <a:ahLst/>
              <a:cxnLst>
                <a:cxn ang="0">
                  <a:pos x="0" y="2469"/>
                </a:cxn>
                <a:cxn ang="0">
                  <a:pos x="0" y="0"/>
                </a:cxn>
                <a:cxn ang="0">
                  <a:pos x="0" y="2469"/>
                </a:cxn>
                <a:cxn ang="0">
                  <a:pos x="0" y="2469"/>
                </a:cxn>
                <a:cxn ang="0">
                  <a:pos x="0" y="2469"/>
                </a:cxn>
                <a:cxn ang="0">
                  <a:pos x="0" y="2469"/>
                </a:cxn>
                <a:cxn ang="0">
                  <a:pos x="0" y="2469"/>
                </a:cxn>
              </a:cxnLst>
              <a:rect l="txL" t="txT" r="txR" b="txB"/>
              <a:pathLst>
                <a:path w="1" h="2469">
                  <a:moveTo>
                    <a:pt x="0" y="2469"/>
                  </a:moveTo>
                  <a:lnTo>
                    <a:pt x="0" y="0"/>
                  </a:lnTo>
                  <a:lnTo>
                    <a:pt x="0" y="2469"/>
                  </a:lnTo>
                  <a:close/>
                  <a:moveTo>
                    <a:pt x="0" y="2469"/>
                  </a:moveTo>
                  <a:lnTo>
                    <a:pt x="0" y="246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0" name="Freeform 13"/>
            <p:cNvSpPr>
              <a:spLocks noChangeAspect="1" noEditPoints="1"/>
            </p:cNvSpPr>
            <p:nvPr/>
          </p:nvSpPr>
          <p:spPr>
            <a:xfrm>
              <a:off x="2951" y="1144"/>
              <a:ext cx="1473" cy="1"/>
            </a:xfrm>
            <a:custGeom>
              <a:avLst/>
              <a:gdLst>
                <a:gd name="txL" fmla="*/ 0 w 1473"/>
                <a:gd name="txT" fmla="*/ 0 h 1"/>
                <a:gd name="txR" fmla="*/ 1473 w 1473"/>
                <a:gd name="txB" fmla="*/ 1 h 1"/>
              </a:gdLst>
              <a:ahLst/>
              <a:cxnLst>
                <a:cxn ang="0">
                  <a:pos x="1473" y="0"/>
                </a:cxn>
                <a:cxn ang="0">
                  <a:pos x="0" y="0"/>
                </a:cxn>
                <a:cxn ang="0">
                  <a:pos x="1473" y="0"/>
                </a:cxn>
                <a:cxn ang="0">
                  <a:pos x="1473" y="0"/>
                </a:cxn>
                <a:cxn ang="0">
                  <a:pos x="1473" y="0"/>
                </a:cxn>
                <a:cxn ang="0">
                  <a:pos x="1473" y="0"/>
                </a:cxn>
                <a:cxn ang="0">
                  <a:pos x="1473" y="0"/>
                </a:cxn>
              </a:cxnLst>
              <a:rect l="txL" t="txT" r="txR" b="txB"/>
              <a:pathLst>
                <a:path w="1473" h="1">
                  <a:moveTo>
                    <a:pt x="1473" y="0"/>
                  </a:moveTo>
                  <a:lnTo>
                    <a:pt x="0" y="0"/>
                  </a:lnTo>
                  <a:lnTo>
                    <a:pt x="1473" y="0"/>
                  </a:lnTo>
                  <a:close/>
                  <a:moveTo>
                    <a:pt x="1473" y="0"/>
                  </a:moveTo>
                  <a:lnTo>
                    <a:pt x="1473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1" name="Freeform 14"/>
            <p:cNvSpPr>
              <a:spLocks noChangeAspect="1"/>
            </p:cNvSpPr>
            <p:nvPr/>
          </p:nvSpPr>
          <p:spPr>
            <a:xfrm>
              <a:off x="1302" y="2202"/>
              <a:ext cx="364" cy="353"/>
            </a:xfrm>
            <a:custGeom>
              <a:avLst/>
              <a:gdLst>
                <a:gd name="txL" fmla="*/ 0 w 364"/>
                <a:gd name="txT" fmla="*/ 0 h 353"/>
                <a:gd name="txR" fmla="*/ 364 w 364"/>
                <a:gd name="txB" fmla="*/ 353 h 353"/>
              </a:gdLst>
              <a:ahLst/>
              <a:cxnLst>
                <a:cxn ang="0">
                  <a:pos x="177" y="353"/>
                </a:cxn>
                <a:cxn ang="0">
                  <a:pos x="246" y="343"/>
                </a:cxn>
                <a:cxn ang="0">
                  <a:pos x="305" y="304"/>
                </a:cxn>
                <a:cxn ang="0">
                  <a:pos x="344" y="245"/>
                </a:cxn>
                <a:cxn ang="0">
                  <a:pos x="364" y="177"/>
                </a:cxn>
                <a:cxn ang="0">
                  <a:pos x="344" y="108"/>
                </a:cxn>
                <a:cxn ang="0">
                  <a:pos x="305" y="49"/>
                </a:cxn>
                <a:cxn ang="0">
                  <a:pos x="246" y="10"/>
                </a:cxn>
                <a:cxn ang="0">
                  <a:pos x="177" y="0"/>
                </a:cxn>
                <a:cxn ang="0">
                  <a:pos x="108" y="10"/>
                </a:cxn>
                <a:cxn ang="0">
                  <a:pos x="49" y="49"/>
                </a:cxn>
                <a:cxn ang="0">
                  <a:pos x="10" y="108"/>
                </a:cxn>
                <a:cxn ang="0">
                  <a:pos x="0" y="177"/>
                </a:cxn>
                <a:cxn ang="0">
                  <a:pos x="10" y="245"/>
                </a:cxn>
                <a:cxn ang="0">
                  <a:pos x="49" y="304"/>
                </a:cxn>
                <a:cxn ang="0">
                  <a:pos x="108" y="343"/>
                </a:cxn>
                <a:cxn ang="0">
                  <a:pos x="177" y="353"/>
                </a:cxn>
                <a:cxn ang="0">
                  <a:pos x="177" y="353"/>
                </a:cxn>
              </a:cxnLst>
              <a:rect l="txL" t="txT" r="txR" b="txB"/>
              <a:pathLst>
                <a:path w="364" h="353">
                  <a:moveTo>
                    <a:pt x="177" y="353"/>
                  </a:moveTo>
                  <a:lnTo>
                    <a:pt x="246" y="343"/>
                  </a:lnTo>
                  <a:lnTo>
                    <a:pt x="305" y="304"/>
                  </a:lnTo>
                  <a:lnTo>
                    <a:pt x="344" y="245"/>
                  </a:lnTo>
                  <a:lnTo>
                    <a:pt x="364" y="177"/>
                  </a:lnTo>
                  <a:lnTo>
                    <a:pt x="344" y="108"/>
                  </a:lnTo>
                  <a:lnTo>
                    <a:pt x="305" y="49"/>
                  </a:lnTo>
                  <a:lnTo>
                    <a:pt x="246" y="10"/>
                  </a:lnTo>
                  <a:lnTo>
                    <a:pt x="177" y="0"/>
                  </a:lnTo>
                  <a:lnTo>
                    <a:pt x="108" y="10"/>
                  </a:lnTo>
                  <a:lnTo>
                    <a:pt x="49" y="49"/>
                  </a:lnTo>
                  <a:lnTo>
                    <a:pt x="10" y="108"/>
                  </a:lnTo>
                  <a:lnTo>
                    <a:pt x="0" y="177"/>
                  </a:lnTo>
                  <a:lnTo>
                    <a:pt x="10" y="245"/>
                  </a:lnTo>
                  <a:lnTo>
                    <a:pt x="49" y="304"/>
                  </a:lnTo>
                  <a:lnTo>
                    <a:pt x="108" y="343"/>
                  </a:lnTo>
                  <a:lnTo>
                    <a:pt x="177" y="353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2" name="Freeform 15"/>
            <p:cNvSpPr>
              <a:spLocks noChangeAspect="1"/>
            </p:cNvSpPr>
            <p:nvPr/>
          </p:nvSpPr>
          <p:spPr>
            <a:xfrm>
              <a:off x="1479" y="2379"/>
              <a:ext cx="187" cy="176"/>
            </a:xfrm>
            <a:custGeom>
              <a:avLst/>
              <a:gdLst>
                <a:gd name="txL" fmla="*/ 0 w 187"/>
                <a:gd name="txT" fmla="*/ 0 h 176"/>
                <a:gd name="txR" fmla="*/ 187 w 187"/>
                <a:gd name="txB" fmla="*/ 176 h 176"/>
              </a:gdLst>
              <a:ahLst/>
              <a:cxnLst>
                <a:cxn ang="0">
                  <a:pos x="0" y="176"/>
                </a:cxn>
                <a:cxn ang="0">
                  <a:pos x="69" y="166"/>
                </a:cxn>
                <a:cxn ang="0">
                  <a:pos x="128" y="127"/>
                </a:cxn>
                <a:cxn ang="0">
                  <a:pos x="167" y="68"/>
                </a:cxn>
                <a:cxn ang="0">
                  <a:pos x="187" y="0"/>
                </a:cxn>
                <a:cxn ang="0">
                  <a:pos x="187" y="0"/>
                </a:cxn>
                <a:cxn ang="0">
                  <a:pos x="167" y="68"/>
                </a:cxn>
                <a:cxn ang="0">
                  <a:pos x="128" y="127"/>
                </a:cxn>
                <a:cxn ang="0">
                  <a:pos x="69" y="166"/>
                </a:cxn>
                <a:cxn ang="0">
                  <a:pos x="0" y="176"/>
                </a:cxn>
                <a:cxn ang="0">
                  <a:pos x="0" y="176"/>
                </a:cxn>
              </a:cxnLst>
              <a:rect l="txL" t="txT" r="txR" b="txB"/>
              <a:pathLst>
                <a:path w="187" h="176">
                  <a:moveTo>
                    <a:pt x="0" y="176"/>
                  </a:moveTo>
                  <a:lnTo>
                    <a:pt x="69" y="166"/>
                  </a:lnTo>
                  <a:lnTo>
                    <a:pt x="128" y="127"/>
                  </a:lnTo>
                  <a:lnTo>
                    <a:pt x="167" y="68"/>
                  </a:lnTo>
                  <a:lnTo>
                    <a:pt x="187" y="0"/>
                  </a:lnTo>
                  <a:lnTo>
                    <a:pt x="167" y="68"/>
                  </a:lnTo>
                  <a:lnTo>
                    <a:pt x="128" y="127"/>
                  </a:lnTo>
                  <a:lnTo>
                    <a:pt x="69" y="166"/>
                  </a:lnTo>
                  <a:lnTo>
                    <a:pt x="0" y="17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3" name="Freeform 16"/>
            <p:cNvSpPr>
              <a:spLocks noChangeAspect="1" noEditPoints="1"/>
            </p:cNvSpPr>
            <p:nvPr/>
          </p:nvSpPr>
          <p:spPr>
            <a:xfrm>
              <a:off x="1479" y="2202"/>
              <a:ext cx="187" cy="177"/>
            </a:xfrm>
            <a:custGeom>
              <a:avLst/>
              <a:gdLst>
                <a:gd name="txL" fmla="*/ 0 w 187"/>
                <a:gd name="txT" fmla="*/ 0 h 177"/>
                <a:gd name="txR" fmla="*/ 187 w 187"/>
                <a:gd name="txB" fmla="*/ 177 h 177"/>
              </a:gdLst>
              <a:ahLst/>
              <a:cxnLst>
                <a:cxn ang="0">
                  <a:pos x="187" y="177"/>
                </a:cxn>
                <a:cxn ang="0">
                  <a:pos x="167" y="108"/>
                </a:cxn>
                <a:cxn ang="0">
                  <a:pos x="128" y="49"/>
                </a:cxn>
                <a:cxn ang="0">
                  <a:pos x="69" y="1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69" y="10"/>
                </a:cxn>
                <a:cxn ang="0">
                  <a:pos x="128" y="49"/>
                </a:cxn>
                <a:cxn ang="0">
                  <a:pos x="167" y="108"/>
                </a:cxn>
                <a:cxn ang="0">
                  <a:pos x="187" y="177"/>
                </a:cxn>
                <a:cxn ang="0">
                  <a:pos x="187" y="177"/>
                </a:cxn>
                <a:cxn ang="0">
                  <a:pos x="187" y="177"/>
                </a:cxn>
                <a:cxn ang="0">
                  <a:pos x="187" y="177"/>
                </a:cxn>
                <a:cxn ang="0">
                  <a:pos x="187" y="177"/>
                </a:cxn>
              </a:cxnLst>
              <a:rect l="txL" t="txT" r="txR" b="txB"/>
              <a:pathLst>
                <a:path w="187" h="177">
                  <a:moveTo>
                    <a:pt x="187" y="177"/>
                  </a:moveTo>
                  <a:lnTo>
                    <a:pt x="167" y="108"/>
                  </a:lnTo>
                  <a:lnTo>
                    <a:pt x="128" y="49"/>
                  </a:lnTo>
                  <a:lnTo>
                    <a:pt x="69" y="10"/>
                  </a:lnTo>
                  <a:lnTo>
                    <a:pt x="0" y="0"/>
                  </a:lnTo>
                  <a:lnTo>
                    <a:pt x="69" y="10"/>
                  </a:lnTo>
                  <a:lnTo>
                    <a:pt x="128" y="49"/>
                  </a:lnTo>
                  <a:lnTo>
                    <a:pt x="167" y="108"/>
                  </a:lnTo>
                  <a:lnTo>
                    <a:pt x="187" y="177"/>
                  </a:lnTo>
                  <a:close/>
                  <a:moveTo>
                    <a:pt x="187" y="177"/>
                  </a:moveTo>
                  <a:lnTo>
                    <a:pt x="187" y="17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4" name="Freeform 17"/>
            <p:cNvSpPr>
              <a:spLocks noChangeAspect="1" noEditPoints="1"/>
            </p:cNvSpPr>
            <p:nvPr/>
          </p:nvSpPr>
          <p:spPr>
            <a:xfrm>
              <a:off x="1302" y="2202"/>
              <a:ext cx="177" cy="177"/>
            </a:xfrm>
            <a:custGeom>
              <a:avLst/>
              <a:gdLst>
                <a:gd name="txL" fmla="*/ 0 w 177"/>
                <a:gd name="txT" fmla="*/ 0 h 177"/>
                <a:gd name="txR" fmla="*/ 177 w 177"/>
                <a:gd name="txB" fmla="*/ 177 h 177"/>
              </a:gdLst>
              <a:ahLst/>
              <a:cxnLst>
                <a:cxn ang="0">
                  <a:pos x="177" y="0"/>
                </a:cxn>
                <a:cxn ang="0">
                  <a:pos x="108" y="10"/>
                </a:cxn>
                <a:cxn ang="0">
                  <a:pos x="49" y="49"/>
                </a:cxn>
                <a:cxn ang="0">
                  <a:pos x="10" y="108"/>
                </a:cxn>
                <a:cxn ang="0">
                  <a:pos x="0" y="177"/>
                </a:cxn>
                <a:cxn ang="0">
                  <a:pos x="0" y="177"/>
                </a:cxn>
                <a:cxn ang="0">
                  <a:pos x="10" y="108"/>
                </a:cxn>
                <a:cxn ang="0">
                  <a:pos x="49" y="49"/>
                </a:cxn>
                <a:cxn ang="0">
                  <a:pos x="108" y="10"/>
                </a:cxn>
                <a:cxn ang="0">
                  <a:pos x="177" y="0"/>
                </a:cxn>
                <a:cxn ang="0">
                  <a:pos x="177" y="0"/>
                </a:cxn>
                <a:cxn ang="0">
                  <a:pos x="177" y="0"/>
                </a:cxn>
                <a:cxn ang="0">
                  <a:pos x="177" y="0"/>
                </a:cxn>
                <a:cxn ang="0">
                  <a:pos x="177" y="0"/>
                </a:cxn>
              </a:cxnLst>
              <a:rect l="txL" t="txT" r="txR" b="txB"/>
              <a:pathLst>
                <a:path w="177" h="177">
                  <a:moveTo>
                    <a:pt x="177" y="0"/>
                  </a:moveTo>
                  <a:lnTo>
                    <a:pt x="108" y="10"/>
                  </a:lnTo>
                  <a:lnTo>
                    <a:pt x="49" y="49"/>
                  </a:lnTo>
                  <a:lnTo>
                    <a:pt x="10" y="108"/>
                  </a:lnTo>
                  <a:lnTo>
                    <a:pt x="0" y="177"/>
                  </a:lnTo>
                  <a:lnTo>
                    <a:pt x="10" y="108"/>
                  </a:lnTo>
                  <a:lnTo>
                    <a:pt x="49" y="49"/>
                  </a:lnTo>
                  <a:lnTo>
                    <a:pt x="108" y="10"/>
                  </a:lnTo>
                  <a:lnTo>
                    <a:pt x="177" y="0"/>
                  </a:lnTo>
                  <a:close/>
                  <a:moveTo>
                    <a:pt x="177" y="0"/>
                  </a:moveTo>
                  <a:lnTo>
                    <a:pt x="177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5" name="Freeform 18"/>
            <p:cNvSpPr>
              <a:spLocks noChangeAspect="1" noEditPoints="1"/>
            </p:cNvSpPr>
            <p:nvPr/>
          </p:nvSpPr>
          <p:spPr>
            <a:xfrm>
              <a:off x="1302" y="2379"/>
              <a:ext cx="177" cy="176"/>
            </a:xfrm>
            <a:custGeom>
              <a:avLst/>
              <a:gdLst>
                <a:gd name="txL" fmla="*/ 0 w 177"/>
                <a:gd name="txT" fmla="*/ 0 h 176"/>
                <a:gd name="txR" fmla="*/ 177 w 177"/>
                <a:gd name="txB" fmla="*/ 176 h 176"/>
              </a:gdLst>
              <a:ahLst/>
              <a:cxnLst>
                <a:cxn ang="0">
                  <a:pos x="0" y="0"/>
                </a:cxn>
                <a:cxn ang="0">
                  <a:pos x="10" y="68"/>
                </a:cxn>
                <a:cxn ang="0">
                  <a:pos x="49" y="127"/>
                </a:cxn>
                <a:cxn ang="0">
                  <a:pos x="108" y="166"/>
                </a:cxn>
                <a:cxn ang="0">
                  <a:pos x="177" y="176"/>
                </a:cxn>
                <a:cxn ang="0">
                  <a:pos x="177" y="176"/>
                </a:cxn>
                <a:cxn ang="0">
                  <a:pos x="108" y="166"/>
                </a:cxn>
                <a:cxn ang="0">
                  <a:pos x="49" y="127"/>
                </a:cxn>
                <a:cxn ang="0">
                  <a:pos x="10" y="6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77" h="176">
                  <a:moveTo>
                    <a:pt x="0" y="0"/>
                  </a:moveTo>
                  <a:lnTo>
                    <a:pt x="10" y="68"/>
                  </a:lnTo>
                  <a:lnTo>
                    <a:pt x="49" y="127"/>
                  </a:lnTo>
                  <a:lnTo>
                    <a:pt x="108" y="166"/>
                  </a:lnTo>
                  <a:lnTo>
                    <a:pt x="177" y="176"/>
                  </a:lnTo>
                  <a:lnTo>
                    <a:pt x="108" y="166"/>
                  </a:lnTo>
                  <a:lnTo>
                    <a:pt x="49" y="127"/>
                  </a:lnTo>
                  <a:lnTo>
                    <a:pt x="10" y="68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6" name="Freeform 19"/>
            <p:cNvSpPr>
              <a:spLocks noChangeAspect="1"/>
            </p:cNvSpPr>
            <p:nvPr/>
          </p:nvSpPr>
          <p:spPr>
            <a:xfrm>
              <a:off x="1479" y="2555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7" name="Freeform 20"/>
            <p:cNvSpPr>
              <a:spLocks noChangeAspect="1"/>
            </p:cNvSpPr>
            <p:nvPr/>
          </p:nvSpPr>
          <p:spPr>
            <a:xfrm>
              <a:off x="1420" y="2261"/>
              <a:ext cx="108" cy="108"/>
            </a:xfrm>
            <a:custGeom>
              <a:avLst/>
              <a:gdLst>
                <a:gd name="txL" fmla="*/ 0 w 108"/>
                <a:gd name="txT" fmla="*/ 0 h 108"/>
                <a:gd name="txR" fmla="*/ 108 w 108"/>
                <a:gd name="txB" fmla="*/ 108 h 108"/>
              </a:gdLst>
              <a:ahLst/>
              <a:cxnLst>
                <a:cxn ang="0">
                  <a:pos x="49" y="49"/>
                </a:cxn>
                <a:cxn ang="0">
                  <a:pos x="0" y="49"/>
                </a:cxn>
                <a:cxn ang="0">
                  <a:pos x="0" y="59"/>
                </a:cxn>
                <a:cxn ang="0">
                  <a:pos x="49" y="59"/>
                </a:cxn>
                <a:cxn ang="0">
                  <a:pos x="49" y="108"/>
                </a:cxn>
                <a:cxn ang="0">
                  <a:pos x="69" y="108"/>
                </a:cxn>
                <a:cxn ang="0">
                  <a:pos x="69" y="59"/>
                </a:cxn>
                <a:cxn ang="0">
                  <a:pos x="108" y="59"/>
                </a:cxn>
                <a:cxn ang="0">
                  <a:pos x="108" y="49"/>
                </a:cxn>
                <a:cxn ang="0">
                  <a:pos x="69" y="49"/>
                </a:cxn>
                <a:cxn ang="0">
                  <a:pos x="69" y="0"/>
                </a:cxn>
                <a:cxn ang="0">
                  <a:pos x="49" y="0"/>
                </a:cxn>
                <a:cxn ang="0">
                  <a:pos x="49" y="49"/>
                </a:cxn>
              </a:cxnLst>
              <a:rect l="txL" t="txT" r="txR" b="txB"/>
              <a:pathLst>
                <a:path w="108" h="108">
                  <a:moveTo>
                    <a:pt x="49" y="49"/>
                  </a:moveTo>
                  <a:lnTo>
                    <a:pt x="0" y="49"/>
                  </a:lnTo>
                  <a:lnTo>
                    <a:pt x="0" y="59"/>
                  </a:lnTo>
                  <a:lnTo>
                    <a:pt x="49" y="59"/>
                  </a:lnTo>
                  <a:lnTo>
                    <a:pt x="49" y="108"/>
                  </a:lnTo>
                  <a:lnTo>
                    <a:pt x="69" y="108"/>
                  </a:lnTo>
                  <a:lnTo>
                    <a:pt x="69" y="59"/>
                  </a:lnTo>
                  <a:lnTo>
                    <a:pt x="108" y="59"/>
                  </a:lnTo>
                  <a:lnTo>
                    <a:pt x="108" y="49"/>
                  </a:lnTo>
                  <a:lnTo>
                    <a:pt x="69" y="49"/>
                  </a:lnTo>
                  <a:lnTo>
                    <a:pt x="69" y="0"/>
                  </a:lnTo>
                  <a:lnTo>
                    <a:pt x="49" y="0"/>
                  </a:lnTo>
                  <a:lnTo>
                    <a:pt x="49" y="4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8" name="Rectangle 21"/>
            <p:cNvSpPr>
              <a:spLocks noChangeAspect="1"/>
            </p:cNvSpPr>
            <p:nvPr/>
          </p:nvSpPr>
          <p:spPr>
            <a:xfrm>
              <a:off x="1420" y="2457"/>
              <a:ext cx="118" cy="10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aseline="-25000" dirty="0">
                <a:ea typeface="Arial" panose="020B0604020202020204" pitchFamily="34" charset="0"/>
              </a:endParaRPr>
            </a:p>
          </p:txBody>
        </p:sp>
        <p:sp>
          <p:nvSpPr>
            <p:cNvPr id="38939" name="Freeform 22"/>
            <p:cNvSpPr>
              <a:spLocks noChangeAspect="1"/>
            </p:cNvSpPr>
            <p:nvPr/>
          </p:nvSpPr>
          <p:spPr>
            <a:xfrm>
              <a:off x="2775" y="2820"/>
              <a:ext cx="363" cy="343"/>
            </a:xfrm>
            <a:custGeom>
              <a:avLst/>
              <a:gdLst>
                <a:gd name="txL" fmla="*/ 0 w 363"/>
                <a:gd name="txT" fmla="*/ 0 h 343"/>
                <a:gd name="txR" fmla="*/ 363 w 363"/>
                <a:gd name="txB" fmla="*/ 343 h 343"/>
              </a:gdLst>
              <a:ahLst/>
              <a:cxnLst>
                <a:cxn ang="0">
                  <a:pos x="176" y="343"/>
                </a:cxn>
                <a:cxn ang="0">
                  <a:pos x="255" y="333"/>
                </a:cxn>
                <a:cxn ang="0">
                  <a:pos x="314" y="294"/>
                </a:cxn>
                <a:cxn ang="0">
                  <a:pos x="353" y="235"/>
                </a:cxn>
                <a:cxn ang="0">
                  <a:pos x="363" y="166"/>
                </a:cxn>
                <a:cxn ang="0">
                  <a:pos x="353" y="107"/>
                </a:cxn>
                <a:cxn ang="0">
                  <a:pos x="314" y="49"/>
                </a:cxn>
                <a:cxn ang="0">
                  <a:pos x="255" y="9"/>
                </a:cxn>
                <a:cxn ang="0">
                  <a:pos x="176" y="0"/>
                </a:cxn>
                <a:cxn ang="0">
                  <a:pos x="108" y="9"/>
                </a:cxn>
                <a:cxn ang="0">
                  <a:pos x="49" y="49"/>
                </a:cxn>
                <a:cxn ang="0">
                  <a:pos x="9" y="107"/>
                </a:cxn>
                <a:cxn ang="0">
                  <a:pos x="0" y="166"/>
                </a:cxn>
                <a:cxn ang="0">
                  <a:pos x="9" y="235"/>
                </a:cxn>
                <a:cxn ang="0">
                  <a:pos x="49" y="294"/>
                </a:cxn>
                <a:cxn ang="0">
                  <a:pos x="108" y="333"/>
                </a:cxn>
                <a:cxn ang="0">
                  <a:pos x="176" y="343"/>
                </a:cxn>
                <a:cxn ang="0">
                  <a:pos x="176" y="343"/>
                </a:cxn>
              </a:cxnLst>
              <a:rect l="txL" t="txT" r="txR" b="txB"/>
              <a:pathLst>
                <a:path w="363" h="343">
                  <a:moveTo>
                    <a:pt x="176" y="343"/>
                  </a:moveTo>
                  <a:lnTo>
                    <a:pt x="255" y="333"/>
                  </a:lnTo>
                  <a:lnTo>
                    <a:pt x="314" y="294"/>
                  </a:lnTo>
                  <a:lnTo>
                    <a:pt x="353" y="235"/>
                  </a:lnTo>
                  <a:lnTo>
                    <a:pt x="363" y="166"/>
                  </a:lnTo>
                  <a:lnTo>
                    <a:pt x="353" y="107"/>
                  </a:lnTo>
                  <a:lnTo>
                    <a:pt x="314" y="49"/>
                  </a:lnTo>
                  <a:lnTo>
                    <a:pt x="255" y="9"/>
                  </a:lnTo>
                  <a:lnTo>
                    <a:pt x="176" y="0"/>
                  </a:lnTo>
                  <a:lnTo>
                    <a:pt x="108" y="9"/>
                  </a:lnTo>
                  <a:lnTo>
                    <a:pt x="49" y="49"/>
                  </a:lnTo>
                  <a:lnTo>
                    <a:pt x="9" y="107"/>
                  </a:lnTo>
                  <a:lnTo>
                    <a:pt x="0" y="166"/>
                  </a:lnTo>
                  <a:lnTo>
                    <a:pt x="9" y="235"/>
                  </a:lnTo>
                  <a:lnTo>
                    <a:pt x="49" y="294"/>
                  </a:lnTo>
                  <a:lnTo>
                    <a:pt x="108" y="333"/>
                  </a:lnTo>
                  <a:lnTo>
                    <a:pt x="176" y="343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0" name="Freeform 23"/>
            <p:cNvSpPr>
              <a:spLocks noChangeAspect="1"/>
            </p:cNvSpPr>
            <p:nvPr/>
          </p:nvSpPr>
          <p:spPr>
            <a:xfrm>
              <a:off x="2951" y="2986"/>
              <a:ext cx="187" cy="177"/>
            </a:xfrm>
            <a:custGeom>
              <a:avLst/>
              <a:gdLst>
                <a:gd name="txL" fmla="*/ 0 w 187"/>
                <a:gd name="txT" fmla="*/ 0 h 177"/>
                <a:gd name="txR" fmla="*/ 187 w 187"/>
                <a:gd name="txB" fmla="*/ 177 h 177"/>
              </a:gdLst>
              <a:ahLst/>
              <a:cxnLst>
                <a:cxn ang="0">
                  <a:pos x="0" y="177"/>
                </a:cxn>
                <a:cxn ang="0">
                  <a:pos x="79" y="167"/>
                </a:cxn>
                <a:cxn ang="0">
                  <a:pos x="138" y="128"/>
                </a:cxn>
                <a:cxn ang="0">
                  <a:pos x="177" y="69"/>
                </a:cxn>
                <a:cxn ang="0">
                  <a:pos x="187" y="0"/>
                </a:cxn>
                <a:cxn ang="0">
                  <a:pos x="187" y="0"/>
                </a:cxn>
                <a:cxn ang="0">
                  <a:pos x="177" y="69"/>
                </a:cxn>
                <a:cxn ang="0">
                  <a:pos x="138" y="128"/>
                </a:cxn>
                <a:cxn ang="0">
                  <a:pos x="79" y="167"/>
                </a:cxn>
                <a:cxn ang="0">
                  <a:pos x="0" y="177"/>
                </a:cxn>
                <a:cxn ang="0">
                  <a:pos x="0" y="177"/>
                </a:cxn>
              </a:cxnLst>
              <a:rect l="txL" t="txT" r="txR" b="txB"/>
              <a:pathLst>
                <a:path w="187" h="177">
                  <a:moveTo>
                    <a:pt x="0" y="177"/>
                  </a:moveTo>
                  <a:lnTo>
                    <a:pt x="79" y="167"/>
                  </a:lnTo>
                  <a:lnTo>
                    <a:pt x="138" y="128"/>
                  </a:lnTo>
                  <a:lnTo>
                    <a:pt x="177" y="69"/>
                  </a:lnTo>
                  <a:lnTo>
                    <a:pt x="187" y="0"/>
                  </a:lnTo>
                  <a:lnTo>
                    <a:pt x="177" y="69"/>
                  </a:lnTo>
                  <a:lnTo>
                    <a:pt x="138" y="128"/>
                  </a:lnTo>
                  <a:lnTo>
                    <a:pt x="79" y="167"/>
                  </a:lnTo>
                  <a:lnTo>
                    <a:pt x="0" y="17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1" name="Freeform 24"/>
            <p:cNvSpPr>
              <a:spLocks noChangeAspect="1" noEditPoints="1"/>
            </p:cNvSpPr>
            <p:nvPr/>
          </p:nvSpPr>
          <p:spPr>
            <a:xfrm>
              <a:off x="2951" y="2820"/>
              <a:ext cx="187" cy="166"/>
            </a:xfrm>
            <a:custGeom>
              <a:avLst/>
              <a:gdLst>
                <a:gd name="txL" fmla="*/ 0 w 187"/>
                <a:gd name="txT" fmla="*/ 0 h 166"/>
                <a:gd name="txR" fmla="*/ 187 w 187"/>
                <a:gd name="txB" fmla="*/ 166 h 166"/>
              </a:gdLst>
              <a:ahLst/>
              <a:cxnLst>
                <a:cxn ang="0">
                  <a:pos x="187" y="166"/>
                </a:cxn>
                <a:cxn ang="0">
                  <a:pos x="177" y="98"/>
                </a:cxn>
                <a:cxn ang="0">
                  <a:pos x="138" y="49"/>
                </a:cxn>
                <a:cxn ang="0">
                  <a:pos x="79" y="9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9" y="9"/>
                </a:cxn>
                <a:cxn ang="0">
                  <a:pos x="138" y="49"/>
                </a:cxn>
                <a:cxn ang="0">
                  <a:pos x="177" y="107"/>
                </a:cxn>
                <a:cxn ang="0">
                  <a:pos x="187" y="166"/>
                </a:cxn>
                <a:cxn ang="0">
                  <a:pos x="187" y="166"/>
                </a:cxn>
                <a:cxn ang="0">
                  <a:pos x="187" y="166"/>
                </a:cxn>
                <a:cxn ang="0">
                  <a:pos x="187" y="166"/>
                </a:cxn>
                <a:cxn ang="0">
                  <a:pos x="187" y="166"/>
                </a:cxn>
              </a:cxnLst>
              <a:rect l="txL" t="txT" r="txR" b="txB"/>
              <a:pathLst>
                <a:path w="187" h="166">
                  <a:moveTo>
                    <a:pt x="187" y="166"/>
                  </a:moveTo>
                  <a:lnTo>
                    <a:pt x="177" y="98"/>
                  </a:lnTo>
                  <a:lnTo>
                    <a:pt x="138" y="49"/>
                  </a:lnTo>
                  <a:lnTo>
                    <a:pt x="79" y="9"/>
                  </a:lnTo>
                  <a:lnTo>
                    <a:pt x="0" y="0"/>
                  </a:lnTo>
                  <a:lnTo>
                    <a:pt x="79" y="9"/>
                  </a:lnTo>
                  <a:lnTo>
                    <a:pt x="138" y="49"/>
                  </a:lnTo>
                  <a:lnTo>
                    <a:pt x="177" y="107"/>
                  </a:lnTo>
                  <a:lnTo>
                    <a:pt x="187" y="166"/>
                  </a:lnTo>
                  <a:close/>
                  <a:moveTo>
                    <a:pt x="187" y="166"/>
                  </a:moveTo>
                  <a:lnTo>
                    <a:pt x="187" y="16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2" name="Freeform 25"/>
            <p:cNvSpPr>
              <a:spLocks noChangeAspect="1" noEditPoints="1"/>
            </p:cNvSpPr>
            <p:nvPr/>
          </p:nvSpPr>
          <p:spPr>
            <a:xfrm>
              <a:off x="2775" y="2820"/>
              <a:ext cx="176" cy="166"/>
            </a:xfrm>
            <a:custGeom>
              <a:avLst/>
              <a:gdLst>
                <a:gd name="txL" fmla="*/ 0 w 176"/>
                <a:gd name="txT" fmla="*/ 0 h 166"/>
                <a:gd name="txR" fmla="*/ 176 w 176"/>
                <a:gd name="txB" fmla="*/ 166 h 166"/>
              </a:gdLst>
              <a:ahLst/>
              <a:cxnLst>
                <a:cxn ang="0">
                  <a:pos x="176" y="0"/>
                </a:cxn>
                <a:cxn ang="0">
                  <a:pos x="108" y="9"/>
                </a:cxn>
                <a:cxn ang="0">
                  <a:pos x="49" y="49"/>
                </a:cxn>
                <a:cxn ang="0">
                  <a:pos x="9" y="107"/>
                </a:cxn>
                <a:cxn ang="0">
                  <a:pos x="0" y="166"/>
                </a:cxn>
                <a:cxn ang="0">
                  <a:pos x="0" y="166"/>
                </a:cxn>
                <a:cxn ang="0">
                  <a:pos x="9" y="98"/>
                </a:cxn>
                <a:cxn ang="0">
                  <a:pos x="49" y="49"/>
                </a:cxn>
                <a:cxn ang="0">
                  <a:pos x="108" y="9"/>
                </a:cxn>
                <a:cxn ang="0">
                  <a:pos x="176" y="0"/>
                </a:cxn>
                <a:cxn ang="0">
                  <a:pos x="176" y="0"/>
                </a:cxn>
                <a:cxn ang="0">
                  <a:pos x="176" y="0"/>
                </a:cxn>
                <a:cxn ang="0">
                  <a:pos x="176" y="0"/>
                </a:cxn>
                <a:cxn ang="0">
                  <a:pos x="176" y="0"/>
                </a:cxn>
              </a:cxnLst>
              <a:rect l="txL" t="txT" r="txR" b="txB"/>
              <a:pathLst>
                <a:path w="176" h="166">
                  <a:moveTo>
                    <a:pt x="176" y="0"/>
                  </a:moveTo>
                  <a:lnTo>
                    <a:pt x="108" y="9"/>
                  </a:lnTo>
                  <a:lnTo>
                    <a:pt x="49" y="49"/>
                  </a:lnTo>
                  <a:lnTo>
                    <a:pt x="9" y="107"/>
                  </a:lnTo>
                  <a:lnTo>
                    <a:pt x="0" y="166"/>
                  </a:lnTo>
                  <a:lnTo>
                    <a:pt x="9" y="98"/>
                  </a:lnTo>
                  <a:lnTo>
                    <a:pt x="49" y="49"/>
                  </a:lnTo>
                  <a:lnTo>
                    <a:pt x="108" y="9"/>
                  </a:lnTo>
                  <a:lnTo>
                    <a:pt x="176" y="0"/>
                  </a:lnTo>
                  <a:close/>
                  <a:moveTo>
                    <a:pt x="176" y="0"/>
                  </a:moveTo>
                  <a:lnTo>
                    <a:pt x="176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3" name="Freeform 26"/>
            <p:cNvSpPr>
              <a:spLocks noChangeAspect="1" noEditPoints="1"/>
            </p:cNvSpPr>
            <p:nvPr/>
          </p:nvSpPr>
          <p:spPr>
            <a:xfrm>
              <a:off x="2775" y="2986"/>
              <a:ext cx="176" cy="177"/>
            </a:xfrm>
            <a:custGeom>
              <a:avLst/>
              <a:gdLst>
                <a:gd name="txL" fmla="*/ 0 w 176"/>
                <a:gd name="txT" fmla="*/ 0 h 177"/>
                <a:gd name="txR" fmla="*/ 176 w 176"/>
                <a:gd name="txB" fmla="*/ 177 h 177"/>
              </a:gdLst>
              <a:ahLst/>
              <a:cxnLst>
                <a:cxn ang="0">
                  <a:pos x="0" y="0"/>
                </a:cxn>
                <a:cxn ang="0">
                  <a:pos x="9" y="69"/>
                </a:cxn>
                <a:cxn ang="0">
                  <a:pos x="49" y="128"/>
                </a:cxn>
                <a:cxn ang="0">
                  <a:pos x="108" y="167"/>
                </a:cxn>
                <a:cxn ang="0">
                  <a:pos x="176" y="177"/>
                </a:cxn>
                <a:cxn ang="0">
                  <a:pos x="176" y="177"/>
                </a:cxn>
                <a:cxn ang="0">
                  <a:pos x="108" y="167"/>
                </a:cxn>
                <a:cxn ang="0">
                  <a:pos x="49" y="128"/>
                </a:cxn>
                <a:cxn ang="0">
                  <a:pos x="9" y="69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76" h="177">
                  <a:moveTo>
                    <a:pt x="0" y="0"/>
                  </a:moveTo>
                  <a:lnTo>
                    <a:pt x="9" y="69"/>
                  </a:lnTo>
                  <a:lnTo>
                    <a:pt x="49" y="128"/>
                  </a:lnTo>
                  <a:lnTo>
                    <a:pt x="108" y="167"/>
                  </a:lnTo>
                  <a:lnTo>
                    <a:pt x="176" y="177"/>
                  </a:lnTo>
                  <a:lnTo>
                    <a:pt x="108" y="167"/>
                  </a:lnTo>
                  <a:lnTo>
                    <a:pt x="49" y="128"/>
                  </a:lnTo>
                  <a:lnTo>
                    <a:pt x="9" y="69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4" name="Freeform 27"/>
            <p:cNvSpPr>
              <a:spLocks noChangeAspect="1"/>
            </p:cNvSpPr>
            <p:nvPr/>
          </p:nvSpPr>
          <p:spPr>
            <a:xfrm>
              <a:off x="2951" y="3163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5" name="Freeform 28"/>
            <p:cNvSpPr>
              <a:spLocks noChangeAspect="1"/>
            </p:cNvSpPr>
            <p:nvPr/>
          </p:nvSpPr>
          <p:spPr>
            <a:xfrm>
              <a:off x="2892" y="2878"/>
              <a:ext cx="118" cy="98"/>
            </a:xfrm>
            <a:custGeom>
              <a:avLst/>
              <a:gdLst>
                <a:gd name="txL" fmla="*/ 0 w 118"/>
                <a:gd name="txT" fmla="*/ 0 h 98"/>
                <a:gd name="txR" fmla="*/ 118 w 118"/>
                <a:gd name="txB" fmla="*/ 98 h 98"/>
              </a:gdLst>
              <a:ahLst/>
              <a:cxnLst>
                <a:cxn ang="0">
                  <a:pos x="50" y="40"/>
                </a:cxn>
                <a:cxn ang="0">
                  <a:pos x="0" y="40"/>
                </a:cxn>
                <a:cxn ang="0">
                  <a:pos x="0" y="59"/>
                </a:cxn>
                <a:cxn ang="0">
                  <a:pos x="50" y="59"/>
                </a:cxn>
                <a:cxn ang="0">
                  <a:pos x="50" y="98"/>
                </a:cxn>
                <a:cxn ang="0">
                  <a:pos x="69" y="98"/>
                </a:cxn>
                <a:cxn ang="0">
                  <a:pos x="69" y="59"/>
                </a:cxn>
                <a:cxn ang="0">
                  <a:pos x="118" y="59"/>
                </a:cxn>
                <a:cxn ang="0">
                  <a:pos x="118" y="40"/>
                </a:cxn>
                <a:cxn ang="0">
                  <a:pos x="69" y="40"/>
                </a:cxn>
                <a:cxn ang="0">
                  <a:pos x="69" y="0"/>
                </a:cxn>
                <a:cxn ang="0">
                  <a:pos x="50" y="0"/>
                </a:cxn>
                <a:cxn ang="0">
                  <a:pos x="50" y="40"/>
                </a:cxn>
              </a:cxnLst>
              <a:rect l="txL" t="txT" r="txR" b="txB"/>
              <a:pathLst>
                <a:path w="118" h="98">
                  <a:moveTo>
                    <a:pt x="50" y="40"/>
                  </a:moveTo>
                  <a:lnTo>
                    <a:pt x="0" y="40"/>
                  </a:lnTo>
                  <a:lnTo>
                    <a:pt x="0" y="59"/>
                  </a:lnTo>
                  <a:lnTo>
                    <a:pt x="50" y="59"/>
                  </a:lnTo>
                  <a:lnTo>
                    <a:pt x="50" y="98"/>
                  </a:lnTo>
                  <a:lnTo>
                    <a:pt x="69" y="98"/>
                  </a:lnTo>
                  <a:lnTo>
                    <a:pt x="69" y="59"/>
                  </a:lnTo>
                  <a:lnTo>
                    <a:pt x="118" y="59"/>
                  </a:lnTo>
                  <a:lnTo>
                    <a:pt x="118" y="40"/>
                  </a:lnTo>
                  <a:lnTo>
                    <a:pt x="69" y="40"/>
                  </a:lnTo>
                  <a:lnTo>
                    <a:pt x="69" y="0"/>
                  </a:lnTo>
                  <a:lnTo>
                    <a:pt x="50" y="0"/>
                  </a:lnTo>
                  <a:lnTo>
                    <a:pt x="50" y="4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6" name="Rectangle 29"/>
            <p:cNvSpPr>
              <a:spLocks noChangeAspect="1"/>
            </p:cNvSpPr>
            <p:nvPr/>
          </p:nvSpPr>
          <p:spPr>
            <a:xfrm>
              <a:off x="2892" y="3065"/>
              <a:ext cx="118" cy="9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aseline="-25000" dirty="0">
                <a:ea typeface="Arial" panose="020B0604020202020204" pitchFamily="34" charset="0"/>
              </a:endParaRPr>
            </a:p>
          </p:txBody>
        </p:sp>
        <p:sp>
          <p:nvSpPr>
            <p:cNvPr id="38947" name="Freeform 30"/>
            <p:cNvSpPr>
              <a:spLocks noChangeAspect="1"/>
            </p:cNvSpPr>
            <p:nvPr/>
          </p:nvSpPr>
          <p:spPr>
            <a:xfrm>
              <a:off x="4394" y="2202"/>
              <a:ext cx="59" cy="422"/>
            </a:xfrm>
            <a:custGeom>
              <a:avLst/>
              <a:gdLst>
                <a:gd name="txL" fmla="*/ 0 w 59"/>
                <a:gd name="txT" fmla="*/ 0 h 422"/>
                <a:gd name="txR" fmla="*/ 59 w 59"/>
                <a:gd name="txB" fmla="*/ 422 h 422"/>
              </a:gdLst>
              <a:ahLst/>
              <a:cxnLst>
                <a:cxn ang="0">
                  <a:pos x="0" y="0"/>
                </a:cxn>
                <a:cxn ang="0">
                  <a:pos x="59" y="0"/>
                </a:cxn>
                <a:cxn ang="0">
                  <a:pos x="59" y="422"/>
                </a:cxn>
                <a:cxn ang="0">
                  <a:pos x="0" y="422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59" h="422">
                  <a:moveTo>
                    <a:pt x="0" y="0"/>
                  </a:moveTo>
                  <a:lnTo>
                    <a:pt x="59" y="0"/>
                  </a:lnTo>
                  <a:lnTo>
                    <a:pt x="59" y="422"/>
                  </a:lnTo>
                  <a:lnTo>
                    <a:pt x="0" y="4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8" name="Freeform 31"/>
            <p:cNvSpPr>
              <a:spLocks noChangeAspect="1"/>
            </p:cNvSpPr>
            <p:nvPr/>
          </p:nvSpPr>
          <p:spPr>
            <a:xfrm>
              <a:off x="4365" y="2604"/>
              <a:ext cx="59" cy="20"/>
            </a:xfrm>
            <a:custGeom>
              <a:avLst/>
              <a:gdLst>
                <a:gd name="txL" fmla="*/ 0 w 59"/>
                <a:gd name="txT" fmla="*/ 0 h 20"/>
                <a:gd name="txR" fmla="*/ 59 w 59"/>
                <a:gd name="txB" fmla="*/ 20 h 20"/>
              </a:gdLst>
              <a:ahLst/>
              <a:cxnLst>
                <a:cxn ang="0">
                  <a:pos x="59" y="20"/>
                </a:cxn>
                <a:cxn ang="0">
                  <a:pos x="0" y="0"/>
                </a:cxn>
                <a:cxn ang="0">
                  <a:pos x="59" y="20"/>
                </a:cxn>
                <a:cxn ang="0">
                  <a:pos x="59" y="20"/>
                </a:cxn>
              </a:cxnLst>
              <a:rect l="txL" t="txT" r="txR" b="txB"/>
              <a:pathLst>
                <a:path w="59" h="20">
                  <a:moveTo>
                    <a:pt x="59" y="20"/>
                  </a:moveTo>
                  <a:lnTo>
                    <a:pt x="0" y="0"/>
                  </a:lnTo>
                  <a:lnTo>
                    <a:pt x="59" y="2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9" name="Freeform 32"/>
            <p:cNvSpPr>
              <a:spLocks noChangeAspect="1" noEditPoints="1"/>
            </p:cNvSpPr>
            <p:nvPr/>
          </p:nvSpPr>
          <p:spPr>
            <a:xfrm>
              <a:off x="4365" y="2575"/>
              <a:ext cx="59" cy="29"/>
            </a:xfrm>
            <a:custGeom>
              <a:avLst/>
              <a:gdLst>
                <a:gd name="txL" fmla="*/ 0 w 59"/>
                <a:gd name="txT" fmla="*/ 0 h 29"/>
                <a:gd name="txR" fmla="*/ 59 w 59"/>
                <a:gd name="txB" fmla="*/ 29 h 29"/>
              </a:gdLst>
              <a:ahLst/>
              <a:cxnLst>
                <a:cxn ang="0">
                  <a:pos x="0" y="29"/>
                </a:cxn>
                <a:cxn ang="0">
                  <a:pos x="59" y="0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</a:cxnLst>
              <a:rect l="txL" t="txT" r="txR" b="txB"/>
              <a:pathLst>
                <a:path w="59" h="29">
                  <a:moveTo>
                    <a:pt x="0" y="29"/>
                  </a:moveTo>
                  <a:lnTo>
                    <a:pt x="59" y="0"/>
                  </a:lnTo>
                  <a:lnTo>
                    <a:pt x="0" y="29"/>
                  </a:lnTo>
                  <a:close/>
                  <a:moveTo>
                    <a:pt x="0" y="29"/>
                  </a:moveTo>
                  <a:lnTo>
                    <a:pt x="0" y="2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50" name="Freeform 33"/>
            <p:cNvSpPr>
              <a:spLocks noChangeAspect="1" noEditPoints="1"/>
            </p:cNvSpPr>
            <p:nvPr/>
          </p:nvSpPr>
          <p:spPr>
            <a:xfrm>
              <a:off x="4424" y="2545"/>
              <a:ext cx="68" cy="30"/>
            </a:xfrm>
            <a:custGeom>
              <a:avLst/>
              <a:gdLst>
                <a:gd name="txL" fmla="*/ 0 w 68"/>
                <a:gd name="txT" fmla="*/ 0 h 30"/>
                <a:gd name="txR" fmla="*/ 68 w 68"/>
                <a:gd name="txB" fmla="*/ 30 h 30"/>
              </a:gdLst>
              <a:ahLst/>
              <a:cxnLst>
                <a:cxn ang="0">
                  <a:pos x="0" y="30"/>
                </a:cxn>
                <a:cxn ang="0">
                  <a:pos x="68" y="0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0" y="30"/>
                </a:cxn>
              </a:cxnLst>
              <a:rect l="txL" t="txT" r="txR" b="txB"/>
              <a:pathLst>
                <a:path w="68" h="30">
                  <a:moveTo>
                    <a:pt x="0" y="30"/>
                  </a:moveTo>
                  <a:lnTo>
                    <a:pt x="68" y="0"/>
                  </a:lnTo>
                  <a:lnTo>
                    <a:pt x="0" y="30"/>
                  </a:lnTo>
                  <a:close/>
                  <a:moveTo>
                    <a:pt x="0" y="30"/>
                  </a:moveTo>
                  <a:lnTo>
                    <a:pt x="0" y="3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51" name="Freeform 34"/>
            <p:cNvSpPr>
              <a:spLocks noChangeAspect="1" noEditPoints="1"/>
            </p:cNvSpPr>
            <p:nvPr/>
          </p:nvSpPr>
          <p:spPr>
            <a:xfrm>
              <a:off x="4424" y="2516"/>
              <a:ext cx="68" cy="29"/>
            </a:xfrm>
            <a:custGeom>
              <a:avLst/>
              <a:gdLst>
                <a:gd name="txL" fmla="*/ 0 w 68"/>
                <a:gd name="txT" fmla="*/ 0 h 29"/>
                <a:gd name="txR" fmla="*/ 68 w 68"/>
                <a:gd name="txB" fmla="*/ 29 h 29"/>
              </a:gdLst>
              <a:ahLst/>
              <a:cxnLst>
                <a:cxn ang="0">
                  <a:pos x="68" y="29"/>
                </a:cxn>
                <a:cxn ang="0">
                  <a:pos x="0" y="0"/>
                </a:cxn>
                <a:cxn ang="0">
                  <a:pos x="68" y="29"/>
                </a:cxn>
                <a:cxn ang="0">
                  <a:pos x="68" y="29"/>
                </a:cxn>
                <a:cxn ang="0">
                  <a:pos x="68" y="29"/>
                </a:cxn>
                <a:cxn ang="0">
                  <a:pos x="68" y="29"/>
                </a:cxn>
                <a:cxn ang="0">
                  <a:pos x="68" y="29"/>
                </a:cxn>
              </a:cxnLst>
              <a:rect l="txL" t="txT" r="txR" b="txB"/>
              <a:pathLst>
                <a:path w="68" h="29">
                  <a:moveTo>
                    <a:pt x="68" y="29"/>
                  </a:moveTo>
                  <a:lnTo>
                    <a:pt x="0" y="0"/>
                  </a:lnTo>
                  <a:lnTo>
                    <a:pt x="68" y="29"/>
                  </a:lnTo>
                  <a:close/>
                  <a:moveTo>
                    <a:pt x="68" y="29"/>
                  </a:moveTo>
                  <a:lnTo>
                    <a:pt x="68" y="2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52" name="Freeform 35"/>
            <p:cNvSpPr>
              <a:spLocks noChangeAspect="1" noEditPoints="1"/>
            </p:cNvSpPr>
            <p:nvPr/>
          </p:nvSpPr>
          <p:spPr>
            <a:xfrm>
              <a:off x="4424" y="2516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53" name="Freeform 36"/>
            <p:cNvSpPr>
              <a:spLocks noChangeAspect="1" noEditPoints="1"/>
            </p:cNvSpPr>
            <p:nvPr/>
          </p:nvSpPr>
          <p:spPr>
            <a:xfrm>
              <a:off x="4365" y="2496"/>
              <a:ext cx="59" cy="20"/>
            </a:xfrm>
            <a:custGeom>
              <a:avLst/>
              <a:gdLst>
                <a:gd name="txL" fmla="*/ 0 w 59"/>
                <a:gd name="txT" fmla="*/ 0 h 20"/>
                <a:gd name="txR" fmla="*/ 59 w 59"/>
                <a:gd name="txB" fmla="*/ 20 h 20"/>
              </a:gdLst>
              <a:ahLst/>
              <a:cxnLst>
                <a:cxn ang="0">
                  <a:pos x="59" y="20"/>
                </a:cxn>
                <a:cxn ang="0">
                  <a:pos x="0" y="0"/>
                </a:cxn>
                <a:cxn ang="0">
                  <a:pos x="59" y="20"/>
                </a:cxn>
                <a:cxn ang="0">
                  <a:pos x="59" y="20"/>
                </a:cxn>
                <a:cxn ang="0">
                  <a:pos x="59" y="20"/>
                </a:cxn>
                <a:cxn ang="0">
                  <a:pos x="59" y="20"/>
                </a:cxn>
                <a:cxn ang="0">
                  <a:pos x="59" y="20"/>
                </a:cxn>
              </a:cxnLst>
              <a:rect l="txL" t="txT" r="txR" b="txB"/>
              <a:pathLst>
                <a:path w="59" h="20">
                  <a:moveTo>
                    <a:pt x="59" y="20"/>
                  </a:moveTo>
                  <a:lnTo>
                    <a:pt x="0" y="0"/>
                  </a:lnTo>
                  <a:lnTo>
                    <a:pt x="59" y="20"/>
                  </a:lnTo>
                  <a:close/>
                  <a:moveTo>
                    <a:pt x="59" y="20"/>
                  </a:moveTo>
                  <a:lnTo>
                    <a:pt x="59" y="2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54" name="Freeform 37"/>
            <p:cNvSpPr>
              <a:spLocks noChangeAspect="1" noEditPoints="1"/>
            </p:cNvSpPr>
            <p:nvPr/>
          </p:nvSpPr>
          <p:spPr>
            <a:xfrm>
              <a:off x="4365" y="2467"/>
              <a:ext cx="59" cy="29"/>
            </a:xfrm>
            <a:custGeom>
              <a:avLst/>
              <a:gdLst>
                <a:gd name="txL" fmla="*/ 0 w 59"/>
                <a:gd name="txT" fmla="*/ 0 h 29"/>
                <a:gd name="txR" fmla="*/ 59 w 59"/>
                <a:gd name="txB" fmla="*/ 29 h 29"/>
              </a:gdLst>
              <a:ahLst/>
              <a:cxnLst>
                <a:cxn ang="0">
                  <a:pos x="0" y="29"/>
                </a:cxn>
                <a:cxn ang="0">
                  <a:pos x="59" y="0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</a:cxnLst>
              <a:rect l="txL" t="txT" r="txR" b="txB"/>
              <a:pathLst>
                <a:path w="59" h="29">
                  <a:moveTo>
                    <a:pt x="0" y="29"/>
                  </a:moveTo>
                  <a:lnTo>
                    <a:pt x="59" y="0"/>
                  </a:lnTo>
                  <a:lnTo>
                    <a:pt x="0" y="29"/>
                  </a:lnTo>
                  <a:close/>
                  <a:moveTo>
                    <a:pt x="0" y="29"/>
                  </a:moveTo>
                  <a:lnTo>
                    <a:pt x="0" y="2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55" name="Freeform 38"/>
            <p:cNvSpPr>
              <a:spLocks noChangeAspect="1" noEditPoints="1"/>
            </p:cNvSpPr>
            <p:nvPr/>
          </p:nvSpPr>
          <p:spPr>
            <a:xfrm>
              <a:off x="4424" y="2438"/>
              <a:ext cx="68" cy="29"/>
            </a:xfrm>
            <a:custGeom>
              <a:avLst/>
              <a:gdLst>
                <a:gd name="txL" fmla="*/ 0 w 68"/>
                <a:gd name="txT" fmla="*/ 0 h 29"/>
                <a:gd name="txR" fmla="*/ 68 w 68"/>
                <a:gd name="txB" fmla="*/ 29 h 29"/>
              </a:gdLst>
              <a:ahLst/>
              <a:cxnLst>
                <a:cxn ang="0">
                  <a:pos x="0" y="29"/>
                </a:cxn>
                <a:cxn ang="0">
                  <a:pos x="68" y="0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</a:cxnLst>
              <a:rect l="txL" t="txT" r="txR" b="txB"/>
              <a:pathLst>
                <a:path w="68" h="29">
                  <a:moveTo>
                    <a:pt x="0" y="29"/>
                  </a:moveTo>
                  <a:lnTo>
                    <a:pt x="68" y="0"/>
                  </a:lnTo>
                  <a:lnTo>
                    <a:pt x="0" y="29"/>
                  </a:lnTo>
                  <a:close/>
                  <a:moveTo>
                    <a:pt x="0" y="29"/>
                  </a:moveTo>
                  <a:lnTo>
                    <a:pt x="0" y="2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56" name="Freeform 39"/>
            <p:cNvSpPr>
              <a:spLocks noChangeAspect="1" noEditPoints="1"/>
            </p:cNvSpPr>
            <p:nvPr/>
          </p:nvSpPr>
          <p:spPr>
            <a:xfrm>
              <a:off x="4424" y="2408"/>
              <a:ext cx="68" cy="30"/>
            </a:xfrm>
            <a:custGeom>
              <a:avLst/>
              <a:gdLst>
                <a:gd name="txL" fmla="*/ 0 w 68"/>
                <a:gd name="txT" fmla="*/ 0 h 30"/>
                <a:gd name="txR" fmla="*/ 68 w 68"/>
                <a:gd name="txB" fmla="*/ 30 h 30"/>
              </a:gdLst>
              <a:ahLst/>
              <a:cxnLst>
                <a:cxn ang="0">
                  <a:pos x="68" y="30"/>
                </a:cxn>
                <a:cxn ang="0">
                  <a:pos x="0" y="0"/>
                </a:cxn>
                <a:cxn ang="0">
                  <a:pos x="68" y="30"/>
                </a:cxn>
                <a:cxn ang="0">
                  <a:pos x="68" y="30"/>
                </a:cxn>
                <a:cxn ang="0">
                  <a:pos x="68" y="30"/>
                </a:cxn>
                <a:cxn ang="0">
                  <a:pos x="68" y="30"/>
                </a:cxn>
                <a:cxn ang="0">
                  <a:pos x="68" y="30"/>
                </a:cxn>
              </a:cxnLst>
              <a:rect l="txL" t="txT" r="txR" b="txB"/>
              <a:pathLst>
                <a:path w="68" h="30">
                  <a:moveTo>
                    <a:pt x="68" y="30"/>
                  </a:moveTo>
                  <a:lnTo>
                    <a:pt x="0" y="0"/>
                  </a:lnTo>
                  <a:lnTo>
                    <a:pt x="68" y="30"/>
                  </a:lnTo>
                  <a:close/>
                  <a:moveTo>
                    <a:pt x="68" y="30"/>
                  </a:moveTo>
                  <a:lnTo>
                    <a:pt x="68" y="3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57" name="Freeform 40"/>
            <p:cNvSpPr>
              <a:spLocks noChangeAspect="1" noEditPoints="1"/>
            </p:cNvSpPr>
            <p:nvPr/>
          </p:nvSpPr>
          <p:spPr>
            <a:xfrm>
              <a:off x="4365" y="2389"/>
              <a:ext cx="59" cy="19"/>
            </a:xfrm>
            <a:custGeom>
              <a:avLst/>
              <a:gdLst>
                <a:gd name="txL" fmla="*/ 0 w 59"/>
                <a:gd name="txT" fmla="*/ 0 h 19"/>
                <a:gd name="txR" fmla="*/ 59 w 59"/>
                <a:gd name="txB" fmla="*/ 19 h 19"/>
              </a:gdLst>
              <a:ahLst/>
              <a:cxnLst>
                <a:cxn ang="0">
                  <a:pos x="59" y="19"/>
                </a:cxn>
                <a:cxn ang="0">
                  <a:pos x="0" y="0"/>
                </a:cxn>
                <a:cxn ang="0">
                  <a:pos x="59" y="19"/>
                </a:cxn>
                <a:cxn ang="0">
                  <a:pos x="59" y="19"/>
                </a:cxn>
                <a:cxn ang="0">
                  <a:pos x="59" y="19"/>
                </a:cxn>
                <a:cxn ang="0">
                  <a:pos x="59" y="19"/>
                </a:cxn>
                <a:cxn ang="0">
                  <a:pos x="59" y="19"/>
                </a:cxn>
              </a:cxnLst>
              <a:rect l="txL" t="txT" r="txR" b="txB"/>
              <a:pathLst>
                <a:path w="59" h="19">
                  <a:moveTo>
                    <a:pt x="59" y="19"/>
                  </a:moveTo>
                  <a:lnTo>
                    <a:pt x="0" y="0"/>
                  </a:lnTo>
                  <a:lnTo>
                    <a:pt x="59" y="19"/>
                  </a:lnTo>
                  <a:close/>
                  <a:moveTo>
                    <a:pt x="59" y="19"/>
                  </a:moveTo>
                  <a:lnTo>
                    <a:pt x="59" y="1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58" name="Freeform 41"/>
            <p:cNvSpPr>
              <a:spLocks noChangeAspect="1" noEditPoints="1"/>
            </p:cNvSpPr>
            <p:nvPr/>
          </p:nvSpPr>
          <p:spPr>
            <a:xfrm>
              <a:off x="4365" y="2359"/>
              <a:ext cx="59" cy="30"/>
            </a:xfrm>
            <a:custGeom>
              <a:avLst/>
              <a:gdLst>
                <a:gd name="txL" fmla="*/ 0 w 59"/>
                <a:gd name="txT" fmla="*/ 0 h 30"/>
                <a:gd name="txR" fmla="*/ 59 w 59"/>
                <a:gd name="txB" fmla="*/ 30 h 30"/>
              </a:gdLst>
              <a:ahLst/>
              <a:cxnLst>
                <a:cxn ang="0">
                  <a:pos x="0" y="30"/>
                </a:cxn>
                <a:cxn ang="0">
                  <a:pos x="59" y="0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0" y="30"/>
                </a:cxn>
              </a:cxnLst>
              <a:rect l="txL" t="txT" r="txR" b="txB"/>
              <a:pathLst>
                <a:path w="59" h="30">
                  <a:moveTo>
                    <a:pt x="0" y="30"/>
                  </a:moveTo>
                  <a:lnTo>
                    <a:pt x="59" y="0"/>
                  </a:lnTo>
                  <a:lnTo>
                    <a:pt x="0" y="30"/>
                  </a:lnTo>
                  <a:close/>
                  <a:moveTo>
                    <a:pt x="0" y="30"/>
                  </a:moveTo>
                  <a:lnTo>
                    <a:pt x="0" y="3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59" name="Freeform 42"/>
            <p:cNvSpPr>
              <a:spLocks noChangeAspect="1" noEditPoints="1"/>
            </p:cNvSpPr>
            <p:nvPr/>
          </p:nvSpPr>
          <p:spPr>
            <a:xfrm>
              <a:off x="4424" y="2330"/>
              <a:ext cx="68" cy="29"/>
            </a:xfrm>
            <a:custGeom>
              <a:avLst/>
              <a:gdLst>
                <a:gd name="txL" fmla="*/ 0 w 68"/>
                <a:gd name="txT" fmla="*/ 0 h 29"/>
                <a:gd name="txR" fmla="*/ 68 w 68"/>
                <a:gd name="txB" fmla="*/ 29 h 29"/>
              </a:gdLst>
              <a:ahLst/>
              <a:cxnLst>
                <a:cxn ang="0">
                  <a:pos x="0" y="29"/>
                </a:cxn>
                <a:cxn ang="0">
                  <a:pos x="68" y="0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</a:cxnLst>
              <a:rect l="txL" t="txT" r="txR" b="txB"/>
              <a:pathLst>
                <a:path w="68" h="29">
                  <a:moveTo>
                    <a:pt x="0" y="29"/>
                  </a:moveTo>
                  <a:lnTo>
                    <a:pt x="68" y="0"/>
                  </a:lnTo>
                  <a:lnTo>
                    <a:pt x="0" y="29"/>
                  </a:lnTo>
                  <a:close/>
                  <a:moveTo>
                    <a:pt x="0" y="29"/>
                  </a:moveTo>
                  <a:lnTo>
                    <a:pt x="0" y="2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60" name="Freeform 43"/>
            <p:cNvSpPr>
              <a:spLocks noChangeAspect="1" noEditPoints="1"/>
            </p:cNvSpPr>
            <p:nvPr/>
          </p:nvSpPr>
          <p:spPr>
            <a:xfrm>
              <a:off x="4424" y="2310"/>
              <a:ext cx="68" cy="20"/>
            </a:xfrm>
            <a:custGeom>
              <a:avLst/>
              <a:gdLst>
                <a:gd name="txL" fmla="*/ 0 w 68"/>
                <a:gd name="txT" fmla="*/ 0 h 20"/>
                <a:gd name="txR" fmla="*/ 68 w 68"/>
                <a:gd name="txB" fmla="*/ 20 h 20"/>
              </a:gdLst>
              <a:ahLst/>
              <a:cxnLst>
                <a:cxn ang="0">
                  <a:pos x="68" y="20"/>
                </a:cxn>
                <a:cxn ang="0">
                  <a:pos x="0" y="0"/>
                </a:cxn>
                <a:cxn ang="0">
                  <a:pos x="68" y="20"/>
                </a:cxn>
                <a:cxn ang="0">
                  <a:pos x="68" y="20"/>
                </a:cxn>
                <a:cxn ang="0">
                  <a:pos x="68" y="20"/>
                </a:cxn>
                <a:cxn ang="0">
                  <a:pos x="68" y="20"/>
                </a:cxn>
                <a:cxn ang="0">
                  <a:pos x="68" y="20"/>
                </a:cxn>
              </a:cxnLst>
              <a:rect l="txL" t="txT" r="txR" b="txB"/>
              <a:pathLst>
                <a:path w="68" h="20">
                  <a:moveTo>
                    <a:pt x="68" y="20"/>
                  </a:moveTo>
                  <a:lnTo>
                    <a:pt x="0" y="0"/>
                  </a:lnTo>
                  <a:lnTo>
                    <a:pt x="68" y="20"/>
                  </a:lnTo>
                  <a:close/>
                  <a:moveTo>
                    <a:pt x="68" y="20"/>
                  </a:moveTo>
                  <a:lnTo>
                    <a:pt x="68" y="2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61" name="Freeform 44"/>
            <p:cNvSpPr>
              <a:spLocks noChangeAspect="1" noEditPoints="1"/>
            </p:cNvSpPr>
            <p:nvPr/>
          </p:nvSpPr>
          <p:spPr>
            <a:xfrm>
              <a:off x="4365" y="2281"/>
              <a:ext cx="59" cy="29"/>
            </a:xfrm>
            <a:custGeom>
              <a:avLst/>
              <a:gdLst>
                <a:gd name="txL" fmla="*/ 0 w 59"/>
                <a:gd name="txT" fmla="*/ 0 h 29"/>
                <a:gd name="txR" fmla="*/ 59 w 59"/>
                <a:gd name="txB" fmla="*/ 29 h 29"/>
              </a:gdLst>
              <a:ahLst/>
              <a:cxnLst>
                <a:cxn ang="0">
                  <a:pos x="59" y="29"/>
                </a:cxn>
                <a:cxn ang="0">
                  <a:pos x="0" y="0"/>
                </a:cxn>
                <a:cxn ang="0">
                  <a:pos x="59" y="29"/>
                </a:cxn>
                <a:cxn ang="0">
                  <a:pos x="59" y="29"/>
                </a:cxn>
                <a:cxn ang="0">
                  <a:pos x="59" y="29"/>
                </a:cxn>
                <a:cxn ang="0">
                  <a:pos x="59" y="29"/>
                </a:cxn>
                <a:cxn ang="0">
                  <a:pos x="59" y="29"/>
                </a:cxn>
              </a:cxnLst>
              <a:rect l="txL" t="txT" r="txR" b="txB"/>
              <a:pathLst>
                <a:path w="59" h="29">
                  <a:moveTo>
                    <a:pt x="59" y="29"/>
                  </a:moveTo>
                  <a:lnTo>
                    <a:pt x="0" y="0"/>
                  </a:lnTo>
                  <a:lnTo>
                    <a:pt x="59" y="29"/>
                  </a:lnTo>
                  <a:close/>
                  <a:moveTo>
                    <a:pt x="59" y="29"/>
                  </a:moveTo>
                  <a:lnTo>
                    <a:pt x="59" y="2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62" name="Freeform 45"/>
            <p:cNvSpPr>
              <a:spLocks noChangeAspect="1" noEditPoints="1"/>
            </p:cNvSpPr>
            <p:nvPr/>
          </p:nvSpPr>
          <p:spPr>
            <a:xfrm>
              <a:off x="4365" y="2251"/>
              <a:ext cx="59" cy="30"/>
            </a:xfrm>
            <a:custGeom>
              <a:avLst/>
              <a:gdLst>
                <a:gd name="txL" fmla="*/ 0 w 59"/>
                <a:gd name="txT" fmla="*/ 0 h 30"/>
                <a:gd name="txR" fmla="*/ 59 w 59"/>
                <a:gd name="txB" fmla="*/ 30 h 30"/>
              </a:gdLst>
              <a:ahLst/>
              <a:cxnLst>
                <a:cxn ang="0">
                  <a:pos x="0" y="30"/>
                </a:cxn>
                <a:cxn ang="0">
                  <a:pos x="59" y="0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0" y="30"/>
                </a:cxn>
              </a:cxnLst>
              <a:rect l="txL" t="txT" r="txR" b="txB"/>
              <a:pathLst>
                <a:path w="59" h="30">
                  <a:moveTo>
                    <a:pt x="0" y="30"/>
                  </a:moveTo>
                  <a:lnTo>
                    <a:pt x="59" y="0"/>
                  </a:lnTo>
                  <a:lnTo>
                    <a:pt x="0" y="30"/>
                  </a:lnTo>
                  <a:close/>
                  <a:moveTo>
                    <a:pt x="0" y="30"/>
                  </a:moveTo>
                  <a:lnTo>
                    <a:pt x="0" y="3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63" name="Freeform 46"/>
            <p:cNvSpPr>
              <a:spLocks noChangeAspect="1" noEditPoints="1"/>
            </p:cNvSpPr>
            <p:nvPr/>
          </p:nvSpPr>
          <p:spPr>
            <a:xfrm>
              <a:off x="4424" y="2222"/>
              <a:ext cx="68" cy="29"/>
            </a:xfrm>
            <a:custGeom>
              <a:avLst/>
              <a:gdLst>
                <a:gd name="txL" fmla="*/ 0 w 68"/>
                <a:gd name="txT" fmla="*/ 0 h 29"/>
                <a:gd name="txR" fmla="*/ 68 w 68"/>
                <a:gd name="txB" fmla="*/ 29 h 29"/>
              </a:gdLst>
              <a:ahLst/>
              <a:cxnLst>
                <a:cxn ang="0">
                  <a:pos x="0" y="29"/>
                </a:cxn>
                <a:cxn ang="0">
                  <a:pos x="68" y="0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</a:cxnLst>
              <a:rect l="txL" t="txT" r="txR" b="txB"/>
              <a:pathLst>
                <a:path w="68" h="29">
                  <a:moveTo>
                    <a:pt x="0" y="29"/>
                  </a:moveTo>
                  <a:lnTo>
                    <a:pt x="68" y="0"/>
                  </a:lnTo>
                  <a:lnTo>
                    <a:pt x="0" y="29"/>
                  </a:lnTo>
                  <a:close/>
                  <a:moveTo>
                    <a:pt x="0" y="29"/>
                  </a:moveTo>
                  <a:lnTo>
                    <a:pt x="0" y="2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64" name="Freeform 47"/>
            <p:cNvSpPr>
              <a:spLocks noChangeAspect="1" noEditPoints="1"/>
            </p:cNvSpPr>
            <p:nvPr/>
          </p:nvSpPr>
          <p:spPr>
            <a:xfrm>
              <a:off x="4424" y="2193"/>
              <a:ext cx="68" cy="29"/>
            </a:xfrm>
            <a:custGeom>
              <a:avLst/>
              <a:gdLst>
                <a:gd name="txL" fmla="*/ 0 w 68"/>
                <a:gd name="txT" fmla="*/ 0 h 29"/>
                <a:gd name="txR" fmla="*/ 68 w 68"/>
                <a:gd name="txB" fmla="*/ 29 h 29"/>
              </a:gdLst>
              <a:ahLst/>
              <a:cxnLst>
                <a:cxn ang="0">
                  <a:pos x="68" y="29"/>
                </a:cxn>
                <a:cxn ang="0">
                  <a:pos x="0" y="0"/>
                </a:cxn>
                <a:cxn ang="0">
                  <a:pos x="68" y="29"/>
                </a:cxn>
                <a:cxn ang="0">
                  <a:pos x="68" y="29"/>
                </a:cxn>
                <a:cxn ang="0">
                  <a:pos x="68" y="29"/>
                </a:cxn>
                <a:cxn ang="0">
                  <a:pos x="68" y="29"/>
                </a:cxn>
                <a:cxn ang="0">
                  <a:pos x="68" y="29"/>
                </a:cxn>
              </a:cxnLst>
              <a:rect l="txL" t="txT" r="txR" b="txB"/>
              <a:pathLst>
                <a:path w="68" h="29">
                  <a:moveTo>
                    <a:pt x="68" y="29"/>
                  </a:moveTo>
                  <a:lnTo>
                    <a:pt x="0" y="0"/>
                  </a:lnTo>
                  <a:lnTo>
                    <a:pt x="68" y="29"/>
                  </a:lnTo>
                  <a:close/>
                  <a:moveTo>
                    <a:pt x="68" y="29"/>
                  </a:moveTo>
                  <a:lnTo>
                    <a:pt x="68" y="2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65" name="Freeform 48"/>
            <p:cNvSpPr>
              <a:spLocks noChangeAspect="1"/>
            </p:cNvSpPr>
            <p:nvPr/>
          </p:nvSpPr>
          <p:spPr>
            <a:xfrm>
              <a:off x="2922" y="1693"/>
              <a:ext cx="59" cy="412"/>
            </a:xfrm>
            <a:custGeom>
              <a:avLst/>
              <a:gdLst>
                <a:gd name="txL" fmla="*/ 0 w 59"/>
                <a:gd name="txT" fmla="*/ 0 h 412"/>
                <a:gd name="txR" fmla="*/ 59 w 59"/>
                <a:gd name="txB" fmla="*/ 412 h 412"/>
              </a:gdLst>
              <a:ahLst/>
              <a:cxnLst>
                <a:cxn ang="0">
                  <a:pos x="0" y="0"/>
                </a:cxn>
                <a:cxn ang="0">
                  <a:pos x="59" y="0"/>
                </a:cxn>
                <a:cxn ang="0">
                  <a:pos x="59" y="412"/>
                </a:cxn>
                <a:cxn ang="0">
                  <a:pos x="0" y="412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59" h="412">
                  <a:moveTo>
                    <a:pt x="0" y="0"/>
                  </a:moveTo>
                  <a:lnTo>
                    <a:pt x="59" y="0"/>
                  </a:lnTo>
                  <a:lnTo>
                    <a:pt x="59" y="412"/>
                  </a:lnTo>
                  <a:lnTo>
                    <a:pt x="0" y="4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66" name="Freeform 49"/>
            <p:cNvSpPr>
              <a:spLocks noChangeAspect="1"/>
            </p:cNvSpPr>
            <p:nvPr/>
          </p:nvSpPr>
          <p:spPr>
            <a:xfrm>
              <a:off x="2892" y="2085"/>
              <a:ext cx="59" cy="29"/>
            </a:xfrm>
            <a:custGeom>
              <a:avLst/>
              <a:gdLst>
                <a:gd name="txL" fmla="*/ 0 w 59"/>
                <a:gd name="txT" fmla="*/ 0 h 29"/>
                <a:gd name="txR" fmla="*/ 59 w 59"/>
                <a:gd name="txB" fmla="*/ 29 h 29"/>
              </a:gdLst>
              <a:ahLst/>
              <a:cxnLst>
                <a:cxn ang="0">
                  <a:pos x="59" y="29"/>
                </a:cxn>
                <a:cxn ang="0">
                  <a:pos x="0" y="0"/>
                </a:cxn>
                <a:cxn ang="0">
                  <a:pos x="59" y="29"/>
                </a:cxn>
                <a:cxn ang="0">
                  <a:pos x="59" y="29"/>
                </a:cxn>
              </a:cxnLst>
              <a:rect l="txL" t="txT" r="txR" b="txB"/>
              <a:pathLst>
                <a:path w="59" h="29">
                  <a:moveTo>
                    <a:pt x="59" y="29"/>
                  </a:moveTo>
                  <a:lnTo>
                    <a:pt x="0" y="0"/>
                  </a:lnTo>
                  <a:lnTo>
                    <a:pt x="59" y="2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67" name="Freeform 50"/>
            <p:cNvSpPr>
              <a:spLocks noChangeAspect="1" noEditPoints="1"/>
            </p:cNvSpPr>
            <p:nvPr/>
          </p:nvSpPr>
          <p:spPr>
            <a:xfrm>
              <a:off x="2892" y="2065"/>
              <a:ext cx="59" cy="20"/>
            </a:xfrm>
            <a:custGeom>
              <a:avLst/>
              <a:gdLst>
                <a:gd name="txL" fmla="*/ 0 w 59"/>
                <a:gd name="txT" fmla="*/ 0 h 20"/>
                <a:gd name="txR" fmla="*/ 59 w 59"/>
                <a:gd name="txB" fmla="*/ 20 h 20"/>
              </a:gdLst>
              <a:ahLst/>
              <a:cxnLst>
                <a:cxn ang="0">
                  <a:pos x="0" y="20"/>
                </a:cxn>
                <a:cxn ang="0">
                  <a:pos x="59" y="0"/>
                </a:cxn>
                <a:cxn ang="0">
                  <a:pos x="0" y="20"/>
                </a:cxn>
                <a:cxn ang="0">
                  <a:pos x="0" y="20"/>
                </a:cxn>
                <a:cxn ang="0">
                  <a:pos x="0" y="20"/>
                </a:cxn>
                <a:cxn ang="0">
                  <a:pos x="0" y="20"/>
                </a:cxn>
                <a:cxn ang="0">
                  <a:pos x="0" y="20"/>
                </a:cxn>
              </a:cxnLst>
              <a:rect l="txL" t="txT" r="txR" b="txB"/>
              <a:pathLst>
                <a:path w="59" h="20">
                  <a:moveTo>
                    <a:pt x="0" y="20"/>
                  </a:moveTo>
                  <a:lnTo>
                    <a:pt x="59" y="0"/>
                  </a:lnTo>
                  <a:lnTo>
                    <a:pt x="0" y="20"/>
                  </a:lnTo>
                  <a:close/>
                  <a:moveTo>
                    <a:pt x="0" y="20"/>
                  </a:moveTo>
                  <a:lnTo>
                    <a:pt x="0" y="2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68" name="Freeform 51"/>
            <p:cNvSpPr>
              <a:spLocks noChangeAspect="1" noEditPoints="1"/>
            </p:cNvSpPr>
            <p:nvPr/>
          </p:nvSpPr>
          <p:spPr>
            <a:xfrm>
              <a:off x="2951" y="2036"/>
              <a:ext cx="69" cy="29"/>
            </a:xfrm>
            <a:custGeom>
              <a:avLst/>
              <a:gdLst>
                <a:gd name="txL" fmla="*/ 0 w 69"/>
                <a:gd name="txT" fmla="*/ 0 h 29"/>
                <a:gd name="txR" fmla="*/ 69 w 69"/>
                <a:gd name="txB" fmla="*/ 29 h 29"/>
              </a:gdLst>
              <a:ahLst/>
              <a:cxnLst>
                <a:cxn ang="0">
                  <a:pos x="0" y="29"/>
                </a:cxn>
                <a:cxn ang="0">
                  <a:pos x="69" y="0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</a:cxnLst>
              <a:rect l="txL" t="txT" r="txR" b="txB"/>
              <a:pathLst>
                <a:path w="69" h="29">
                  <a:moveTo>
                    <a:pt x="0" y="29"/>
                  </a:moveTo>
                  <a:lnTo>
                    <a:pt x="69" y="0"/>
                  </a:lnTo>
                  <a:lnTo>
                    <a:pt x="0" y="29"/>
                  </a:lnTo>
                  <a:close/>
                  <a:moveTo>
                    <a:pt x="0" y="29"/>
                  </a:moveTo>
                  <a:lnTo>
                    <a:pt x="0" y="2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69" name="Freeform 52"/>
            <p:cNvSpPr>
              <a:spLocks noChangeAspect="1" noEditPoints="1"/>
            </p:cNvSpPr>
            <p:nvPr/>
          </p:nvSpPr>
          <p:spPr>
            <a:xfrm>
              <a:off x="2951" y="2007"/>
              <a:ext cx="69" cy="29"/>
            </a:xfrm>
            <a:custGeom>
              <a:avLst/>
              <a:gdLst>
                <a:gd name="txL" fmla="*/ 0 w 69"/>
                <a:gd name="txT" fmla="*/ 0 h 29"/>
                <a:gd name="txR" fmla="*/ 69 w 69"/>
                <a:gd name="txB" fmla="*/ 29 h 29"/>
              </a:gdLst>
              <a:ahLst/>
              <a:cxnLst>
                <a:cxn ang="0">
                  <a:pos x="69" y="29"/>
                </a:cxn>
                <a:cxn ang="0">
                  <a:pos x="0" y="0"/>
                </a:cxn>
                <a:cxn ang="0">
                  <a:pos x="69" y="29"/>
                </a:cxn>
                <a:cxn ang="0">
                  <a:pos x="69" y="29"/>
                </a:cxn>
                <a:cxn ang="0">
                  <a:pos x="69" y="29"/>
                </a:cxn>
                <a:cxn ang="0">
                  <a:pos x="69" y="29"/>
                </a:cxn>
                <a:cxn ang="0">
                  <a:pos x="69" y="29"/>
                </a:cxn>
              </a:cxnLst>
              <a:rect l="txL" t="txT" r="txR" b="txB"/>
              <a:pathLst>
                <a:path w="69" h="29">
                  <a:moveTo>
                    <a:pt x="69" y="29"/>
                  </a:moveTo>
                  <a:lnTo>
                    <a:pt x="0" y="0"/>
                  </a:lnTo>
                  <a:lnTo>
                    <a:pt x="69" y="29"/>
                  </a:lnTo>
                  <a:close/>
                  <a:moveTo>
                    <a:pt x="69" y="29"/>
                  </a:moveTo>
                  <a:lnTo>
                    <a:pt x="69" y="2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70" name="Freeform 53"/>
            <p:cNvSpPr>
              <a:spLocks noChangeAspect="1" noEditPoints="1"/>
            </p:cNvSpPr>
            <p:nvPr/>
          </p:nvSpPr>
          <p:spPr>
            <a:xfrm>
              <a:off x="2951" y="2007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71" name="Freeform 54"/>
            <p:cNvSpPr>
              <a:spLocks noChangeAspect="1" noEditPoints="1"/>
            </p:cNvSpPr>
            <p:nvPr/>
          </p:nvSpPr>
          <p:spPr>
            <a:xfrm>
              <a:off x="2892" y="1977"/>
              <a:ext cx="59" cy="30"/>
            </a:xfrm>
            <a:custGeom>
              <a:avLst/>
              <a:gdLst>
                <a:gd name="txL" fmla="*/ 0 w 59"/>
                <a:gd name="txT" fmla="*/ 0 h 30"/>
                <a:gd name="txR" fmla="*/ 59 w 59"/>
                <a:gd name="txB" fmla="*/ 30 h 30"/>
              </a:gdLst>
              <a:ahLst/>
              <a:cxnLst>
                <a:cxn ang="0">
                  <a:pos x="59" y="30"/>
                </a:cxn>
                <a:cxn ang="0">
                  <a:pos x="0" y="0"/>
                </a:cxn>
                <a:cxn ang="0">
                  <a:pos x="59" y="30"/>
                </a:cxn>
                <a:cxn ang="0">
                  <a:pos x="59" y="30"/>
                </a:cxn>
                <a:cxn ang="0">
                  <a:pos x="59" y="30"/>
                </a:cxn>
                <a:cxn ang="0">
                  <a:pos x="59" y="30"/>
                </a:cxn>
                <a:cxn ang="0">
                  <a:pos x="59" y="30"/>
                </a:cxn>
              </a:cxnLst>
              <a:rect l="txL" t="txT" r="txR" b="txB"/>
              <a:pathLst>
                <a:path w="59" h="30">
                  <a:moveTo>
                    <a:pt x="59" y="30"/>
                  </a:moveTo>
                  <a:lnTo>
                    <a:pt x="0" y="0"/>
                  </a:lnTo>
                  <a:lnTo>
                    <a:pt x="59" y="30"/>
                  </a:lnTo>
                  <a:close/>
                  <a:moveTo>
                    <a:pt x="59" y="30"/>
                  </a:moveTo>
                  <a:lnTo>
                    <a:pt x="59" y="3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72" name="Freeform 55"/>
            <p:cNvSpPr>
              <a:spLocks noChangeAspect="1" noEditPoints="1"/>
            </p:cNvSpPr>
            <p:nvPr/>
          </p:nvSpPr>
          <p:spPr>
            <a:xfrm>
              <a:off x="2892" y="1958"/>
              <a:ext cx="59" cy="19"/>
            </a:xfrm>
            <a:custGeom>
              <a:avLst/>
              <a:gdLst>
                <a:gd name="txL" fmla="*/ 0 w 59"/>
                <a:gd name="txT" fmla="*/ 0 h 19"/>
                <a:gd name="txR" fmla="*/ 59 w 59"/>
                <a:gd name="txB" fmla="*/ 19 h 19"/>
              </a:gdLst>
              <a:ahLst/>
              <a:cxnLst>
                <a:cxn ang="0">
                  <a:pos x="0" y="19"/>
                </a:cxn>
                <a:cxn ang="0">
                  <a:pos x="59" y="0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0" y="19"/>
                </a:cxn>
              </a:cxnLst>
              <a:rect l="txL" t="txT" r="txR" b="txB"/>
              <a:pathLst>
                <a:path w="59" h="19">
                  <a:moveTo>
                    <a:pt x="0" y="19"/>
                  </a:moveTo>
                  <a:lnTo>
                    <a:pt x="59" y="0"/>
                  </a:lnTo>
                  <a:lnTo>
                    <a:pt x="0" y="19"/>
                  </a:lnTo>
                  <a:close/>
                  <a:moveTo>
                    <a:pt x="0" y="19"/>
                  </a:moveTo>
                  <a:lnTo>
                    <a:pt x="0" y="1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73" name="Freeform 56"/>
            <p:cNvSpPr>
              <a:spLocks noChangeAspect="1" noEditPoints="1"/>
            </p:cNvSpPr>
            <p:nvPr/>
          </p:nvSpPr>
          <p:spPr>
            <a:xfrm>
              <a:off x="2951" y="1928"/>
              <a:ext cx="69" cy="30"/>
            </a:xfrm>
            <a:custGeom>
              <a:avLst/>
              <a:gdLst>
                <a:gd name="txL" fmla="*/ 0 w 69"/>
                <a:gd name="txT" fmla="*/ 0 h 30"/>
                <a:gd name="txR" fmla="*/ 69 w 69"/>
                <a:gd name="txB" fmla="*/ 30 h 30"/>
              </a:gdLst>
              <a:ahLst/>
              <a:cxnLst>
                <a:cxn ang="0">
                  <a:pos x="0" y="30"/>
                </a:cxn>
                <a:cxn ang="0">
                  <a:pos x="69" y="0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0" y="30"/>
                </a:cxn>
              </a:cxnLst>
              <a:rect l="txL" t="txT" r="txR" b="txB"/>
              <a:pathLst>
                <a:path w="69" h="30">
                  <a:moveTo>
                    <a:pt x="0" y="30"/>
                  </a:moveTo>
                  <a:lnTo>
                    <a:pt x="69" y="0"/>
                  </a:lnTo>
                  <a:lnTo>
                    <a:pt x="0" y="30"/>
                  </a:lnTo>
                  <a:close/>
                  <a:moveTo>
                    <a:pt x="0" y="30"/>
                  </a:moveTo>
                  <a:lnTo>
                    <a:pt x="0" y="3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74" name="Freeform 57"/>
            <p:cNvSpPr>
              <a:spLocks noChangeAspect="1" noEditPoints="1"/>
            </p:cNvSpPr>
            <p:nvPr/>
          </p:nvSpPr>
          <p:spPr>
            <a:xfrm>
              <a:off x="2951" y="1899"/>
              <a:ext cx="69" cy="29"/>
            </a:xfrm>
            <a:custGeom>
              <a:avLst/>
              <a:gdLst>
                <a:gd name="txL" fmla="*/ 0 w 69"/>
                <a:gd name="txT" fmla="*/ 0 h 29"/>
                <a:gd name="txR" fmla="*/ 69 w 69"/>
                <a:gd name="txB" fmla="*/ 29 h 29"/>
              </a:gdLst>
              <a:ahLst/>
              <a:cxnLst>
                <a:cxn ang="0">
                  <a:pos x="69" y="29"/>
                </a:cxn>
                <a:cxn ang="0">
                  <a:pos x="0" y="0"/>
                </a:cxn>
                <a:cxn ang="0">
                  <a:pos x="69" y="29"/>
                </a:cxn>
                <a:cxn ang="0">
                  <a:pos x="69" y="29"/>
                </a:cxn>
                <a:cxn ang="0">
                  <a:pos x="69" y="29"/>
                </a:cxn>
                <a:cxn ang="0">
                  <a:pos x="69" y="29"/>
                </a:cxn>
                <a:cxn ang="0">
                  <a:pos x="69" y="29"/>
                </a:cxn>
              </a:cxnLst>
              <a:rect l="txL" t="txT" r="txR" b="txB"/>
              <a:pathLst>
                <a:path w="69" h="29">
                  <a:moveTo>
                    <a:pt x="69" y="29"/>
                  </a:moveTo>
                  <a:lnTo>
                    <a:pt x="0" y="0"/>
                  </a:lnTo>
                  <a:lnTo>
                    <a:pt x="69" y="29"/>
                  </a:lnTo>
                  <a:close/>
                  <a:moveTo>
                    <a:pt x="69" y="29"/>
                  </a:moveTo>
                  <a:lnTo>
                    <a:pt x="69" y="2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75" name="Freeform 58"/>
            <p:cNvSpPr>
              <a:spLocks noChangeAspect="1" noEditPoints="1"/>
            </p:cNvSpPr>
            <p:nvPr/>
          </p:nvSpPr>
          <p:spPr>
            <a:xfrm>
              <a:off x="2892" y="1869"/>
              <a:ext cx="59" cy="30"/>
            </a:xfrm>
            <a:custGeom>
              <a:avLst/>
              <a:gdLst>
                <a:gd name="txL" fmla="*/ 0 w 59"/>
                <a:gd name="txT" fmla="*/ 0 h 30"/>
                <a:gd name="txR" fmla="*/ 59 w 59"/>
                <a:gd name="txB" fmla="*/ 30 h 30"/>
              </a:gdLst>
              <a:ahLst/>
              <a:cxnLst>
                <a:cxn ang="0">
                  <a:pos x="59" y="30"/>
                </a:cxn>
                <a:cxn ang="0">
                  <a:pos x="0" y="0"/>
                </a:cxn>
                <a:cxn ang="0">
                  <a:pos x="59" y="30"/>
                </a:cxn>
                <a:cxn ang="0">
                  <a:pos x="59" y="30"/>
                </a:cxn>
                <a:cxn ang="0">
                  <a:pos x="59" y="30"/>
                </a:cxn>
                <a:cxn ang="0">
                  <a:pos x="59" y="30"/>
                </a:cxn>
                <a:cxn ang="0">
                  <a:pos x="59" y="30"/>
                </a:cxn>
              </a:cxnLst>
              <a:rect l="txL" t="txT" r="txR" b="txB"/>
              <a:pathLst>
                <a:path w="59" h="30">
                  <a:moveTo>
                    <a:pt x="59" y="30"/>
                  </a:moveTo>
                  <a:lnTo>
                    <a:pt x="0" y="0"/>
                  </a:lnTo>
                  <a:lnTo>
                    <a:pt x="59" y="30"/>
                  </a:lnTo>
                  <a:close/>
                  <a:moveTo>
                    <a:pt x="59" y="30"/>
                  </a:moveTo>
                  <a:lnTo>
                    <a:pt x="59" y="3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76" name="Freeform 59"/>
            <p:cNvSpPr>
              <a:spLocks noChangeAspect="1" noEditPoints="1"/>
            </p:cNvSpPr>
            <p:nvPr/>
          </p:nvSpPr>
          <p:spPr>
            <a:xfrm>
              <a:off x="2892" y="1850"/>
              <a:ext cx="59" cy="19"/>
            </a:xfrm>
            <a:custGeom>
              <a:avLst/>
              <a:gdLst>
                <a:gd name="txL" fmla="*/ 0 w 59"/>
                <a:gd name="txT" fmla="*/ 0 h 19"/>
                <a:gd name="txR" fmla="*/ 59 w 59"/>
                <a:gd name="txB" fmla="*/ 19 h 19"/>
              </a:gdLst>
              <a:ahLst/>
              <a:cxnLst>
                <a:cxn ang="0">
                  <a:pos x="0" y="19"/>
                </a:cxn>
                <a:cxn ang="0">
                  <a:pos x="59" y="0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0" y="19"/>
                </a:cxn>
              </a:cxnLst>
              <a:rect l="txL" t="txT" r="txR" b="txB"/>
              <a:pathLst>
                <a:path w="59" h="19">
                  <a:moveTo>
                    <a:pt x="0" y="19"/>
                  </a:moveTo>
                  <a:lnTo>
                    <a:pt x="59" y="0"/>
                  </a:lnTo>
                  <a:lnTo>
                    <a:pt x="0" y="19"/>
                  </a:lnTo>
                  <a:close/>
                  <a:moveTo>
                    <a:pt x="0" y="19"/>
                  </a:moveTo>
                  <a:lnTo>
                    <a:pt x="0" y="1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77" name="Freeform 60"/>
            <p:cNvSpPr>
              <a:spLocks noChangeAspect="1" noEditPoints="1"/>
            </p:cNvSpPr>
            <p:nvPr/>
          </p:nvSpPr>
          <p:spPr>
            <a:xfrm>
              <a:off x="2951" y="1820"/>
              <a:ext cx="69" cy="30"/>
            </a:xfrm>
            <a:custGeom>
              <a:avLst/>
              <a:gdLst>
                <a:gd name="txL" fmla="*/ 0 w 69"/>
                <a:gd name="txT" fmla="*/ 0 h 30"/>
                <a:gd name="txR" fmla="*/ 69 w 69"/>
                <a:gd name="txB" fmla="*/ 30 h 30"/>
              </a:gdLst>
              <a:ahLst/>
              <a:cxnLst>
                <a:cxn ang="0">
                  <a:pos x="0" y="30"/>
                </a:cxn>
                <a:cxn ang="0">
                  <a:pos x="69" y="0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0" y="30"/>
                </a:cxn>
              </a:cxnLst>
              <a:rect l="txL" t="txT" r="txR" b="txB"/>
              <a:pathLst>
                <a:path w="69" h="30">
                  <a:moveTo>
                    <a:pt x="0" y="30"/>
                  </a:moveTo>
                  <a:lnTo>
                    <a:pt x="69" y="0"/>
                  </a:lnTo>
                  <a:lnTo>
                    <a:pt x="0" y="30"/>
                  </a:lnTo>
                  <a:close/>
                  <a:moveTo>
                    <a:pt x="0" y="30"/>
                  </a:moveTo>
                  <a:lnTo>
                    <a:pt x="0" y="3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78" name="Freeform 61"/>
            <p:cNvSpPr>
              <a:spLocks noChangeAspect="1" noEditPoints="1"/>
            </p:cNvSpPr>
            <p:nvPr/>
          </p:nvSpPr>
          <p:spPr>
            <a:xfrm>
              <a:off x="2951" y="1791"/>
              <a:ext cx="69" cy="29"/>
            </a:xfrm>
            <a:custGeom>
              <a:avLst/>
              <a:gdLst>
                <a:gd name="txL" fmla="*/ 0 w 69"/>
                <a:gd name="txT" fmla="*/ 0 h 29"/>
                <a:gd name="txR" fmla="*/ 69 w 69"/>
                <a:gd name="txB" fmla="*/ 29 h 29"/>
              </a:gdLst>
              <a:ahLst/>
              <a:cxnLst>
                <a:cxn ang="0">
                  <a:pos x="69" y="29"/>
                </a:cxn>
                <a:cxn ang="0">
                  <a:pos x="0" y="0"/>
                </a:cxn>
                <a:cxn ang="0">
                  <a:pos x="69" y="29"/>
                </a:cxn>
                <a:cxn ang="0">
                  <a:pos x="69" y="29"/>
                </a:cxn>
                <a:cxn ang="0">
                  <a:pos x="69" y="29"/>
                </a:cxn>
                <a:cxn ang="0">
                  <a:pos x="69" y="29"/>
                </a:cxn>
                <a:cxn ang="0">
                  <a:pos x="69" y="29"/>
                </a:cxn>
              </a:cxnLst>
              <a:rect l="txL" t="txT" r="txR" b="txB"/>
              <a:pathLst>
                <a:path w="69" h="29">
                  <a:moveTo>
                    <a:pt x="69" y="29"/>
                  </a:moveTo>
                  <a:lnTo>
                    <a:pt x="0" y="0"/>
                  </a:lnTo>
                  <a:lnTo>
                    <a:pt x="69" y="29"/>
                  </a:lnTo>
                  <a:close/>
                  <a:moveTo>
                    <a:pt x="69" y="29"/>
                  </a:moveTo>
                  <a:lnTo>
                    <a:pt x="69" y="2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79" name="Freeform 62"/>
            <p:cNvSpPr>
              <a:spLocks noChangeAspect="1" noEditPoints="1"/>
            </p:cNvSpPr>
            <p:nvPr/>
          </p:nvSpPr>
          <p:spPr>
            <a:xfrm>
              <a:off x="2892" y="1771"/>
              <a:ext cx="59" cy="20"/>
            </a:xfrm>
            <a:custGeom>
              <a:avLst/>
              <a:gdLst>
                <a:gd name="txL" fmla="*/ 0 w 59"/>
                <a:gd name="txT" fmla="*/ 0 h 20"/>
                <a:gd name="txR" fmla="*/ 59 w 59"/>
                <a:gd name="txB" fmla="*/ 20 h 20"/>
              </a:gdLst>
              <a:ahLst/>
              <a:cxnLst>
                <a:cxn ang="0">
                  <a:pos x="59" y="20"/>
                </a:cxn>
                <a:cxn ang="0">
                  <a:pos x="0" y="0"/>
                </a:cxn>
                <a:cxn ang="0">
                  <a:pos x="59" y="20"/>
                </a:cxn>
                <a:cxn ang="0">
                  <a:pos x="59" y="20"/>
                </a:cxn>
                <a:cxn ang="0">
                  <a:pos x="59" y="20"/>
                </a:cxn>
                <a:cxn ang="0">
                  <a:pos x="59" y="20"/>
                </a:cxn>
                <a:cxn ang="0">
                  <a:pos x="59" y="20"/>
                </a:cxn>
              </a:cxnLst>
              <a:rect l="txL" t="txT" r="txR" b="txB"/>
              <a:pathLst>
                <a:path w="59" h="20">
                  <a:moveTo>
                    <a:pt x="59" y="20"/>
                  </a:moveTo>
                  <a:lnTo>
                    <a:pt x="0" y="0"/>
                  </a:lnTo>
                  <a:lnTo>
                    <a:pt x="59" y="20"/>
                  </a:lnTo>
                  <a:close/>
                  <a:moveTo>
                    <a:pt x="59" y="20"/>
                  </a:moveTo>
                  <a:lnTo>
                    <a:pt x="59" y="2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80" name="Freeform 63"/>
            <p:cNvSpPr>
              <a:spLocks noChangeAspect="1" noEditPoints="1"/>
            </p:cNvSpPr>
            <p:nvPr/>
          </p:nvSpPr>
          <p:spPr>
            <a:xfrm>
              <a:off x="2892" y="1742"/>
              <a:ext cx="59" cy="29"/>
            </a:xfrm>
            <a:custGeom>
              <a:avLst/>
              <a:gdLst>
                <a:gd name="txL" fmla="*/ 0 w 59"/>
                <a:gd name="txT" fmla="*/ 0 h 29"/>
                <a:gd name="txR" fmla="*/ 59 w 59"/>
                <a:gd name="txB" fmla="*/ 29 h 29"/>
              </a:gdLst>
              <a:ahLst/>
              <a:cxnLst>
                <a:cxn ang="0">
                  <a:pos x="0" y="29"/>
                </a:cxn>
                <a:cxn ang="0">
                  <a:pos x="59" y="0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</a:cxnLst>
              <a:rect l="txL" t="txT" r="txR" b="txB"/>
              <a:pathLst>
                <a:path w="59" h="29">
                  <a:moveTo>
                    <a:pt x="0" y="29"/>
                  </a:moveTo>
                  <a:lnTo>
                    <a:pt x="59" y="0"/>
                  </a:lnTo>
                  <a:lnTo>
                    <a:pt x="0" y="29"/>
                  </a:lnTo>
                  <a:close/>
                  <a:moveTo>
                    <a:pt x="0" y="29"/>
                  </a:moveTo>
                  <a:lnTo>
                    <a:pt x="0" y="2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81" name="Freeform 64"/>
            <p:cNvSpPr>
              <a:spLocks noChangeAspect="1" noEditPoints="1"/>
            </p:cNvSpPr>
            <p:nvPr/>
          </p:nvSpPr>
          <p:spPr>
            <a:xfrm>
              <a:off x="2951" y="1713"/>
              <a:ext cx="69" cy="29"/>
            </a:xfrm>
            <a:custGeom>
              <a:avLst/>
              <a:gdLst>
                <a:gd name="txL" fmla="*/ 0 w 69"/>
                <a:gd name="txT" fmla="*/ 0 h 29"/>
                <a:gd name="txR" fmla="*/ 69 w 69"/>
                <a:gd name="txB" fmla="*/ 29 h 29"/>
              </a:gdLst>
              <a:ahLst/>
              <a:cxnLst>
                <a:cxn ang="0">
                  <a:pos x="0" y="29"/>
                </a:cxn>
                <a:cxn ang="0">
                  <a:pos x="69" y="0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</a:cxnLst>
              <a:rect l="txL" t="txT" r="txR" b="txB"/>
              <a:pathLst>
                <a:path w="69" h="29">
                  <a:moveTo>
                    <a:pt x="0" y="29"/>
                  </a:moveTo>
                  <a:lnTo>
                    <a:pt x="69" y="0"/>
                  </a:lnTo>
                  <a:lnTo>
                    <a:pt x="0" y="29"/>
                  </a:lnTo>
                  <a:close/>
                  <a:moveTo>
                    <a:pt x="0" y="29"/>
                  </a:moveTo>
                  <a:lnTo>
                    <a:pt x="0" y="2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82" name="Freeform 65"/>
            <p:cNvSpPr>
              <a:spLocks noChangeAspect="1" noEditPoints="1"/>
            </p:cNvSpPr>
            <p:nvPr/>
          </p:nvSpPr>
          <p:spPr>
            <a:xfrm>
              <a:off x="2951" y="1683"/>
              <a:ext cx="69" cy="30"/>
            </a:xfrm>
            <a:custGeom>
              <a:avLst/>
              <a:gdLst>
                <a:gd name="txL" fmla="*/ 0 w 69"/>
                <a:gd name="txT" fmla="*/ 0 h 30"/>
                <a:gd name="txR" fmla="*/ 69 w 69"/>
                <a:gd name="txB" fmla="*/ 30 h 30"/>
              </a:gdLst>
              <a:ahLst/>
              <a:cxnLst>
                <a:cxn ang="0">
                  <a:pos x="69" y="30"/>
                </a:cxn>
                <a:cxn ang="0">
                  <a:pos x="0" y="0"/>
                </a:cxn>
                <a:cxn ang="0">
                  <a:pos x="69" y="30"/>
                </a:cxn>
                <a:cxn ang="0">
                  <a:pos x="69" y="30"/>
                </a:cxn>
                <a:cxn ang="0">
                  <a:pos x="69" y="30"/>
                </a:cxn>
                <a:cxn ang="0">
                  <a:pos x="69" y="30"/>
                </a:cxn>
                <a:cxn ang="0">
                  <a:pos x="69" y="30"/>
                </a:cxn>
              </a:cxnLst>
              <a:rect l="txL" t="txT" r="txR" b="txB"/>
              <a:pathLst>
                <a:path w="69" h="30">
                  <a:moveTo>
                    <a:pt x="69" y="30"/>
                  </a:moveTo>
                  <a:lnTo>
                    <a:pt x="0" y="0"/>
                  </a:lnTo>
                  <a:lnTo>
                    <a:pt x="69" y="30"/>
                  </a:lnTo>
                  <a:close/>
                  <a:moveTo>
                    <a:pt x="69" y="30"/>
                  </a:moveTo>
                  <a:lnTo>
                    <a:pt x="69" y="3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83" name="Freeform 66"/>
            <p:cNvSpPr>
              <a:spLocks noChangeAspect="1"/>
            </p:cNvSpPr>
            <p:nvPr/>
          </p:nvSpPr>
          <p:spPr>
            <a:xfrm>
              <a:off x="1999" y="1125"/>
              <a:ext cx="442" cy="49"/>
            </a:xfrm>
            <a:custGeom>
              <a:avLst/>
              <a:gdLst>
                <a:gd name="txL" fmla="*/ 0 w 442"/>
                <a:gd name="txT" fmla="*/ 0 h 49"/>
                <a:gd name="txR" fmla="*/ 442 w 442"/>
                <a:gd name="txB" fmla="*/ 49 h 49"/>
              </a:gdLst>
              <a:ahLst/>
              <a:cxnLst>
                <a:cxn ang="0">
                  <a:pos x="442" y="0"/>
                </a:cxn>
                <a:cxn ang="0">
                  <a:pos x="442" y="49"/>
                </a:cxn>
                <a:cxn ang="0">
                  <a:pos x="0" y="49"/>
                </a:cxn>
                <a:cxn ang="0">
                  <a:pos x="0" y="0"/>
                </a:cxn>
                <a:cxn ang="0">
                  <a:pos x="442" y="0"/>
                </a:cxn>
                <a:cxn ang="0">
                  <a:pos x="442" y="0"/>
                </a:cxn>
              </a:cxnLst>
              <a:rect l="txL" t="txT" r="txR" b="txB"/>
              <a:pathLst>
                <a:path w="442" h="49">
                  <a:moveTo>
                    <a:pt x="442" y="0"/>
                  </a:moveTo>
                  <a:lnTo>
                    <a:pt x="442" y="49"/>
                  </a:lnTo>
                  <a:lnTo>
                    <a:pt x="0" y="49"/>
                  </a:lnTo>
                  <a:lnTo>
                    <a:pt x="0" y="0"/>
                  </a:lnTo>
                  <a:lnTo>
                    <a:pt x="442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84" name="Freeform 67"/>
            <p:cNvSpPr>
              <a:spLocks noChangeAspect="1"/>
            </p:cNvSpPr>
            <p:nvPr/>
          </p:nvSpPr>
          <p:spPr>
            <a:xfrm>
              <a:off x="1989" y="1086"/>
              <a:ext cx="30" cy="68"/>
            </a:xfrm>
            <a:custGeom>
              <a:avLst/>
              <a:gdLst>
                <a:gd name="txL" fmla="*/ 0 w 30"/>
                <a:gd name="txT" fmla="*/ 0 h 68"/>
                <a:gd name="txR" fmla="*/ 30 w 30"/>
                <a:gd name="txB" fmla="*/ 68 h 68"/>
              </a:gdLst>
              <a:ahLst/>
              <a:cxnLst>
                <a:cxn ang="0">
                  <a:pos x="0" y="68"/>
                </a:cxn>
                <a:cxn ang="0">
                  <a:pos x="30" y="0"/>
                </a:cxn>
                <a:cxn ang="0">
                  <a:pos x="0" y="68"/>
                </a:cxn>
                <a:cxn ang="0">
                  <a:pos x="0" y="68"/>
                </a:cxn>
              </a:cxnLst>
              <a:rect l="txL" t="txT" r="txR" b="txB"/>
              <a:pathLst>
                <a:path w="30" h="68">
                  <a:moveTo>
                    <a:pt x="0" y="68"/>
                  </a:moveTo>
                  <a:lnTo>
                    <a:pt x="30" y="0"/>
                  </a:lnTo>
                  <a:lnTo>
                    <a:pt x="0" y="6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85" name="Freeform 68"/>
            <p:cNvSpPr>
              <a:spLocks noChangeAspect="1" noEditPoints="1"/>
            </p:cNvSpPr>
            <p:nvPr/>
          </p:nvSpPr>
          <p:spPr>
            <a:xfrm>
              <a:off x="2019" y="1086"/>
              <a:ext cx="29" cy="68"/>
            </a:xfrm>
            <a:custGeom>
              <a:avLst/>
              <a:gdLst>
                <a:gd name="txL" fmla="*/ 0 w 29"/>
                <a:gd name="txT" fmla="*/ 0 h 68"/>
                <a:gd name="txR" fmla="*/ 29 w 29"/>
                <a:gd name="txB" fmla="*/ 68 h 68"/>
              </a:gdLst>
              <a:ahLst/>
              <a:cxnLst>
                <a:cxn ang="0">
                  <a:pos x="0" y="0"/>
                </a:cxn>
                <a:cxn ang="0">
                  <a:pos x="29" y="6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9" h="68">
                  <a:moveTo>
                    <a:pt x="0" y="0"/>
                  </a:moveTo>
                  <a:lnTo>
                    <a:pt x="29" y="68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86" name="Freeform 69"/>
            <p:cNvSpPr>
              <a:spLocks noChangeAspect="1" noEditPoints="1"/>
            </p:cNvSpPr>
            <p:nvPr/>
          </p:nvSpPr>
          <p:spPr>
            <a:xfrm>
              <a:off x="2048" y="1154"/>
              <a:ext cx="30" cy="59"/>
            </a:xfrm>
            <a:custGeom>
              <a:avLst/>
              <a:gdLst>
                <a:gd name="txL" fmla="*/ 0 w 30"/>
                <a:gd name="txT" fmla="*/ 0 h 59"/>
                <a:gd name="txR" fmla="*/ 30 w 30"/>
                <a:gd name="txB" fmla="*/ 59 h 59"/>
              </a:gdLst>
              <a:ahLst/>
              <a:cxnLst>
                <a:cxn ang="0">
                  <a:pos x="0" y="0"/>
                </a:cxn>
                <a:cxn ang="0">
                  <a:pos x="30" y="59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30" h="59">
                  <a:moveTo>
                    <a:pt x="0" y="0"/>
                  </a:moveTo>
                  <a:lnTo>
                    <a:pt x="30" y="59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87" name="Freeform 70"/>
            <p:cNvSpPr>
              <a:spLocks noChangeAspect="1" noEditPoints="1"/>
            </p:cNvSpPr>
            <p:nvPr/>
          </p:nvSpPr>
          <p:spPr>
            <a:xfrm>
              <a:off x="2078" y="1154"/>
              <a:ext cx="29" cy="59"/>
            </a:xfrm>
            <a:custGeom>
              <a:avLst/>
              <a:gdLst>
                <a:gd name="txL" fmla="*/ 0 w 29"/>
                <a:gd name="txT" fmla="*/ 0 h 59"/>
                <a:gd name="txR" fmla="*/ 29 w 29"/>
                <a:gd name="txB" fmla="*/ 59 h 59"/>
              </a:gdLst>
              <a:ahLst/>
              <a:cxnLst>
                <a:cxn ang="0">
                  <a:pos x="0" y="59"/>
                </a:cxn>
                <a:cxn ang="0">
                  <a:pos x="29" y="0"/>
                </a:cxn>
                <a:cxn ang="0">
                  <a:pos x="0" y="59"/>
                </a:cxn>
                <a:cxn ang="0">
                  <a:pos x="0" y="59"/>
                </a:cxn>
                <a:cxn ang="0">
                  <a:pos x="0" y="59"/>
                </a:cxn>
                <a:cxn ang="0">
                  <a:pos x="0" y="59"/>
                </a:cxn>
                <a:cxn ang="0">
                  <a:pos x="0" y="59"/>
                </a:cxn>
              </a:cxnLst>
              <a:rect l="txL" t="txT" r="txR" b="txB"/>
              <a:pathLst>
                <a:path w="29" h="59">
                  <a:moveTo>
                    <a:pt x="0" y="59"/>
                  </a:moveTo>
                  <a:lnTo>
                    <a:pt x="29" y="0"/>
                  </a:lnTo>
                  <a:lnTo>
                    <a:pt x="0" y="59"/>
                  </a:lnTo>
                  <a:close/>
                  <a:moveTo>
                    <a:pt x="0" y="59"/>
                  </a:moveTo>
                  <a:lnTo>
                    <a:pt x="0" y="5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88" name="Freeform 71"/>
            <p:cNvSpPr>
              <a:spLocks noChangeAspect="1" noEditPoints="1"/>
            </p:cNvSpPr>
            <p:nvPr/>
          </p:nvSpPr>
          <p:spPr>
            <a:xfrm>
              <a:off x="2107" y="1154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89" name="Freeform 72"/>
            <p:cNvSpPr>
              <a:spLocks noChangeAspect="1" noEditPoints="1"/>
            </p:cNvSpPr>
            <p:nvPr/>
          </p:nvSpPr>
          <p:spPr>
            <a:xfrm>
              <a:off x="2107" y="1086"/>
              <a:ext cx="30" cy="68"/>
            </a:xfrm>
            <a:custGeom>
              <a:avLst/>
              <a:gdLst>
                <a:gd name="txL" fmla="*/ 0 w 30"/>
                <a:gd name="txT" fmla="*/ 0 h 68"/>
                <a:gd name="txR" fmla="*/ 30 w 30"/>
                <a:gd name="txB" fmla="*/ 68 h 68"/>
              </a:gdLst>
              <a:ahLst/>
              <a:cxnLst>
                <a:cxn ang="0">
                  <a:pos x="0" y="68"/>
                </a:cxn>
                <a:cxn ang="0">
                  <a:pos x="30" y="0"/>
                </a:cxn>
                <a:cxn ang="0">
                  <a:pos x="0" y="68"/>
                </a:cxn>
                <a:cxn ang="0">
                  <a:pos x="0" y="68"/>
                </a:cxn>
                <a:cxn ang="0">
                  <a:pos x="0" y="68"/>
                </a:cxn>
                <a:cxn ang="0">
                  <a:pos x="0" y="68"/>
                </a:cxn>
                <a:cxn ang="0">
                  <a:pos x="0" y="68"/>
                </a:cxn>
              </a:cxnLst>
              <a:rect l="txL" t="txT" r="txR" b="txB"/>
              <a:pathLst>
                <a:path w="30" h="68">
                  <a:moveTo>
                    <a:pt x="0" y="68"/>
                  </a:moveTo>
                  <a:lnTo>
                    <a:pt x="30" y="0"/>
                  </a:lnTo>
                  <a:lnTo>
                    <a:pt x="0" y="68"/>
                  </a:lnTo>
                  <a:close/>
                  <a:moveTo>
                    <a:pt x="0" y="68"/>
                  </a:moveTo>
                  <a:lnTo>
                    <a:pt x="0" y="6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90" name="Freeform 73"/>
            <p:cNvSpPr>
              <a:spLocks noChangeAspect="1" noEditPoints="1"/>
            </p:cNvSpPr>
            <p:nvPr/>
          </p:nvSpPr>
          <p:spPr>
            <a:xfrm>
              <a:off x="2137" y="1086"/>
              <a:ext cx="19" cy="68"/>
            </a:xfrm>
            <a:custGeom>
              <a:avLst/>
              <a:gdLst>
                <a:gd name="txL" fmla="*/ 0 w 19"/>
                <a:gd name="txT" fmla="*/ 0 h 68"/>
                <a:gd name="txR" fmla="*/ 19 w 19"/>
                <a:gd name="txB" fmla="*/ 68 h 68"/>
              </a:gdLst>
              <a:ahLst/>
              <a:cxnLst>
                <a:cxn ang="0">
                  <a:pos x="0" y="0"/>
                </a:cxn>
                <a:cxn ang="0">
                  <a:pos x="19" y="6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9" h="68">
                  <a:moveTo>
                    <a:pt x="0" y="0"/>
                  </a:moveTo>
                  <a:lnTo>
                    <a:pt x="19" y="68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91" name="Freeform 74"/>
            <p:cNvSpPr>
              <a:spLocks noChangeAspect="1" noEditPoints="1"/>
            </p:cNvSpPr>
            <p:nvPr/>
          </p:nvSpPr>
          <p:spPr>
            <a:xfrm>
              <a:off x="2156" y="1154"/>
              <a:ext cx="30" cy="59"/>
            </a:xfrm>
            <a:custGeom>
              <a:avLst/>
              <a:gdLst>
                <a:gd name="txL" fmla="*/ 0 w 30"/>
                <a:gd name="txT" fmla="*/ 0 h 59"/>
                <a:gd name="txR" fmla="*/ 30 w 30"/>
                <a:gd name="txB" fmla="*/ 59 h 59"/>
              </a:gdLst>
              <a:ahLst/>
              <a:cxnLst>
                <a:cxn ang="0">
                  <a:pos x="0" y="0"/>
                </a:cxn>
                <a:cxn ang="0">
                  <a:pos x="30" y="59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30" h="59">
                  <a:moveTo>
                    <a:pt x="0" y="0"/>
                  </a:moveTo>
                  <a:lnTo>
                    <a:pt x="30" y="59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92" name="Freeform 75"/>
            <p:cNvSpPr>
              <a:spLocks noChangeAspect="1" noEditPoints="1"/>
            </p:cNvSpPr>
            <p:nvPr/>
          </p:nvSpPr>
          <p:spPr>
            <a:xfrm>
              <a:off x="2186" y="1154"/>
              <a:ext cx="29" cy="59"/>
            </a:xfrm>
            <a:custGeom>
              <a:avLst/>
              <a:gdLst>
                <a:gd name="txL" fmla="*/ 0 w 29"/>
                <a:gd name="txT" fmla="*/ 0 h 59"/>
                <a:gd name="txR" fmla="*/ 29 w 29"/>
                <a:gd name="txB" fmla="*/ 59 h 59"/>
              </a:gdLst>
              <a:ahLst/>
              <a:cxnLst>
                <a:cxn ang="0">
                  <a:pos x="0" y="59"/>
                </a:cxn>
                <a:cxn ang="0">
                  <a:pos x="29" y="0"/>
                </a:cxn>
                <a:cxn ang="0">
                  <a:pos x="0" y="59"/>
                </a:cxn>
                <a:cxn ang="0">
                  <a:pos x="0" y="59"/>
                </a:cxn>
                <a:cxn ang="0">
                  <a:pos x="0" y="59"/>
                </a:cxn>
                <a:cxn ang="0">
                  <a:pos x="0" y="59"/>
                </a:cxn>
                <a:cxn ang="0">
                  <a:pos x="0" y="59"/>
                </a:cxn>
              </a:cxnLst>
              <a:rect l="txL" t="txT" r="txR" b="txB"/>
              <a:pathLst>
                <a:path w="29" h="59">
                  <a:moveTo>
                    <a:pt x="0" y="59"/>
                  </a:moveTo>
                  <a:lnTo>
                    <a:pt x="29" y="0"/>
                  </a:lnTo>
                  <a:lnTo>
                    <a:pt x="0" y="59"/>
                  </a:lnTo>
                  <a:close/>
                  <a:moveTo>
                    <a:pt x="0" y="59"/>
                  </a:moveTo>
                  <a:lnTo>
                    <a:pt x="0" y="5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93" name="Freeform 76"/>
            <p:cNvSpPr>
              <a:spLocks noChangeAspect="1" noEditPoints="1"/>
            </p:cNvSpPr>
            <p:nvPr/>
          </p:nvSpPr>
          <p:spPr>
            <a:xfrm>
              <a:off x="2215" y="1086"/>
              <a:ext cx="30" cy="68"/>
            </a:xfrm>
            <a:custGeom>
              <a:avLst/>
              <a:gdLst>
                <a:gd name="txL" fmla="*/ 0 w 30"/>
                <a:gd name="txT" fmla="*/ 0 h 68"/>
                <a:gd name="txR" fmla="*/ 30 w 30"/>
                <a:gd name="txB" fmla="*/ 68 h 68"/>
              </a:gdLst>
              <a:ahLst/>
              <a:cxnLst>
                <a:cxn ang="0">
                  <a:pos x="0" y="68"/>
                </a:cxn>
                <a:cxn ang="0">
                  <a:pos x="30" y="0"/>
                </a:cxn>
                <a:cxn ang="0">
                  <a:pos x="0" y="68"/>
                </a:cxn>
                <a:cxn ang="0">
                  <a:pos x="0" y="68"/>
                </a:cxn>
                <a:cxn ang="0">
                  <a:pos x="0" y="68"/>
                </a:cxn>
                <a:cxn ang="0">
                  <a:pos x="0" y="68"/>
                </a:cxn>
                <a:cxn ang="0">
                  <a:pos x="0" y="68"/>
                </a:cxn>
              </a:cxnLst>
              <a:rect l="txL" t="txT" r="txR" b="txB"/>
              <a:pathLst>
                <a:path w="30" h="68">
                  <a:moveTo>
                    <a:pt x="0" y="68"/>
                  </a:moveTo>
                  <a:lnTo>
                    <a:pt x="30" y="0"/>
                  </a:lnTo>
                  <a:lnTo>
                    <a:pt x="0" y="68"/>
                  </a:lnTo>
                  <a:close/>
                  <a:moveTo>
                    <a:pt x="0" y="68"/>
                  </a:moveTo>
                  <a:lnTo>
                    <a:pt x="0" y="6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94" name="Freeform 77"/>
            <p:cNvSpPr>
              <a:spLocks noChangeAspect="1" noEditPoints="1"/>
            </p:cNvSpPr>
            <p:nvPr/>
          </p:nvSpPr>
          <p:spPr>
            <a:xfrm>
              <a:off x="2245" y="1086"/>
              <a:ext cx="29" cy="68"/>
            </a:xfrm>
            <a:custGeom>
              <a:avLst/>
              <a:gdLst>
                <a:gd name="txL" fmla="*/ 0 w 29"/>
                <a:gd name="txT" fmla="*/ 0 h 68"/>
                <a:gd name="txR" fmla="*/ 29 w 29"/>
                <a:gd name="txB" fmla="*/ 68 h 68"/>
              </a:gdLst>
              <a:ahLst/>
              <a:cxnLst>
                <a:cxn ang="0">
                  <a:pos x="0" y="0"/>
                </a:cxn>
                <a:cxn ang="0">
                  <a:pos x="29" y="6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9" h="68">
                  <a:moveTo>
                    <a:pt x="0" y="0"/>
                  </a:moveTo>
                  <a:lnTo>
                    <a:pt x="29" y="68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95" name="Freeform 78"/>
            <p:cNvSpPr>
              <a:spLocks noChangeAspect="1" noEditPoints="1"/>
            </p:cNvSpPr>
            <p:nvPr/>
          </p:nvSpPr>
          <p:spPr>
            <a:xfrm>
              <a:off x="2274" y="1154"/>
              <a:ext cx="30" cy="59"/>
            </a:xfrm>
            <a:custGeom>
              <a:avLst/>
              <a:gdLst>
                <a:gd name="txL" fmla="*/ 0 w 30"/>
                <a:gd name="txT" fmla="*/ 0 h 59"/>
                <a:gd name="txR" fmla="*/ 30 w 30"/>
                <a:gd name="txB" fmla="*/ 59 h 59"/>
              </a:gdLst>
              <a:ahLst/>
              <a:cxnLst>
                <a:cxn ang="0">
                  <a:pos x="0" y="0"/>
                </a:cxn>
                <a:cxn ang="0">
                  <a:pos x="30" y="59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30" h="59">
                  <a:moveTo>
                    <a:pt x="0" y="0"/>
                  </a:moveTo>
                  <a:lnTo>
                    <a:pt x="30" y="59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96" name="Freeform 79"/>
            <p:cNvSpPr>
              <a:spLocks noChangeAspect="1" noEditPoints="1"/>
            </p:cNvSpPr>
            <p:nvPr/>
          </p:nvSpPr>
          <p:spPr>
            <a:xfrm>
              <a:off x="2304" y="1154"/>
              <a:ext cx="29" cy="59"/>
            </a:xfrm>
            <a:custGeom>
              <a:avLst/>
              <a:gdLst>
                <a:gd name="txL" fmla="*/ 0 w 29"/>
                <a:gd name="txT" fmla="*/ 0 h 59"/>
                <a:gd name="txR" fmla="*/ 29 w 29"/>
                <a:gd name="txB" fmla="*/ 59 h 59"/>
              </a:gdLst>
              <a:ahLst/>
              <a:cxnLst>
                <a:cxn ang="0">
                  <a:pos x="0" y="59"/>
                </a:cxn>
                <a:cxn ang="0">
                  <a:pos x="29" y="0"/>
                </a:cxn>
                <a:cxn ang="0">
                  <a:pos x="0" y="59"/>
                </a:cxn>
                <a:cxn ang="0">
                  <a:pos x="0" y="59"/>
                </a:cxn>
                <a:cxn ang="0">
                  <a:pos x="0" y="59"/>
                </a:cxn>
                <a:cxn ang="0">
                  <a:pos x="0" y="59"/>
                </a:cxn>
                <a:cxn ang="0">
                  <a:pos x="0" y="59"/>
                </a:cxn>
              </a:cxnLst>
              <a:rect l="txL" t="txT" r="txR" b="txB"/>
              <a:pathLst>
                <a:path w="29" h="59">
                  <a:moveTo>
                    <a:pt x="0" y="59"/>
                  </a:moveTo>
                  <a:lnTo>
                    <a:pt x="29" y="0"/>
                  </a:lnTo>
                  <a:lnTo>
                    <a:pt x="0" y="59"/>
                  </a:lnTo>
                  <a:close/>
                  <a:moveTo>
                    <a:pt x="0" y="59"/>
                  </a:moveTo>
                  <a:lnTo>
                    <a:pt x="0" y="5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97" name="Freeform 80"/>
            <p:cNvSpPr>
              <a:spLocks noChangeAspect="1" noEditPoints="1"/>
            </p:cNvSpPr>
            <p:nvPr/>
          </p:nvSpPr>
          <p:spPr>
            <a:xfrm>
              <a:off x="2333" y="1086"/>
              <a:ext cx="20" cy="68"/>
            </a:xfrm>
            <a:custGeom>
              <a:avLst/>
              <a:gdLst>
                <a:gd name="txL" fmla="*/ 0 w 20"/>
                <a:gd name="txT" fmla="*/ 0 h 68"/>
                <a:gd name="txR" fmla="*/ 20 w 20"/>
                <a:gd name="txB" fmla="*/ 68 h 68"/>
              </a:gdLst>
              <a:ahLst/>
              <a:cxnLst>
                <a:cxn ang="0">
                  <a:pos x="0" y="68"/>
                </a:cxn>
                <a:cxn ang="0">
                  <a:pos x="20" y="0"/>
                </a:cxn>
                <a:cxn ang="0">
                  <a:pos x="0" y="68"/>
                </a:cxn>
                <a:cxn ang="0">
                  <a:pos x="0" y="68"/>
                </a:cxn>
                <a:cxn ang="0">
                  <a:pos x="0" y="68"/>
                </a:cxn>
                <a:cxn ang="0">
                  <a:pos x="0" y="68"/>
                </a:cxn>
                <a:cxn ang="0">
                  <a:pos x="0" y="68"/>
                </a:cxn>
              </a:cxnLst>
              <a:rect l="txL" t="txT" r="txR" b="txB"/>
              <a:pathLst>
                <a:path w="20" h="68">
                  <a:moveTo>
                    <a:pt x="0" y="68"/>
                  </a:moveTo>
                  <a:lnTo>
                    <a:pt x="20" y="0"/>
                  </a:lnTo>
                  <a:lnTo>
                    <a:pt x="0" y="68"/>
                  </a:lnTo>
                  <a:close/>
                  <a:moveTo>
                    <a:pt x="0" y="68"/>
                  </a:moveTo>
                  <a:lnTo>
                    <a:pt x="0" y="6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98" name="Freeform 81"/>
            <p:cNvSpPr>
              <a:spLocks noChangeAspect="1" noEditPoints="1"/>
            </p:cNvSpPr>
            <p:nvPr/>
          </p:nvSpPr>
          <p:spPr>
            <a:xfrm>
              <a:off x="2353" y="1086"/>
              <a:ext cx="29" cy="68"/>
            </a:xfrm>
            <a:custGeom>
              <a:avLst/>
              <a:gdLst>
                <a:gd name="txL" fmla="*/ 0 w 29"/>
                <a:gd name="txT" fmla="*/ 0 h 68"/>
                <a:gd name="txR" fmla="*/ 29 w 29"/>
                <a:gd name="txB" fmla="*/ 68 h 68"/>
              </a:gdLst>
              <a:ahLst/>
              <a:cxnLst>
                <a:cxn ang="0">
                  <a:pos x="0" y="0"/>
                </a:cxn>
                <a:cxn ang="0">
                  <a:pos x="29" y="6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9" h="68">
                  <a:moveTo>
                    <a:pt x="0" y="0"/>
                  </a:moveTo>
                  <a:lnTo>
                    <a:pt x="29" y="68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99" name="Freeform 82"/>
            <p:cNvSpPr>
              <a:spLocks noChangeAspect="1" noEditPoints="1"/>
            </p:cNvSpPr>
            <p:nvPr/>
          </p:nvSpPr>
          <p:spPr>
            <a:xfrm>
              <a:off x="2382" y="1154"/>
              <a:ext cx="30" cy="59"/>
            </a:xfrm>
            <a:custGeom>
              <a:avLst/>
              <a:gdLst>
                <a:gd name="txL" fmla="*/ 0 w 30"/>
                <a:gd name="txT" fmla="*/ 0 h 59"/>
                <a:gd name="txR" fmla="*/ 30 w 30"/>
                <a:gd name="txB" fmla="*/ 59 h 59"/>
              </a:gdLst>
              <a:ahLst/>
              <a:cxnLst>
                <a:cxn ang="0">
                  <a:pos x="0" y="0"/>
                </a:cxn>
                <a:cxn ang="0">
                  <a:pos x="30" y="59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30" h="59">
                  <a:moveTo>
                    <a:pt x="0" y="0"/>
                  </a:moveTo>
                  <a:lnTo>
                    <a:pt x="30" y="59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00" name="Freeform 83"/>
            <p:cNvSpPr>
              <a:spLocks noChangeAspect="1" noEditPoints="1"/>
            </p:cNvSpPr>
            <p:nvPr/>
          </p:nvSpPr>
          <p:spPr>
            <a:xfrm>
              <a:off x="2412" y="1144"/>
              <a:ext cx="29" cy="69"/>
            </a:xfrm>
            <a:custGeom>
              <a:avLst/>
              <a:gdLst>
                <a:gd name="txL" fmla="*/ 0 w 29"/>
                <a:gd name="txT" fmla="*/ 0 h 69"/>
                <a:gd name="txR" fmla="*/ 29 w 29"/>
                <a:gd name="txB" fmla="*/ 69 h 69"/>
              </a:gdLst>
              <a:ahLst/>
              <a:cxnLst>
                <a:cxn ang="0">
                  <a:pos x="0" y="69"/>
                </a:cxn>
                <a:cxn ang="0">
                  <a:pos x="29" y="0"/>
                </a:cxn>
                <a:cxn ang="0">
                  <a:pos x="0" y="69"/>
                </a:cxn>
                <a:cxn ang="0">
                  <a:pos x="0" y="69"/>
                </a:cxn>
                <a:cxn ang="0">
                  <a:pos x="0" y="69"/>
                </a:cxn>
                <a:cxn ang="0">
                  <a:pos x="0" y="69"/>
                </a:cxn>
                <a:cxn ang="0">
                  <a:pos x="0" y="69"/>
                </a:cxn>
              </a:cxnLst>
              <a:rect l="txL" t="txT" r="txR" b="txB"/>
              <a:pathLst>
                <a:path w="29" h="69">
                  <a:moveTo>
                    <a:pt x="0" y="69"/>
                  </a:moveTo>
                  <a:lnTo>
                    <a:pt x="29" y="0"/>
                  </a:lnTo>
                  <a:lnTo>
                    <a:pt x="0" y="69"/>
                  </a:lnTo>
                  <a:close/>
                  <a:moveTo>
                    <a:pt x="0" y="69"/>
                  </a:moveTo>
                  <a:lnTo>
                    <a:pt x="0" y="6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01" name="Freeform 84"/>
            <p:cNvSpPr>
              <a:spLocks noChangeAspect="1"/>
            </p:cNvSpPr>
            <p:nvPr/>
          </p:nvSpPr>
          <p:spPr>
            <a:xfrm>
              <a:off x="3472" y="1125"/>
              <a:ext cx="431" cy="49"/>
            </a:xfrm>
            <a:custGeom>
              <a:avLst/>
              <a:gdLst>
                <a:gd name="txL" fmla="*/ 0 w 431"/>
                <a:gd name="txT" fmla="*/ 0 h 49"/>
                <a:gd name="txR" fmla="*/ 431 w 431"/>
                <a:gd name="txB" fmla="*/ 49 h 49"/>
              </a:gdLst>
              <a:ahLst/>
              <a:cxnLst>
                <a:cxn ang="0">
                  <a:pos x="431" y="0"/>
                </a:cxn>
                <a:cxn ang="0">
                  <a:pos x="431" y="49"/>
                </a:cxn>
                <a:cxn ang="0">
                  <a:pos x="0" y="49"/>
                </a:cxn>
                <a:cxn ang="0">
                  <a:pos x="0" y="0"/>
                </a:cxn>
                <a:cxn ang="0">
                  <a:pos x="431" y="0"/>
                </a:cxn>
                <a:cxn ang="0">
                  <a:pos x="431" y="0"/>
                </a:cxn>
              </a:cxnLst>
              <a:rect l="txL" t="txT" r="txR" b="txB"/>
              <a:pathLst>
                <a:path w="431" h="49">
                  <a:moveTo>
                    <a:pt x="431" y="0"/>
                  </a:moveTo>
                  <a:lnTo>
                    <a:pt x="431" y="49"/>
                  </a:lnTo>
                  <a:lnTo>
                    <a:pt x="0" y="49"/>
                  </a:lnTo>
                  <a:lnTo>
                    <a:pt x="0" y="0"/>
                  </a:lnTo>
                  <a:lnTo>
                    <a:pt x="431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02" name="Freeform 85"/>
            <p:cNvSpPr>
              <a:spLocks noChangeAspect="1"/>
            </p:cNvSpPr>
            <p:nvPr/>
          </p:nvSpPr>
          <p:spPr>
            <a:xfrm>
              <a:off x="3462" y="1086"/>
              <a:ext cx="29" cy="68"/>
            </a:xfrm>
            <a:custGeom>
              <a:avLst/>
              <a:gdLst>
                <a:gd name="txL" fmla="*/ 0 w 29"/>
                <a:gd name="txT" fmla="*/ 0 h 68"/>
                <a:gd name="txR" fmla="*/ 29 w 29"/>
                <a:gd name="txB" fmla="*/ 68 h 68"/>
              </a:gdLst>
              <a:ahLst/>
              <a:cxnLst>
                <a:cxn ang="0">
                  <a:pos x="0" y="68"/>
                </a:cxn>
                <a:cxn ang="0">
                  <a:pos x="29" y="0"/>
                </a:cxn>
                <a:cxn ang="0">
                  <a:pos x="0" y="68"/>
                </a:cxn>
                <a:cxn ang="0">
                  <a:pos x="0" y="68"/>
                </a:cxn>
              </a:cxnLst>
              <a:rect l="txL" t="txT" r="txR" b="txB"/>
              <a:pathLst>
                <a:path w="29" h="68">
                  <a:moveTo>
                    <a:pt x="0" y="68"/>
                  </a:moveTo>
                  <a:lnTo>
                    <a:pt x="29" y="0"/>
                  </a:lnTo>
                  <a:lnTo>
                    <a:pt x="0" y="6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03" name="Freeform 86"/>
            <p:cNvSpPr>
              <a:spLocks noChangeAspect="1" noEditPoints="1"/>
            </p:cNvSpPr>
            <p:nvPr/>
          </p:nvSpPr>
          <p:spPr>
            <a:xfrm>
              <a:off x="3491" y="1086"/>
              <a:ext cx="30" cy="68"/>
            </a:xfrm>
            <a:custGeom>
              <a:avLst/>
              <a:gdLst>
                <a:gd name="txL" fmla="*/ 0 w 30"/>
                <a:gd name="txT" fmla="*/ 0 h 68"/>
                <a:gd name="txR" fmla="*/ 30 w 30"/>
                <a:gd name="txB" fmla="*/ 68 h 68"/>
              </a:gdLst>
              <a:ahLst/>
              <a:cxnLst>
                <a:cxn ang="0">
                  <a:pos x="0" y="0"/>
                </a:cxn>
                <a:cxn ang="0">
                  <a:pos x="30" y="6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30" h="68">
                  <a:moveTo>
                    <a:pt x="0" y="0"/>
                  </a:moveTo>
                  <a:lnTo>
                    <a:pt x="30" y="68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04" name="Freeform 87"/>
            <p:cNvSpPr>
              <a:spLocks noChangeAspect="1" noEditPoints="1"/>
            </p:cNvSpPr>
            <p:nvPr/>
          </p:nvSpPr>
          <p:spPr>
            <a:xfrm>
              <a:off x="3521" y="1154"/>
              <a:ext cx="29" cy="59"/>
            </a:xfrm>
            <a:custGeom>
              <a:avLst/>
              <a:gdLst>
                <a:gd name="txL" fmla="*/ 0 w 29"/>
                <a:gd name="txT" fmla="*/ 0 h 59"/>
                <a:gd name="txR" fmla="*/ 29 w 29"/>
                <a:gd name="txB" fmla="*/ 59 h 59"/>
              </a:gdLst>
              <a:ahLst/>
              <a:cxnLst>
                <a:cxn ang="0">
                  <a:pos x="0" y="0"/>
                </a:cxn>
                <a:cxn ang="0">
                  <a:pos x="29" y="59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9" h="59">
                  <a:moveTo>
                    <a:pt x="0" y="0"/>
                  </a:moveTo>
                  <a:lnTo>
                    <a:pt x="29" y="59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05" name="Freeform 88"/>
            <p:cNvSpPr>
              <a:spLocks noChangeAspect="1" noEditPoints="1"/>
            </p:cNvSpPr>
            <p:nvPr/>
          </p:nvSpPr>
          <p:spPr>
            <a:xfrm>
              <a:off x="3550" y="1154"/>
              <a:ext cx="20" cy="59"/>
            </a:xfrm>
            <a:custGeom>
              <a:avLst/>
              <a:gdLst>
                <a:gd name="txL" fmla="*/ 0 w 20"/>
                <a:gd name="txT" fmla="*/ 0 h 59"/>
                <a:gd name="txR" fmla="*/ 20 w 20"/>
                <a:gd name="txB" fmla="*/ 59 h 59"/>
              </a:gdLst>
              <a:ahLst/>
              <a:cxnLst>
                <a:cxn ang="0">
                  <a:pos x="0" y="59"/>
                </a:cxn>
                <a:cxn ang="0">
                  <a:pos x="20" y="0"/>
                </a:cxn>
                <a:cxn ang="0">
                  <a:pos x="0" y="59"/>
                </a:cxn>
                <a:cxn ang="0">
                  <a:pos x="0" y="59"/>
                </a:cxn>
                <a:cxn ang="0">
                  <a:pos x="0" y="59"/>
                </a:cxn>
                <a:cxn ang="0">
                  <a:pos x="0" y="59"/>
                </a:cxn>
                <a:cxn ang="0">
                  <a:pos x="0" y="59"/>
                </a:cxn>
              </a:cxnLst>
              <a:rect l="txL" t="txT" r="txR" b="txB"/>
              <a:pathLst>
                <a:path w="20" h="59">
                  <a:moveTo>
                    <a:pt x="0" y="59"/>
                  </a:moveTo>
                  <a:lnTo>
                    <a:pt x="20" y="0"/>
                  </a:lnTo>
                  <a:lnTo>
                    <a:pt x="0" y="59"/>
                  </a:lnTo>
                  <a:close/>
                  <a:moveTo>
                    <a:pt x="0" y="59"/>
                  </a:moveTo>
                  <a:lnTo>
                    <a:pt x="0" y="5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06" name="Freeform 89"/>
            <p:cNvSpPr>
              <a:spLocks noChangeAspect="1" noEditPoints="1"/>
            </p:cNvSpPr>
            <p:nvPr/>
          </p:nvSpPr>
          <p:spPr>
            <a:xfrm>
              <a:off x="3570" y="1154"/>
              <a:ext cx="10" cy="1"/>
            </a:xfrm>
            <a:custGeom>
              <a:avLst/>
              <a:gdLst>
                <a:gd name="txL" fmla="*/ 0 w 10"/>
                <a:gd name="txT" fmla="*/ 0 h 1"/>
                <a:gd name="txR" fmla="*/ 10 w 10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0" h="1">
                  <a:moveTo>
                    <a:pt x="0" y="0"/>
                  </a:move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07" name="Freeform 90"/>
            <p:cNvSpPr>
              <a:spLocks noChangeAspect="1" noEditPoints="1"/>
            </p:cNvSpPr>
            <p:nvPr/>
          </p:nvSpPr>
          <p:spPr>
            <a:xfrm>
              <a:off x="3580" y="1086"/>
              <a:ext cx="19" cy="68"/>
            </a:xfrm>
            <a:custGeom>
              <a:avLst/>
              <a:gdLst>
                <a:gd name="txL" fmla="*/ 0 w 19"/>
                <a:gd name="txT" fmla="*/ 0 h 68"/>
                <a:gd name="txR" fmla="*/ 19 w 19"/>
                <a:gd name="txB" fmla="*/ 68 h 68"/>
              </a:gdLst>
              <a:ahLst/>
              <a:cxnLst>
                <a:cxn ang="0">
                  <a:pos x="0" y="68"/>
                </a:cxn>
                <a:cxn ang="0">
                  <a:pos x="19" y="0"/>
                </a:cxn>
                <a:cxn ang="0">
                  <a:pos x="0" y="68"/>
                </a:cxn>
                <a:cxn ang="0">
                  <a:pos x="0" y="68"/>
                </a:cxn>
                <a:cxn ang="0">
                  <a:pos x="0" y="68"/>
                </a:cxn>
                <a:cxn ang="0">
                  <a:pos x="0" y="68"/>
                </a:cxn>
                <a:cxn ang="0">
                  <a:pos x="0" y="68"/>
                </a:cxn>
              </a:cxnLst>
              <a:rect l="txL" t="txT" r="txR" b="txB"/>
              <a:pathLst>
                <a:path w="19" h="68">
                  <a:moveTo>
                    <a:pt x="0" y="68"/>
                  </a:moveTo>
                  <a:lnTo>
                    <a:pt x="19" y="0"/>
                  </a:lnTo>
                  <a:lnTo>
                    <a:pt x="0" y="68"/>
                  </a:lnTo>
                  <a:close/>
                  <a:moveTo>
                    <a:pt x="0" y="68"/>
                  </a:moveTo>
                  <a:lnTo>
                    <a:pt x="0" y="6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08" name="Freeform 91"/>
            <p:cNvSpPr>
              <a:spLocks noChangeAspect="1" noEditPoints="1"/>
            </p:cNvSpPr>
            <p:nvPr/>
          </p:nvSpPr>
          <p:spPr>
            <a:xfrm>
              <a:off x="3599" y="1086"/>
              <a:ext cx="30" cy="68"/>
            </a:xfrm>
            <a:custGeom>
              <a:avLst/>
              <a:gdLst>
                <a:gd name="txL" fmla="*/ 0 w 30"/>
                <a:gd name="txT" fmla="*/ 0 h 68"/>
                <a:gd name="txR" fmla="*/ 30 w 30"/>
                <a:gd name="txB" fmla="*/ 68 h 68"/>
              </a:gdLst>
              <a:ahLst/>
              <a:cxnLst>
                <a:cxn ang="0">
                  <a:pos x="0" y="0"/>
                </a:cxn>
                <a:cxn ang="0">
                  <a:pos x="30" y="6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30" h="68">
                  <a:moveTo>
                    <a:pt x="0" y="0"/>
                  </a:moveTo>
                  <a:lnTo>
                    <a:pt x="30" y="68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09" name="Freeform 92"/>
            <p:cNvSpPr>
              <a:spLocks noChangeAspect="1" noEditPoints="1"/>
            </p:cNvSpPr>
            <p:nvPr/>
          </p:nvSpPr>
          <p:spPr>
            <a:xfrm>
              <a:off x="3629" y="1154"/>
              <a:ext cx="29" cy="59"/>
            </a:xfrm>
            <a:custGeom>
              <a:avLst/>
              <a:gdLst>
                <a:gd name="txL" fmla="*/ 0 w 29"/>
                <a:gd name="txT" fmla="*/ 0 h 59"/>
                <a:gd name="txR" fmla="*/ 29 w 29"/>
                <a:gd name="txB" fmla="*/ 59 h 59"/>
              </a:gdLst>
              <a:ahLst/>
              <a:cxnLst>
                <a:cxn ang="0">
                  <a:pos x="0" y="0"/>
                </a:cxn>
                <a:cxn ang="0">
                  <a:pos x="29" y="59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9" h="59">
                  <a:moveTo>
                    <a:pt x="0" y="0"/>
                  </a:moveTo>
                  <a:lnTo>
                    <a:pt x="29" y="59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10" name="Freeform 93"/>
            <p:cNvSpPr>
              <a:spLocks noChangeAspect="1" noEditPoints="1"/>
            </p:cNvSpPr>
            <p:nvPr/>
          </p:nvSpPr>
          <p:spPr>
            <a:xfrm>
              <a:off x="3658" y="1154"/>
              <a:ext cx="29" cy="59"/>
            </a:xfrm>
            <a:custGeom>
              <a:avLst/>
              <a:gdLst>
                <a:gd name="txL" fmla="*/ 0 w 29"/>
                <a:gd name="txT" fmla="*/ 0 h 59"/>
                <a:gd name="txR" fmla="*/ 29 w 29"/>
                <a:gd name="txB" fmla="*/ 59 h 59"/>
              </a:gdLst>
              <a:ahLst/>
              <a:cxnLst>
                <a:cxn ang="0">
                  <a:pos x="0" y="59"/>
                </a:cxn>
                <a:cxn ang="0">
                  <a:pos x="29" y="0"/>
                </a:cxn>
                <a:cxn ang="0">
                  <a:pos x="0" y="59"/>
                </a:cxn>
                <a:cxn ang="0">
                  <a:pos x="0" y="59"/>
                </a:cxn>
                <a:cxn ang="0">
                  <a:pos x="0" y="59"/>
                </a:cxn>
                <a:cxn ang="0">
                  <a:pos x="0" y="59"/>
                </a:cxn>
                <a:cxn ang="0">
                  <a:pos x="0" y="59"/>
                </a:cxn>
              </a:cxnLst>
              <a:rect l="txL" t="txT" r="txR" b="txB"/>
              <a:pathLst>
                <a:path w="29" h="59">
                  <a:moveTo>
                    <a:pt x="0" y="59"/>
                  </a:moveTo>
                  <a:lnTo>
                    <a:pt x="29" y="0"/>
                  </a:lnTo>
                  <a:lnTo>
                    <a:pt x="0" y="59"/>
                  </a:lnTo>
                  <a:close/>
                  <a:moveTo>
                    <a:pt x="0" y="59"/>
                  </a:moveTo>
                  <a:lnTo>
                    <a:pt x="0" y="5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11" name="Freeform 94"/>
            <p:cNvSpPr>
              <a:spLocks noChangeAspect="1" noEditPoints="1"/>
            </p:cNvSpPr>
            <p:nvPr/>
          </p:nvSpPr>
          <p:spPr>
            <a:xfrm>
              <a:off x="3687" y="1086"/>
              <a:ext cx="30" cy="68"/>
            </a:xfrm>
            <a:custGeom>
              <a:avLst/>
              <a:gdLst>
                <a:gd name="txL" fmla="*/ 0 w 30"/>
                <a:gd name="txT" fmla="*/ 0 h 68"/>
                <a:gd name="txR" fmla="*/ 30 w 30"/>
                <a:gd name="txB" fmla="*/ 68 h 68"/>
              </a:gdLst>
              <a:ahLst/>
              <a:cxnLst>
                <a:cxn ang="0">
                  <a:pos x="0" y="68"/>
                </a:cxn>
                <a:cxn ang="0">
                  <a:pos x="30" y="0"/>
                </a:cxn>
                <a:cxn ang="0">
                  <a:pos x="0" y="68"/>
                </a:cxn>
                <a:cxn ang="0">
                  <a:pos x="0" y="68"/>
                </a:cxn>
                <a:cxn ang="0">
                  <a:pos x="0" y="68"/>
                </a:cxn>
                <a:cxn ang="0">
                  <a:pos x="0" y="68"/>
                </a:cxn>
                <a:cxn ang="0">
                  <a:pos x="0" y="68"/>
                </a:cxn>
              </a:cxnLst>
              <a:rect l="txL" t="txT" r="txR" b="txB"/>
              <a:pathLst>
                <a:path w="30" h="68">
                  <a:moveTo>
                    <a:pt x="0" y="68"/>
                  </a:moveTo>
                  <a:lnTo>
                    <a:pt x="30" y="0"/>
                  </a:lnTo>
                  <a:lnTo>
                    <a:pt x="0" y="68"/>
                  </a:lnTo>
                  <a:close/>
                  <a:moveTo>
                    <a:pt x="0" y="68"/>
                  </a:moveTo>
                  <a:lnTo>
                    <a:pt x="0" y="6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12" name="Freeform 95"/>
            <p:cNvSpPr>
              <a:spLocks noChangeAspect="1" noEditPoints="1"/>
            </p:cNvSpPr>
            <p:nvPr/>
          </p:nvSpPr>
          <p:spPr>
            <a:xfrm>
              <a:off x="3717" y="1086"/>
              <a:ext cx="29" cy="68"/>
            </a:xfrm>
            <a:custGeom>
              <a:avLst/>
              <a:gdLst>
                <a:gd name="txL" fmla="*/ 0 w 29"/>
                <a:gd name="txT" fmla="*/ 0 h 68"/>
                <a:gd name="txR" fmla="*/ 29 w 29"/>
                <a:gd name="txB" fmla="*/ 68 h 68"/>
              </a:gdLst>
              <a:ahLst/>
              <a:cxnLst>
                <a:cxn ang="0">
                  <a:pos x="0" y="0"/>
                </a:cxn>
                <a:cxn ang="0">
                  <a:pos x="29" y="6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9" h="68">
                  <a:moveTo>
                    <a:pt x="0" y="0"/>
                  </a:moveTo>
                  <a:lnTo>
                    <a:pt x="29" y="68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13" name="Freeform 96"/>
            <p:cNvSpPr>
              <a:spLocks noChangeAspect="1" noEditPoints="1"/>
            </p:cNvSpPr>
            <p:nvPr/>
          </p:nvSpPr>
          <p:spPr>
            <a:xfrm>
              <a:off x="3746" y="1154"/>
              <a:ext cx="30" cy="59"/>
            </a:xfrm>
            <a:custGeom>
              <a:avLst/>
              <a:gdLst>
                <a:gd name="txL" fmla="*/ 0 w 30"/>
                <a:gd name="txT" fmla="*/ 0 h 59"/>
                <a:gd name="txR" fmla="*/ 30 w 30"/>
                <a:gd name="txB" fmla="*/ 59 h 59"/>
              </a:gdLst>
              <a:ahLst/>
              <a:cxnLst>
                <a:cxn ang="0">
                  <a:pos x="0" y="0"/>
                </a:cxn>
                <a:cxn ang="0">
                  <a:pos x="30" y="59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30" h="59">
                  <a:moveTo>
                    <a:pt x="0" y="0"/>
                  </a:moveTo>
                  <a:lnTo>
                    <a:pt x="30" y="59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14" name="Freeform 97"/>
            <p:cNvSpPr>
              <a:spLocks noChangeAspect="1" noEditPoints="1"/>
            </p:cNvSpPr>
            <p:nvPr/>
          </p:nvSpPr>
          <p:spPr>
            <a:xfrm>
              <a:off x="3776" y="1154"/>
              <a:ext cx="19" cy="59"/>
            </a:xfrm>
            <a:custGeom>
              <a:avLst/>
              <a:gdLst>
                <a:gd name="txL" fmla="*/ 0 w 19"/>
                <a:gd name="txT" fmla="*/ 0 h 59"/>
                <a:gd name="txR" fmla="*/ 19 w 19"/>
                <a:gd name="txB" fmla="*/ 59 h 59"/>
              </a:gdLst>
              <a:ahLst/>
              <a:cxnLst>
                <a:cxn ang="0">
                  <a:pos x="0" y="59"/>
                </a:cxn>
                <a:cxn ang="0">
                  <a:pos x="19" y="0"/>
                </a:cxn>
                <a:cxn ang="0">
                  <a:pos x="0" y="59"/>
                </a:cxn>
                <a:cxn ang="0">
                  <a:pos x="0" y="59"/>
                </a:cxn>
                <a:cxn ang="0">
                  <a:pos x="0" y="59"/>
                </a:cxn>
                <a:cxn ang="0">
                  <a:pos x="0" y="59"/>
                </a:cxn>
                <a:cxn ang="0">
                  <a:pos x="0" y="59"/>
                </a:cxn>
              </a:cxnLst>
              <a:rect l="txL" t="txT" r="txR" b="txB"/>
              <a:pathLst>
                <a:path w="19" h="59">
                  <a:moveTo>
                    <a:pt x="0" y="59"/>
                  </a:moveTo>
                  <a:lnTo>
                    <a:pt x="19" y="0"/>
                  </a:lnTo>
                  <a:lnTo>
                    <a:pt x="0" y="59"/>
                  </a:lnTo>
                  <a:close/>
                  <a:moveTo>
                    <a:pt x="0" y="59"/>
                  </a:moveTo>
                  <a:lnTo>
                    <a:pt x="0" y="5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15" name="Freeform 98"/>
            <p:cNvSpPr>
              <a:spLocks noChangeAspect="1" noEditPoints="1"/>
            </p:cNvSpPr>
            <p:nvPr/>
          </p:nvSpPr>
          <p:spPr>
            <a:xfrm>
              <a:off x="3795" y="1086"/>
              <a:ext cx="30" cy="68"/>
            </a:xfrm>
            <a:custGeom>
              <a:avLst/>
              <a:gdLst>
                <a:gd name="txL" fmla="*/ 0 w 30"/>
                <a:gd name="txT" fmla="*/ 0 h 68"/>
                <a:gd name="txR" fmla="*/ 30 w 30"/>
                <a:gd name="txB" fmla="*/ 68 h 68"/>
              </a:gdLst>
              <a:ahLst/>
              <a:cxnLst>
                <a:cxn ang="0">
                  <a:pos x="0" y="68"/>
                </a:cxn>
                <a:cxn ang="0">
                  <a:pos x="30" y="0"/>
                </a:cxn>
                <a:cxn ang="0">
                  <a:pos x="0" y="68"/>
                </a:cxn>
                <a:cxn ang="0">
                  <a:pos x="0" y="68"/>
                </a:cxn>
                <a:cxn ang="0">
                  <a:pos x="0" y="68"/>
                </a:cxn>
                <a:cxn ang="0">
                  <a:pos x="0" y="68"/>
                </a:cxn>
                <a:cxn ang="0">
                  <a:pos x="0" y="68"/>
                </a:cxn>
              </a:cxnLst>
              <a:rect l="txL" t="txT" r="txR" b="txB"/>
              <a:pathLst>
                <a:path w="30" h="68">
                  <a:moveTo>
                    <a:pt x="0" y="68"/>
                  </a:moveTo>
                  <a:lnTo>
                    <a:pt x="30" y="0"/>
                  </a:lnTo>
                  <a:lnTo>
                    <a:pt x="0" y="68"/>
                  </a:lnTo>
                  <a:close/>
                  <a:moveTo>
                    <a:pt x="0" y="68"/>
                  </a:moveTo>
                  <a:lnTo>
                    <a:pt x="0" y="6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16" name="Freeform 99"/>
            <p:cNvSpPr>
              <a:spLocks noChangeAspect="1" noEditPoints="1"/>
            </p:cNvSpPr>
            <p:nvPr/>
          </p:nvSpPr>
          <p:spPr>
            <a:xfrm>
              <a:off x="3825" y="1086"/>
              <a:ext cx="29" cy="68"/>
            </a:xfrm>
            <a:custGeom>
              <a:avLst/>
              <a:gdLst>
                <a:gd name="txL" fmla="*/ 0 w 29"/>
                <a:gd name="txT" fmla="*/ 0 h 68"/>
                <a:gd name="txR" fmla="*/ 29 w 29"/>
                <a:gd name="txB" fmla="*/ 68 h 68"/>
              </a:gdLst>
              <a:ahLst/>
              <a:cxnLst>
                <a:cxn ang="0">
                  <a:pos x="0" y="0"/>
                </a:cxn>
                <a:cxn ang="0">
                  <a:pos x="29" y="6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9" h="68">
                  <a:moveTo>
                    <a:pt x="0" y="0"/>
                  </a:moveTo>
                  <a:lnTo>
                    <a:pt x="29" y="68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17" name="Freeform 100"/>
            <p:cNvSpPr>
              <a:spLocks noChangeAspect="1" noEditPoints="1"/>
            </p:cNvSpPr>
            <p:nvPr/>
          </p:nvSpPr>
          <p:spPr>
            <a:xfrm>
              <a:off x="3854" y="1154"/>
              <a:ext cx="30" cy="59"/>
            </a:xfrm>
            <a:custGeom>
              <a:avLst/>
              <a:gdLst>
                <a:gd name="txL" fmla="*/ 0 w 30"/>
                <a:gd name="txT" fmla="*/ 0 h 59"/>
                <a:gd name="txR" fmla="*/ 30 w 30"/>
                <a:gd name="txB" fmla="*/ 59 h 59"/>
              </a:gdLst>
              <a:ahLst/>
              <a:cxnLst>
                <a:cxn ang="0">
                  <a:pos x="0" y="0"/>
                </a:cxn>
                <a:cxn ang="0">
                  <a:pos x="30" y="59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30" h="59">
                  <a:moveTo>
                    <a:pt x="0" y="0"/>
                  </a:moveTo>
                  <a:lnTo>
                    <a:pt x="30" y="59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18" name="Freeform 101"/>
            <p:cNvSpPr>
              <a:spLocks noChangeAspect="1" noEditPoints="1"/>
            </p:cNvSpPr>
            <p:nvPr/>
          </p:nvSpPr>
          <p:spPr>
            <a:xfrm>
              <a:off x="3884" y="1144"/>
              <a:ext cx="29" cy="69"/>
            </a:xfrm>
            <a:custGeom>
              <a:avLst/>
              <a:gdLst>
                <a:gd name="txL" fmla="*/ 0 w 29"/>
                <a:gd name="txT" fmla="*/ 0 h 69"/>
                <a:gd name="txR" fmla="*/ 29 w 29"/>
                <a:gd name="txB" fmla="*/ 69 h 69"/>
              </a:gdLst>
              <a:ahLst/>
              <a:cxnLst>
                <a:cxn ang="0">
                  <a:pos x="0" y="69"/>
                </a:cxn>
                <a:cxn ang="0">
                  <a:pos x="29" y="0"/>
                </a:cxn>
                <a:cxn ang="0">
                  <a:pos x="0" y="69"/>
                </a:cxn>
                <a:cxn ang="0">
                  <a:pos x="0" y="69"/>
                </a:cxn>
                <a:cxn ang="0">
                  <a:pos x="0" y="69"/>
                </a:cxn>
                <a:cxn ang="0">
                  <a:pos x="0" y="69"/>
                </a:cxn>
                <a:cxn ang="0">
                  <a:pos x="0" y="69"/>
                </a:cxn>
              </a:cxnLst>
              <a:rect l="txL" t="txT" r="txR" b="txB"/>
              <a:pathLst>
                <a:path w="29" h="69">
                  <a:moveTo>
                    <a:pt x="0" y="69"/>
                  </a:moveTo>
                  <a:lnTo>
                    <a:pt x="29" y="0"/>
                  </a:lnTo>
                  <a:lnTo>
                    <a:pt x="0" y="69"/>
                  </a:lnTo>
                  <a:close/>
                  <a:moveTo>
                    <a:pt x="0" y="69"/>
                  </a:moveTo>
                  <a:lnTo>
                    <a:pt x="0" y="6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19" name="Freeform 102"/>
            <p:cNvSpPr>
              <a:spLocks noChangeAspect="1"/>
            </p:cNvSpPr>
            <p:nvPr/>
          </p:nvSpPr>
          <p:spPr>
            <a:xfrm>
              <a:off x="812" y="2310"/>
              <a:ext cx="59" cy="137"/>
            </a:xfrm>
            <a:custGeom>
              <a:avLst/>
              <a:gdLst>
                <a:gd name="txL" fmla="*/ 0 w 59"/>
                <a:gd name="txT" fmla="*/ 0 h 137"/>
                <a:gd name="txR" fmla="*/ 59 w 59"/>
                <a:gd name="txB" fmla="*/ 137 h 137"/>
              </a:gdLst>
              <a:ahLst/>
              <a:cxnLst>
                <a:cxn ang="0">
                  <a:pos x="0" y="137"/>
                </a:cxn>
                <a:cxn ang="0">
                  <a:pos x="59" y="137"/>
                </a:cxn>
                <a:cxn ang="0">
                  <a:pos x="59" y="137"/>
                </a:cxn>
                <a:cxn ang="0">
                  <a:pos x="49" y="128"/>
                </a:cxn>
                <a:cxn ang="0">
                  <a:pos x="39" y="118"/>
                </a:cxn>
                <a:cxn ang="0">
                  <a:pos x="39" y="0"/>
                </a:cxn>
                <a:cxn ang="0">
                  <a:pos x="39" y="0"/>
                </a:cxn>
                <a:cxn ang="0">
                  <a:pos x="0" y="10"/>
                </a:cxn>
                <a:cxn ang="0">
                  <a:pos x="0" y="20"/>
                </a:cxn>
                <a:cxn ang="0">
                  <a:pos x="9" y="10"/>
                </a:cxn>
                <a:cxn ang="0">
                  <a:pos x="9" y="10"/>
                </a:cxn>
                <a:cxn ang="0">
                  <a:pos x="19" y="20"/>
                </a:cxn>
                <a:cxn ang="0">
                  <a:pos x="19" y="20"/>
                </a:cxn>
                <a:cxn ang="0">
                  <a:pos x="19" y="118"/>
                </a:cxn>
                <a:cxn ang="0">
                  <a:pos x="9" y="128"/>
                </a:cxn>
                <a:cxn ang="0">
                  <a:pos x="0" y="137"/>
                </a:cxn>
                <a:cxn ang="0">
                  <a:pos x="0" y="137"/>
                </a:cxn>
              </a:cxnLst>
              <a:rect l="txL" t="txT" r="txR" b="txB"/>
              <a:pathLst>
                <a:path w="59" h="137">
                  <a:moveTo>
                    <a:pt x="0" y="137"/>
                  </a:moveTo>
                  <a:lnTo>
                    <a:pt x="59" y="137"/>
                  </a:lnTo>
                  <a:lnTo>
                    <a:pt x="49" y="128"/>
                  </a:lnTo>
                  <a:lnTo>
                    <a:pt x="39" y="118"/>
                  </a:lnTo>
                  <a:lnTo>
                    <a:pt x="39" y="0"/>
                  </a:lnTo>
                  <a:lnTo>
                    <a:pt x="0" y="10"/>
                  </a:lnTo>
                  <a:lnTo>
                    <a:pt x="0" y="20"/>
                  </a:lnTo>
                  <a:lnTo>
                    <a:pt x="9" y="10"/>
                  </a:lnTo>
                  <a:lnTo>
                    <a:pt x="19" y="20"/>
                  </a:lnTo>
                  <a:lnTo>
                    <a:pt x="19" y="118"/>
                  </a:lnTo>
                  <a:lnTo>
                    <a:pt x="9" y="128"/>
                  </a:lnTo>
                  <a:lnTo>
                    <a:pt x="0" y="13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0" name="Freeform 103"/>
            <p:cNvSpPr>
              <a:spLocks noChangeAspect="1"/>
            </p:cNvSpPr>
            <p:nvPr/>
          </p:nvSpPr>
          <p:spPr>
            <a:xfrm>
              <a:off x="900" y="2300"/>
              <a:ext cx="88" cy="147"/>
            </a:xfrm>
            <a:custGeom>
              <a:avLst/>
              <a:gdLst>
                <a:gd name="txL" fmla="*/ 0 w 88"/>
                <a:gd name="txT" fmla="*/ 0 h 147"/>
                <a:gd name="txR" fmla="*/ 88 w 88"/>
                <a:gd name="txB" fmla="*/ 147 h 147"/>
              </a:gdLst>
              <a:ahLst/>
              <a:cxnLst>
                <a:cxn ang="0">
                  <a:pos x="39" y="30"/>
                </a:cxn>
                <a:cxn ang="0">
                  <a:pos x="78" y="30"/>
                </a:cxn>
                <a:cxn ang="0">
                  <a:pos x="78" y="30"/>
                </a:cxn>
                <a:cxn ang="0">
                  <a:pos x="78" y="20"/>
                </a:cxn>
                <a:cxn ang="0">
                  <a:pos x="88" y="0"/>
                </a:cxn>
                <a:cxn ang="0">
                  <a:pos x="88" y="0"/>
                </a:cxn>
                <a:cxn ang="0">
                  <a:pos x="88" y="10"/>
                </a:cxn>
                <a:cxn ang="0">
                  <a:pos x="78" y="10"/>
                </a:cxn>
                <a:cxn ang="0">
                  <a:pos x="29" y="10"/>
                </a:cxn>
                <a:cxn ang="0">
                  <a:pos x="10" y="59"/>
                </a:cxn>
                <a:cxn ang="0">
                  <a:pos x="10" y="59"/>
                </a:cxn>
                <a:cxn ang="0">
                  <a:pos x="49" y="69"/>
                </a:cxn>
                <a:cxn ang="0">
                  <a:pos x="69" y="89"/>
                </a:cxn>
                <a:cxn ang="0">
                  <a:pos x="69" y="108"/>
                </a:cxn>
                <a:cxn ang="0">
                  <a:pos x="59" y="128"/>
                </a:cxn>
                <a:cxn ang="0">
                  <a:pos x="39" y="138"/>
                </a:cxn>
                <a:cxn ang="0">
                  <a:pos x="29" y="138"/>
                </a:cxn>
                <a:cxn ang="0">
                  <a:pos x="10" y="128"/>
                </a:cxn>
                <a:cxn ang="0">
                  <a:pos x="0" y="138"/>
                </a:cxn>
                <a:cxn ang="0">
                  <a:pos x="0" y="138"/>
                </a:cxn>
                <a:cxn ang="0">
                  <a:pos x="10" y="147"/>
                </a:cxn>
                <a:cxn ang="0">
                  <a:pos x="29" y="147"/>
                </a:cxn>
                <a:cxn ang="0">
                  <a:pos x="78" y="138"/>
                </a:cxn>
                <a:cxn ang="0">
                  <a:pos x="88" y="98"/>
                </a:cxn>
                <a:cxn ang="0">
                  <a:pos x="88" y="79"/>
                </a:cxn>
                <a:cxn ang="0">
                  <a:pos x="78" y="59"/>
                </a:cxn>
                <a:cxn ang="0">
                  <a:pos x="59" y="49"/>
                </a:cxn>
                <a:cxn ang="0">
                  <a:pos x="29" y="40"/>
                </a:cxn>
                <a:cxn ang="0">
                  <a:pos x="39" y="30"/>
                </a:cxn>
              </a:cxnLst>
              <a:rect l="txL" t="txT" r="txR" b="txB"/>
              <a:pathLst>
                <a:path w="88" h="147">
                  <a:moveTo>
                    <a:pt x="39" y="30"/>
                  </a:moveTo>
                  <a:lnTo>
                    <a:pt x="78" y="30"/>
                  </a:lnTo>
                  <a:lnTo>
                    <a:pt x="78" y="20"/>
                  </a:lnTo>
                  <a:lnTo>
                    <a:pt x="88" y="0"/>
                  </a:lnTo>
                  <a:lnTo>
                    <a:pt x="88" y="10"/>
                  </a:lnTo>
                  <a:lnTo>
                    <a:pt x="78" y="10"/>
                  </a:lnTo>
                  <a:lnTo>
                    <a:pt x="29" y="10"/>
                  </a:lnTo>
                  <a:lnTo>
                    <a:pt x="10" y="59"/>
                  </a:lnTo>
                  <a:lnTo>
                    <a:pt x="49" y="69"/>
                  </a:lnTo>
                  <a:lnTo>
                    <a:pt x="69" y="89"/>
                  </a:lnTo>
                  <a:lnTo>
                    <a:pt x="69" y="108"/>
                  </a:lnTo>
                  <a:lnTo>
                    <a:pt x="59" y="128"/>
                  </a:lnTo>
                  <a:lnTo>
                    <a:pt x="39" y="138"/>
                  </a:lnTo>
                  <a:lnTo>
                    <a:pt x="29" y="138"/>
                  </a:lnTo>
                  <a:lnTo>
                    <a:pt x="10" y="128"/>
                  </a:lnTo>
                  <a:lnTo>
                    <a:pt x="0" y="138"/>
                  </a:lnTo>
                  <a:lnTo>
                    <a:pt x="10" y="147"/>
                  </a:lnTo>
                  <a:lnTo>
                    <a:pt x="29" y="147"/>
                  </a:lnTo>
                  <a:lnTo>
                    <a:pt x="78" y="138"/>
                  </a:lnTo>
                  <a:lnTo>
                    <a:pt x="88" y="98"/>
                  </a:lnTo>
                  <a:lnTo>
                    <a:pt x="88" y="79"/>
                  </a:lnTo>
                  <a:lnTo>
                    <a:pt x="78" y="59"/>
                  </a:lnTo>
                  <a:lnTo>
                    <a:pt x="59" y="49"/>
                  </a:lnTo>
                  <a:lnTo>
                    <a:pt x="29" y="40"/>
                  </a:lnTo>
                  <a:lnTo>
                    <a:pt x="39" y="3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1" name="Freeform 104"/>
            <p:cNvSpPr>
              <a:spLocks noChangeAspect="1"/>
            </p:cNvSpPr>
            <p:nvPr/>
          </p:nvSpPr>
          <p:spPr>
            <a:xfrm>
              <a:off x="1047" y="2310"/>
              <a:ext cx="147" cy="137"/>
            </a:xfrm>
            <a:custGeom>
              <a:avLst/>
              <a:gdLst>
                <a:gd name="txL" fmla="*/ 0 w 147"/>
                <a:gd name="txT" fmla="*/ 0 h 137"/>
                <a:gd name="txR" fmla="*/ 147 w 147"/>
                <a:gd name="txB" fmla="*/ 137 h 137"/>
              </a:gdLst>
              <a:ahLst/>
              <a:cxnLst>
                <a:cxn ang="0">
                  <a:pos x="147" y="0"/>
                </a:cxn>
                <a:cxn ang="0">
                  <a:pos x="108" y="0"/>
                </a:cxn>
                <a:cxn ang="0">
                  <a:pos x="108" y="0"/>
                </a:cxn>
                <a:cxn ang="0">
                  <a:pos x="118" y="0"/>
                </a:cxn>
                <a:cxn ang="0">
                  <a:pos x="128" y="10"/>
                </a:cxn>
                <a:cxn ang="0">
                  <a:pos x="128" y="20"/>
                </a:cxn>
                <a:cxn ang="0">
                  <a:pos x="118" y="30"/>
                </a:cxn>
                <a:cxn ang="0">
                  <a:pos x="89" y="98"/>
                </a:cxn>
                <a:cxn ang="0">
                  <a:pos x="59" y="30"/>
                </a:cxn>
                <a:cxn ang="0">
                  <a:pos x="49" y="20"/>
                </a:cxn>
                <a:cxn ang="0">
                  <a:pos x="49" y="10"/>
                </a:cxn>
                <a:cxn ang="0">
                  <a:pos x="49" y="0"/>
                </a:cxn>
                <a:cxn ang="0">
                  <a:pos x="59" y="0"/>
                </a:cxn>
                <a:cxn ang="0">
                  <a:pos x="59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0" y="10"/>
                </a:cxn>
                <a:cxn ang="0">
                  <a:pos x="30" y="20"/>
                </a:cxn>
                <a:cxn ang="0">
                  <a:pos x="79" y="137"/>
                </a:cxn>
                <a:cxn ang="0">
                  <a:pos x="89" y="137"/>
                </a:cxn>
                <a:cxn ang="0">
                  <a:pos x="128" y="20"/>
                </a:cxn>
                <a:cxn ang="0">
                  <a:pos x="138" y="10"/>
                </a:cxn>
                <a:cxn ang="0">
                  <a:pos x="147" y="0"/>
                </a:cxn>
                <a:cxn ang="0">
                  <a:pos x="147" y="0"/>
                </a:cxn>
              </a:cxnLst>
              <a:rect l="txL" t="txT" r="txR" b="txB"/>
              <a:pathLst>
                <a:path w="147" h="137">
                  <a:moveTo>
                    <a:pt x="147" y="0"/>
                  </a:moveTo>
                  <a:lnTo>
                    <a:pt x="108" y="0"/>
                  </a:lnTo>
                  <a:lnTo>
                    <a:pt x="118" y="0"/>
                  </a:lnTo>
                  <a:lnTo>
                    <a:pt x="128" y="10"/>
                  </a:lnTo>
                  <a:lnTo>
                    <a:pt x="128" y="20"/>
                  </a:lnTo>
                  <a:lnTo>
                    <a:pt x="118" y="30"/>
                  </a:lnTo>
                  <a:lnTo>
                    <a:pt x="89" y="98"/>
                  </a:lnTo>
                  <a:lnTo>
                    <a:pt x="59" y="30"/>
                  </a:lnTo>
                  <a:lnTo>
                    <a:pt x="49" y="20"/>
                  </a:lnTo>
                  <a:lnTo>
                    <a:pt x="49" y="10"/>
                  </a:lnTo>
                  <a:lnTo>
                    <a:pt x="49" y="0"/>
                  </a:lnTo>
                  <a:lnTo>
                    <a:pt x="59" y="0"/>
                  </a:lnTo>
                  <a:lnTo>
                    <a:pt x="0" y="0"/>
                  </a:lnTo>
                  <a:lnTo>
                    <a:pt x="20" y="10"/>
                  </a:lnTo>
                  <a:lnTo>
                    <a:pt x="30" y="20"/>
                  </a:lnTo>
                  <a:lnTo>
                    <a:pt x="79" y="137"/>
                  </a:lnTo>
                  <a:lnTo>
                    <a:pt x="89" y="137"/>
                  </a:lnTo>
                  <a:lnTo>
                    <a:pt x="128" y="20"/>
                  </a:lnTo>
                  <a:lnTo>
                    <a:pt x="138" y="10"/>
                  </a:lnTo>
                  <a:lnTo>
                    <a:pt x="147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2" name="Freeform 105"/>
            <p:cNvSpPr>
              <a:spLocks noChangeAspect="1"/>
            </p:cNvSpPr>
            <p:nvPr/>
          </p:nvSpPr>
          <p:spPr>
            <a:xfrm>
              <a:off x="3246" y="2927"/>
              <a:ext cx="59" cy="138"/>
            </a:xfrm>
            <a:custGeom>
              <a:avLst/>
              <a:gdLst>
                <a:gd name="txL" fmla="*/ 0 w 59"/>
                <a:gd name="txT" fmla="*/ 0 h 138"/>
                <a:gd name="txR" fmla="*/ 59 w 59"/>
                <a:gd name="txB" fmla="*/ 138 h 138"/>
              </a:gdLst>
              <a:ahLst/>
              <a:cxnLst>
                <a:cxn ang="0">
                  <a:pos x="0" y="138"/>
                </a:cxn>
                <a:cxn ang="0">
                  <a:pos x="59" y="138"/>
                </a:cxn>
                <a:cxn ang="0">
                  <a:pos x="59" y="138"/>
                </a:cxn>
                <a:cxn ang="0">
                  <a:pos x="49" y="128"/>
                </a:cxn>
                <a:cxn ang="0">
                  <a:pos x="39" y="118"/>
                </a:cxn>
                <a:cxn ang="0">
                  <a:pos x="39" y="0"/>
                </a:cxn>
                <a:cxn ang="0">
                  <a:pos x="39" y="0"/>
                </a:cxn>
                <a:cxn ang="0">
                  <a:pos x="0" y="10"/>
                </a:cxn>
                <a:cxn ang="0">
                  <a:pos x="0" y="20"/>
                </a:cxn>
                <a:cxn ang="0">
                  <a:pos x="10" y="10"/>
                </a:cxn>
                <a:cxn ang="0">
                  <a:pos x="10" y="10"/>
                </a:cxn>
                <a:cxn ang="0">
                  <a:pos x="19" y="20"/>
                </a:cxn>
                <a:cxn ang="0">
                  <a:pos x="19" y="20"/>
                </a:cxn>
                <a:cxn ang="0">
                  <a:pos x="19" y="118"/>
                </a:cxn>
                <a:cxn ang="0">
                  <a:pos x="10" y="128"/>
                </a:cxn>
                <a:cxn ang="0">
                  <a:pos x="0" y="138"/>
                </a:cxn>
                <a:cxn ang="0">
                  <a:pos x="0" y="138"/>
                </a:cxn>
              </a:cxnLst>
              <a:rect l="txL" t="txT" r="txR" b="txB"/>
              <a:pathLst>
                <a:path w="59" h="138">
                  <a:moveTo>
                    <a:pt x="0" y="138"/>
                  </a:moveTo>
                  <a:lnTo>
                    <a:pt x="59" y="138"/>
                  </a:lnTo>
                  <a:lnTo>
                    <a:pt x="49" y="128"/>
                  </a:lnTo>
                  <a:lnTo>
                    <a:pt x="39" y="118"/>
                  </a:lnTo>
                  <a:lnTo>
                    <a:pt x="39" y="0"/>
                  </a:lnTo>
                  <a:lnTo>
                    <a:pt x="0" y="10"/>
                  </a:lnTo>
                  <a:lnTo>
                    <a:pt x="0" y="20"/>
                  </a:lnTo>
                  <a:lnTo>
                    <a:pt x="10" y="10"/>
                  </a:lnTo>
                  <a:lnTo>
                    <a:pt x="19" y="20"/>
                  </a:lnTo>
                  <a:lnTo>
                    <a:pt x="19" y="118"/>
                  </a:lnTo>
                  <a:lnTo>
                    <a:pt x="10" y="128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3" name="Freeform 106"/>
            <p:cNvSpPr>
              <a:spLocks noChangeAspect="1" noEditPoints="1"/>
            </p:cNvSpPr>
            <p:nvPr/>
          </p:nvSpPr>
          <p:spPr>
            <a:xfrm>
              <a:off x="3334" y="2927"/>
              <a:ext cx="98" cy="138"/>
            </a:xfrm>
            <a:custGeom>
              <a:avLst/>
              <a:gdLst>
                <a:gd name="txL" fmla="*/ 0 w 98"/>
                <a:gd name="txT" fmla="*/ 0 h 138"/>
                <a:gd name="txR" fmla="*/ 98 w 98"/>
                <a:gd name="txB" fmla="*/ 138 h 138"/>
              </a:gdLst>
              <a:ahLst/>
              <a:cxnLst>
                <a:cxn ang="0">
                  <a:pos x="49" y="0"/>
                </a:cxn>
                <a:cxn ang="0">
                  <a:pos x="69" y="10"/>
                </a:cxn>
                <a:cxn ang="0">
                  <a:pos x="79" y="30"/>
                </a:cxn>
                <a:cxn ang="0">
                  <a:pos x="79" y="49"/>
                </a:cxn>
                <a:cxn ang="0">
                  <a:pos x="79" y="69"/>
                </a:cxn>
                <a:cxn ang="0">
                  <a:pos x="79" y="89"/>
                </a:cxn>
                <a:cxn ang="0">
                  <a:pos x="79" y="108"/>
                </a:cxn>
                <a:cxn ang="0">
                  <a:pos x="69" y="128"/>
                </a:cxn>
                <a:cxn ang="0">
                  <a:pos x="49" y="138"/>
                </a:cxn>
                <a:cxn ang="0">
                  <a:pos x="30" y="128"/>
                </a:cxn>
                <a:cxn ang="0">
                  <a:pos x="20" y="108"/>
                </a:cxn>
                <a:cxn ang="0">
                  <a:pos x="20" y="89"/>
                </a:cxn>
                <a:cxn ang="0">
                  <a:pos x="20" y="69"/>
                </a:cxn>
                <a:cxn ang="0">
                  <a:pos x="20" y="49"/>
                </a:cxn>
                <a:cxn ang="0">
                  <a:pos x="20" y="30"/>
                </a:cxn>
                <a:cxn ang="0">
                  <a:pos x="30" y="10"/>
                </a:cxn>
                <a:cxn ang="0">
                  <a:pos x="49" y="0"/>
                </a:cxn>
                <a:cxn ang="0">
                  <a:pos x="49" y="0"/>
                </a:cxn>
                <a:cxn ang="0">
                  <a:pos x="49" y="0"/>
                </a:cxn>
                <a:cxn ang="0">
                  <a:pos x="30" y="10"/>
                </a:cxn>
                <a:cxn ang="0">
                  <a:pos x="10" y="20"/>
                </a:cxn>
                <a:cxn ang="0">
                  <a:pos x="0" y="69"/>
                </a:cxn>
                <a:cxn ang="0">
                  <a:pos x="0" y="89"/>
                </a:cxn>
                <a:cxn ang="0">
                  <a:pos x="10" y="108"/>
                </a:cxn>
                <a:cxn ang="0">
                  <a:pos x="30" y="128"/>
                </a:cxn>
                <a:cxn ang="0">
                  <a:pos x="49" y="138"/>
                </a:cxn>
                <a:cxn ang="0">
                  <a:pos x="79" y="128"/>
                </a:cxn>
                <a:cxn ang="0">
                  <a:pos x="88" y="108"/>
                </a:cxn>
                <a:cxn ang="0">
                  <a:pos x="98" y="89"/>
                </a:cxn>
                <a:cxn ang="0">
                  <a:pos x="98" y="69"/>
                </a:cxn>
                <a:cxn ang="0">
                  <a:pos x="88" y="20"/>
                </a:cxn>
                <a:cxn ang="0">
                  <a:pos x="79" y="10"/>
                </a:cxn>
                <a:cxn ang="0">
                  <a:pos x="49" y="0"/>
                </a:cxn>
                <a:cxn ang="0">
                  <a:pos x="49" y="0"/>
                </a:cxn>
              </a:cxnLst>
              <a:rect l="txL" t="txT" r="txR" b="txB"/>
              <a:pathLst>
                <a:path w="98" h="138">
                  <a:moveTo>
                    <a:pt x="49" y="0"/>
                  </a:moveTo>
                  <a:lnTo>
                    <a:pt x="69" y="10"/>
                  </a:lnTo>
                  <a:lnTo>
                    <a:pt x="79" y="30"/>
                  </a:lnTo>
                  <a:lnTo>
                    <a:pt x="79" y="49"/>
                  </a:lnTo>
                  <a:lnTo>
                    <a:pt x="79" y="69"/>
                  </a:lnTo>
                  <a:lnTo>
                    <a:pt x="79" y="89"/>
                  </a:lnTo>
                  <a:lnTo>
                    <a:pt x="79" y="108"/>
                  </a:lnTo>
                  <a:lnTo>
                    <a:pt x="69" y="128"/>
                  </a:lnTo>
                  <a:lnTo>
                    <a:pt x="49" y="138"/>
                  </a:lnTo>
                  <a:lnTo>
                    <a:pt x="30" y="128"/>
                  </a:lnTo>
                  <a:lnTo>
                    <a:pt x="20" y="108"/>
                  </a:lnTo>
                  <a:lnTo>
                    <a:pt x="20" y="89"/>
                  </a:lnTo>
                  <a:lnTo>
                    <a:pt x="20" y="69"/>
                  </a:lnTo>
                  <a:lnTo>
                    <a:pt x="20" y="49"/>
                  </a:lnTo>
                  <a:lnTo>
                    <a:pt x="20" y="30"/>
                  </a:lnTo>
                  <a:lnTo>
                    <a:pt x="30" y="10"/>
                  </a:lnTo>
                  <a:lnTo>
                    <a:pt x="49" y="0"/>
                  </a:lnTo>
                  <a:close/>
                  <a:moveTo>
                    <a:pt x="49" y="0"/>
                  </a:moveTo>
                  <a:lnTo>
                    <a:pt x="30" y="10"/>
                  </a:lnTo>
                  <a:lnTo>
                    <a:pt x="10" y="20"/>
                  </a:lnTo>
                  <a:lnTo>
                    <a:pt x="0" y="69"/>
                  </a:lnTo>
                  <a:lnTo>
                    <a:pt x="0" y="89"/>
                  </a:lnTo>
                  <a:lnTo>
                    <a:pt x="10" y="108"/>
                  </a:lnTo>
                  <a:lnTo>
                    <a:pt x="30" y="128"/>
                  </a:lnTo>
                  <a:lnTo>
                    <a:pt x="49" y="138"/>
                  </a:lnTo>
                  <a:lnTo>
                    <a:pt x="79" y="128"/>
                  </a:lnTo>
                  <a:lnTo>
                    <a:pt x="88" y="108"/>
                  </a:lnTo>
                  <a:lnTo>
                    <a:pt x="98" y="89"/>
                  </a:lnTo>
                  <a:lnTo>
                    <a:pt x="98" y="69"/>
                  </a:lnTo>
                  <a:lnTo>
                    <a:pt x="88" y="20"/>
                  </a:lnTo>
                  <a:lnTo>
                    <a:pt x="79" y="10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4" name="Freeform 107"/>
            <p:cNvSpPr>
              <a:spLocks noChangeAspect="1"/>
            </p:cNvSpPr>
            <p:nvPr/>
          </p:nvSpPr>
          <p:spPr>
            <a:xfrm>
              <a:off x="3481" y="2927"/>
              <a:ext cx="148" cy="138"/>
            </a:xfrm>
            <a:custGeom>
              <a:avLst/>
              <a:gdLst>
                <a:gd name="txL" fmla="*/ 0 w 148"/>
                <a:gd name="txT" fmla="*/ 0 h 138"/>
                <a:gd name="txR" fmla="*/ 148 w 148"/>
                <a:gd name="txB" fmla="*/ 138 h 138"/>
              </a:gdLst>
              <a:ahLst/>
              <a:cxnLst>
                <a:cxn ang="0">
                  <a:pos x="148" y="0"/>
                </a:cxn>
                <a:cxn ang="0">
                  <a:pos x="108" y="0"/>
                </a:cxn>
                <a:cxn ang="0">
                  <a:pos x="108" y="0"/>
                </a:cxn>
                <a:cxn ang="0">
                  <a:pos x="118" y="0"/>
                </a:cxn>
                <a:cxn ang="0">
                  <a:pos x="128" y="10"/>
                </a:cxn>
                <a:cxn ang="0">
                  <a:pos x="128" y="20"/>
                </a:cxn>
                <a:cxn ang="0">
                  <a:pos x="118" y="30"/>
                </a:cxn>
                <a:cxn ang="0">
                  <a:pos x="89" y="98"/>
                </a:cxn>
                <a:cxn ang="0">
                  <a:pos x="59" y="30"/>
                </a:cxn>
                <a:cxn ang="0">
                  <a:pos x="49" y="20"/>
                </a:cxn>
                <a:cxn ang="0">
                  <a:pos x="49" y="10"/>
                </a:cxn>
                <a:cxn ang="0">
                  <a:pos x="49" y="0"/>
                </a:cxn>
                <a:cxn ang="0">
                  <a:pos x="59" y="0"/>
                </a:cxn>
                <a:cxn ang="0">
                  <a:pos x="59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0" y="10"/>
                </a:cxn>
                <a:cxn ang="0">
                  <a:pos x="30" y="20"/>
                </a:cxn>
                <a:cxn ang="0">
                  <a:pos x="79" y="138"/>
                </a:cxn>
                <a:cxn ang="0">
                  <a:pos x="89" y="138"/>
                </a:cxn>
                <a:cxn ang="0">
                  <a:pos x="128" y="20"/>
                </a:cxn>
                <a:cxn ang="0">
                  <a:pos x="138" y="10"/>
                </a:cxn>
                <a:cxn ang="0">
                  <a:pos x="148" y="0"/>
                </a:cxn>
                <a:cxn ang="0">
                  <a:pos x="148" y="0"/>
                </a:cxn>
              </a:cxnLst>
              <a:rect l="txL" t="txT" r="txR" b="txB"/>
              <a:pathLst>
                <a:path w="148" h="138">
                  <a:moveTo>
                    <a:pt x="148" y="0"/>
                  </a:moveTo>
                  <a:lnTo>
                    <a:pt x="108" y="0"/>
                  </a:lnTo>
                  <a:lnTo>
                    <a:pt x="118" y="0"/>
                  </a:lnTo>
                  <a:lnTo>
                    <a:pt x="128" y="10"/>
                  </a:lnTo>
                  <a:lnTo>
                    <a:pt x="128" y="20"/>
                  </a:lnTo>
                  <a:lnTo>
                    <a:pt x="118" y="30"/>
                  </a:lnTo>
                  <a:lnTo>
                    <a:pt x="89" y="98"/>
                  </a:lnTo>
                  <a:lnTo>
                    <a:pt x="59" y="30"/>
                  </a:lnTo>
                  <a:lnTo>
                    <a:pt x="49" y="20"/>
                  </a:lnTo>
                  <a:lnTo>
                    <a:pt x="49" y="10"/>
                  </a:lnTo>
                  <a:lnTo>
                    <a:pt x="49" y="0"/>
                  </a:lnTo>
                  <a:lnTo>
                    <a:pt x="59" y="0"/>
                  </a:lnTo>
                  <a:lnTo>
                    <a:pt x="0" y="0"/>
                  </a:lnTo>
                  <a:lnTo>
                    <a:pt x="20" y="10"/>
                  </a:lnTo>
                  <a:lnTo>
                    <a:pt x="30" y="20"/>
                  </a:lnTo>
                  <a:lnTo>
                    <a:pt x="79" y="138"/>
                  </a:lnTo>
                  <a:lnTo>
                    <a:pt x="89" y="138"/>
                  </a:lnTo>
                  <a:lnTo>
                    <a:pt x="128" y="20"/>
                  </a:lnTo>
                  <a:lnTo>
                    <a:pt x="138" y="10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5" name="Freeform 108"/>
            <p:cNvSpPr>
              <a:spLocks noChangeAspect="1"/>
            </p:cNvSpPr>
            <p:nvPr/>
          </p:nvSpPr>
          <p:spPr>
            <a:xfrm>
              <a:off x="2068" y="841"/>
              <a:ext cx="88" cy="147"/>
            </a:xfrm>
            <a:custGeom>
              <a:avLst/>
              <a:gdLst>
                <a:gd name="txL" fmla="*/ 0 w 88"/>
                <a:gd name="txT" fmla="*/ 0 h 147"/>
                <a:gd name="txR" fmla="*/ 88 w 88"/>
                <a:gd name="txB" fmla="*/ 147 h 147"/>
              </a:gdLst>
              <a:ahLst/>
              <a:cxnLst>
                <a:cxn ang="0">
                  <a:pos x="29" y="19"/>
                </a:cxn>
                <a:cxn ang="0">
                  <a:pos x="69" y="19"/>
                </a:cxn>
                <a:cxn ang="0">
                  <a:pos x="78" y="19"/>
                </a:cxn>
                <a:cxn ang="0">
                  <a:pos x="78" y="19"/>
                </a:cxn>
                <a:cxn ang="0">
                  <a:pos x="88" y="0"/>
                </a:cxn>
                <a:cxn ang="0">
                  <a:pos x="78" y="0"/>
                </a:cxn>
                <a:cxn ang="0">
                  <a:pos x="78" y="10"/>
                </a:cxn>
                <a:cxn ang="0">
                  <a:pos x="69" y="10"/>
                </a:cxn>
                <a:cxn ang="0">
                  <a:pos x="29" y="10"/>
                </a:cxn>
                <a:cxn ang="0">
                  <a:pos x="0" y="59"/>
                </a:cxn>
                <a:cxn ang="0">
                  <a:pos x="0" y="59"/>
                </a:cxn>
                <a:cxn ang="0">
                  <a:pos x="49" y="68"/>
                </a:cxn>
                <a:cxn ang="0">
                  <a:pos x="59" y="78"/>
                </a:cxn>
                <a:cxn ang="0">
                  <a:pos x="69" y="98"/>
                </a:cxn>
                <a:cxn ang="0">
                  <a:pos x="59" y="127"/>
                </a:cxn>
                <a:cxn ang="0">
                  <a:pos x="39" y="137"/>
                </a:cxn>
                <a:cxn ang="0">
                  <a:pos x="29" y="137"/>
                </a:cxn>
                <a:cxn ang="0">
                  <a:pos x="10" y="127"/>
                </a:cxn>
                <a:cxn ang="0">
                  <a:pos x="0" y="127"/>
                </a:cxn>
                <a:cxn ang="0">
                  <a:pos x="0" y="137"/>
                </a:cxn>
                <a:cxn ang="0">
                  <a:pos x="10" y="147"/>
                </a:cxn>
                <a:cxn ang="0">
                  <a:pos x="20" y="147"/>
                </a:cxn>
                <a:cxn ang="0">
                  <a:pos x="69" y="137"/>
                </a:cxn>
                <a:cxn ang="0">
                  <a:pos x="78" y="98"/>
                </a:cxn>
                <a:cxn ang="0">
                  <a:pos x="78" y="78"/>
                </a:cxn>
                <a:cxn ang="0">
                  <a:pos x="69" y="59"/>
                </a:cxn>
                <a:cxn ang="0">
                  <a:pos x="49" y="49"/>
                </a:cxn>
                <a:cxn ang="0">
                  <a:pos x="20" y="39"/>
                </a:cxn>
                <a:cxn ang="0">
                  <a:pos x="29" y="19"/>
                </a:cxn>
              </a:cxnLst>
              <a:rect l="txL" t="txT" r="txR" b="txB"/>
              <a:pathLst>
                <a:path w="88" h="147">
                  <a:moveTo>
                    <a:pt x="29" y="19"/>
                  </a:moveTo>
                  <a:lnTo>
                    <a:pt x="69" y="19"/>
                  </a:lnTo>
                  <a:lnTo>
                    <a:pt x="78" y="19"/>
                  </a:lnTo>
                  <a:lnTo>
                    <a:pt x="88" y="0"/>
                  </a:lnTo>
                  <a:lnTo>
                    <a:pt x="78" y="0"/>
                  </a:lnTo>
                  <a:lnTo>
                    <a:pt x="78" y="10"/>
                  </a:lnTo>
                  <a:lnTo>
                    <a:pt x="69" y="10"/>
                  </a:lnTo>
                  <a:lnTo>
                    <a:pt x="29" y="10"/>
                  </a:lnTo>
                  <a:lnTo>
                    <a:pt x="0" y="59"/>
                  </a:lnTo>
                  <a:lnTo>
                    <a:pt x="49" y="68"/>
                  </a:lnTo>
                  <a:lnTo>
                    <a:pt x="59" y="78"/>
                  </a:lnTo>
                  <a:lnTo>
                    <a:pt x="69" y="98"/>
                  </a:lnTo>
                  <a:lnTo>
                    <a:pt x="59" y="127"/>
                  </a:lnTo>
                  <a:lnTo>
                    <a:pt x="39" y="137"/>
                  </a:lnTo>
                  <a:lnTo>
                    <a:pt x="29" y="137"/>
                  </a:lnTo>
                  <a:lnTo>
                    <a:pt x="10" y="127"/>
                  </a:lnTo>
                  <a:lnTo>
                    <a:pt x="0" y="127"/>
                  </a:lnTo>
                  <a:lnTo>
                    <a:pt x="0" y="137"/>
                  </a:lnTo>
                  <a:lnTo>
                    <a:pt x="10" y="147"/>
                  </a:lnTo>
                  <a:lnTo>
                    <a:pt x="20" y="147"/>
                  </a:lnTo>
                  <a:lnTo>
                    <a:pt x="69" y="137"/>
                  </a:lnTo>
                  <a:lnTo>
                    <a:pt x="78" y="98"/>
                  </a:lnTo>
                  <a:lnTo>
                    <a:pt x="78" y="78"/>
                  </a:lnTo>
                  <a:lnTo>
                    <a:pt x="69" y="59"/>
                  </a:lnTo>
                  <a:lnTo>
                    <a:pt x="49" y="49"/>
                  </a:lnTo>
                  <a:lnTo>
                    <a:pt x="20" y="39"/>
                  </a:lnTo>
                  <a:lnTo>
                    <a:pt x="29" y="1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6" name="Freeform 109"/>
            <p:cNvSpPr>
              <a:spLocks noChangeAspect="1"/>
            </p:cNvSpPr>
            <p:nvPr/>
          </p:nvSpPr>
          <p:spPr>
            <a:xfrm>
              <a:off x="2225" y="841"/>
              <a:ext cx="157" cy="147"/>
            </a:xfrm>
            <a:custGeom>
              <a:avLst/>
              <a:gdLst>
                <a:gd name="txL" fmla="*/ 0 w 157"/>
                <a:gd name="txT" fmla="*/ 0 h 147"/>
                <a:gd name="txR" fmla="*/ 157 w 157"/>
                <a:gd name="txB" fmla="*/ 147 h 147"/>
              </a:gdLst>
              <a:ahLst/>
              <a:cxnLst>
                <a:cxn ang="0">
                  <a:pos x="59" y="108"/>
                </a:cxn>
                <a:cxn ang="0">
                  <a:pos x="49" y="108"/>
                </a:cxn>
                <a:cxn ang="0">
                  <a:pos x="39" y="88"/>
                </a:cxn>
                <a:cxn ang="0">
                  <a:pos x="29" y="59"/>
                </a:cxn>
                <a:cxn ang="0">
                  <a:pos x="49" y="19"/>
                </a:cxn>
                <a:cxn ang="0">
                  <a:pos x="69" y="10"/>
                </a:cxn>
                <a:cxn ang="0">
                  <a:pos x="79" y="10"/>
                </a:cxn>
                <a:cxn ang="0">
                  <a:pos x="98" y="10"/>
                </a:cxn>
                <a:cxn ang="0">
                  <a:pos x="108" y="19"/>
                </a:cxn>
                <a:cxn ang="0">
                  <a:pos x="128" y="59"/>
                </a:cxn>
                <a:cxn ang="0">
                  <a:pos x="118" y="88"/>
                </a:cxn>
                <a:cxn ang="0">
                  <a:pos x="108" y="108"/>
                </a:cxn>
                <a:cxn ang="0">
                  <a:pos x="98" y="108"/>
                </a:cxn>
                <a:cxn ang="0">
                  <a:pos x="88" y="147"/>
                </a:cxn>
                <a:cxn ang="0">
                  <a:pos x="157" y="147"/>
                </a:cxn>
                <a:cxn ang="0">
                  <a:pos x="157" y="108"/>
                </a:cxn>
                <a:cxn ang="0">
                  <a:pos x="147" y="108"/>
                </a:cxn>
                <a:cxn ang="0">
                  <a:pos x="147" y="117"/>
                </a:cxn>
                <a:cxn ang="0">
                  <a:pos x="137" y="117"/>
                </a:cxn>
                <a:cxn ang="0">
                  <a:pos x="108" y="117"/>
                </a:cxn>
                <a:cxn ang="0">
                  <a:pos x="108" y="117"/>
                </a:cxn>
                <a:cxn ang="0">
                  <a:pos x="128" y="108"/>
                </a:cxn>
                <a:cxn ang="0">
                  <a:pos x="137" y="98"/>
                </a:cxn>
                <a:cxn ang="0">
                  <a:pos x="157" y="59"/>
                </a:cxn>
                <a:cxn ang="0">
                  <a:pos x="147" y="29"/>
                </a:cxn>
                <a:cxn ang="0">
                  <a:pos x="137" y="19"/>
                </a:cxn>
                <a:cxn ang="0">
                  <a:pos x="118" y="10"/>
                </a:cxn>
                <a:cxn ang="0">
                  <a:pos x="98" y="0"/>
                </a:cxn>
                <a:cxn ang="0">
                  <a:pos x="79" y="0"/>
                </a:cxn>
                <a:cxn ang="0">
                  <a:pos x="59" y="0"/>
                </a:cxn>
                <a:cxn ang="0">
                  <a:pos x="39" y="10"/>
                </a:cxn>
                <a:cxn ang="0">
                  <a:pos x="29" y="19"/>
                </a:cxn>
                <a:cxn ang="0">
                  <a:pos x="10" y="29"/>
                </a:cxn>
                <a:cxn ang="0">
                  <a:pos x="10" y="59"/>
                </a:cxn>
                <a:cxn ang="0">
                  <a:pos x="10" y="78"/>
                </a:cxn>
                <a:cxn ang="0">
                  <a:pos x="20" y="98"/>
                </a:cxn>
                <a:cxn ang="0">
                  <a:pos x="39" y="108"/>
                </a:cxn>
                <a:cxn ang="0">
                  <a:pos x="59" y="117"/>
                </a:cxn>
                <a:cxn ang="0">
                  <a:pos x="59" y="117"/>
                </a:cxn>
                <a:cxn ang="0">
                  <a:pos x="20" y="117"/>
                </a:cxn>
                <a:cxn ang="0">
                  <a:pos x="10" y="117"/>
                </a:cxn>
                <a:cxn ang="0">
                  <a:pos x="10" y="108"/>
                </a:cxn>
                <a:cxn ang="0">
                  <a:pos x="0" y="108"/>
                </a:cxn>
                <a:cxn ang="0">
                  <a:pos x="0" y="147"/>
                </a:cxn>
                <a:cxn ang="0">
                  <a:pos x="69" y="147"/>
                </a:cxn>
                <a:cxn ang="0">
                  <a:pos x="59" y="108"/>
                </a:cxn>
              </a:cxnLst>
              <a:rect l="txL" t="txT" r="txR" b="txB"/>
              <a:pathLst>
                <a:path w="157" h="147">
                  <a:moveTo>
                    <a:pt x="59" y="108"/>
                  </a:moveTo>
                  <a:lnTo>
                    <a:pt x="49" y="108"/>
                  </a:lnTo>
                  <a:lnTo>
                    <a:pt x="39" y="88"/>
                  </a:lnTo>
                  <a:lnTo>
                    <a:pt x="29" y="59"/>
                  </a:lnTo>
                  <a:lnTo>
                    <a:pt x="49" y="19"/>
                  </a:lnTo>
                  <a:lnTo>
                    <a:pt x="69" y="10"/>
                  </a:lnTo>
                  <a:lnTo>
                    <a:pt x="79" y="10"/>
                  </a:lnTo>
                  <a:lnTo>
                    <a:pt x="98" y="10"/>
                  </a:lnTo>
                  <a:lnTo>
                    <a:pt x="108" y="19"/>
                  </a:lnTo>
                  <a:lnTo>
                    <a:pt x="128" y="59"/>
                  </a:lnTo>
                  <a:lnTo>
                    <a:pt x="118" y="88"/>
                  </a:lnTo>
                  <a:lnTo>
                    <a:pt x="108" y="108"/>
                  </a:lnTo>
                  <a:lnTo>
                    <a:pt x="98" y="108"/>
                  </a:lnTo>
                  <a:lnTo>
                    <a:pt x="88" y="147"/>
                  </a:lnTo>
                  <a:lnTo>
                    <a:pt x="157" y="147"/>
                  </a:lnTo>
                  <a:lnTo>
                    <a:pt x="157" y="108"/>
                  </a:lnTo>
                  <a:lnTo>
                    <a:pt x="147" y="108"/>
                  </a:lnTo>
                  <a:lnTo>
                    <a:pt x="147" y="117"/>
                  </a:lnTo>
                  <a:lnTo>
                    <a:pt x="137" y="117"/>
                  </a:lnTo>
                  <a:lnTo>
                    <a:pt x="108" y="117"/>
                  </a:lnTo>
                  <a:lnTo>
                    <a:pt x="128" y="108"/>
                  </a:lnTo>
                  <a:lnTo>
                    <a:pt x="137" y="98"/>
                  </a:lnTo>
                  <a:lnTo>
                    <a:pt x="157" y="59"/>
                  </a:lnTo>
                  <a:lnTo>
                    <a:pt x="147" y="29"/>
                  </a:lnTo>
                  <a:lnTo>
                    <a:pt x="137" y="19"/>
                  </a:lnTo>
                  <a:lnTo>
                    <a:pt x="118" y="10"/>
                  </a:lnTo>
                  <a:lnTo>
                    <a:pt x="98" y="0"/>
                  </a:lnTo>
                  <a:lnTo>
                    <a:pt x="79" y="0"/>
                  </a:lnTo>
                  <a:lnTo>
                    <a:pt x="59" y="0"/>
                  </a:lnTo>
                  <a:lnTo>
                    <a:pt x="39" y="10"/>
                  </a:lnTo>
                  <a:lnTo>
                    <a:pt x="29" y="19"/>
                  </a:lnTo>
                  <a:lnTo>
                    <a:pt x="10" y="29"/>
                  </a:lnTo>
                  <a:lnTo>
                    <a:pt x="10" y="59"/>
                  </a:lnTo>
                  <a:lnTo>
                    <a:pt x="10" y="78"/>
                  </a:lnTo>
                  <a:lnTo>
                    <a:pt x="20" y="98"/>
                  </a:lnTo>
                  <a:lnTo>
                    <a:pt x="39" y="108"/>
                  </a:lnTo>
                  <a:lnTo>
                    <a:pt x="59" y="117"/>
                  </a:lnTo>
                  <a:lnTo>
                    <a:pt x="20" y="117"/>
                  </a:lnTo>
                  <a:lnTo>
                    <a:pt x="10" y="117"/>
                  </a:lnTo>
                  <a:lnTo>
                    <a:pt x="10" y="108"/>
                  </a:lnTo>
                  <a:lnTo>
                    <a:pt x="0" y="108"/>
                  </a:lnTo>
                  <a:lnTo>
                    <a:pt x="0" y="147"/>
                  </a:lnTo>
                  <a:lnTo>
                    <a:pt x="69" y="147"/>
                  </a:lnTo>
                  <a:lnTo>
                    <a:pt x="59" y="10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7" name="Freeform 110"/>
            <p:cNvSpPr>
              <a:spLocks noChangeAspect="1" noEditPoints="1"/>
            </p:cNvSpPr>
            <p:nvPr/>
          </p:nvSpPr>
          <p:spPr>
            <a:xfrm>
              <a:off x="3530" y="841"/>
              <a:ext cx="99" cy="147"/>
            </a:xfrm>
            <a:custGeom>
              <a:avLst/>
              <a:gdLst>
                <a:gd name="txL" fmla="*/ 0 w 99"/>
                <a:gd name="txT" fmla="*/ 0 h 147"/>
                <a:gd name="txR" fmla="*/ 99 w 99"/>
                <a:gd name="txB" fmla="*/ 147 h 147"/>
              </a:gdLst>
              <a:ahLst/>
              <a:cxnLst>
                <a:cxn ang="0">
                  <a:pos x="89" y="0"/>
                </a:cxn>
                <a:cxn ang="0">
                  <a:pos x="59" y="10"/>
                </a:cxn>
                <a:cxn ang="0">
                  <a:pos x="30" y="29"/>
                </a:cxn>
                <a:cxn ang="0">
                  <a:pos x="10" y="49"/>
                </a:cxn>
                <a:cxn ang="0">
                  <a:pos x="0" y="78"/>
                </a:cxn>
                <a:cxn ang="0">
                  <a:pos x="0" y="108"/>
                </a:cxn>
                <a:cxn ang="0">
                  <a:pos x="10" y="127"/>
                </a:cxn>
                <a:cxn ang="0">
                  <a:pos x="50" y="147"/>
                </a:cxn>
                <a:cxn ang="0">
                  <a:pos x="79" y="147"/>
                </a:cxn>
                <a:cxn ang="0">
                  <a:pos x="89" y="127"/>
                </a:cxn>
                <a:cxn ang="0">
                  <a:pos x="99" y="98"/>
                </a:cxn>
                <a:cxn ang="0">
                  <a:pos x="89" y="68"/>
                </a:cxn>
                <a:cxn ang="0">
                  <a:pos x="59" y="59"/>
                </a:cxn>
                <a:cxn ang="0">
                  <a:pos x="30" y="59"/>
                </a:cxn>
                <a:cxn ang="0">
                  <a:pos x="50" y="29"/>
                </a:cxn>
                <a:cxn ang="0">
                  <a:pos x="89" y="0"/>
                </a:cxn>
                <a:cxn ang="0">
                  <a:pos x="89" y="0"/>
                </a:cxn>
                <a:cxn ang="0">
                  <a:pos x="50" y="68"/>
                </a:cxn>
                <a:cxn ang="0">
                  <a:pos x="69" y="78"/>
                </a:cxn>
                <a:cxn ang="0">
                  <a:pos x="79" y="108"/>
                </a:cxn>
                <a:cxn ang="0">
                  <a:pos x="69" y="127"/>
                </a:cxn>
                <a:cxn ang="0">
                  <a:pos x="50" y="137"/>
                </a:cxn>
                <a:cxn ang="0">
                  <a:pos x="30" y="127"/>
                </a:cxn>
                <a:cxn ang="0">
                  <a:pos x="20" y="117"/>
                </a:cxn>
                <a:cxn ang="0">
                  <a:pos x="20" y="88"/>
                </a:cxn>
                <a:cxn ang="0">
                  <a:pos x="30" y="78"/>
                </a:cxn>
                <a:cxn ang="0">
                  <a:pos x="30" y="68"/>
                </a:cxn>
                <a:cxn ang="0">
                  <a:pos x="40" y="68"/>
                </a:cxn>
                <a:cxn ang="0">
                  <a:pos x="50" y="68"/>
                </a:cxn>
                <a:cxn ang="0">
                  <a:pos x="50" y="68"/>
                </a:cxn>
              </a:cxnLst>
              <a:rect l="txL" t="txT" r="txR" b="txB"/>
              <a:pathLst>
                <a:path w="99" h="147">
                  <a:moveTo>
                    <a:pt x="89" y="0"/>
                  </a:moveTo>
                  <a:lnTo>
                    <a:pt x="59" y="10"/>
                  </a:lnTo>
                  <a:lnTo>
                    <a:pt x="30" y="29"/>
                  </a:lnTo>
                  <a:lnTo>
                    <a:pt x="10" y="49"/>
                  </a:lnTo>
                  <a:lnTo>
                    <a:pt x="0" y="78"/>
                  </a:lnTo>
                  <a:lnTo>
                    <a:pt x="0" y="108"/>
                  </a:lnTo>
                  <a:lnTo>
                    <a:pt x="10" y="127"/>
                  </a:lnTo>
                  <a:lnTo>
                    <a:pt x="50" y="147"/>
                  </a:lnTo>
                  <a:lnTo>
                    <a:pt x="79" y="147"/>
                  </a:lnTo>
                  <a:lnTo>
                    <a:pt x="89" y="127"/>
                  </a:lnTo>
                  <a:lnTo>
                    <a:pt x="99" y="98"/>
                  </a:lnTo>
                  <a:lnTo>
                    <a:pt x="89" y="68"/>
                  </a:lnTo>
                  <a:lnTo>
                    <a:pt x="59" y="59"/>
                  </a:lnTo>
                  <a:lnTo>
                    <a:pt x="30" y="59"/>
                  </a:lnTo>
                  <a:lnTo>
                    <a:pt x="50" y="29"/>
                  </a:lnTo>
                  <a:lnTo>
                    <a:pt x="89" y="0"/>
                  </a:lnTo>
                  <a:close/>
                  <a:moveTo>
                    <a:pt x="50" y="68"/>
                  </a:moveTo>
                  <a:lnTo>
                    <a:pt x="69" y="78"/>
                  </a:lnTo>
                  <a:lnTo>
                    <a:pt x="79" y="108"/>
                  </a:lnTo>
                  <a:lnTo>
                    <a:pt x="69" y="127"/>
                  </a:lnTo>
                  <a:lnTo>
                    <a:pt x="50" y="137"/>
                  </a:lnTo>
                  <a:lnTo>
                    <a:pt x="30" y="127"/>
                  </a:lnTo>
                  <a:lnTo>
                    <a:pt x="20" y="117"/>
                  </a:lnTo>
                  <a:lnTo>
                    <a:pt x="20" y="88"/>
                  </a:lnTo>
                  <a:lnTo>
                    <a:pt x="30" y="78"/>
                  </a:lnTo>
                  <a:lnTo>
                    <a:pt x="30" y="68"/>
                  </a:lnTo>
                  <a:lnTo>
                    <a:pt x="40" y="68"/>
                  </a:lnTo>
                  <a:lnTo>
                    <a:pt x="50" y="6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8" name="Freeform 111"/>
            <p:cNvSpPr>
              <a:spLocks noChangeAspect="1"/>
            </p:cNvSpPr>
            <p:nvPr/>
          </p:nvSpPr>
          <p:spPr>
            <a:xfrm>
              <a:off x="3697" y="841"/>
              <a:ext cx="148" cy="147"/>
            </a:xfrm>
            <a:custGeom>
              <a:avLst/>
              <a:gdLst>
                <a:gd name="txL" fmla="*/ 0 w 148"/>
                <a:gd name="txT" fmla="*/ 0 h 147"/>
                <a:gd name="txR" fmla="*/ 148 w 148"/>
                <a:gd name="txB" fmla="*/ 147 h 147"/>
              </a:gdLst>
              <a:ahLst/>
              <a:cxnLst>
                <a:cxn ang="0">
                  <a:pos x="59" y="108"/>
                </a:cxn>
                <a:cxn ang="0">
                  <a:pos x="49" y="108"/>
                </a:cxn>
                <a:cxn ang="0">
                  <a:pos x="30" y="88"/>
                </a:cxn>
                <a:cxn ang="0">
                  <a:pos x="30" y="59"/>
                </a:cxn>
                <a:cxn ang="0">
                  <a:pos x="30" y="39"/>
                </a:cxn>
                <a:cxn ang="0">
                  <a:pos x="40" y="19"/>
                </a:cxn>
                <a:cxn ang="0">
                  <a:pos x="59" y="10"/>
                </a:cxn>
                <a:cxn ang="0">
                  <a:pos x="79" y="10"/>
                </a:cxn>
                <a:cxn ang="0">
                  <a:pos x="98" y="10"/>
                </a:cxn>
                <a:cxn ang="0">
                  <a:pos x="108" y="19"/>
                </a:cxn>
                <a:cxn ang="0">
                  <a:pos x="128" y="59"/>
                </a:cxn>
                <a:cxn ang="0">
                  <a:pos x="118" y="88"/>
                </a:cxn>
                <a:cxn ang="0">
                  <a:pos x="108" y="108"/>
                </a:cxn>
                <a:cxn ang="0">
                  <a:pos x="89" y="108"/>
                </a:cxn>
                <a:cxn ang="0">
                  <a:pos x="89" y="147"/>
                </a:cxn>
                <a:cxn ang="0">
                  <a:pos x="148" y="147"/>
                </a:cxn>
                <a:cxn ang="0">
                  <a:pos x="148" y="108"/>
                </a:cxn>
                <a:cxn ang="0">
                  <a:pos x="148" y="108"/>
                </a:cxn>
                <a:cxn ang="0">
                  <a:pos x="148" y="117"/>
                </a:cxn>
                <a:cxn ang="0">
                  <a:pos x="138" y="117"/>
                </a:cxn>
                <a:cxn ang="0">
                  <a:pos x="98" y="117"/>
                </a:cxn>
                <a:cxn ang="0">
                  <a:pos x="98" y="117"/>
                </a:cxn>
                <a:cxn ang="0">
                  <a:pos x="118" y="108"/>
                </a:cxn>
                <a:cxn ang="0">
                  <a:pos x="138" y="98"/>
                </a:cxn>
                <a:cxn ang="0">
                  <a:pos x="148" y="59"/>
                </a:cxn>
                <a:cxn ang="0">
                  <a:pos x="138" y="29"/>
                </a:cxn>
                <a:cxn ang="0">
                  <a:pos x="128" y="19"/>
                </a:cxn>
                <a:cxn ang="0">
                  <a:pos x="118" y="10"/>
                </a:cxn>
                <a:cxn ang="0">
                  <a:pos x="98" y="0"/>
                </a:cxn>
                <a:cxn ang="0">
                  <a:pos x="79" y="0"/>
                </a:cxn>
                <a:cxn ang="0">
                  <a:pos x="59" y="0"/>
                </a:cxn>
                <a:cxn ang="0">
                  <a:pos x="40" y="10"/>
                </a:cxn>
                <a:cxn ang="0">
                  <a:pos x="30" y="19"/>
                </a:cxn>
                <a:cxn ang="0">
                  <a:pos x="10" y="29"/>
                </a:cxn>
                <a:cxn ang="0">
                  <a:pos x="0" y="59"/>
                </a:cxn>
                <a:cxn ang="0">
                  <a:pos x="10" y="98"/>
                </a:cxn>
                <a:cxn ang="0">
                  <a:pos x="30" y="108"/>
                </a:cxn>
                <a:cxn ang="0">
                  <a:pos x="49" y="117"/>
                </a:cxn>
                <a:cxn ang="0">
                  <a:pos x="49" y="117"/>
                </a:cxn>
                <a:cxn ang="0">
                  <a:pos x="20" y="117"/>
                </a:cxn>
                <a:cxn ang="0">
                  <a:pos x="10" y="117"/>
                </a:cxn>
                <a:cxn ang="0">
                  <a:pos x="0" y="108"/>
                </a:cxn>
                <a:cxn ang="0">
                  <a:pos x="0" y="108"/>
                </a:cxn>
                <a:cxn ang="0">
                  <a:pos x="0" y="147"/>
                </a:cxn>
                <a:cxn ang="0">
                  <a:pos x="59" y="147"/>
                </a:cxn>
                <a:cxn ang="0">
                  <a:pos x="59" y="108"/>
                </a:cxn>
              </a:cxnLst>
              <a:rect l="txL" t="txT" r="txR" b="txB"/>
              <a:pathLst>
                <a:path w="148" h="147">
                  <a:moveTo>
                    <a:pt x="59" y="108"/>
                  </a:moveTo>
                  <a:lnTo>
                    <a:pt x="49" y="108"/>
                  </a:lnTo>
                  <a:lnTo>
                    <a:pt x="30" y="88"/>
                  </a:lnTo>
                  <a:lnTo>
                    <a:pt x="30" y="59"/>
                  </a:lnTo>
                  <a:lnTo>
                    <a:pt x="30" y="39"/>
                  </a:lnTo>
                  <a:lnTo>
                    <a:pt x="40" y="19"/>
                  </a:lnTo>
                  <a:lnTo>
                    <a:pt x="59" y="10"/>
                  </a:lnTo>
                  <a:lnTo>
                    <a:pt x="79" y="10"/>
                  </a:lnTo>
                  <a:lnTo>
                    <a:pt x="98" y="10"/>
                  </a:lnTo>
                  <a:lnTo>
                    <a:pt x="108" y="19"/>
                  </a:lnTo>
                  <a:lnTo>
                    <a:pt x="128" y="59"/>
                  </a:lnTo>
                  <a:lnTo>
                    <a:pt x="118" y="88"/>
                  </a:lnTo>
                  <a:lnTo>
                    <a:pt x="108" y="108"/>
                  </a:lnTo>
                  <a:lnTo>
                    <a:pt x="89" y="108"/>
                  </a:lnTo>
                  <a:lnTo>
                    <a:pt x="89" y="147"/>
                  </a:lnTo>
                  <a:lnTo>
                    <a:pt x="148" y="147"/>
                  </a:lnTo>
                  <a:lnTo>
                    <a:pt x="148" y="108"/>
                  </a:lnTo>
                  <a:lnTo>
                    <a:pt x="148" y="117"/>
                  </a:lnTo>
                  <a:lnTo>
                    <a:pt x="138" y="117"/>
                  </a:lnTo>
                  <a:lnTo>
                    <a:pt x="98" y="117"/>
                  </a:lnTo>
                  <a:lnTo>
                    <a:pt x="118" y="108"/>
                  </a:lnTo>
                  <a:lnTo>
                    <a:pt x="138" y="98"/>
                  </a:lnTo>
                  <a:lnTo>
                    <a:pt x="148" y="59"/>
                  </a:lnTo>
                  <a:lnTo>
                    <a:pt x="138" y="29"/>
                  </a:lnTo>
                  <a:lnTo>
                    <a:pt x="128" y="19"/>
                  </a:lnTo>
                  <a:lnTo>
                    <a:pt x="118" y="10"/>
                  </a:lnTo>
                  <a:lnTo>
                    <a:pt x="98" y="0"/>
                  </a:lnTo>
                  <a:lnTo>
                    <a:pt x="79" y="0"/>
                  </a:lnTo>
                  <a:lnTo>
                    <a:pt x="59" y="0"/>
                  </a:lnTo>
                  <a:lnTo>
                    <a:pt x="40" y="10"/>
                  </a:lnTo>
                  <a:lnTo>
                    <a:pt x="30" y="19"/>
                  </a:lnTo>
                  <a:lnTo>
                    <a:pt x="10" y="29"/>
                  </a:lnTo>
                  <a:lnTo>
                    <a:pt x="0" y="59"/>
                  </a:lnTo>
                  <a:lnTo>
                    <a:pt x="10" y="98"/>
                  </a:lnTo>
                  <a:lnTo>
                    <a:pt x="30" y="108"/>
                  </a:lnTo>
                  <a:lnTo>
                    <a:pt x="49" y="117"/>
                  </a:lnTo>
                  <a:lnTo>
                    <a:pt x="20" y="117"/>
                  </a:lnTo>
                  <a:lnTo>
                    <a:pt x="10" y="117"/>
                  </a:lnTo>
                  <a:lnTo>
                    <a:pt x="0" y="108"/>
                  </a:lnTo>
                  <a:lnTo>
                    <a:pt x="0" y="147"/>
                  </a:lnTo>
                  <a:lnTo>
                    <a:pt x="59" y="147"/>
                  </a:lnTo>
                  <a:lnTo>
                    <a:pt x="59" y="10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9" name="Freeform 112"/>
            <p:cNvSpPr>
              <a:spLocks noChangeAspect="1"/>
            </p:cNvSpPr>
            <p:nvPr/>
          </p:nvSpPr>
          <p:spPr>
            <a:xfrm>
              <a:off x="3128" y="1830"/>
              <a:ext cx="69" cy="147"/>
            </a:xfrm>
            <a:custGeom>
              <a:avLst/>
              <a:gdLst>
                <a:gd name="txL" fmla="*/ 0 w 69"/>
                <a:gd name="txT" fmla="*/ 0 h 147"/>
                <a:gd name="txR" fmla="*/ 69 w 69"/>
                <a:gd name="txB" fmla="*/ 147 h 147"/>
              </a:gdLst>
              <a:ahLst/>
              <a:cxnLst>
                <a:cxn ang="0">
                  <a:pos x="10" y="147"/>
                </a:cxn>
                <a:cxn ang="0">
                  <a:pos x="69" y="147"/>
                </a:cxn>
                <a:cxn ang="0">
                  <a:pos x="69" y="137"/>
                </a:cxn>
                <a:cxn ang="0">
                  <a:pos x="49" y="137"/>
                </a:cxn>
                <a:cxn ang="0">
                  <a:pos x="49" y="128"/>
                </a:cxn>
                <a:cxn ang="0">
                  <a:pos x="49" y="0"/>
                </a:cxn>
                <a:cxn ang="0">
                  <a:pos x="39" y="0"/>
                </a:cxn>
                <a:cxn ang="0">
                  <a:pos x="0" y="20"/>
                </a:cxn>
                <a:cxn ang="0">
                  <a:pos x="0" y="30"/>
                </a:cxn>
                <a:cxn ang="0">
                  <a:pos x="20" y="20"/>
                </a:cxn>
                <a:cxn ang="0">
                  <a:pos x="20" y="20"/>
                </a:cxn>
                <a:cxn ang="0">
                  <a:pos x="29" y="30"/>
                </a:cxn>
                <a:cxn ang="0">
                  <a:pos x="29" y="30"/>
                </a:cxn>
                <a:cxn ang="0">
                  <a:pos x="29" y="128"/>
                </a:cxn>
                <a:cxn ang="0">
                  <a:pos x="20" y="137"/>
                </a:cxn>
                <a:cxn ang="0">
                  <a:pos x="10" y="137"/>
                </a:cxn>
                <a:cxn ang="0">
                  <a:pos x="10" y="147"/>
                </a:cxn>
              </a:cxnLst>
              <a:rect l="txL" t="txT" r="txR" b="txB"/>
              <a:pathLst>
                <a:path w="69" h="147">
                  <a:moveTo>
                    <a:pt x="10" y="147"/>
                  </a:moveTo>
                  <a:lnTo>
                    <a:pt x="69" y="147"/>
                  </a:lnTo>
                  <a:lnTo>
                    <a:pt x="69" y="137"/>
                  </a:lnTo>
                  <a:lnTo>
                    <a:pt x="49" y="137"/>
                  </a:lnTo>
                  <a:lnTo>
                    <a:pt x="49" y="128"/>
                  </a:lnTo>
                  <a:lnTo>
                    <a:pt x="49" y="0"/>
                  </a:lnTo>
                  <a:lnTo>
                    <a:pt x="39" y="0"/>
                  </a:lnTo>
                  <a:lnTo>
                    <a:pt x="0" y="20"/>
                  </a:lnTo>
                  <a:lnTo>
                    <a:pt x="0" y="30"/>
                  </a:lnTo>
                  <a:lnTo>
                    <a:pt x="20" y="20"/>
                  </a:lnTo>
                  <a:lnTo>
                    <a:pt x="29" y="30"/>
                  </a:lnTo>
                  <a:lnTo>
                    <a:pt x="29" y="128"/>
                  </a:lnTo>
                  <a:lnTo>
                    <a:pt x="20" y="137"/>
                  </a:lnTo>
                  <a:lnTo>
                    <a:pt x="10" y="137"/>
                  </a:lnTo>
                  <a:lnTo>
                    <a:pt x="10" y="14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30" name="Freeform 113"/>
            <p:cNvSpPr>
              <a:spLocks noChangeAspect="1" noEditPoints="1"/>
            </p:cNvSpPr>
            <p:nvPr/>
          </p:nvSpPr>
          <p:spPr>
            <a:xfrm>
              <a:off x="3226" y="1830"/>
              <a:ext cx="98" cy="147"/>
            </a:xfrm>
            <a:custGeom>
              <a:avLst/>
              <a:gdLst>
                <a:gd name="txL" fmla="*/ 0 w 98"/>
                <a:gd name="txT" fmla="*/ 0 h 147"/>
                <a:gd name="txR" fmla="*/ 98 w 98"/>
                <a:gd name="txB" fmla="*/ 147 h 147"/>
              </a:gdLst>
              <a:ahLst/>
              <a:cxnLst>
                <a:cxn ang="0">
                  <a:pos x="49" y="10"/>
                </a:cxn>
                <a:cxn ang="0">
                  <a:pos x="59" y="20"/>
                </a:cxn>
                <a:cxn ang="0">
                  <a:pos x="69" y="39"/>
                </a:cxn>
                <a:cxn ang="0">
                  <a:pos x="69" y="59"/>
                </a:cxn>
                <a:cxn ang="0">
                  <a:pos x="69" y="79"/>
                </a:cxn>
                <a:cxn ang="0">
                  <a:pos x="69" y="88"/>
                </a:cxn>
                <a:cxn ang="0">
                  <a:pos x="69" y="108"/>
                </a:cxn>
                <a:cxn ang="0">
                  <a:pos x="59" y="128"/>
                </a:cxn>
                <a:cxn ang="0">
                  <a:pos x="49" y="137"/>
                </a:cxn>
                <a:cxn ang="0">
                  <a:pos x="30" y="128"/>
                </a:cxn>
                <a:cxn ang="0">
                  <a:pos x="20" y="108"/>
                </a:cxn>
                <a:cxn ang="0">
                  <a:pos x="20" y="88"/>
                </a:cxn>
                <a:cxn ang="0">
                  <a:pos x="20" y="79"/>
                </a:cxn>
                <a:cxn ang="0">
                  <a:pos x="20" y="59"/>
                </a:cxn>
                <a:cxn ang="0">
                  <a:pos x="20" y="39"/>
                </a:cxn>
                <a:cxn ang="0">
                  <a:pos x="30" y="20"/>
                </a:cxn>
                <a:cxn ang="0">
                  <a:pos x="49" y="10"/>
                </a:cxn>
                <a:cxn ang="0">
                  <a:pos x="49" y="10"/>
                </a:cxn>
                <a:cxn ang="0">
                  <a:pos x="49" y="0"/>
                </a:cxn>
                <a:cxn ang="0">
                  <a:pos x="30" y="10"/>
                </a:cxn>
                <a:cxn ang="0">
                  <a:pos x="10" y="30"/>
                </a:cxn>
                <a:cxn ang="0">
                  <a:pos x="0" y="79"/>
                </a:cxn>
                <a:cxn ang="0">
                  <a:pos x="0" y="98"/>
                </a:cxn>
                <a:cxn ang="0">
                  <a:pos x="10" y="118"/>
                </a:cxn>
                <a:cxn ang="0">
                  <a:pos x="30" y="137"/>
                </a:cxn>
                <a:cxn ang="0">
                  <a:pos x="49" y="147"/>
                </a:cxn>
                <a:cxn ang="0">
                  <a:pos x="79" y="137"/>
                </a:cxn>
                <a:cxn ang="0">
                  <a:pos x="88" y="118"/>
                </a:cxn>
                <a:cxn ang="0">
                  <a:pos x="98" y="98"/>
                </a:cxn>
                <a:cxn ang="0">
                  <a:pos x="98" y="79"/>
                </a:cxn>
                <a:cxn ang="0">
                  <a:pos x="88" y="30"/>
                </a:cxn>
                <a:cxn ang="0">
                  <a:pos x="79" y="10"/>
                </a:cxn>
                <a:cxn ang="0">
                  <a:pos x="49" y="0"/>
                </a:cxn>
                <a:cxn ang="0">
                  <a:pos x="49" y="0"/>
                </a:cxn>
              </a:cxnLst>
              <a:rect l="txL" t="txT" r="txR" b="txB"/>
              <a:pathLst>
                <a:path w="98" h="147">
                  <a:moveTo>
                    <a:pt x="49" y="10"/>
                  </a:moveTo>
                  <a:lnTo>
                    <a:pt x="59" y="20"/>
                  </a:lnTo>
                  <a:lnTo>
                    <a:pt x="69" y="39"/>
                  </a:lnTo>
                  <a:lnTo>
                    <a:pt x="69" y="59"/>
                  </a:lnTo>
                  <a:lnTo>
                    <a:pt x="69" y="79"/>
                  </a:lnTo>
                  <a:lnTo>
                    <a:pt x="69" y="88"/>
                  </a:lnTo>
                  <a:lnTo>
                    <a:pt x="69" y="108"/>
                  </a:lnTo>
                  <a:lnTo>
                    <a:pt x="59" y="128"/>
                  </a:lnTo>
                  <a:lnTo>
                    <a:pt x="49" y="137"/>
                  </a:lnTo>
                  <a:lnTo>
                    <a:pt x="30" y="128"/>
                  </a:lnTo>
                  <a:lnTo>
                    <a:pt x="20" y="108"/>
                  </a:lnTo>
                  <a:lnTo>
                    <a:pt x="20" y="88"/>
                  </a:lnTo>
                  <a:lnTo>
                    <a:pt x="20" y="79"/>
                  </a:lnTo>
                  <a:lnTo>
                    <a:pt x="20" y="59"/>
                  </a:lnTo>
                  <a:lnTo>
                    <a:pt x="20" y="39"/>
                  </a:lnTo>
                  <a:lnTo>
                    <a:pt x="30" y="20"/>
                  </a:lnTo>
                  <a:lnTo>
                    <a:pt x="49" y="10"/>
                  </a:lnTo>
                  <a:close/>
                  <a:moveTo>
                    <a:pt x="49" y="0"/>
                  </a:moveTo>
                  <a:lnTo>
                    <a:pt x="30" y="10"/>
                  </a:lnTo>
                  <a:lnTo>
                    <a:pt x="10" y="30"/>
                  </a:lnTo>
                  <a:lnTo>
                    <a:pt x="0" y="79"/>
                  </a:lnTo>
                  <a:lnTo>
                    <a:pt x="0" y="98"/>
                  </a:lnTo>
                  <a:lnTo>
                    <a:pt x="10" y="118"/>
                  </a:lnTo>
                  <a:lnTo>
                    <a:pt x="30" y="137"/>
                  </a:lnTo>
                  <a:lnTo>
                    <a:pt x="49" y="147"/>
                  </a:lnTo>
                  <a:lnTo>
                    <a:pt x="79" y="137"/>
                  </a:lnTo>
                  <a:lnTo>
                    <a:pt x="88" y="118"/>
                  </a:lnTo>
                  <a:lnTo>
                    <a:pt x="98" y="98"/>
                  </a:lnTo>
                  <a:lnTo>
                    <a:pt x="98" y="79"/>
                  </a:lnTo>
                  <a:lnTo>
                    <a:pt x="88" y="30"/>
                  </a:lnTo>
                  <a:lnTo>
                    <a:pt x="79" y="10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31" name="Freeform 114"/>
            <p:cNvSpPr>
              <a:spLocks noChangeAspect="1"/>
            </p:cNvSpPr>
            <p:nvPr/>
          </p:nvSpPr>
          <p:spPr>
            <a:xfrm>
              <a:off x="3383" y="1830"/>
              <a:ext cx="157" cy="147"/>
            </a:xfrm>
            <a:custGeom>
              <a:avLst/>
              <a:gdLst>
                <a:gd name="txL" fmla="*/ 0 w 157"/>
                <a:gd name="txT" fmla="*/ 0 h 147"/>
                <a:gd name="txR" fmla="*/ 157 w 157"/>
                <a:gd name="txB" fmla="*/ 147 h 147"/>
              </a:gdLst>
              <a:ahLst/>
              <a:cxnLst>
                <a:cxn ang="0">
                  <a:pos x="69" y="108"/>
                </a:cxn>
                <a:cxn ang="0">
                  <a:pos x="59" y="108"/>
                </a:cxn>
                <a:cxn ang="0">
                  <a:pos x="39" y="88"/>
                </a:cxn>
                <a:cxn ang="0">
                  <a:pos x="30" y="59"/>
                </a:cxn>
                <a:cxn ang="0">
                  <a:pos x="49" y="20"/>
                </a:cxn>
                <a:cxn ang="0">
                  <a:pos x="69" y="10"/>
                </a:cxn>
                <a:cxn ang="0">
                  <a:pos x="79" y="10"/>
                </a:cxn>
                <a:cxn ang="0">
                  <a:pos x="98" y="10"/>
                </a:cxn>
                <a:cxn ang="0">
                  <a:pos x="108" y="20"/>
                </a:cxn>
                <a:cxn ang="0">
                  <a:pos x="128" y="59"/>
                </a:cxn>
                <a:cxn ang="0">
                  <a:pos x="118" y="88"/>
                </a:cxn>
                <a:cxn ang="0">
                  <a:pos x="108" y="108"/>
                </a:cxn>
                <a:cxn ang="0">
                  <a:pos x="98" y="108"/>
                </a:cxn>
                <a:cxn ang="0">
                  <a:pos x="89" y="147"/>
                </a:cxn>
                <a:cxn ang="0">
                  <a:pos x="157" y="147"/>
                </a:cxn>
                <a:cxn ang="0">
                  <a:pos x="157" y="108"/>
                </a:cxn>
                <a:cxn ang="0">
                  <a:pos x="157" y="108"/>
                </a:cxn>
                <a:cxn ang="0">
                  <a:pos x="147" y="118"/>
                </a:cxn>
                <a:cxn ang="0">
                  <a:pos x="138" y="128"/>
                </a:cxn>
                <a:cxn ang="0">
                  <a:pos x="108" y="128"/>
                </a:cxn>
                <a:cxn ang="0">
                  <a:pos x="108" y="118"/>
                </a:cxn>
                <a:cxn ang="0">
                  <a:pos x="128" y="108"/>
                </a:cxn>
                <a:cxn ang="0">
                  <a:pos x="138" y="98"/>
                </a:cxn>
                <a:cxn ang="0">
                  <a:pos x="157" y="59"/>
                </a:cxn>
                <a:cxn ang="0">
                  <a:pos x="147" y="30"/>
                </a:cxn>
                <a:cxn ang="0">
                  <a:pos x="138" y="20"/>
                </a:cxn>
                <a:cxn ang="0">
                  <a:pos x="118" y="10"/>
                </a:cxn>
                <a:cxn ang="0">
                  <a:pos x="98" y="10"/>
                </a:cxn>
                <a:cxn ang="0">
                  <a:pos x="79" y="0"/>
                </a:cxn>
                <a:cxn ang="0">
                  <a:pos x="59" y="10"/>
                </a:cxn>
                <a:cxn ang="0">
                  <a:pos x="39" y="10"/>
                </a:cxn>
                <a:cxn ang="0">
                  <a:pos x="30" y="20"/>
                </a:cxn>
                <a:cxn ang="0">
                  <a:pos x="20" y="30"/>
                </a:cxn>
                <a:cxn ang="0">
                  <a:pos x="10" y="59"/>
                </a:cxn>
                <a:cxn ang="0">
                  <a:pos x="10" y="79"/>
                </a:cxn>
                <a:cxn ang="0">
                  <a:pos x="20" y="98"/>
                </a:cxn>
                <a:cxn ang="0">
                  <a:pos x="39" y="108"/>
                </a:cxn>
                <a:cxn ang="0">
                  <a:pos x="59" y="118"/>
                </a:cxn>
                <a:cxn ang="0">
                  <a:pos x="59" y="128"/>
                </a:cxn>
                <a:cxn ang="0">
                  <a:pos x="20" y="128"/>
                </a:cxn>
                <a:cxn ang="0">
                  <a:pos x="10" y="118"/>
                </a:cxn>
                <a:cxn ang="0">
                  <a:pos x="10" y="108"/>
                </a:cxn>
                <a:cxn ang="0">
                  <a:pos x="0" y="108"/>
                </a:cxn>
                <a:cxn ang="0">
                  <a:pos x="0" y="147"/>
                </a:cxn>
                <a:cxn ang="0">
                  <a:pos x="69" y="147"/>
                </a:cxn>
                <a:cxn ang="0">
                  <a:pos x="69" y="108"/>
                </a:cxn>
              </a:cxnLst>
              <a:rect l="txL" t="txT" r="txR" b="txB"/>
              <a:pathLst>
                <a:path w="157" h="147">
                  <a:moveTo>
                    <a:pt x="69" y="108"/>
                  </a:moveTo>
                  <a:lnTo>
                    <a:pt x="59" y="108"/>
                  </a:lnTo>
                  <a:lnTo>
                    <a:pt x="39" y="88"/>
                  </a:lnTo>
                  <a:lnTo>
                    <a:pt x="30" y="59"/>
                  </a:lnTo>
                  <a:lnTo>
                    <a:pt x="49" y="20"/>
                  </a:lnTo>
                  <a:lnTo>
                    <a:pt x="69" y="10"/>
                  </a:lnTo>
                  <a:lnTo>
                    <a:pt x="79" y="10"/>
                  </a:lnTo>
                  <a:lnTo>
                    <a:pt x="98" y="10"/>
                  </a:lnTo>
                  <a:lnTo>
                    <a:pt x="108" y="20"/>
                  </a:lnTo>
                  <a:lnTo>
                    <a:pt x="128" y="59"/>
                  </a:lnTo>
                  <a:lnTo>
                    <a:pt x="118" y="88"/>
                  </a:lnTo>
                  <a:lnTo>
                    <a:pt x="108" y="108"/>
                  </a:lnTo>
                  <a:lnTo>
                    <a:pt x="98" y="108"/>
                  </a:lnTo>
                  <a:lnTo>
                    <a:pt x="89" y="147"/>
                  </a:lnTo>
                  <a:lnTo>
                    <a:pt x="157" y="147"/>
                  </a:lnTo>
                  <a:lnTo>
                    <a:pt x="157" y="108"/>
                  </a:lnTo>
                  <a:lnTo>
                    <a:pt x="147" y="118"/>
                  </a:lnTo>
                  <a:lnTo>
                    <a:pt x="138" y="128"/>
                  </a:lnTo>
                  <a:lnTo>
                    <a:pt x="108" y="128"/>
                  </a:lnTo>
                  <a:lnTo>
                    <a:pt x="108" y="118"/>
                  </a:lnTo>
                  <a:lnTo>
                    <a:pt x="128" y="108"/>
                  </a:lnTo>
                  <a:lnTo>
                    <a:pt x="138" y="98"/>
                  </a:lnTo>
                  <a:lnTo>
                    <a:pt x="157" y="59"/>
                  </a:lnTo>
                  <a:lnTo>
                    <a:pt x="147" y="30"/>
                  </a:lnTo>
                  <a:lnTo>
                    <a:pt x="138" y="20"/>
                  </a:lnTo>
                  <a:lnTo>
                    <a:pt x="118" y="10"/>
                  </a:lnTo>
                  <a:lnTo>
                    <a:pt x="98" y="10"/>
                  </a:lnTo>
                  <a:lnTo>
                    <a:pt x="79" y="0"/>
                  </a:lnTo>
                  <a:lnTo>
                    <a:pt x="59" y="10"/>
                  </a:lnTo>
                  <a:lnTo>
                    <a:pt x="39" y="10"/>
                  </a:lnTo>
                  <a:lnTo>
                    <a:pt x="30" y="20"/>
                  </a:lnTo>
                  <a:lnTo>
                    <a:pt x="20" y="30"/>
                  </a:lnTo>
                  <a:lnTo>
                    <a:pt x="10" y="59"/>
                  </a:lnTo>
                  <a:lnTo>
                    <a:pt x="10" y="79"/>
                  </a:lnTo>
                  <a:lnTo>
                    <a:pt x="20" y="98"/>
                  </a:lnTo>
                  <a:lnTo>
                    <a:pt x="39" y="108"/>
                  </a:lnTo>
                  <a:lnTo>
                    <a:pt x="59" y="118"/>
                  </a:lnTo>
                  <a:lnTo>
                    <a:pt x="59" y="128"/>
                  </a:lnTo>
                  <a:lnTo>
                    <a:pt x="20" y="128"/>
                  </a:lnTo>
                  <a:lnTo>
                    <a:pt x="10" y="118"/>
                  </a:lnTo>
                  <a:lnTo>
                    <a:pt x="10" y="108"/>
                  </a:lnTo>
                  <a:lnTo>
                    <a:pt x="0" y="108"/>
                  </a:lnTo>
                  <a:lnTo>
                    <a:pt x="0" y="147"/>
                  </a:lnTo>
                  <a:lnTo>
                    <a:pt x="69" y="147"/>
                  </a:lnTo>
                  <a:lnTo>
                    <a:pt x="69" y="10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32" name="Freeform 115"/>
            <p:cNvSpPr>
              <a:spLocks noChangeAspect="1" noEditPoints="1"/>
            </p:cNvSpPr>
            <p:nvPr/>
          </p:nvSpPr>
          <p:spPr>
            <a:xfrm>
              <a:off x="4600" y="2340"/>
              <a:ext cx="98" cy="137"/>
            </a:xfrm>
            <a:custGeom>
              <a:avLst/>
              <a:gdLst>
                <a:gd name="txL" fmla="*/ 0 w 98"/>
                <a:gd name="txT" fmla="*/ 0 h 137"/>
                <a:gd name="txR" fmla="*/ 98 w 98"/>
                <a:gd name="txB" fmla="*/ 137 h 137"/>
              </a:gdLst>
              <a:ahLst/>
              <a:cxnLst>
                <a:cxn ang="0">
                  <a:pos x="98" y="88"/>
                </a:cxn>
                <a:cxn ang="0">
                  <a:pos x="79" y="88"/>
                </a:cxn>
                <a:cxn ang="0">
                  <a:pos x="79" y="0"/>
                </a:cxn>
                <a:cxn ang="0">
                  <a:pos x="69" y="0"/>
                </a:cxn>
                <a:cxn ang="0">
                  <a:pos x="0" y="88"/>
                </a:cxn>
                <a:cxn ang="0">
                  <a:pos x="0" y="107"/>
                </a:cxn>
                <a:cxn ang="0">
                  <a:pos x="59" y="107"/>
                </a:cxn>
                <a:cxn ang="0">
                  <a:pos x="59" y="137"/>
                </a:cxn>
                <a:cxn ang="0">
                  <a:pos x="79" y="137"/>
                </a:cxn>
                <a:cxn ang="0">
                  <a:pos x="79" y="107"/>
                </a:cxn>
                <a:cxn ang="0">
                  <a:pos x="98" y="107"/>
                </a:cxn>
                <a:cxn ang="0">
                  <a:pos x="98" y="88"/>
                </a:cxn>
                <a:cxn ang="0">
                  <a:pos x="59" y="88"/>
                </a:cxn>
                <a:cxn ang="0">
                  <a:pos x="10" y="88"/>
                </a:cxn>
                <a:cxn ang="0">
                  <a:pos x="59" y="19"/>
                </a:cxn>
                <a:cxn ang="0">
                  <a:pos x="59" y="19"/>
                </a:cxn>
                <a:cxn ang="0">
                  <a:pos x="59" y="88"/>
                </a:cxn>
              </a:cxnLst>
              <a:rect l="txL" t="txT" r="txR" b="txB"/>
              <a:pathLst>
                <a:path w="98" h="137">
                  <a:moveTo>
                    <a:pt x="98" y="88"/>
                  </a:moveTo>
                  <a:lnTo>
                    <a:pt x="79" y="88"/>
                  </a:lnTo>
                  <a:lnTo>
                    <a:pt x="79" y="0"/>
                  </a:lnTo>
                  <a:lnTo>
                    <a:pt x="69" y="0"/>
                  </a:lnTo>
                  <a:lnTo>
                    <a:pt x="0" y="88"/>
                  </a:lnTo>
                  <a:lnTo>
                    <a:pt x="0" y="107"/>
                  </a:lnTo>
                  <a:lnTo>
                    <a:pt x="59" y="107"/>
                  </a:lnTo>
                  <a:lnTo>
                    <a:pt x="59" y="137"/>
                  </a:lnTo>
                  <a:lnTo>
                    <a:pt x="79" y="137"/>
                  </a:lnTo>
                  <a:lnTo>
                    <a:pt x="79" y="107"/>
                  </a:lnTo>
                  <a:lnTo>
                    <a:pt x="98" y="107"/>
                  </a:lnTo>
                  <a:lnTo>
                    <a:pt x="98" y="88"/>
                  </a:lnTo>
                  <a:close/>
                  <a:moveTo>
                    <a:pt x="59" y="88"/>
                  </a:moveTo>
                  <a:lnTo>
                    <a:pt x="10" y="88"/>
                  </a:lnTo>
                  <a:lnTo>
                    <a:pt x="59" y="19"/>
                  </a:lnTo>
                  <a:lnTo>
                    <a:pt x="59" y="8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33" name="Freeform 116"/>
            <p:cNvSpPr>
              <a:spLocks noChangeAspect="1"/>
            </p:cNvSpPr>
            <p:nvPr/>
          </p:nvSpPr>
          <p:spPr>
            <a:xfrm>
              <a:off x="4767" y="2340"/>
              <a:ext cx="157" cy="137"/>
            </a:xfrm>
            <a:custGeom>
              <a:avLst/>
              <a:gdLst>
                <a:gd name="txL" fmla="*/ 0 w 157"/>
                <a:gd name="txT" fmla="*/ 0 h 137"/>
                <a:gd name="txR" fmla="*/ 157 w 157"/>
                <a:gd name="txB" fmla="*/ 137 h 137"/>
              </a:gdLst>
              <a:ahLst/>
              <a:cxnLst>
                <a:cxn ang="0">
                  <a:pos x="59" y="107"/>
                </a:cxn>
                <a:cxn ang="0">
                  <a:pos x="49" y="98"/>
                </a:cxn>
                <a:cxn ang="0">
                  <a:pos x="39" y="88"/>
                </a:cxn>
                <a:cxn ang="0">
                  <a:pos x="30" y="49"/>
                </a:cxn>
                <a:cxn ang="0">
                  <a:pos x="49" y="9"/>
                </a:cxn>
                <a:cxn ang="0">
                  <a:pos x="69" y="9"/>
                </a:cxn>
                <a:cxn ang="0">
                  <a:pos x="79" y="0"/>
                </a:cxn>
                <a:cxn ang="0">
                  <a:pos x="98" y="9"/>
                </a:cxn>
                <a:cxn ang="0">
                  <a:pos x="108" y="9"/>
                </a:cxn>
                <a:cxn ang="0">
                  <a:pos x="128" y="49"/>
                </a:cxn>
                <a:cxn ang="0">
                  <a:pos x="118" y="88"/>
                </a:cxn>
                <a:cxn ang="0">
                  <a:pos x="108" y="98"/>
                </a:cxn>
                <a:cxn ang="0">
                  <a:pos x="98" y="107"/>
                </a:cxn>
                <a:cxn ang="0">
                  <a:pos x="88" y="137"/>
                </a:cxn>
                <a:cxn ang="0">
                  <a:pos x="157" y="137"/>
                </a:cxn>
                <a:cxn ang="0">
                  <a:pos x="157" y="107"/>
                </a:cxn>
                <a:cxn ang="0">
                  <a:pos x="147" y="107"/>
                </a:cxn>
                <a:cxn ang="0">
                  <a:pos x="147" y="117"/>
                </a:cxn>
                <a:cxn ang="0">
                  <a:pos x="138" y="117"/>
                </a:cxn>
                <a:cxn ang="0">
                  <a:pos x="98" y="117"/>
                </a:cxn>
                <a:cxn ang="0">
                  <a:pos x="108" y="107"/>
                </a:cxn>
                <a:cxn ang="0">
                  <a:pos x="128" y="98"/>
                </a:cxn>
                <a:cxn ang="0">
                  <a:pos x="138" y="88"/>
                </a:cxn>
                <a:cxn ang="0">
                  <a:pos x="147" y="68"/>
                </a:cxn>
                <a:cxn ang="0">
                  <a:pos x="147" y="58"/>
                </a:cxn>
                <a:cxn ang="0">
                  <a:pos x="147" y="29"/>
                </a:cxn>
                <a:cxn ang="0">
                  <a:pos x="138" y="9"/>
                </a:cxn>
                <a:cxn ang="0">
                  <a:pos x="118" y="9"/>
                </a:cxn>
                <a:cxn ang="0">
                  <a:pos x="98" y="0"/>
                </a:cxn>
                <a:cxn ang="0">
                  <a:pos x="79" y="0"/>
                </a:cxn>
                <a:cxn ang="0">
                  <a:pos x="59" y="0"/>
                </a:cxn>
                <a:cxn ang="0">
                  <a:pos x="39" y="9"/>
                </a:cxn>
                <a:cxn ang="0">
                  <a:pos x="30" y="9"/>
                </a:cxn>
                <a:cxn ang="0">
                  <a:pos x="10" y="29"/>
                </a:cxn>
                <a:cxn ang="0">
                  <a:pos x="0" y="58"/>
                </a:cxn>
                <a:cxn ang="0">
                  <a:pos x="20" y="88"/>
                </a:cxn>
                <a:cxn ang="0">
                  <a:pos x="39" y="98"/>
                </a:cxn>
                <a:cxn ang="0">
                  <a:pos x="49" y="107"/>
                </a:cxn>
                <a:cxn ang="0">
                  <a:pos x="59" y="117"/>
                </a:cxn>
                <a:cxn ang="0">
                  <a:pos x="20" y="117"/>
                </a:cxn>
                <a:cxn ang="0">
                  <a:pos x="10" y="117"/>
                </a:cxn>
                <a:cxn ang="0">
                  <a:pos x="10" y="107"/>
                </a:cxn>
                <a:cxn ang="0">
                  <a:pos x="0" y="107"/>
                </a:cxn>
                <a:cxn ang="0">
                  <a:pos x="0" y="137"/>
                </a:cxn>
                <a:cxn ang="0">
                  <a:pos x="69" y="137"/>
                </a:cxn>
                <a:cxn ang="0">
                  <a:pos x="59" y="107"/>
                </a:cxn>
              </a:cxnLst>
              <a:rect l="txL" t="txT" r="txR" b="txB"/>
              <a:pathLst>
                <a:path w="157" h="137">
                  <a:moveTo>
                    <a:pt x="59" y="107"/>
                  </a:moveTo>
                  <a:lnTo>
                    <a:pt x="49" y="98"/>
                  </a:lnTo>
                  <a:lnTo>
                    <a:pt x="39" y="88"/>
                  </a:lnTo>
                  <a:lnTo>
                    <a:pt x="30" y="49"/>
                  </a:lnTo>
                  <a:lnTo>
                    <a:pt x="49" y="9"/>
                  </a:lnTo>
                  <a:lnTo>
                    <a:pt x="69" y="9"/>
                  </a:lnTo>
                  <a:lnTo>
                    <a:pt x="79" y="0"/>
                  </a:lnTo>
                  <a:lnTo>
                    <a:pt x="98" y="9"/>
                  </a:lnTo>
                  <a:lnTo>
                    <a:pt x="108" y="9"/>
                  </a:lnTo>
                  <a:lnTo>
                    <a:pt x="128" y="49"/>
                  </a:lnTo>
                  <a:lnTo>
                    <a:pt x="118" y="88"/>
                  </a:lnTo>
                  <a:lnTo>
                    <a:pt x="108" y="98"/>
                  </a:lnTo>
                  <a:lnTo>
                    <a:pt x="98" y="107"/>
                  </a:lnTo>
                  <a:lnTo>
                    <a:pt x="88" y="137"/>
                  </a:lnTo>
                  <a:lnTo>
                    <a:pt x="157" y="137"/>
                  </a:lnTo>
                  <a:lnTo>
                    <a:pt x="157" y="107"/>
                  </a:lnTo>
                  <a:lnTo>
                    <a:pt x="147" y="107"/>
                  </a:lnTo>
                  <a:lnTo>
                    <a:pt x="147" y="117"/>
                  </a:lnTo>
                  <a:lnTo>
                    <a:pt x="138" y="117"/>
                  </a:lnTo>
                  <a:lnTo>
                    <a:pt x="98" y="117"/>
                  </a:lnTo>
                  <a:lnTo>
                    <a:pt x="108" y="107"/>
                  </a:lnTo>
                  <a:lnTo>
                    <a:pt x="128" y="98"/>
                  </a:lnTo>
                  <a:lnTo>
                    <a:pt x="138" y="88"/>
                  </a:lnTo>
                  <a:lnTo>
                    <a:pt x="147" y="68"/>
                  </a:lnTo>
                  <a:lnTo>
                    <a:pt x="147" y="58"/>
                  </a:lnTo>
                  <a:lnTo>
                    <a:pt x="147" y="29"/>
                  </a:lnTo>
                  <a:lnTo>
                    <a:pt x="138" y="9"/>
                  </a:lnTo>
                  <a:lnTo>
                    <a:pt x="118" y="9"/>
                  </a:lnTo>
                  <a:lnTo>
                    <a:pt x="98" y="0"/>
                  </a:lnTo>
                  <a:lnTo>
                    <a:pt x="79" y="0"/>
                  </a:lnTo>
                  <a:lnTo>
                    <a:pt x="59" y="0"/>
                  </a:lnTo>
                  <a:lnTo>
                    <a:pt x="39" y="9"/>
                  </a:lnTo>
                  <a:lnTo>
                    <a:pt x="30" y="9"/>
                  </a:lnTo>
                  <a:lnTo>
                    <a:pt x="10" y="29"/>
                  </a:lnTo>
                  <a:lnTo>
                    <a:pt x="0" y="58"/>
                  </a:lnTo>
                  <a:lnTo>
                    <a:pt x="20" y="88"/>
                  </a:lnTo>
                  <a:lnTo>
                    <a:pt x="39" y="98"/>
                  </a:lnTo>
                  <a:lnTo>
                    <a:pt x="49" y="107"/>
                  </a:lnTo>
                  <a:lnTo>
                    <a:pt x="59" y="117"/>
                  </a:lnTo>
                  <a:lnTo>
                    <a:pt x="20" y="117"/>
                  </a:lnTo>
                  <a:lnTo>
                    <a:pt x="10" y="117"/>
                  </a:lnTo>
                  <a:lnTo>
                    <a:pt x="10" y="107"/>
                  </a:lnTo>
                  <a:lnTo>
                    <a:pt x="0" y="107"/>
                  </a:lnTo>
                  <a:lnTo>
                    <a:pt x="0" y="137"/>
                  </a:lnTo>
                  <a:lnTo>
                    <a:pt x="69" y="137"/>
                  </a:lnTo>
                  <a:lnTo>
                    <a:pt x="59" y="10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34" name="Freeform 117"/>
            <p:cNvSpPr>
              <a:spLocks noChangeAspect="1"/>
            </p:cNvSpPr>
            <p:nvPr/>
          </p:nvSpPr>
          <p:spPr>
            <a:xfrm>
              <a:off x="1656" y="723"/>
              <a:ext cx="88" cy="137"/>
            </a:xfrm>
            <a:custGeom>
              <a:avLst/>
              <a:gdLst>
                <a:gd name="txL" fmla="*/ 0 w 88"/>
                <a:gd name="txT" fmla="*/ 0 h 137"/>
                <a:gd name="txR" fmla="*/ 88 w 88"/>
                <a:gd name="txB" fmla="*/ 137 h 137"/>
              </a:gdLst>
              <a:ahLst/>
              <a:cxnLst>
                <a:cxn ang="0">
                  <a:pos x="0" y="137"/>
                </a:cxn>
                <a:cxn ang="0">
                  <a:pos x="49" y="137"/>
                </a:cxn>
                <a:cxn ang="0">
                  <a:pos x="49" y="137"/>
                </a:cxn>
                <a:cxn ang="0">
                  <a:pos x="39" y="137"/>
                </a:cxn>
                <a:cxn ang="0">
                  <a:pos x="39" y="128"/>
                </a:cxn>
                <a:cxn ang="0">
                  <a:pos x="39" y="128"/>
                </a:cxn>
                <a:cxn ang="0">
                  <a:pos x="39" y="118"/>
                </a:cxn>
                <a:cxn ang="0">
                  <a:pos x="68" y="20"/>
                </a:cxn>
                <a:cxn ang="0">
                  <a:pos x="78" y="10"/>
                </a:cxn>
                <a:cxn ang="0">
                  <a:pos x="88" y="10"/>
                </a:cxn>
                <a:cxn ang="0">
                  <a:pos x="88" y="0"/>
                </a:cxn>
                <a:cxn ang="0">
                  <a:pos x="29" y="0"/>
                </a:cxn>
                <a:cxn ang="0">
                  <a:pos x="29" y="10"/>
                </a:cxn>
                <a:cxn ang="0">
                  <a:pos x="39" y="10"/>
                </a:cxn>
                <a:cxn ang="0">
                  <a:pos x="49" y="20"/>
                </a:cxn>
                <a:cxn ang="0">
                  <a:pos x="49" y="30"/>
                </a:cxn>
                <a:cxn ang="0">
                  <a:pos x="49" y="30"/>
                </a:cxn>
                <a:cxn ang="0">
                  <a:pos x="19" y="118"/>
                </a:cxn>
                <a:cxn ang="0">
                  <a:pos x="10" y="137"/>
                </a:cxn>
                <a:cxn ang="0">
                  <a:pos x="0" y="137"/>
                </a:cxn>
                <a:cxn ang="0">
                  <a:pos x="0" y="137"/>
                </a:cxn>
              </a:cxnLst>
              <a:rect l="txL" t="txT" r="txR" b="txB"/>
              <a:pathLst>
                <a:path w="88" h="137">
                  <a:moveTo>
                    <a:pt x="0" y="137"/>
                  </a:moveTo>
                  <a:lnTo>
                    <a:pt x="49" y="137"/>
                  </a:lnTo>
                  <a:lnTo>
                    <a:pt x="39" y="137"/>
                  </a:lnTo>
                  <a:lnTo>
                    <a:pt x="39" y="128"/>
                  </a:lnTo>
                  <a:lnTo>
                    <a:pt x="39" y="118"/>
                  </a:lnTo>
                  <a:lnTo>
                    <a:pt x="68" y="20"/>
                  </a:lnTo>
                  <a:lnTo>
                    <a:pt x="78" y="10"/>
                  </a:lnTo>
                  <a:lnTo>
                    <a:pt x="88" y="10"/>
                  </a:lnTo>
                  <a:lnTo>
                    <a:pt x="88" y="0"/>
                  </a:lnTo>
                  <a:lnTo>
                    <a:pt x="29" y="0"/>
                  </a:lnTo>
                  <a:lnTo>
                    <a:pt x="29" y="10"/>
                  </a:lnTo>
                  <a:lnTo>
                    <a:pt x="39" y="10"/>
                  </a:lnTo>
                  <a:lnTo>
                    <a:pt x="49" y="20"/>
                  </a:lnTo>
                  <a:lnTo>
                    <a:pt x="49" y="30"/>
                  </a:lnTo>
                  <a:lnTo>
                    <a:pt x="19" y="118"/>
                  </a:lnTo>
                  <a:lnTo>
                    <a:pt x="10" y="137"/>
                  </a:lnTo>
                  <a:lnTo>
                    <a:pt x="0" y="13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35" name="Freeform 118"/>
            <p:cNvSpPr>
              <a:spLocks noChangeAspect="1"/>
            </p:cNvSpPr>
            <p:nvPr/>
          </p:nvSpPr>
          <p:spPr>
            <a:xfrm>
              <a:off x="1744" y="811"/>
              <a:ext cx="49" cy="98"/>
            </a:xfrm>
            <a:custGeom>
              <a:avLst/>
              <a:gdLst>
                <a:gd name="txL" fmla="*/ 0 w 49"/>
                <a:gd name="txT" fmla="*/ 0 h 98"/>
                <a:gd name="txR" fmla="*/ 49 w 49"/>
                <a:gd name="txB" fmla="*/ 98 h 98"/>
              </a:gdLst>
              <a:ahLst/>
              <a:cxnLst>
                <a:cxn ang="0">
                  <a:pos x="10" y="98"/>
                </a:cxn>
                <a:cxn ang="0">
                  <a:pos x="49" y="98"/>
                </a:cxn>
                <a:cxn ang="0">
                  <a:pos x="49" y="98"/>
                </a:cxn>
                <a:cxn ang="0">
                  <a:pos x="39" y="98"/>
                </a:cxn>
                <a:cxn ang="0">
                  <a:pos x="39" y="89"/>
                </a:cxn>
                <a:cxn ang="0">
                  <a:pos x="39" y="0"/>
                </a:cxn>
                <a:cxn ang="0">
                  <a:pos x="30" y="0"/>
                </a:cxn>
                <a:cxn ang="0">
                  <a:pos x="0" y="10"/>
                </a:cxn>
                <a:cxn ang="0">
                  <a:pos x="0" y="10"/>
                </a:cxn>
                <a:cxn ang="0">
                  <a:pos x="10" y="10"/>
                </a:cxn>
                <a:cxn ang="0">
                  <a:pos x="20" y="10"/>
                </a:cxn>
                <a:cxn ang="0">
                  <a:pos x="20" y="20"/>
                </a:cxn>
                <a:cxn ang="0">
                  <a:pos x="20" y="20"/>
                </a:cxn>
                <a:cxn ang="0">
                  <a:pos x="20" y="89"/>
                </a:cxn>
                <a:cxn ang="0">
                  <a:pos x="20" y="98"/>
                </a:cxn>
                <a:cxn ang="0">
                  <a:pos x="10" y="98"/>
                </a:cxn>
                <a:cxn ang="0">
                  <a:pos x="10" y="98"/>
                </a:cxn>
              </a:cxnLst>
              <a:rect l="txL" t="txT" r="txR" b="txB"/>
              <a:pathLst>
                <a:path w="49" h="98">
                  <a:moveTo>
                    <a:pt x="10" y="98"/>
                  </a:moveTo>
                  <a:lnTo>
                    <a:pt x="49" y="98"/>
                  </a:lnTo>
                  <a:lnTo>
                    <a:pt x="39" y="98"/>
                  </a:lnTo>
                  <a:lnTo>
                    <a:pt x="39" y="89"/>
                  </a:lnTo>
                  <a:lnTo>
                    <a:pt x="39" y="0"/>
                  </a:lnTo>
                  <a:lnTo>
                    <a:pt x="30" y="0"/>
                  </a:lnTo>
                  <a:lnTo>
                    <a:pt x="0" y="10"/>
                  </a:lnTo>
                  <a:lnTo>
                    <a:pt x="10" y="10"/>
                  </a:lnTo>
                  <a:lnTo>
                    <a:pt x="20" y="10"/>
                  </a:lnTo>
                  <a:lnTo>
                    <a:pt x="20" y="20"/>
                  </a:lnTo>
                  <a:lnTo>
                    <a:pt x="20" y="89"/>
                  </a:lnTo>
                  <a:lnTo>
                    <a:pt x="20" y="98"/>
                  </a:lnTo>
                  <a:lnTo>
                    <a:pt x="10" y="9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36" name="Freeform 119"/>
            <p:cNvSpPr>
              <a:spLocks noChangeAspect="1" noEditPoints="1"/>
            </p:cNvSpPr>
            <p:nvPr/>
          </p:nvSpPr>
          <p:spPr>
            <a:xfrm>
              <a:off x="2156" y="2300"/>
              <a:ext cx="49" cy="138"/>
            </a:xfrm>
            <a:custGeom>
              <a:avLst/>
              <a:gdLst>
                <a:gd name="txL" fmla="*/ 0 w 49"/>
                <a:gd name="txT" fmla="*/ 0 h 138"/>
                <a:gd name="txR" fmla="*/ 49 w 49"/>
                <a:gd name="txB" fmla="*/ 138 h 138"/>
              </a:gdLst>
              <a:ahLst/>
              <a:cxnLst>
                <a:cxn ang="0">
                  <a:pos x="40" y="118"/>
                </a:cxn>
                <a:cxn ang="0">
                  <a:pos x="30" y="128"/>
                </a:cxn>
                <a:cxn ang="0">
                  <a:pos x="20" y="128"/>
                </a:cxn>
                <a:cxn ang="0">
                  <a:pos x="20" y="128"/>
                </a:cxn>
                <a:cxn ang="0">
                  <a:pos x="20" y="128"/>
                </a:cxn>
                <a:cxn ang="0">
                  <a:pos x="20" y="118"/>
                </a:cxn>
                <a:cxn ang="0">
                  <a:pos x="40" y="49"/>
                </a:cxn>
                <a:cxn ang="0">
                  <a:pos x="40" y="49"/>
                </a:cxn>
                <a:cxn ang="0">
                  <a:pos x="20" y="49"/>
                </a:cxn>
                <a:cxn ang="0">
                  <a:pos x="0" y="49"/>
                </a:cxn>
                <a:cxn ang="0">
                  <a:pos x="0" y="59"/>
                </a:cxn>
                <a:cxn ang="0">
                  <a:pos x="20" y="59"/>
                </a:cxn>
                <a:cxn ang="0">
                  <a:pos x="20" y="59"/>
                </a:cxn>
                <a:cxn ang="0">
                  <a:pos x="20" y="69"/>
                </a:cxn>
                <a:cxn ang="0">
                  <a:pos x="10" y="98"/>
                </a:cxn>
                <a:cxn ang="0">
                  <a:pos x="0" y="118"/>
                </a:cxn>
                <a:cxn ang="0">
                  <a:pos x="0" y="128"/>
                </a:cxn>
                <a:cxn ang="0">
                  <a:pos x="0" y="138"/>
                </a:cxn>
                <a:cxn ang="0">
                  <a:pos x="10" y="138"/>
                </a:cxn>
                <a:cxn ang="0">
                  <a:pos x="30" y="128"/>
                </a:cxn>
                <a:cxn ang="0">
                  <a:pos x="40" y="118"/>
                </a:cxn>
                <a:cxn ang="0">
                  <a:pos x="40" y="118"/>
                </a:cxn>
                <a:cxn ang="0">
                  <a:pos x="49" y="20"/>
                </a:cxn>
                <a:cxn ang="0">
                  <a:pos x="49" y="10"/>
                </a:cxn>
                <a:cxn ang="0">
                  <a:pos x="40" y="0"/>
                </a:cxn>
                <a:cxn ang="0">
                  <a:pos x="30" y="10"/>
                </a:cxn>
                <a:cxn ang="0">
                  <a:pos x="30" y="20"/>
                </a:cxn>
                <a:cxn ang="0">
                  <a:pos x="30" y="30"/>
                </a:cxn>
                <a:cxn ang="0">
                  <a:pos x="40" y="30"/>
                </a:cxn>
                <a:cxn ang="0">
                  <a:pos x="49" y="30"/>
                </a:cxn>
                <a:cxn ang="0">
                  <a:pos x="49" y="20"/>
                </a:cxn>
                <a:cxn ang="0">
                  <a:pos x="49" y="20"/>
                </a:cxn>
              </a:cxnLst>
              <a:rect l="txL" t="txT" r="txR" b="txB"/>
              <a:pathLst>
                <a:path w="49" h="138">
                  <a:moveTo>
                    <a:pt x="40" y="118"/>
                  </a:moveTo>
                  <a:lnTo>
                    <a:pt x="30" y="128"/>
                  </a:lnTo>
                  <a:lnTo>
                    <a:pt x="20" y="128"/>
                  </a:lnTo>
                  <a:lnTo>
                    <a:pt x="20" y="118"/>
                  </a:lnTo>
                  <a:lnTo>
                    <a:pt x="40" y="49"/>
                  </a:lnTo>
                  <a:lnTo>
                    <a:pt x="20" y="49"/>
                  </a:lnTo>
                  <a:lnTo>
                    <a:pt x="0" y="49"/>
                  </a:lnTo>
                  <a:lnTo>
                    <a:pt x="0" y="59"/>
                  </a:lnTo>
                  <a:lnTo>
                    <a:pt x="20" y="59"/>
                  </a:lnTo>
                  <a:lnTo>
                    <a:pt x="20" y="69"/>
                  </a:lnTo>
                  <a:lnTo>
                    <a:pt x="10" y="98"/>
                  </a:lnTo>
                  <a:lnTo>
                    <a:pt x="0" y="118"/>
                  </a:lnTo>
                  <a:lnTo>
                    <a:pt x="0" y="128"/>
                  </a:lnTo>
                  <a:lnTo>
                    <a:pt x="0" y="138"/>
                  </a:lnTo>
                  <a:lnTo>
                    <a:pt x="10" y="138"/>
                  </a:lnTo>
                  <a:lnTo>
                    <a:pt x="30" y="128"/>
                  </a:lnTo>
                  <a:lnTo>
                    <a:pt x="40" y="118"/>
                  </a:lnTo>
                  <a:close/>
                  <a:moveTo>
                    <a:pt x="49" y="20"/>
                  </a:moveTo>
                  <a:lnTo>
                    <a:pt x="49" y="10"/>
                  </a:lnTo>
                  <a:lnTo>
                    <a:pt x="40" y="0"/>
                  </a:lnTo>
                  <a:lnTo>
                    <a:pt x="30" y="10"/>
                  </a:lnTo>
                  <a:lnTo>
                    <a:pt x="30" y="20"/>
                  </a:lnTo>
                  <a:lnTo>
                    <a:pt x="30" y="30"/>
                  </a:lnTo>
                  <a:lnTo>
                    <a:pt x="40" y="30"/>
                  </a:lnTo>
                  <a:lnTo>
                    <a:pt x="49" y="30"/>
                  </a:lnTo>
                  <a:lnTo>
                    <a:pt x="49" y="2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37" name="Freeform 120"/>
            <p:cNvSpPr>
              <a:spLocks noChangeAspect="1"/>
            </p:cNvSpPr>
            <p:nvPr/>
          </p:nvSpPr>
          <p:spPr>
            <a:xfrm>
              <a:off x="2215" y="2389"/>
              <a:ext cx="49" cy="98"/>
            </a:xfrm>
            <a:custGeom>
              <a:avLst/>
              <a:gdLst>
                <a:gd name="txL" fmla="*/ 0 w 49"/>
                <a:gd name="txT" fmla="*/ 0 h 98"/>
                <a:gd name="txR" fmla="*/ 49 w 49"/>
                <a:gd name="txB" fmla="*/ 98 h 98"/>
              </a:gdLst>
              <a:ahLst/>
              <a:cxnLst>
                <a:cxn ang="0">
                  <a:pos x="0" y="98"/>
                </a:cxn>
                <a:cxn ang="0">
                  <a:pos x="49" y="98"/>
                </a:cxn>
                <a:cxn ang="0">
                  <a:pos x="49" y="98"/>
                </a:cxn>
                <a:cxn ang="0">
                  <a:pos x="30" y="98"/>
                </a:cxn>
                <a:cxn ang="0">
                  <a:pos x="30" y="88"/>
                </a:cxn>
                <a:cxn ang="0">
                  <a:pos x="30" y="0"/>
                </a:cxn>
                <a:cxn ang="0">
                  <a:pos x="30" y="0"/>
                </a:cxn>
                <a:cxn ang="0">
                  <a:pos x="0" y="9"/>
                </a:cxn>
                <a:cxn ang="0">
                  <a:pos x="0" y="9"/>
                </a:cxn>
                <a:cxn ang="0">
                  <a:pos x="10" y="9"/>
                </a:cxn>
                <a:cxn ang="0">
                  <a:pos x="10" y="9"/>
                </a:cxn>
                <a:cxn ang="0">
                  <a:pos x="20" y="9"/>
                </a:cxn>
                <a:cxn ang="0">
                  <a:pos x="20" y="19"/>
                </a:cxn>
                <a:cxn ang="0">
                  <a:pos x="20" y="88"/>
                </a:cxn>
                <a:cxn ang="0">
                  <a:pos x="10" y="98"/>
                </a:cxn>
                <a:cxn ang="0">
                  <a:pos x="0" y="98"/>
                </a:cxn>
                <a:cxn ang="0">
                  <a:pos x="0" y="98"/>
                </a:cxn>
              </a:cxnLst>
              <a:rect l="txL" t="txT" r="txR" b="txB"/>
              <a:pathLst>
                <a:path w="49" h="98">
                  <a:moveTo>
                    <a:pt x="0" y="98"/>
                  </a:moveTo>
                  <a:lnTo>
                    <a:pt x="49" y="98"/>
                  </a:lnTo>
                  <a:lnTo>
                    <a:pt x="30" y="98"/>
                  </a:lnTo>
                  <a:lnTo>
                    <a:pt x="30" y="88"/>
                  </a:lnTo>
                  <a:lnTo>
                    <a:pt x="30" y="0"/>
                  </a:lnTo>
                  <a:lnTo>
                    <a:pt x="0" y="9"/>
                  </a:lnTo>
                  <a:lnTo>
                    <a:pt x="10" y="9"/>
                  </a:lnTo>
                  <a:lnTo>
                    <a:pt x="20" y="9"/>
                  </a:lnTo>
                  <a:lnTo>
                    <a:pt x="20" y="19"/>
                  </a:lnTo>
                  <a:lnTo>
                    <a:pt x="20" y="88"/>
                  </a:lnTo>
                  <a:lnTo>
                    <a:pt x="10" y="98"/>
                  </a:lnTo>
                  <a:lnTo>
                    <a:pt x="0" y="9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38" name="Freeform 121"/>
            <p:cNvSpPr>
              <a:spLocks noChangeAspect="1"/>
            </p:cNvSpPr>
            <p:nvPr/>
          </p:nvSpPr>
          <p:spPr>
            <a:xfrm>
              <a:off x="3138" y="723"/>
              <a:ext cx="88" cy="137"/>
            </a:xfrm>
            <a:custGeom>
              <a:avLst/>
              <a:gdLst>
                <a:gd name="txL" fmla="*/ 0 w 88"/>
                <a:gd name="txT" fmla="*/ 0 h 137"/>
                <a:gd name="txR" fmla="*/ 88 w 88"/>
                <a:gd name="txB" fmla="*/ 137 h 137"/>
              </a:gdLst>
              <a:ahLst/>
              <a:cxnLst>
                <a:cxn ang="0">
                  <a:pos x="0" y="137"/>
                </a:cxn>
                <a:cxn ang="0">
                  <a:pos x="59" y="137"/>
                </a:cxn>
                <a:cxn ang="0">
                  <a:pos x="59" y="137"/>
                </a:cxn>
                <a:cxn ang="0">
                  <a:pos x="49" y="137"/>
                </a:cxn>
                <a:cxn ang="0">
                  <a:pos x="39" y="128"/>
                </a:cxn>
                <a:cxn ang="0">
                  <a:pos x="39" y="118"/>
                </a:cxn>
                <a:cxn ang="0">
                  <a:pos x="49" y="118"/>
                </a:cxn>
                <a:cxn ang="0">
                  <a:pos x="69" y="20"/>
                </a:cxn>
                <a:cxn ang="0">
                  <a:pos x="78" y="10"/>
                </a:cxn>
                <a:cxn ang="0">
                  <a:pos x="88" y="10"/>
                </a:cxn>
                <a:cxn ang="0">
                  <a:pos x="88" y="0"/>
                </a:cxn>
                <a:cxn ang="0">
                  <a:pos x="39" y="0"/>
                </a:cxn>
                <a:cxn ang="0">
                  <a:pos x="39" y="10"/>
                </a:cxn>
                <a:cxn ang="0">
                  <a:pos x="49" y="10"/>
                </a:cxn>
                <a:cxn ang="0">
                  <a:pos x="49" y="20"/>
                </a:cxn>
                <a:cxn ang="0">
                  <a:pos x="49" y="20"/>
                </a:cxn>
                <a:cxn ang="0">
                  <a:pos x="49" y="30"/>
                </a:cxn>
                <a:cxn ang="0">
                  <a:pos x="19" y="118"/>
                </a:cxn>
                <a:cxn ang="0">
                  <a:pos x="19" y="137"/>
                </a:cxn>
                <a:cxn ang="0">
                  <a:pos x="0" y="137"/>
                </a:cxn>
                <a:cxn ang="0">
                  <a:pos x="0" y="137"/>
                </a:cxn>
              </a:cxnLst>
              <a:rect l="txL" t="txT" r="txR" b="txB"/>
              <a:pathLst>
                <a:path w="88" h="137">
                  <a:moveTo>
                    <a:pt x="0" y="137"/>
                  </a:moveTo>
                  <a:lnTo>
                    <a:pt x="59" y="137"/>
                  </a:lnTo>
                  <a:lnTo>
                    <a:pt x="49" y="137"/>
                  </a:lnTo>
                  <a:lnTo>
                    <a:pt x="39" y="128"/>
                  </a:lnTo>
                  <a:lnTo>
                    <a:pt x="39" y="118"/>
                  </a:lnTo>
                  <a:lnTo>
                    <a:pt x="49" y="118"/>
                  </a:lnTo>
                  <a:lnTo>
                    <a:pt x="69" y="20"/>
                  </a:lnTo>
                  <a:lnTo>
                    <a:pt x="78" y="10"/>
                  </a:lnTo>
                  <a:lnTo>
                    <a:pt x="88" y="10"/>
                  </a:lnTo>
                  <a:lnTo>
                    <a:pt x="88" y="0"/>
                  </a:lnTo>
                  <a:lnTo>
                    <a:pt x="39" y="0"/>
                  </a:lnTo>
                  <a:lnTo>
                    <a:pt x="39" y="10"/>
                  </a:lnTo>
                  <a:lnTo>
                    <a:pt x="49" y="10"/>
                  </a:lnTo>
                  <a:lnTo>
                    <a:pt x="49" y="20"/>
                  </a:lnTo>
                  <a:lnTo>
                    <a:pt x="49" y="30"/>
                  </a:lnTo>
                  <a:lnTo>
                    <a:pt x="19" y="118"/>
                  </a:lnTo>
                  <a:lnTo>
                    <a:pt x="19" y="137"/>
                  </a:lnTo>
                  <a:lnTo>
                    <a:pt x="0" y="13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39" name="Freeform 122"/>
            <p:cNvSpPr>
              <a:spLocks noChangeAspect="1"/>
            </p:cNvSpPr>
            <p:nvPr/>
          </p:nvSpPr>
          <p:spPr>
            <a:xfrm>
              <a:off x="3226" y="811"/>
              <a:ext cx="69" cy="98"/>
            </a:xfrm>
            <a:custGeom>
              <a:avLst/>
              <a:gdLst>
                <a:gd name="txL" fmla="*/ 0 w 69"/>
                <a:gd name="txT" fmla="*/ 0 h 98"/>
                <a:gd name="txR" fmla="*/ 69 w 69"/>
                <a:gd name="txB" fmla="*/ 98 h 98"/>
              </a:gdLst>
              <a:ahLst/>
              <a:cxnLst>
                <a:cxn ang="0">
                  <a:pos x="69" y="79"/>
                </a:cxn>
                <a:cxn ang="0">
                  <a:pos x="69" y="79"/>
                </a:cxn>
                <a:cxn ang="0">
                  <a:pos x="59" y="89"/>
                </a:cxn>
                <a:cxn ang="0">
                  <a:pos x="49" y="89"/>
                </a:cxn>
                <a:cxn ang="0">
                  <a:pos x="10" y="89"/>
                </a:cxn>
                <a:cxn ang="0">
                  <a:pos x="39" y="59"/>
                </a:cxn>
                <a:cxn ang="0">
                  <a:pos x="49" y="49"/>
                </a:cxn>
                <a:cxn ang="0">
                  <a:pos x="59" y="30"/>
                </a:cxn>
                <a:cxn ang="0">
                  <a:pos x="49" y="10"/>
                </a:cxn>
                <a:cxn ang="0">
                  <a:pos x="30" y="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10" y="20"/>
                </a:cxn>
                <a:cxn ang="0">
                  <a:pos x="20" y="10"/>
                </a:cxn>
                <a:cxn ang="0">
                  <a:pos x="39" y="20"/>
                </a:cxn>
                <a:cxn ang="0">
                  <a:pos x="49" y="30"/>
                </a:cxn>
                <a:cxn ang="0">
                  <a:pos x="39" y="49"/>
                </a:cxn>
                <a:cxn ang="0">
                  <a:pos x="20" y="69"/>
                </a:cxn>
                <a:cxn ang="0">
                  <a:pos x="0" y="98"/>
                </a:cxn>
                <a:cxn ang="0">
                  <a:pos x="0" y="98"/>
                </a:cxn>
                <a:cxn ang="0">
                  <a:pos x="59" y="98"/>
                </a:cxn>
                <a:cxn ang="0">
                  <a:pos x="69" y="79"/>
                </a:cxn>
              </a:cxnLst>
              <a:rect l="txL" t="txT" r="txR" b="txB"/>
              <a:pathLst>
                <a:path w="69" h="98">
                  <a:moveTo>
                    <a:pt x="69" y="79"/>
                  </a:moveTo>
                  <a:lnTo>
                    <a:pt x="69" y="79"/>
                  </a:lnTo>
                  <a:lnTo>
                    <a:pt x="59" y="89"/>
                  </a:lnTo>
                  <a:lnTo>
                    <a:pt x="49" y="89"/>
                  </a:lnTo>
                  <a:lnTo>
                    <a:pt x="10" y="89"/>
                  </a:lnTo>
                  <a:lnTo>
                    <a:pt x="39" y="59"/>
                  </a:lnTo>
                  <a:lnTo>
                    <a:pt x="49" y="49"/>
                  </a:lnTo>
                  <a:lnTo>
                    <a:pt x="59" y="30"/>
                  </a:lnTo>
                  <a:lnTo>
                    <a:pt x="49" y="10"/>
                  </a:lnTo>
                  <a:lnTo>
                    <a:pt x="30" y="0"/>
                  </a:lnTo>
                  <a:lnTo>
                    <a:pt x="10" y="0"/>
                  </a:lnTo>
                  <a:lnTo>
                    <a:pt x="0" y="10"/>
                  </a:lnTo>
                  <a:lnTo>
                    <a:pt x="0" y="30"/>
                  </a:lnTo>
                  <a:lnTo>
                    <a:pt x="10" y="20"/>
                  </a:lnTo>
                  <a:lnTo>
                    <a:pt x="20" y="10"/>
                  </a:lnTo>
                  <a:lnTo>
                    <a:pt x="39" y="20"/>
                  </a:lnTo>
                  <a:lnTo>
                    <a:pt x="49" y="30"/>
                  </a:lnTo>
                  <a:lnTo>
                    <a:pt x="39" y="49"/>
                  </a:lnTo>
                  <a:lnTo>
                    <a:pt x="20" y="69"/>
                  </a:lnTo>
                  <a:lnTo>
                    <a:pt x="0" y="98"/>
                  </a:lnTo>
                  <a:lnTo>
                    <a:pt x="59" y="98"/>
                  </a:lnTo>
                  <a:lnTo>
                    <a:pt x="69" y="7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40" name="Freeform 123"/>
            <p:cNvSpPr>
              <a:spLocks noChangeAspect="1" noEditPoints="1"/>
            </p:cNvSpPr>
            <p:nvPr/>
          </p:nvSpPr>
          <p:spPr>
            <a:xfrm>
              <a:off x="3629" y="2310"/>
              <a:ext cx="39" cy="137"/>
            </a:xfrm>
            <a:custGeom>
              <a:avLst/>
              <a:gdLst>
                <a:gd name="txL" fmla="*/ 0 w 39"/>
                <a:gd name="txT" fmla="*/ 0 h 137"/>
                <a:gd name="txR" fmla="*/ 39 w 39"/>
                <a:gd name="txB" fmla="*/ 137 h 137"/>
              </a:gdLst>
              <a:ahLst/>
              <a:cxnLst>
                <a:cxn ang="0">
                  <a:pos x="29" y="108"/>
                </a:cxn>
                <a:cxn ang="0">
                  <a:pos x="29" y="118"/>
                </a:cxn>
                <a:cxn ang="0">
                  <a:pos x="19" y="128"/>
                </a:cxn>
                <a:cxn ang="0">
                  <a:pos x="9" y="128"/>
                </a:cxn>
                <a:cxn ang="0">
                  <a:pos x="9" y="118"/>
                </a:cxn>
                <a:cxn ang="0">
                  <a:pos x="19" y="118"/>
                </a:cxn>
                <a:cxn ang="0">
                  <a:pos x="19" y="108"/>
                </a:cxn>
                <a:cxn ang="0">
                  <a:pos x="39" y="39"/>
                </a:cxn>
                <a:cxn ang="0">
                  <a:pos x="39" y="39"/>
                </a:cxn>
                <a:cxn ang="0">
                  <a:pos x="19" y="39"/>
                </a:cxn>
                <a:cxn ang="0">
                  <a:pos x="0" y="49"/>
                </a:cxn>
                <a:cxn ang="0">
                  <a:pos x="0" y="49"/>
                </a:cxn>
                <a:cxn ang="0">
                  <a:pos x="9" y="49"/>
                </a:cxn>
                <a:cxn ang="0">
                  <a:pos x="9" y="49"/>
                </a:cxn>
                <a:cxn ang="0">
                  <a:pos x="9" y="59"/>
                </a:cxn>
                <a:cxn ang="0">
                  <a:pos x="9" y="88"/>
                </a:cxn>
                <a:cxn ang="0">
                  <a:pos x="0" y="108"/>
                </a:cxn>
                <a:cxn ang="0">
                  <a:pos x="0" y="118"/>
                </a:cxn>
                <a:cxn ang="0">
                  <a:pos x="0" y="128"/>
                </a:cxn>
                <a:cxn ang="0">
                  <a:pos x="9" y="137"/>
                </a:cxn>
                <a:cxn ang="0">
                  <a:pos x="29" y="128"/>
                </a:cxn>
                <a:cxn ang="0">
                  <a:pos x="39" y="108"/>
                </a:cxn>
                <a:cxn ang="0">
                  <a:pos x="29" y="108"/>
                </a:cxn>
                <a:cxn ang="0">
                  <a:pos x="39" y="10"/>
                </a:cxn>
                <a:cxn ang="0">
                  <a:pos x="39" y="0"/>
                </a:cxn>
                <a:cxn ang="0">
                  <a:pos x="29" y="0"/>
                </a:cxn>
                <a:cxn ang="0">
                  <a:pos x="29" y="0"/>
                </a:cxn>
                <a:cxn ang="0">
                  <a:pos x="19" y="10"/>
                </a:cxn>
                <a:cxn ang="0">
                  <a:pos x="29" y="20"/>
                </a:cxn>
                <a:cxn ang="0">
                  <a:pos x="29" y="20"/>
                </a:cxn>
                <a:cxn ang="0">
                  <a:pos x="39" y="20"/>
                </a:cxn>
                <a:cxn ang="0">
                  <a:pos x="39" y="10"/>
                </a:cxn>
                <a:cxn ang="0">
                  <a:pos x="39" y="10"/>
                </a:cxn>
              </a:cxnLst>
              <a:rect l="txL" t="txT" r="txR" b="txB"/>
              <a:pathLst>
                <a:path w="39" h="137">
                  <a:moveTo>
                    <a:pt x="29" y="108"/>
                  </a:moveTo>
                  <a:lnTo>
                    <a:pt x="29" y="118"/>
                  </a:lnTo>
                  <a:lnTo>
                    <a:pt x="19" y="128"/>
                  </a:lnTo>
                  <a:lnTo>
                    <a:pt x="9" y="128"/>
                  </a:lnTo>
                  <a:lnTo>
                    <a:pt x="9" y="118"/>
                  </a:lnTo>
                  <a:lnTo>
                    <a:pt x="19" y="118"/>
                  </a:lnTo>
                  <a:lnTo>
                    <a:pt x="19" y="108"/>
                  </a:lnTo>
                  <a:lnTo>
                    <a:pt x="39" y="39"/>
                  </a:lnTo>
                  <a:lnTo>
                    <a:pt x="19" y="39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9" y="59"/>
                  </a:lnTo>
                  <a:lnTo>
                    <a:pt x="9" y="88"/>
                  </a:lnTo>
                  <a:lnTo>
                    <a:pt x="0" y="108"/>
                  </a:lnTo>
                  <a:lnTo>
                    <a:pt x="0" y="118"/>
                  </a:lnTo>
                  <a:lnTo>
                    <a:pt x="0" y="128"/>
                  </a:lnTo>
                  <a:lnTo>
                    <a:pt x="9" y="137"/>
                  </a:lnTo>
                  <a:lnTo>
                    <a:pt x="29" y="128"/>
                  </a:lnTo>
                  <a:lnTo>
                    <a:pt x="39" y="108"/>
                  </a:lnTo>
                  <a:lnTo>
                    <a:pt x="29" y="108"/>
                  </a:lnTo>
                  <a:close/>
                  <a:moveTo>
                    <a:pt x="39" y="10"/>
                  </a:moveTo>
                  <a:lnTo>
                    <a:pt x="39" y="0"/>
                  </a:lnTo>
                  <a:lnTo>
                    <a:pt x="29" y="0"/>
                  </a:lnTo>
                  <a:lnTo>
                    <a:pt x="19" y="10"/>
                  </a:lnTo>
                  <a:lnTo>
                    <a:pt x="29" y="20"/>
                  </a:lnTo>
                  <a:lnTo>
                    <a:pt x="39" y="20"/>
                  </a:lnTo>
                  <a:lnTo>
                    <a:pt x="39" y="1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41" name="Freeform 124"/>
            <p:cNvSpPr>
              <a:spLocks noChangeAspect="1"/>
            </p:cNvSpPr>
            <p:nvPr/>
          </p:nvSpPr>
          <p:spPr>
            <a:xfrm>
              <a:off x="3678" y="2389"/>
              <a:ext cx="78" cy="107"/>
            </a:xfrm>
            <a:custGeom>
              <a:avLst/>
              <a:gdLst>
                <a:gd name="txL" fmla="*/ 0 w 78"/>
                <a:gd name="txT" fmla="*/ 0 h 107"/>
                <a:gd name="txR" fmla="*/ 78 w 78"/>
                <a:gd name="txB" fmla="*/ 107 h 107"/>
              </a:gdLst>
              <a:ahLst/>
              <a:cxnLst>
                <a:cxn ang="0">
                  <a:pos x="78" y="78"/>
                </a:cxn>
                <a:cxn ang="0">
                  <a:pos x="68" y="78"/>
                </a:cxn>
                <a:cxn ang="0">
                  <a:pos x="68" y="88"/>
                </a:cxn>
                <a:cxn ang="0">
                  <a:pos x="59" y="88"/>
                </a:cxn>
                <a:cxn ang="0">
                  <a:pos x="19" y="88"/>
                </a:cxn>
                <a:cxn ang="0">
                  <a:pos x="49" y="68"/>
                </a:cxn>
                <a:cxn ang="0">
                  <a:pos x="59" y="49"/>
                </a:cxn>
                <a:cxn ang="0">
                  <a:pos x="68" y="29"/>
                </a:cxn>
                <a:cxn ang="0">
                  <a:pos x="59" y="9"/>
                </a:cxn>
                <a:cxn ang="0">
                  <a:pos x="39" y="0"/>
                </a:cxn>
                <a:cxn ang="0">
                  <a:pos x="19" y="9"/>
                </a:cxn>
                <a:cxn ang="0">
                  <a:pos x="0" y="29"/>
                </a:cxn>
                <a:cxn ang="0">
                  <a:pos x="9" y="29"/>
                </a:cxn>
                <a:cxn ang="0">
                  <a:pos x="9" y="19"/>
                </a:cxn>
                <a:cxn ang="0">
                  <a:pos x="29" y="9"/>
                </a:cxn>
                <a:cxn ang="0">
                  <a:pos x="49" y="19"/>
                </a:cxn>
                <a:cxn ang="0">
                  <a:pos x="49" y="29"/>
                </a:cxn>
                <a:cxn ang="0">
                  <a:pos x="49" y="49"/>
                </a:cxn>
                <a:cxn ang="0">
                  <a:pos x="29" y="68"/>
                </a:cxn>
                <a:cxn ang="0">
                  <a:pos x="0" y="98"/>
                </a:cxn>
                <a:cxn ang="0">
                  <a:pos x="0" y="107"/>
                </a:cxn>
                <a:cxn ang="0">
                  <a:pos x="68" y="107"/>
                </a:cxn>
                <a:cxn ang="0">
                  <a:pos x="78" y="78"/>
                </a:cxn>
              </a:cxnLst>
              <a:rect l="txL" t="txT" r="txR" b="txB"/>
              <a:pathLst>
                <a:path w="78" h="107">
                  <a:moveTo>
                    <a:pt x="78" y="78"/>
                  </a:moveTo>
                  <a:lnTo>
                    <a:pt x="68" y="78"/>
                  </a:lnTo>
                  <a:lnTo>
                    <a:pt x="68" y="88"/>
                  </a:lnTo>
                  <a:lnTo>
                    <a:pt x="59" y="88"/>
                  </a:lnTo>
                  <a:lnTo>
                    <a:pt x="19" y="88"/>
                  </a:lnTo>
                  <a:lnTo>
                    <a:pt x="49" y="68"/>
                  </a:lnTo>
                  <a:lnTo>
                    <a:pt x="59" y="49"/>
                  </a:lnTo>
                  <a:lnTo>
                    <a:pt x="68" y="29"/>
                  </a:lnTo>
                  <a:lnTo>
                    <a:pt x="59" y="9"/>
                  </a:lnTo>
                  <a:lnTo>
                    <a:pt x="39" y="0"/>
                  </a:lnTo>
                  <a:lnTo>
                    <a:pt x="19" y="9"/>
                  </a:lnTo>
                  <a:lnTo>
                    <a:pt x="0" y="29"/>
                  </a:lnTo>
                  <a:lnTo>
                    <a:pt x="9" y="29"/>
                  </a:lnTo>
                  <a:lnTo>
                    <a:pt x="9" y="19"/>
                  </a:lnTo>
                  <a:lnTo>
                    <a:pt x="29" y="9"/>
                  </a:lnTo>
                  <a:lnTo>
                    <a:pt x="49" y="19"/>
                  </a:lnTo>
                  <a:lnTo>
                    <a:pt x="49" y="29"/>
                  </a:lnTo>
                  <a:lnTo>
                    <a:pt x="49" y="49"/>
                  </a:lnTo>
                  <a:lnTo>
                    <a:pt x="29" y="68"/>
                  </a:lnTo>
                  <a:lnTo>
                    <a:pt x="0" y="98"/>
                  </a:lnTo>
                  <a:lnTo>
                    <a:pt x="0" y="107"/>
                  </a:lnTo>
                  <a:lnTo>
                    <a:pt x="68" y="107"/>
                  </a:lnTo>
                  <a:lnTo>
                    <a:pt x="78" y="7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42" name="Freeform 125"/>
            <p:cNvSpPr>
              <a:spLocks noChangeAspect="1"/>
            </p:cNvSpPr>
            <p:nvPr/>
          </p:nvSpPr>
          <p:spPr>
            <a:xfrm>
              <a:off x="3226" y="1291"/>
              <a:ext cx="88" cy="138"/>
            </a:xfrm>
            <a:custGeom>
              <a:avLst/>
              <a:gdLst>
                <a:gd name="txL" fmla="*/ 0 w 88"/>
                <a:gd name="txT" fmla="*/ 0 h 138"/>
                <a:gd name="txR" fmla="*/ 88 w 88"/>
                <a:gd name="txB" fmla="*/ 138 h 138"/>
              </a:gdLst>
              <a:ahLst/>
              <a:cxnLst>
                <a:cxn ang="0">
                  <a:pos x="0" y="138"/>
                </a:cxn>
                <a:cxn ang="0">
                  <a:pos x="59" y="138"/>
                </a:cxn>
                <a:cxn ang="0">
                  <a:pos x="59" y="128"/>
                </a:cxn>
                <a:cxn ang="0">
                  <a:pos x="49" y="128"/>
                </a:cxn>
                <a:cxn ang="0">
                  <a:pos x="39" y="118"/>
                </a:cxn>
                <a:cxn ang="0">
                  <a:pos x="39" y="118"/>
                </a:cxn>
                <a:cxn ang="0">
                  <a:pos x="49" y="108"/>
                </a:cxn>
                <a:cxn ang="0">
                  <a:pos x="69" y="20"/>
                </a:cxn>
                <a:cxn ang="0">
                  <a:pos x="79" y="0"/>
                </a:cxn>
                <a:cxn ang="0">
                  <a:pos x="88" y="0"/>
                </a:cxn>
                <a:cxn ang="0">
                  <a:pos x="88" y="0"/>
                </a:cxn>
                <a:cxn ang="0">
                  <a:pos x="39" y="0"/>
                </a:cxn>
                <a:cxn ang="0">
                  <a:pos x="39" y="0"/>
                </a:cxn>
                <a:cxn ang="0">
                  <a:pos x="49" y="0"/>
                </a:cxn>
                <a:cxn ang="0">
                  <a:pos x="49" y="10"/>
                </a:cxn>
                <a:cxn ang="0">
                  <a:pos x="49" y="20"/>
                </a:cxn>
                <a:cxn ang="0">
                  <a:pos x="49" y="20"/>
                </a:cxn>
                <a:cxn ang="0">
                  <a:pos x="20" y="118"/>
                </a:cxn>
                <a:cxn ang="0">
                  <a:pos x="20" y="128"/>
                </a:cxn>
                <a:cxn ang="0">
                  <a:pos x="0" y="128"/>
                </a:cxn>
                <a:cxn ang="0">
                  <a:pos x="0" y="138"/>
                </a:cxn>
              </a:cxnLst>
              <a:rect l="txL" t="txT" r="txR" b="txB"/>
              <a:pathLst>
                <a:path w="88" h="138">
                  <a:moveTo>
                    <a:pt x="0" y="138"/>
                  </a:moveTo>
                  <a:lnTo>
                    <a:pt x="59" y="138"/>
                  </a:lnTo>
                  <a:lnTo>
                    <a:pt x="59" y="128"/>
                  </a:lnTo>
                  <a:lnTo>
                    <a:pt x="49" y="128"/>
                  </a:lnTo>
                  <a:lnTo>
                    <a:pt x="39" y="118"/>
                  </a:lnTo>
                  <a:lnTo>
                    <a:pt x="49" y="108"/>
                  </a:lnTo>
                  <a:lnTo>
                    <a:pt x="69" y="20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39" y="0"/>
                  </a:lnTo>
                  <a:lnTo>
                    <a:pt x="49" y="0"/>
                  </a:lnTo>
                  <a:lnTo>
                    <a:pt x="49" y="10"/>
                  </a:lnTo>
                  <a:lnTo>
                    <a:pt x="49" y="20"/>
                  </a:lnTo>
                  <a:lnTo>
                    <a:pt x="20" y="118"/>
                  </a:lnTo>
                  <a:lnTo>
                    <a:pt x="20" y="128"/>
                  </a:lnTo>
                  <a:lnTo>
                    <a:pt x="0" y="128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43" name="Freeform 126"/>
            <p:cNvSpPr>
              <a:spLocks noChangeAspect="1"/>
            </p:cNvSpPr>
            <p:nvPr/>
          </p:nvSpPr>
          <p:spPr>
            <a:xfrm>
              <a:off x="3314" y="1370"/>
              <a:ext cx="59" cy="108"/>
            </a:xfrm>
            <a:custGeom>
              <a:avLst/>
              <a:gdLst>
                <a:gd name="txL" fmla="*/ 0 w 59"/>
                <a:gd name="txT" fmla="*/ 0 h 108"/>
                <a:gd name="txR" fmla="*/ 59 w 59"/>
                <a:gd name="txB" fmla="*/ 108 h 108"/>
              </a:gdLst>
              <a:ahLst/>
              <a:cxnLst>
                <a:cxn ang="0">
                  <a:pos x="20" y="59"/>
                </a:cxn>
                <a:cxn ang="0">
                  <a:pos x="30" y="59"/>
                </a:cxn>
                <a:cxn ang="0">
                  <a:pos x="40" y="59"/>
                </a:cxn>
                <a:cxn ang="0">
                  <a:pos x="50" y="68"/>
                </a:cxn>
                <a:cxn ang="0">
                  <a:pos x="50" y="78"/>
                </a:cxn>
                <a:cxn ang="0">
                  <a:pos x="40" y="88"/>
                </a:cxn>
                <a:cxn ang="0">
                  <a:pos x="30" y="98"/>
                </a:cxn>
                <a:cxn ang="0">
                  <a:pos x="0" y="98"/>
                </a:cxn>
                <a:cxn ang="0">
                  <a:pos x="0" y="98"/>
                </a:cxn>
                <a:cxn ang="0">
                  <a:pos x="10" y="108"/>
                </a:cxn>
                <a:cxn ang="0">
                  <a:pos x="20" y="108"/>
                </a:cxn>
                <a:cxn ang="0">
                  <a:pos x="50" y="98"/>
                </a:cxn>
                <a:cxn ang="0">
                  <a:pos x="59" y="68"/>
                </a:cxn>
                <a:cxn ang="0">
                  <a:pos x="50" y="49"/>
                </a:cxn>
                <a:cxn ang="0">
                  <a:pos x="40" y="39"/>
                </a:cxn>
                <a:cxn ang="0">
                  <a:pos x="50" y="29"/>
                </a:cxn>
                <a:cxn ang="0">
                  <a:pos x="59" y="19"/>
                </a:cxn>
                <a:cxn ang="0">
                  <a:pos x="50" y="10"/>
                </a:cxn>
                <a:cxn ang="0">
                  <a:pos x="30" y="0"/>
                </a:cxn>
                <a:cxn ang="0">
                  <a:pos x="10" y="10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10" y="19"/>
                </a:cxn>
                <a:cxn ang="0">
                  <a:pos x="20" y="10"/>
                </a:cxn>
                <a:cxn ang="0">
                  <a:pos x="40" y="19"/>
                </a:cxn>
                <a:cxn ang="0">
                  <a:pos x="40" y="29"/>
                </a:cxn>
                <a:cxn ang="0">
                  <a:pos x="30" y="39"/>
                </a:cxn>
                <a:cxn ang="0">
                  <a:pos x="20" y="49"/>
                </a:cxn>
                <a:cxn ang="0">
                  <a:pos x="20" y="59"/>
                </a:cxn>
              </a:cxnLst>
              <a:rect l="txL" t="txT" r="txR" b="txB"/>
              <a:pathLst>
                <a:path w="59" h="108">
                  <a:moveTo>
                    <a:pt x="20" y="59"/>
                  </a:moveTo>
                  <a:lnTo>
                    <a:pt x="30" y="59"/>
                  </a:lnTo>
                  <a:lnTo>
                    <a:pt x="40" y="59"/>
                  </a:lnTo>
                  <a:lnTo>
                    <a:pt x="50" y="68"/>
                  </a:lnTo>
                  <a:lnTo>
                    <a:pt x="50" y="78"/>
                  </a:lnTo>
                  <a:lnTo>
                    <a:pt x="40" y="88"/>
                  </a:lnTo>
                  <a:lnTo>
                    <a:pt x="30" y="98"/>
                  </a:lnTo>
                  <a:lnTo>
                    <a:pt x="0" y="98"/>
                  </a:lnTo>
                  <a:lnTo>
                    <a:pt x="10" y="108"/>
                  </a:lnTo>
                  <a:lnTo>
                    <a:pt x="20" y="108"/>
                  </a:lnTo>
                  <a:lnTo>
                    <a:pt x="50" y="98"/>
                  </a:lnTo>
                  <a:lnTo>
                    <a:pt x="59" y="68"/>
                  </a:lnTo>
                  <a:lnTo>
                    <a:pt x="50" y="49"/>
                  </a:lnTo>
                  <a:lnTo>
                    <a:pt x="40" y="39"/>
                  </a:lnTo>
                  <a:lnTo>
                    <a:pt x="50" y="29"/>
                  </a:lnTo>
                  <a:lnTo>
                    <a:pt x="59" y="19"/>
                  </a:lnTo>
                  <a:lnTo>
                    <a:pt x="50" y="10"/>
                  </a:lnTo>
                  <a:lnTo>
                    <a:pt x="30" y="0"/>
                  </a:lnTo>
                  <a:lnTo>
                    <a:pt x="10" y="10"/>
                  </a:lnTo>
                  <a:lnTo>
                    <a:pt x="0" y="29"/>
                  </a:lnTo>
                  <a:lnTo>
                    <a:pt x="10" y="19"/>
                  </a:lnTo>
                  <a:lnTo>
                    <a:pt x="20" y="10"/>
                  </a:lnTo>
                  <a:lnTo>
                    <a:pt x="40" y="19"/>
                  </a:lnTo>
                  <a:lnTo>
                    <a:pt x="40" y="29"/>
                  </a:lnTo>
                  <a:lnTo>
                    <a:pt x="30" y="39"/>
                  </a:lnTo>
                  <a:lnTo>
                    <a:pt x="20" y="49"/>
                  </a:lnTo>
                  <a:lnTo>
                    <a:pt x="20" y="5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44" name="Freeform 127"/>
            <p:cNvSpPr>
              <a:spLocks noChangeAspect="1"/>
            </p:cNvSpPr>
            <p:nvPr/>
          </p:nvSpPr>
          <p:spPr>
            <a:xfrm>
              <a:off x="1528" y="997"/>
              <a:ext cx="275" cy="1"/>
            </a:xfrm>
            <a:custGeom>
              <a:avLst/>
              <a:gdLst>
                <a:gd name="txL" fmla="*/ 0 w 275"/>
                <a:gd name="txT" fmla="*/ 0 h 1"/>
                <a:gd name="txR" fmla="*/ 275 w 275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275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75" h="1">
                  <a:moveTo>
                    <a:pt x="0" y="0"/>
                  </a:moveTo>
                  <a:lnTo>
                    <a:pt x="2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45" name="Freeform 128"/>
            <p:cNvSpPr>
              <a:spLocks noChangeAspect="1"/>
            </p:cNvSpPr>
            <p:nvPr/>
          </p:nvSpPr>
          <p:spPr>
            <a:xfrm>
              <a:off x="1774" y="958"/>
              <a:ext cx="166" cy="79"/>
            </a:xfrm>
            <a:custGeom>
              <a:avLst/>
              <a:gdLst>
                <a:gd name="txL" fmla="*/ 0 w 166"/>
                <a:gd name="txT" fmla="*/ 0 h 79"/>
                <a:gd name="txR" fmla="*/ 166 w 166"/>
                <a:gd name="txB" fmla="*/ 79 h 79"/>
              </a:gdLst>
              <a:ahLst/>
              <a:cxnLst>
                <a:cxn ang="0">
                  <a:pos x="0" y="79"/>
                </a:cxn>
                <a:cxn ang="0">
                  <a:pos x="166" y="39"/>
                </a:cxn>
                <a:cxn ang="0">
                  <a:pos x="0" y="0"/>
                </a:cxn>
                <a:cxn ang="0">
                  <a:pos x="0" y="79"/>
                </a:cxn>
                <a:cxn ang="0">
                  <a:pos x="0" y="79"/>
                </a:cxn>
              </a:cxnLst>
              <a:rect l="txL" t="txT" r="txR" b="txB"/>
              <a:pathLst>
                <a:path w="166" h="79">
                  <a:moveTo>
                    <a:pt x="0" y="79"/>
                  </a:moveTo>
                  <a:lnTo>
                    <a:pt x="166" y="39"/>
                  </a:lnTo>
                  <a:lnTo>
                    <a:pt x="0" y="0"/>
                  </a:lnTo>
                  <a:lnTo>
                    <a:pt x="0" y="7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46" name="Freeform 129"/>
            <p:cNvSpPr>
              <a:spLocks noChangeAspect="1"/>
            </p:cNvSpPr>
            <p:nvPr/>
          </p:nvSpPr>
          <p:spPr>
            <a:xfrm>
              <a:off x="2991" y="997"/>
              <a:ext cx="274" cy="1"/>
            </a:xfrm>
            <a:custGeom>
              <a:avLst/>
              <a:gdLst>
                <a:gd name="txL" fmla="*/ 0 w 274"/>
                <a:gd name="txT" fmla="*/ 0 h 1"/>
                <a:gd name="txR" fmla="*/ 274 w 274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274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74" h="1">
                  <a:moveTo>
                    <a:pt x="0" y="0"/>
                  </a:moveTo>
                  <a:lnTo>
                    <a:pt x="2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47" name="Freeform 130"/>
            <p:cNvSpPr>
              <a:spLocks noChangeAspect="1"/>
            </p:cNvSpPr>
            <p:nvPr/>
          </p:nvSpPr>
          <p:spPr>
            <a:xfrm>
              <a:off x="3236" y="958"/>
              <a:ext cx="167" cy="79"/>
            </a:xfrm>
            <a:custGeom>
              <a:avLst/>
              <a:gdLst>
                <a:gd name="txL" fmla="*/ 0 w 167"/>
                <a:gd name="txT" fmla="*/ 0 h 79"/>
                <a:gd name="txR" fmla="*/ 167 w 167"/>
                <a:gd name="txB" fmla="*/ 79 h 79"/>
              </a:gdLst>
              <a:ahLst/>
              <a:cxnLst>
                <a:cxn ang="0">
                  <a:pos x="0" y="79"/>
                </a:cxn>
                <a:cxn ang="0">
                  <a:pos x="167" y="39"/>
                </a:cxn>
                <a:cxn ang="0">
                  <a:pos x="0" y="0"/>
                </a:cxn>
                <a:cxn ang="0">
                  <a:pos x="0" y="79"/>
                </a:cxn>
                <a:cxn ang="0">
                  <a:pos x="0" y="79"/>
                </a:cxn>
              </a:cxnLst>
              <a:rect l="txL" t="txT" r="txR" b="txB"/>
              <a:pathLst>
                <a:path w="167" h="79">
                  <a:moveTo>
                    <a:pt x="0" y="79"/>
                  </a:moveTo>
                  <a:lnTo>
                    <a:pt x="167" y="39"/>
                  </a:lnTo>
                  <a:lnTo>
                    <a:pt x="0" y="0"/>
                  </a:lnTo>
                  <a:lnTo>
                    <a:pt x="0" y="7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48" name="Freeform 131"/>
            <p:cNvSpPr>
              <a:spLocks noChangeAspect="1"/>
            </p:cNvSpPr>
            <p:nvPr/>
          </p:nvSpPr>
          <p:spPr>
            <a:xfrm>
              <a:off x="3108" y="1203"/>
              <a:ext cx="1" cy="265"/>
            </a:xfrm>
            <a:custGeom>
              <a:avLst/>
              <a:gdLst>
                <a:gd name="txL" fmla="*/ 0 w 1"/>
                <a:gd name="txT" fmla="*/ 0 h 265"/>
                <a:gd name="txR" fmla="*/ 1 w 1"/>
                <a:gd name="txB" fmla="*/ 265 h 265"/>
              </a:gdLst>
              <a:ahLst/>
              <a:cxnLst>
                <a:cxn ang="0">
                  <a:pos x="0" y="0"/>
                </a:cxn>
                <a:cxn ang="0">
                  <a:pos x="0" y="265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265">
                  <a:moveTo>
                    <a:pt x="0" y="0"/>
                  </a:moveTo>
                  <a:lnTo>
                    <a:pt x="0" y="2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49" name="Freeform 132"/>
            <p:cNvSpPr>
              <a:spLocks noChangeAspect="1"/>
            </p:cNvSpPr>
            <p:nvPr/>
          </p:nvSpPr>
          <p:spPr>
            <a:xfrm>
              <a:off x="3069" y="1438"/>
              <a:ext cx="88" cy="157"/>
            </a:xfrm>
            <a:custGeom>
              <a:avLst/>
              <a:gdLst>
                <a:gd name="txL" fmla="*/ 0 w 88"/>
                <a:gd name="txT" fmla="*/ 0 h 157"/>
                <a:gd name="txR" fmla="*/ 88 w 88"/>
                <a:gd name="txB" fmla="*/ 157 h 157"/>
              </a:gdLst>
              <a:ahLst/>
              <a:cxnLst>
                <a:cxn ang="0">
                  <a:pos x="0" y="0"/>
                </a:cxn>
                <a:cxn ang="0">
                  <a:pos x="49" y="157"/>
                </a:cxn>
                <a:cxn ang="0">
                  <a:pos x="88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88" h="157">
                  <a:moveTo>
                    <a:pt x="0" y="0"/>
                  </a:moveTo>
                  <a:lnTo>
                    <a:pt x="49" y="157"/>
                  </a:lnTo>
                  <a:lnTo>
                    <a:pt x="8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50" name="Freeform 133"/>
            <p:cNvSpPr>
              <a:spLocks noChangeAspect="1"/>
            </p:cNvSpPr>
            <p:nvPr/>
          </p:nvSpPr>
          <p:spPr>
            <a:xfrm>
              <a:off x="2402" y="2281"/>
              <a:ext cx="68" cy="304"/>
            </a:xfrm>
            <a:custGeom>
              <a:avLst/>
              <a:gdLst>
                <a:gd name="txL" fmla="*/ 0 w 68"/>
                <a:gd name="txT" fmla="*/ 0 h 304"/>
                <a:gd name="txR" fmla="*/ 68 w 68"/>
                <a:gd name="txB" fmla="*/ 304 h 304"/>
              </a:gdLst>
              <a:ahLst/>
              <a:cxnLst>
                <a:cxn ang="0">
                  <a:pos x="0" y="304"/>
                </a:cxn>
                <a:cxn ang="0">
                  <a:pos x="49" y="235"/>
                </a:cxn>
                <a:cxn ang="0">
                  <a:pos x="68" y="157"/>
                </a:cxn>
                <a:cxn ang="0">
                  <a:pos x="49" y="78"/>
                </a:cxn>
                <a:cxn ang="0">
                  <a:pos x="10" y="0"/>
                </a:cxn>
                <a:cxn ang="0">
                  <a:pos x="10" y="0"/>
                </a:cxn>
                <a:cxn ang="0">
                  <a:pos x="49" y="78"/>
                </a:cxn>
                <a:cxn ang="0">
                  <a:pos x="68" y="157"/>
                </a:cxn>
                <a:cxn ang="0">
                  <a:pos x="49" y="235"/>
                </a:cxn>
                <a:cxn ang="0">
                  <a:pos x="0" y="304"/>
                </a:cxn>
                <a:cxn ang="0">
                  <a:pos x="0" y="304"/>
                </a:cxn>
              </a:cxnLst>
              <a:rect l="txL" t="txT" r="txR" b="txB"/>
              <a:pathLst>
                <a:path w="68" h="304">
                  <a:moveTo>
                    <a:pt x="0" y="304"/>
                  </a:moveTo>
                  <a:lnTo>
                    <a:pt x="49" y="235"/>
                  </a:lnTo>
                  <a:lnTo>
                    <a:pt x="68" y="157"/>
                  </a:lnTo>
                  <a:lnTo>
                    <a:pt x="49" y="78"/>
                  </a:lnTo>
                  <a:lnTo>
                    <a:pt x="10" y="0"/>
                  </a:lnTo>
                  <a:lnTo>
                    <a:pt x="49" y="78"/>
                  </a:lnTo>
                  <a:lnTo>
                    <a:pt x="68" y="157"/>
                  </a:lnTo>
                  <a:lnTo>
                    <a:pt x="49" y="235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51" name="Freeform 134"/>
            <p:cNvSpPr>
              <a:spLocks noChangeAspect="1" noEditPoints="1"/>
            </p:cNvSpPr>
            <p:nvPr/>
          </p:nvSpPr>
          <p:spPr>
            <a:xfrm>
              <a:off x="2068" y="2193"/>
              <a:ext cx="344" cy="88"/>
            </a:xfrm>
            <a:custGeom>
              <a:avLst/>
              <a:gdLst>
                <a:gd name="txL" fmla="*/ 0 w 344"/>
                <a:gd name="txT" fmla="*/ 0 h 88"/>
                <a:gd name="txR" fmla="*/ 344 w 344"/>
                <a:gd name="txB" fmla="*/ 88 h 88"/>
              </a:gdLst>
              <a:ahLst/>
              <a:cxnLst>
                <a:cxn ang="0">
                  <a:pos x="344" y="88"/>
                </a:cxn>
                <a:cxn ang="0">
                  <a:pos x="275" y="29"/>
                </a:cxn>
                <a:cxn ang="0">
                  <a:pos x="186" y="0"/>
                </a:cxn>
                <a:cxn ang="0">
                  <a:pos x="88" y="0"/>
                </a:cxn>
                <a:cxn ang="0">
                  <a:pos x="39" y="19"/>
                </a:cxn>
                <a:cxn ang="0">
                  <a:pos x="0" y="49"/>
                </a:cxn>
                <a:cxn ang="0">
                  <a:pos x="0" y="49"/>
                </a:cxn>
                <a:cxn ang="0">
                  <a:pos x="39" y="19"/>
                </a:cxn>
                <a:cxn ang="0">
                  <a:pos x="88" y="0"/>
                </a:cxn>
                <a:cxn ang="0">
                  <a:pos x="186" y="0"/>
                </a:cxn>
                <a:cxn ang="0">
                  <a:pos x="275" y="29"/>
                </a:cxn>
                <a:cxn ang="0">
                  <a:pos x="344" y="88"/>
                </a:cxn>
                <a:cxn ang="0">
                  <a:pos x="344" y="88"/>
                </a:cxn>
                <a:cxn ang="0">
                  <a:pos x="344" y="88"/>
                </a:cxn>
                <a:cxn ang="0">
                  <a:pos x="344" y="88"/>
                </a:cxn>
                <a:cxn ang="0">
                  <a:pos x="344" y="88"/>
                </a:cxn>
              </a:cxnLst>
              <a:rect l="txL" t="txT" r="txR" b="txB"/>
              <a:pathLst>
                <a:path w="344" h="88">
                  <a:moveTo>
                    <a:pt x="344" y="88"/>
                  </a:moveTo>
                  <a:lnTo>
                    <a:pt x="275" y="29"/>
                  </a:lnTo>
                  <a:lnTo>
                    <a:pt x="186" y="0"/>
                  </a:lnTo>
                  <a:lnTo>
                    <a:pt x="88" y="0"/>
                  </a:lnTo>
                  <a:lnTo>
                    <a:pt x="39" y="19"/>
                  </a:lnTo>
                  <a:lnTo>
                    <a:pt x="0" y="49"/>
                  </a:lnTo>
                  <a:lnTo>
                    <a:pt x="39" y="19"/>
                  </a:lnTo>
                  <a:lnTo>
                    <a:pt x="88" y="0"/>
                  </a:lnTo>
                  <a:lnTo>
                    <a:pt x="186" y="0"/>
                  </a:lnTo>
                  <a:lnTo>
                    <a:pt x="275" y="29"/>
                  </a:lnTo>
                  <a:lnTo>
                    <a:pt x="344" y="88"/>
                  </a:lnTo>
                  <a:close/>
                  <a:moveTo>
                    <a:pt x="344" y="88"/>
                  </a:moveTo>
                  <a:lnTo>
                    <a:pt x="344" y="8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52" name="Freeform 135"/>
            <p:cNvSpPr>
              <a:spLocks noChangeAspect="1" noEditPoints="1"/>
            </p:cNvSpPr>
            <p:nvPr/>
          </p:nvSpPr>
          <p:spPr>
            <a:xfrm>
              <a:off x="1970" y="2242"/>
              <a:ext cx="98" cy="254"/>
            </a:xfrm>
            <a:custGeom>
              <a:avLst/>
              <a:gdLst>
                <a:gd name="txL" fmla="*/ 0 w 98"/>
                <a:gd name="txT" fmla="*/ 0 h 254"/>
                <a:gd name="txR" fmla="*/ 98 w 98"/>
                <a:gd name="txB" fmla="*/ 254 h 254"/>
              </a:gdLst>
              <a:ahLst/>
              <a:cxnLst>
                <a:cxn ang="0">
                  <a:pos x="98" y="0"/>
                </a:cxn>
                <a:cxn ang="0">
                  <a:pos x="39" y="49"/>
                </a:cxn>
                <a:cxn ang="0">
                  <a:pos x="10" y="117"/>
                </a:cxn>
                <a:cxn ang="0">
                  <a:pos x="0" y="186"/>
                </a:cxn>
                <a:cxn ang="0">
                  <a:pos x="10" y="254"/>
                </a:cxn>
                <a:cxn ang="0">
                  <a:pos x="10" y="254"/>
                </a:cxn>
                <a:cxn ang="0">
                  <a:pos x="0" y="186"/>
                </a:cxn>
                <a:cxn ang="0">
                  <a:pos x="10" y="117"/>
                </a:cxn>
                <a:cxn ang="0">
                  <a:pos x="39" y="49"/>
                </a:cxn>
                <a:cxn ang="0">
                  <a:pos x="98" y="0"/>
                </a:cxn>
                <a:cxn ang="0">
                  <a:pos x="98" y="0"/>
                </a:cxn>
                <a:cxn ang="0">
                  <a:pos x="98" y="0"/>
                </a:cxn>
                <a:cxn ang="0">
                  <a:pos x="98" y="0"/>
                </a:cxn>
                <a:cxn ang="0">
                  <a:pos x="98" y="0"/>
                </a:cxn>
              </a:cxnLst>
              <a:rect l="txL" t="txT" r="txR" b="txB"/>
              <a:pathLst>
                <a:path w="98" h="254">
                  <a:moveTo>
                    <a:pt x="98" y="0"/>
                  </a:moveTo>
                  <a:lnTo>
                    <a:pt x="39" y="49"/>
                  </a:lnTo>
                  <a:lnTo>
                    <a:pt x="10" y="117"/>
                  </a:lnTo>
                  <a:lnTo>
                    <a:pt x="0" y="186"/>
                  </a:lnTo>
                  <a:lnTo>
                    <a:pt x="10" y="254"/>
                  </a:lnTo>
                  <a:lnTo>
                    <a:pt x="0" y="186"/>
                  </a:lnTo>
                  <a:lnTo>
                    <a:pt x="10" y="117"/>
                  </a:lnTo>
                  <a:lnTo>
                    <a:pt x="39" y="49"/>
                  </a:lnTo>
                  <a:lnTo>
                    <a:pt x="98" y="0"/>
                  </a:lnTo>
                  <a:close/>
                  <a:moveTo>
                    <a:pt x="98" y="0"/>
                  </a:moveTo>
                  <a:lnTo>
                    <a:pt x="9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53" name="Freeform 136"/>
            <p:cNvSpPr>
              <a:spLocks noChangeAspect="1"/>
            </p:cNvSpPr>
            <p:nvPr/>
          </p:nvSpPr>
          <p:spPr>
            <a:xfrm>
              <a:off x="2304" y="2536"/>
              <a:ext cx="147" cy="147"/>
            </a:xfrm>
            <a:custGeom>
              <a:avLst/>
              <a:gdLst>
                <a:gd name="txL" fmla="*/ 0 w 147"/>
                <a:gd name="txT" fmla="*/ 0 h 147"/>
                <a:gd name="txR" fmla="*/ 147 w 147"/>
                <a:gd name="txB" fmla="*/ 147 h 147"/>
              </a:gdLst>
              <a:ahLst/>
              <a:cxnLst>
                <a:cxn ang="0">
                  <a:pos x="78" y="0"/>
                </a:cxn>
                <a:cxn ang="0">
                  <a:pos x="0" y="147"/>
                </a:cxn>
                <a:cxn ang="0">
                  <a:pos x="147" y="58"/>
                </a:cxn>
                <a:cxn ang="0">
                  <a:pos x="78" y="0"/>
                </a:cxn>
                <a:cxn ang="0">
                  <a:pos x="78" y="0"/>
                </a:cxn>
              </a:cxnLst>
              <a:rect l="txL" t="txT" r="txR" b="txB"/>
              <a:pathLst>
                <a:path w="147" h="147">
                  <a:moveTo>
                    <a:pt x="78" y="0"/>
                  </a:moveTo>
                  <a:lnTo>
                    <a:pt x="0" y="147"/>
                  </a:lnTo>
                  <a:lnTo>
                    <a:pt x="147" y="58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54" name="Freeform 137"/>
            <p:cNvSpPr>
              <a:spLocks noChangeAspect="1"/>
            </p:cNvSpPr>
            <p:nvPr/>
          </p:nvSpPr>
          <p:spPr>
            <a:xfrm>
              <a:off x="3874" y="2281"/>
              <a:ext cx="69" cy="304"/>
            </a:xfrm>
            <a:custGeom>
              <a:avLst/>
              <a:gdLst>
                <a:gd name="txL" fmla="*/ 0 w 69"/>
                <a:gd name="txT" fmla="*/ 0 h 304"/>
                <a:gd name="txR" fmla="*/ 69 w 69"/>
                <a:gd name="txB" fmla="*/ 304 h 304"/>
              </a:gdLst>
              <a:ahLst/>
              <a:cxnLst>
                <a:cxn ang="0">
                  <a:pos x="0" y="304"/>
                </a:cxn>
                <a:cxn ang="0">
                  <a:pos x="49" y="235"/>
                </a:cxn>
                <a:cxn ang="0">
                  <a:pos x="69" y="157"/>
                </a:cxn>
                <a:cxn ang="0">
                  <a:pos x="59" y="78"/>
                </a:cxn>
                <a:cxn ang="0">
                  <a:pos x="20" y="0"/>
                </a:cxn>
                <a:cxn ang="0">
                  <a:pos x="20" y="0"/>
                </a:cxn>
                <a:cxn ang="0">
                  <a:pos x="59" y="78"/>
                </a:cxn>
                <a:cxn ang="0">
                  <a:pos x="69" y="157"/>
                </a:cxn>
                <a:cxn ang="0">
                  <a:pos x="49" y="235"/>
                </a:cxn>
                <a:cxn ang="0">
                  <a:pos x="0" y="304"/>
                </a:cxn>
                <a:cxn ang="0">
                  <a:pos x="0" y="304"/>
                </a:cxn>
              </a:cxnLst>
              <a:rect l="txL" t="txT" r="txR" b="txB"/>
              <a:pathLst>
                <a:path w="69" h="304">
                  <a:moveTo>
                    <a:pt x="0" y="304"/>
                  </a:moveTo>
                  <a:lnTo>
                    <a:pt x="49" y="235"/>
                  </a:lnTo>
                  <a:lnTo>
                    <a:pt x="69" y="157"/>
                  </a:lnTo>
                  <a:lnTo>
                    <a:pt x="59" y="78"/>
                  </a:lnTo>
                  <a:lnTo>
                    <a:pt x="20" y="0"/>
                  </a:lnTo>
                  <a:lnTo>
                    <a:pt x="59" y="78"/>
                  </a:lnTo>
                  <a:lnTo>
                    <a:pt x="69" y="157"/>
                  </a:lnTo>
                  <a:lnTo>
                    <a:pt x="49" y="235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55" name="Freeform 138"/>
            <p:cNvSpPr>
              <a:spLocks noChangeAspect="1" noEditPoints="1"/>
            </p:cNvSpPr>
            <p:nvPr/>
          </p:nvSpPr>
          <p:spPr>
            <a:xfrm>
              <a:off x="3540" y="2193"/>
              <a:ext cx="354" cy="88"/>
            </a:xfrm>
            <a:custGeom>
              <a:avLst/>
              <a:gdLst>
                <a:gd name="txL" fmla="*/ 0 w 354"/>
                <a:gd name="txT" fmla="*/ 0 h 88"/>
                <a:gd name="txR" fmla="*/ 354 w 354"/>
                <a:gd name="txB" fmla="*/ 88 h 88"/>
              </a:gdLst>
              <a:ahLst/>
              <a:cxnLst>
                <a:cxn ang="0">
                  <a:pos x="354" y="88"/>
                </a:cxn>
                <a:cxn ang="0">
                  <a:pos x="275" y="29"/>
                </a:cxn>
                <a:cxn ang="0">
                  <a:pos x="187" y="0"/>
                </a:cxn>
                <a:cxn ang="0">
                  <a:pos x="89" y="0"/>
                </a:cxn>
                <a:cxn ang="0">
                  <a:pos x="40" y="19"/>
                </a:cxn>
                <a:cxn ang="0">
                  <a:pos x="0" y="49"/>
                </a:cxn>
                <a:cxn ang="0">
                  <a:pos x="0" y="49"/>
                </a:cxn>
                <a:cxn ang="0">
                  <a:pos x="40" y="19"/>
                </a:cxn>
                <a:cxn ang="0">
                  <a:pos x="89" y="0"/>
                </a:cxn>
                <a:cxn ang="0">
                  <a:pos x="187" y="0"/>
                </a:cxn>
                <a:cxn ang="0">
                  <a:pos x="275" y="29"/>
                </a:cxn>
                <a:cxn ang="0">
                  <a:pos x="354" y="88"/>
                </a:cxn>
                <a:cxn ang="0">
                  <a:pos x="354" y="88"/>
                </a:cxn>
                <a:cxn ang="0">
                  <a:pos x="354" y="88"/>
                </a:cxn>
                <a:cxn ang="0">
                  <a:pos x="354" y="88"/>
                </a:cxn>
                <a:cxn ang="0">
                  <a:pos x="354" y="88"/>
                </a:cxn>
              </a:cxnLst>
              <a:rect l="txL" t="txT" r="txR" b="txB"/>
              <a:pathLst>
                <a:path w="354" h="88">
                  <a:moveTo>
                    <a:pt x="354" y="88"/>
                  </a:moveTo>
                  <a:lnTo>
                    <a:pt x="275" y="29"/>
                  </a:lnTo>
                  <a:lnTo>
                    <a:pt x="187" y="0"/>
                  </a:lnTo>
                  <a:lnTo>
                    <a:pt x="89" y="0"/>
                  </a:lnTo>
                  <a:lnTo>
                    <a:pt x="40" y="19"/>
                  </a:lnTo>
                  <a:lnTo>
                    <a:pt x="0" y="49"/>
                  </a:lnTo>
                  <a:lnTo>
                    <a:pt x="40" y="19"/>
                  </a:lnTo>
                  <a:lnTo>
                    <a:pt x="89" y="0"/>
                  </a:lnTo>
                  <a:lnTo>
                    <a:pt x="187" y="0"/>
                  </a:lnTo>
                  <a:lnTo>
                    <a:pt x="275" y="29"/>
                  </a:lnTo>
                  <a:lnTo>
                    <a:pt x="354" y="88"/>
                  </a:lnTo>
                  <a:close/>
                  <a:moveTo>
                    <a:pt x="354" y="88"/>
                  </a:moveTo>
                  <a:lnTo>
                    <a:pt x="354" y="8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56" name="Freeform 139"/>
            <p:cNvSpPr>
              <a:spLocks noChangeAspect="1" noEditPoints="1"/>
            </p:cNvSpPr>
            <p:nvPr/>
          </p:nvSpPr>
          <p:spPr>
            <a:xfrm>
              <a:off x="3442" y="2242"/>
              <a:ext cx="98" cy="254"/>
            </a:xfrm>
            <a:custGeom>
              <a:avLst/>
              <a:gdLst>
                <a:gd name="txL" fmla="*/ 0 w 98"/>
                <a:gd name="txT" fmla="*/ 0 h 254"/>
                <a:gd name="txR" fmla="*/ 98 w 98"/>
                <a:gd name="txB" fmla="*/ 254 h 254"/>
              </a:gdLst>
              <a:ahLst/>
              <a:cxnLst>
                <a:cxn ang="0">
                  <a:pos x="98" y="0"/>
                </a:cxn>
                <a:cxn ang="0">
                  <a:pos x="39" y="49"/>
                </a:cxn>
                <a:cxn ang="0">
                  <a:pos x="10" y="117"/>
                </a:cxn>
                <a:cxn ang="0">
                  <a:pos x="0" y="186"/>
                </a:cxn>
                <a:cxn ang="0">
                  <a:pos x="10" y="254"/>
                </a:cxn>
                <a:cxn ang="0">
                  <a:pos x="10" y="254"/>
                </a:cxn>
                <a:cxn ang="0">
                  <a:pos x="0" y="186"/>
                </a:cxn>
                <a:cxn ang="0">
                  <a:pos x="10" y="117"/>
                </a:cxn>
                <a:cxn ang="0">
                  <a:pos x="39" y="49"/>
                </a:cxn>
                <a:cxn ang="0">
                  <a:pos x="98" y="0"/>
                </a:cxn>
                <a:cxn ang="0">
                  <a:pos x="98" y="0"/>
                </a:cxn>
                <a:cxn ang="0">
                  <a:pos x="98" y="0"/>
                </a:cxn>
                <a:cxn ang="0">
                  <a:pos x="98" y="0"/>
                </a:cxn>
                <a:cxn ang="0">
                  <a:pos x="98" y="0"/>
                </a:cxn>
              </a:cxnLst>
              <a:rect l="txL" t="txT" r="txR" b="txB"/>
              <a:pathLst>
                <a:path w="98" h="254">
                  <a:moveTo>
                    <a:pt x="98" y="0"/>
                  </a:moveTo>
                  <a:lnTo>
                    <a:pt x="39" y="49"/>
                  </a:lnTo>
                  <a:lnTo>
                    <a:pt x="10" y="117"/>
                  </a:lnTo>
                  <a:lnTo>
                    <a:pt x="0" y="186"/>
                  </a:lnTo>
                  <a:lnTo>
                    <a:pt x="10" y="254"/>
                  </a:lnTo>
                  <a:lnTo>
                    <a:pt x="0" y="186"/>
                  </a:lnTo>
                  <a:lnTo>
                    <a:pt x="10" y="117"/>
                  </a:lnTo>
                  <a:lnTo>
                    <a:pt x="39" y="49"/>
                  </a:lnTo>
                  <a:lnTo>
                    <a:pt x="98" y="0"/>
                  </a:lnTo>
                  <a:close/>
                  <a:moveTo>
                    <a:pt x="98" y="0"/>
                  </a:moveTo>
                  <a:lnTo>
                    <a:pt x="9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57" name="Freeform 140"/>
            <p:cNvSpPr>
              <a:spLocks noChangeAspect="1"/>
            </p:cNvSpPr>
            <p:nvPr/>
          </p:nvSpPr>
          <p:spPr>
            <a:xfrm>
              <a:off x="3786" y="2536"/>
              <a:ext cx="137" cy="147"/>
            </a:xfrm>
            <a:custGeom>
              <a:avLst/>
              <a:gdLst>
                <a:gd name="txL" fmla="*/ 0 w 137"/>
                <a:gd name="txT" fmla="*/ 0 h 147"/>
                <a:gd name="txR" fmla="*/ 137 w 137"/>
                <a:gd name="txB" fmla="*/ 147 h 147"/>
              </a:gdLst>
              <a:ahLst/>
              <a:cxnLst>
                <a:cxn ang="0">
                  <a:pos x="78" y="0"/>
                </a:cxn>
                <a:cxn ang="0">
                  <a:pos x="0" y="147"/>
                </a:cxn>
                <a:cxn ang="0">
                  <a:pos x="137" y="58"/>
                </a:cxn>
                <a:cxn ang="0">
                  <a:pos x="78" y="0"/>
                </a:cxn>
                <a:cxn ang="0">
                  <a:pos x="78" y="0"/>
                </a:cxn>
              </a:cxnLst>
              <a:rect l="txL" t="txT" r="txR" b="txB"/>
              <a:pathLst>
                <a:path w="137" h="147">
                  <a:moveTo>
                    <a:pt x="78" y="0"/>
                  </a:moveTo>
                  <a:lnTo>
                    <a:pt x="0" y="147"/>
                  </a:lnTo>
                  <a:lnTo>
                    <a:pt x="137" y="58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8916" name="Group 150"/>
          <p:cNvGrpSpPr/>
          <p:nvPr/>
        </p:nvGrpSpPr>
        <p:grpSpPr>
          <a:xfrm>
            <a:off x="690563" y="1036638"/>
            <a:ext cx="6838950" cy="606425"/>
            <a:chOff x="303" y="653"/>
            <a:chExt cx="3039" cy="382"/>
          </a:xfrm>
        </p:grpSpPr>
        <p:sp>
          <p:nvSpPr>
            <p:cNvPr id="38920" name="Text Box 142"/>
            <p:cNvSpPr txBox="1"/>
            <p:nvPr/>
          </p:nvSpPr>
          <p:spPr>
            <a:xfrm>
              <a:off x="303" y="663"/>
              <a:ext cx="3039" cy="37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latin typeface="Times New Roman" panose="02020603050405020304" pitchFamily="18" charset="0"/>
                  <a:cs typeface="Arial" panose="020B0604020202020204" pitchFamily="34" charset="0"/>
                </a:rPr>
                <a:t>如下图</a:t>
              </a:r>
              <a:r>
                <a:rPr lang="en-US" altLang="zh-CN" sz="2000" b="1" dirty="0">
                  <a:latin typeface="Times New Roman" panose="02020603050405020304" pitchFamily="18" charset="0"/>
                  <a:cs typeface="Arial" panose="020B0604020202020204" pitchFamily="34" charset="0"/>
                </a:rPr>
                <a:t>, </a:t>
              </a:r>
              <a:r>
                <a:rPr lang="zh-CN" altLang="en-US" sz="2000" b="1" dirty="0">
                  <a:latin typeface="Times New Roman" panose="02020603050405020304" pitchFamily="18" charset="0"/>
                  <a:cs typeface="Arial" panose="020B0604020202020204" pitchFamily="34" charset="0"/>
                </a:rPr>
                <a:t>用网孔分析法求支路电流</a:t>
              </a:r>
              <a:r>
                <a:rPr lang="en-US" altLang="zh-CN" sz="2000" b="1" dirty="0">
                  <a:latin typeface="Times New Roman" panose="02020603050405020304" pitchFamily="18" charset="0"/>
                  <a:cs typeface="Arial" panose="020B0604020202020204" pitchFamily="34" charset="0"/>
                </a:rPr>
                <a:t>           </a:t>
              </a:r>
              <a:r>
                <a:rPr lang="zh-CN" altLang="en-US" sz="2000" b="1" dirty="0">
                  <a:latin typeface="Times New Roman" panose="02020603050405020304" pitchFamily="18" charset="0"/>
                  <a:cs typeface="Arial" panose="020B0604020202020204" pitchFamily="34" charset="0"/>
                </a:rPr>
                <a:t>           </a:t>
              </a:r>
              <a:r>
                <a:rPr lang="en-US" altLang="zh-CN" sz="2000" b="1" dirty="0">
                  <a:latin typeface="Times New Roman" panose="02020603050405020304" pitchFamily="18" charset="0"/>
                  <a:cs typeface="Arial" panose="020B0604020202020204" pitchFamily="34" charset="0"/>
                </a:rPr>
                <a:t>  </a:t>
              </a:r>
              <a:r>
                <a:rPr lang="zh-CN" altLang="en-US" sz="2000" b="1" dirty="0">
                  <a:latin typeface="Times New Roman" panose="02020603050405020304" pitchFamily="18" charset="0"/>
                  <a:cs typeface="Arial" panose="020B0604020202020204" pitchFamily="34" charset="0"/>
                </a:rPr>
                <a:t>和     </a:t>
              </a:r>
              <a:r>
                <a:rPr lang="en-US" altLang="zh-CN" sz="2000" b="1" dirty="0">
                  <a:latin typeface="Times New Roman" panose="02020603050405020304" pitchFamily="18" charset="0"/>
                  <a:cs typeface="Arial" panose="020B0604020202020204" pitchFamily="34" charset="0"/>
                </a:rPr>
                <a:t>      </a:t>
              </a:r>
              <a:r>
                <a:rPr lang="zh-CN" altLang="en-US" sz="2000" b="1" dirty="0">
                  <a:latin typeface="Times New Roman" panose="02020603050405020304" pitchFamily="18" charset="0"/>
                  <a:cs typeface="Arial" panose="020B0604020202020204" pitchFamily="34" charset="0"/>
                </a:rPr>
                <a:t> </a:t>
              </a:r>
              <a:r>
                <a:rPr lang="en-US" altLang="zh-CN" sz="2000" b="1" dirty="0">
                  <a:latin typeface="Times New Roman" panose="02020603050405020304" pitchFamily="18" charset="0"/>
                  <a:cs typeface="Arial" panose="020B0604020202020204" pitchFamily="34" charset="0"/>
                </a:rPr>
                <a:t>.</a:t>
              </a: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  <a:ea typeface="Arial" panose="020B0604020202020204" pitchFamily="34" charset="0"/>
              </a:endParaRPr>
            </a:p>
          </p:txBody>
        </p:sp>
        <p:graphicFrame>
          <p:nvGraphicFramePr>
            <p:cNvPr id="38921" name="Object 148"/>
            <p:cNvGraphicFramePr>
              <a:graphicFrameLocks noChangeAspect="1"/>
            </p:cNvGraphicFramePr>
            <p:nvPr/>
          </p:nvGraphicFramePr>
          <p:xfrm>
            <a:off x="1455" y="663"/>
            <a:ext cx="318" cy="207"/>
          </p:xfrm>
          <a:graphic>
            <a:graphicData uri="http://schemas.openxmlformats.org/presentationml/2006/ole">
              <p:oleObj spid="_x0000_s13317" r:id="rId3" imgW="330057" imgH="215806" progId="">
                <p:embed/>
              </p:oleObj>
            </a:graphicData>
          </a:graphic>
        </p:graphicFrame>
        <p:graphicFrame>
          <p:nvGraphicFramePr>
            <p:cNvPr id="38922" name="Object 149"/>
            <p:cNvGraphicFramePr>
              <a:graphicFrameLocks noChangeAspect="1"/>
            </p:cNvGraphicFramePr>
            <p:nvPr/>
          </p:nvGraphicFramePr>
          <p:xfrm>
            <a:off x="1954" y="653"/>
            <a:ext cx="151" cy="227"/>
          </p:xfrm>
          <a:graphic>
            <a:graphicData uri="http://schemas.openxmlformats.org/presentationml/2006/ole">
              <p:oleObj spid="_x0000_s13318" r:id="rId4" imgW="152334" imgH="228501" progId="">
                <p:embed/>
              </p:oleObj>
            </a:graphicData>
          </a:graphic>
        </p:graphicFrame>
      </p:grpSp>
      <p:sp>
        <p:nvSpPr>
          <p:cNvPr id="38917" name="矩形 1"/>
          <p:cNvSpPr/>
          <p:nvPr/>
        </p:nvSpPr>
        <p:spPr>
          <a:xfrm>
            <a:off x="3462338" y="530225"/>
            <a:ext cx="1827212" cy="2762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0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（标签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+</a:t>
            </a:r>
            <a:r>
              <a:rPr lang="zh-CN" altLang="en-US" sz="20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原始方程！）</a:t>
            </a:r>
            <a:endParaRPr lang="en-US" altLang="zh-CN" sz="2000" b="1" baseline="-25000" dirty="0">
              <a:solidFill>
                <a:srgbClr val="FF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sp>
        <p:nvSpPr>
          <p:cNvPr id="38918" name="文本框 1"/>
          <p:cNvSpPr txBox="1"/>
          <p:nvPr/>
        </p:nvSpPr>
        <p:spPr>
          <a:xfrm>
            <a:off x="6659563" y="5614988"/>
            <a:ext cx="954087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/>
              <a:t>。。。</a:t>
            </a:r>
          </a:p>
        </p:txBody>
      </p:sp>
      <p:sp>
        <p:nvSpPr>
          <p:cNvPr id="38919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baseline="0" dirty="0">
                <a:latin typeface="Arial Black" panose="020B0A04020102020204" pitchFamily="34" charset="0"/>
                <a:cs typeface="Arial" panose="020B0604020202020204" pitchFamily="34" charset="0"/>
              </a:rPr>
              <a:pPr lvl="0" algn="r" eaLnBrk="1" hangingPunct="1">
                <a:buNone/>
              </a:pPr>
              <a:t>31</a:t>
            </a:fld>
            <a:endParaRPr lang="en-US" altLang="zh-CN" sz="1200" baseline="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38" name="Group 5"/>
          <p:cNvGrpSpPr>
            <a:grpSpLocks noChangeAspect="1"/>
          </p:cNvGrpSpPr>
          <p:nvPr/>
        </p:nvGrpSpPr>
        <p:grpSpPr>
          <a:xfrm>
            <a:off x="5427663" y="750888"/>
            <a:ext cx="3551237" cy="2420937"/>
            <a:chOff x="812" y="723"/>
            <a:chExt cx="4112" cy="2891"/>
          </a:xfrm>
        </p:grpSpPr>
        <p:sp>
          <p:nvSpPr>
            <p:cNvPr id="39948" name="Freeform 6"/>
            <p:cNvSpPr>
              <a:spLocks noChangeAspect="1"/>
            </p:cNvSpPr>
            <p:nvPr/>
          </p:nvSpPr>
          <p:spPr>
            <a:xfrm>
              <a:off x="2951" y="1144"/>
              <a:ext cx="1" cy="2469"/>
            </a:xfrm>
            <a:custGeom>
              <a:avLst/>
              <a:gdLst>
                <a:gd name="txL" fmla="*/ 0 w 1"/>
                <a:gd name="txT" fmla="*/ 0 h 2469"/>
                <a:gd name="txR" fmla="*/ 1 w 1"/>
                <a:gd name="txB" fmla="*/ 2469 h 2469"/>
              </a:gdLst>
              <a:ahLst/>
              <a:cxnLst>
                <a:cxn ang="0">
                  <a:pos x="0" y="2469"/>
                </a:cxn>
                <a:cxn ang="0">
                  <a:pos x="0" y="0"/>
                </a:cxn>
                <a:cxn ang="0">
                  <a:pos x="0" y="2469"/>
                </a:cxn>
                <a:cxn ang="0">
                  <a:pos x="0" y="2469"/>
                </a:cxn>
              </a:cxnLst>
              <a:rect l="txL" t="txT" r="txR" b="txB"/>
              <a:pathLst>
                <a:path w="1" h="2469">
                  <a:moveTo>
                    <a:pt x="0" y="2469"/>
                  </a:moveTo>
                  <a:lnTo>
                    <a:pt x="0" y="0"/>
                  </a:lnTo>
                  <a:lnTo>
                    <a:pt x="0" y="246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49" name="Freeform 7"/>
            <p:cNvSpPr>
              <a:spLocks noChangeAspect="1" noEditPoints="1"/>
            </p:cNvSpPr>
            <p:nvPr/>
          </p:nvSpPr>
          <p:spPr>
            <a:xfrm>
              <a:off x="1479" y="1144"/>
              <a:ext cx="1472" cy="1"/>
            </a:xfrm>
            <a:custGeom>
              <a:avLst/>
              <a:gdLst>
                <a:gd name="txL" fmla="*/ 0 w 1472"/>
                <a:gd name="txT" fmla="*/ 0 h 1"/>
                <a:gd name="txR" fmla="*/ 1472 w 1472"/>
                <a:gd name="txB" fmla="*/ 1 h 1"/>
              </a:gdLst>
              <a:ahLst/>
              <a:cxnLst>
                <a:cxn ang="0">
                  <a:pos x="1472" y="0"/>
                </a:cxn>
                <a:cxn ang="0">
                  <a:pos x="0" y="0"/>
                </a:cxn>
                <a:cxn ang="0">
                  <a:pos x="1472" y="0"/>
                </a:cxn>
                <a:cxn ang="0">
                  <a:pos x="1472" y="0"/>
                </a:cxn>
                <a:cxn ang="0">
                  <a:pos x="1472" y="0"/>
                </a:cxn>
                <a:cxn ang="0">
                  <a:pos x="1472" y="0"/>
                </a:cxn>
                <a:cxn ang="0">
                  <a:pos x="1472" y="0"/>
                </a:cxn>
              </a:cxnLst>
              <a:rect l="txL" t="txT" r="txR" b="txB"/>
              <a:pathLst>
                <a:path w="1472" h="1">
                  <a:moveTo>
                    <a:pt x="1472" y="0"/>
                  </a:moveTo>
                  <a:lnTo>
                    <a:pt x="0" y="0"/>
                  </a:lnTo>
                  <a:lnTo>
                    <a:pt x="1472" y="0"/>
                  </a:lnTo>
                  <a:close/>
                  <a:moveTo>
                    <a:pt x="1472" y="0"/>
                  </a:moveTo>
                  <a:lnTo>
                    <a:pt x="1472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0" name="Freeform 8"/>
            <p:cNvSpPr>
              <a:spLocks noChangeAspect="1" noEditPoints="1"/>
            </p:cNvSpPr>
            <p:nvPr/>
          </p:nvSpPr>
          <p:spPr>
            <a:xfrm>
              <a:off x="1479" y="1144"/>
              <a:ext cx="1" cy="2469"/>
            </a:xfrm>
            <a:custGeom>
              <a:avLst/>
              <a:gdLst>
                <a:gd name="txL" fmla="*/ 0 w 1"/>
                <a:gd name="txT" fmla="*/ 0 h 2469"/>
                <a:gd name="txR" fmla="*/ 1 w 1"/>
                <a:gd name="txB" fmla="*/ 2469 h 2469"/>
              </a:gdLst>
              <a:ahLst/>
              <a:cxnLst>
                <a:cxn ang="0">
                  <a:pos x="0" y="0"/>
                </a:cxn>
                <a:cxn ang="0">
                  <a:pos x="0" y="2469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2469">
                  <a:moveTo>
                    <a:pt x="0" y="0"/>
                  </a:moveTo>
                  <a:lnTo>
                    <a:pt x="0" y="2469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1" name="Freeform 9"/>
            <p:cNvSpPr>
              <a:spLocks noChangeAspect="1" noEditPoints="1"/>
            </p:cNvSpPr>
            <p:nvPr/>
          </p:nvSpPr>
          <p:spPr>
            <a:xfrm>
              <a:off x="1479" y="3613"/>
              <a:ext cx="1472" cy="1"/>
            </a:xfrm>
            <a:custGeom>
              <a:avLst/>
              <a:gdLst>
                <a:gd name="txL" fmla="*/ 0 w 1472"/>
                <a:gd name="txT" fmla="*/ 0 h 1"/>
                <a:gd name="txR" fmla="*/ 1472 w 1472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47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472" h="1">
                  <a:moveTo>
                    <a:pt x="0" y="0"/>
                  </a:moveTo>
                  <a:lnTo>
                    <a:pt x="1472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2" name="Freeform 10"/>
            <p:cNvSpPr>
              <a:spLocks noChangeAspect="1"/>
            </p:cNvSpPr>
            <p:nvPr/>
          </p:nvSpPr>
          <p:spPr>
            <a:xfrm>
              <a:off x="2951" y="3613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3" name="Freeform 11"/>
            <p:cNvSpPr>
              <a:spLocks noChangeAspect="1"/>
            </p:cNvSpPr>
            <p:nvPr/>
          </p:nvSpPr>
          <p:spPr>
            <a:xfrm>
              <a:off x="2951" y="3613"/>
              <a:ext cx="1473" cy="1"/>
            </a:xfrm>
            <a:custGeom>
              <a:avLst/>
              <a:gdLst>
                <a:gd name="txL" fmla="*/ 0 w 1473"/>
                <a:gd name="txT" fmla="*/ 0 h 1"/>
                <a:gd name="txR" fmla="*/ 1473 w 1473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473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473" h="1">
                  <a:moveTo>
                    <a:pt x="0" y="0"/>
                  </a:moveTo>
                  <a:lnTo>
                    <a:pt x="147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4" name="Freeform 12"/>
            <p:cNvSpPr>
              <a:spLocks noChangeAspect="1" noEditPoints="1"/>
            </p:cNvSpPr>
            <p:nvPr/>
          </p:nvSpPr>
          <p:spPr>
            <a:xfrm>
              <a:off x="4424" y="1144"/>
              <a:ext cx="1" cy="2469"/>
            </a:xfrm>
            <a:custGeom>
              <a:avLst/>
              <a:gdLst>
                <a:gd name="txL" fmla="*/ 0 w 1"/>
                <a:gd name="txT" fmla="*/ 0 h 2469"/>
                <a:gd name="txR" fmla="*/ 1 w 1"/>
                <a:gd name="txB" fmla="*/ 2469 h 2469"/>
              </a:gdLst>
              <a:ahLst/>
              <a:cxnLst>
                <a:cxn ang="0">
                  <a:pos x="0" y="2469"/>
                </a:cxn>
                <a:cxn ang="0">
                  <a:pos x="0" y="0"/>
                </a:cxn>
                <a:cxn ang="0">
                  <a:pos x="0" y="2469"/>
                </a:cxn>
                <a:cxn ang="0">
                  <a:pos x="0" y="2469"/>
                </a:cxn>
                <a:cxn ang="0">
                  <a:pos x="0" y="2469"/>
                </a:cxn>
                <a:cxn ang="0">
                  <a:pos x="0" y="2469"/>
                </a:cxn>
                <a:cxn ang="0">
                  <a:pos x="0" y="2469"/>
                </a:cxn>
              </a:cxnLst>
              <a:rect l="txL" t="txT" r="txR" b="txB"/>
              <a:pathLst>
                <a:path w="1" h="2469">
                  <a:moveTo>
                    <a:pt x="0" y="2469"/>
                  </a:moveTo>
                  <a:lnTo>
                    <a:pt x="0" y="0"/>
                  </a:lnTo>
                  <a:lnTo>
                    <a:pt x="0" y="2469"/>
                  </a:lnTo>
                  <a:close/>
                  <a:moveTo>
                    <a:pt x="0" y="2469"/>
                  </a:moveTo>
                  <a:lnTo>
                    <a:pt x="0" y="246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5" name="Freeform 13"/>
            <p:cNvSpPr>
              <a:spLocks noChangeAspect="1" noEditPoints="1"/>
            </p:cNvSpPr>
            <p:nvPr/>
          </p:nvSpPr>
          <p:spPr>
            <a:xfrm>
              <a:off x="2951" y="1144"/>
              <a:ext cx="1473" cy="1"/>
            </a:xfrm>
            <a:custGeom>
              <a:avLst/>
              <a:gdLst>
                <a:gd name="txL" fmla="*/ 0 w 1473"/>
                <a:gd name="txT" fmla="*/ 0 h 1"/>
                <a:gd name="txR" fmla="*/ 1473 w 1473"/>
                <a:gd name="txB" fmla="*/ 1 h 1"/>
              </a:gdLst>
              <a:ahLst/>
              <a:cxnLst>
                <a:cxn ang="0">
                  <a:pos x="1473" y="0"/>
                </a:cxn>
                <a:cxn ang="0">
                  <a:pos x="0" y="0"/>
                </a:cxn>
                <a:cxn ang="0">
                  <a:pos x="1473" y="0"/>
                </a:cxn>
                <a:cxn ang="0">
                  <a:pos x="1473" y="0"/>
                </a:cxn>
                <a:cxn ang="0">
                  <a:pos x="1473" y="0"/>
                </a:cxn>
                <a:cxn ang="0">
                  <a:pos x="1473" y="0"/>
                </a:cxn>
                <a:cxn ang="0">
                  <a:pos x="1473" y="0"/>
                </a:cxn>
              </a:cxnLst>
              <a:rect l="txL" t="txT" r="txR" b="txB"/>
              <a:pathLst>
                <a:path w="1473" h="1">
                  <a:moveTo>
                    <a:pt x="1473" y="0"/>
                  </a:moveTo>
                  <a:lnTo>
                    <a:pt x="0" y="0"/>
                  </a:lnTo>
                  <a:lnTo>
                    <a:pt x="1473" y="0"/>
                  </a:lnTo>
                  <a:close/>
                  <a:moveTo>
                    <a:pt x="1473" y="0"/>
                  </a:moveTo>
                  <a:lnTo>
                    <a:pt x="1473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6" name="Freeform 14"/>
            <p:cNvSpPr>
              <a:spLocks noChangeAspect="1"/>
            </p:cNvSpPr>
            <p:nvPr/>
          </p:nvSpPr>
          <p:spPr>
            <a:xfrm>
              <a:off x="1302" y="2202"/>
              <a:ext cx="364" cy="353"/>
            </a:xfrm>
            <a:custGeom>
              <a:avLst/>
              <a:gdLst>
                <a:gd name="txL" fmla="*/ 0 w 364"/>
                <a:gd name="txT" fmla="*/ 0 h 353"/>
                <a:gd name="txR" fmla="*/ 364 w 364"/>
                <a:gd name="txB" fmla="*/ 353 h 353"/>
              </a:gdLst>
              <a:ahLst/>
              <a:cxnLst>
                <a:cxn ang="0">
                  <a:pos x="177" y="353"/>
                </a:cxn>
                <a:cxn ang="0">
                  <a:pos x="246" y="343"/>
                </a:cxn>
                <a:cxn ang="0">
                  <a:pos x="305" y="304"/>
                </a:cxn>
                <a:cxn ang="0">
                  <a:pos x="344" y="245"/>
                </a:cxn>
                <a:cxn ang="0">
                  <a:pos x="364" y="177"/>
                </a:cxn>
                <a:cxn ang="0">
                  <a:pos x="344" y="108"/>
                </a:cxn>
                <a:cxn ang="0">
                  <a:pos x="305" y="49"/>
                </a:cxn>
                <a:cxn ang="0">
                  <a:pos x="246" y="10"/>
                </a:cxn>
                <a:cxn ang="0">
                  <a:pos x="177" y="0"/>
                </a:cxn>
                <a:cxn ang="0">
                  <a:pos x="108" y="10"/>
                </a:cxn>
                <a:cxn ang="0">
                  <a:pos x="49" y="49"/>
                </a:cxn>
                <a:cxn ang="0">
                  <a:pos x="10" y="108"/>
                </a:cxn>
                <a:cxn ang="0">
                  <a:pos x="0" y="177"/>
                </a:cxn>
                <a:cxn ang="0">
                  <a:pos x="10" y="245"/>
                </a:cxn>
                <a:cxn ang="0">
                  <a:pos x="49" y="304"/>
                </a:cxn>
                <a:cxn ang="0">
                  <a:pos x="108" y="343"/>
                </a:cxn>
                <a:cxn ang="0">
                  <a:pos x="177" y="353"/>
                </a:cxn>
                <a:cxn ang="0">
                  <a:pos x="177" y="353"/>
                </a:cxn>
              </a:cxnLst>
              <a:rect l="txL" t="txT" r="txR" b="txB"/>
              <a:pathLst>
                <a:path w="364" h="353">
                  <a:moveTo>
                    <a:pt x="177" y="353"/>
                  </a:moveTo>
                  <a:lnTo>
                    <a:pt x="246" y="343"/>
                  </a:lnTo>
                  <a:lnTo>
                    <a:pt x="305" y="304"/>
                  </a:lnTo>
                  <a:lnTo>
                    <a:pt x="344" y="245"/>
                  </a:lnTo>
                  <a:lnTo>
                    <a:pt x="364" y="177"/>
                  </a:lnTo>
                  <a:lnTo>
                    <a:pt x="344" y="108"/>
                  </a:lnTo>
                  <a:lnTo>
                    <a:pt x="305" y="49"/>
                  </a:lnTo>
                  <a:lnTo>
                    <a:pt x="246" y="10"/>
                  </a:lnTo>
                  <a:lnTo>
                    <a:pt x="177" y="0"/>
                  </a:lnTo>
                  <a:lnTo>
                    <a:pt x="108" y="10"/>
                  </a:lnTo>
                  <a:lnTo>
                    <a:pt x="49" y="49"/>
                  </a:lnTo>
                  <a:lnTo>
                    <a:pt x="10" y="108"/>
                  </a:lnTo>
                  <a:lnTo>
                    <a:pt x="0" y="177"/>
                  </a:lnTo>
                  <a:lnTo>
                    <a:pt x="10" y="245"/>
                  </a:lnTo>
                  <a:lnTo>
                    <a:pt x="49" y="304"/>
                  </a:lnTo>
                  <a:lnTo>
                    <a:pt x="108" y="343"/>
                  </a:lnTo>
                  <a:lnTo>
                    <a:pt x="177" y="353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7" name="Freeform 15"/>
            <p:cNvSpPr>
              <a:spLocks noChangeAspect="1"/>
            </p:cNvSpPr>
            <p:nvPr/>
          </p:nvSpPr>
          <p:spPr>
            <a:xfrm>
              <a:off x="1479" y="2379"/>
              <a:ext cx="187" cy="176"/>
            </a:xfrm>
            <a:custGeom>
              <a:avLst/>
              <a:gdLst>
                <a:gd name="txL" fmla="*/ 0 w 187"/>
                <a:gd name="txT" fmla="*/ 0 h 176"/>
                <a:gd name="txR" fmla="*/ 187 w 187"/>
                <a:gd name="txB" fmla="*/ 176 h 176"/>
              </a:gdLst>
              <a:ahLst/>
              <a:cxnLst>
                <a:cxn ang="0">
                  <a:pos x="0" y="176"/>
                </a:cxn>
                <a:cxn ang="0">
                  <a:pos x="69" y="166"/>
                </a:cxn>
                <a:cxn ang="0">
                  <a:pos x="128" y="127"/>
                </a:cxn>
                <a:cxn ang="0">
                  <a:pos x="167" y="68"/>
                </a:cxn>
                <a:cxn ang="0">
                  <a:pos x="187" y="0"/>
                </a:cxn>
                <a:cxn ang="0">
                  <a:pos x="187" y="0"/>
                </a:cxn>
                <a:cxn ang="0">
                  <a:pos x="167" y="68"/>
                </a:cxn>
                <a:cxn ang="0">
                  <a:pos x="128" y="127"/>
                </a:cxn>
                <a:cxn ang="0">
                  <a:pos x="69" y="166"/>
                </a:cxn>
                <a:cxn ang="0">
                  <a:pos x="0" y="176"/>
                </a:cxn>
                <a:cxn ang="0">
                  <a:pos x="0" y="176"/>
                </a:cxn>
              </a:cxnLst>
              <a:rect l="txL" t="txT" r="txR" b="txB"/>
              <a:pathLst>
                <a:path w="187" h="176">
                  <a:moveTo>
                    <a:pt x="0" y="176"/>
                  </a:moveTo>
                  <a:lnTo>
                    <a:pt x="69" y="166"/>
                  </a:lnTo>
                  <a:lnTo>
                    <a:pt x="128" y="127"/>
                  </a:lnTo>
                  <a:lnTo>
                    <a:pt x="167" y="68"/>
                  </a:lnTo>
                  <a:lnTo>
                    <a:pt x="187" y="0"/>
                  </a:lnTo>
                  <a:lnTo>
                    <a:pt x="167" y="68"/>
                  </a:lnTo>
                  <a:lnTo>
                    <a:pt x="128" y="127"/>
                  </a:lnTo>
                  <a:lnTo>
                    <a:pt x="69" y="166"/>
                  </a:lnTo>
                  <a:lnTo>
                    <a:pt x="0" y="17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8" name="Freeform 16"/>
            <p:cNvSpPr>
              <a:spLocks noChangeAspect="1" noEditPoints="1"/>
            </p:cNvSpPr>
            <p:nvPr/>
          </p:nvSpPr>
          <p:spPr>
            <a:xfrm>
              <a:off x="1479" y="2202"/>
              <a:ext cx="187" cy="177"/>
            </a:xfrm>
            <a:custGeom>
              <a:avLst/>
              <a:gdLst>
                <a:gd name="txL" fmla="*/ 0 w 187"/>
                <a:gd name="txT" fmla="*/ 0 h 177"/>
                <a:gd name="txR" fmla="*/ 187 w 187"/>
                <a:gd name="txB" fmla="*/ 177 h 177"/>
              </a:gdLst>
              <a:ahLst/>
              <a:cxnLst>
                <a:cxn ang="0">
                  <a:pos x="187" y="177"/>
                </a:cxn>
                <a:cxn ang="0">
                  <a:pos x="167" y="108"/>
                </a:cxn>
                <a:cxn ang="0">
                  <a:pos x="128" y="49"/>
                </a:cxn>
                <a:cxn ang="0">
                  <a:pos x="69" y="1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69" y="10"/>
                </a:cxn>
                <a:cxn ang="0">
                  <a:pos x="128" y="49"/>
                </a:cxn>
                <a:cxn ang="0">
                  <a:pos x="167" y="108"/>
                </a:cxn>
                <a:cxn ang="0">
                  <a:pos x="187" y="177"/>
                </a:cxn>
                <a:cxn ang="0">
                  <a:pos x="187" y="177"/>
                </a:cxn>
                <a:cxn ang="0">
                  <a:pos x="187" y="177"/>
                </a:cxn>
                <a:cxn ang="0">
                  <a:pos x="187" y="177"/>
                </a:cxn>
                <a:cxn ang="0">
                  <a:pos x="187" y="177"/>
                </a:cxn>
              </a:cxnLst>
              <a:rect l="txL" t="txT" r="txR" b="txB"/>
              <a:pathLst>
                <a:path w="187" h="177">
                  <a:moveTo>
                    <a:pt x="187" y="177"/>
                  </a:moveTo>
                  <a:lnTo>
                    <a:pt x="167" y="108"/>
                  </a:lnTo>
                  <a:lnTo>
                    <a:pt x="128" y="49"/>
                  </a:lnTo>
                  <a:lnTo>
                    <a:pt x="69" y="10"/>
                  </a:lnTo>
                  <a:lnTo>
                    <a:pt x="0" y="0"/>
                  </a:lnTo>
                  <a:lnTo>
                    <a:pt x="69" y="10"/>
                  </a:lnTo>
                  <a:lnTo>
                    <a:pt x="128" y="49"/>
                  </a:lnTo>
                  <a:lnTo>
                    <a:pt x="167" y="108"/>
                  </a:lnTo>
                  <a:lnTo>
                    <a:pt x="187" y="177"/>
                  </a:lnTo>
                  <a:close/>
                  <a:moveTo>
                    <a:pt x="187" y="177"/>
                  </a:moveTo>
                  <a:lnTo>
                    <a:pt x="187" y="17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9" name="Freeform 17"/>
            <p:cNvSpPr>
              <a:spLocks noChangeAspect="1" noEditPoints="1"/>
            </p:cNvSpPr>
            <p:nvPr/>
          </p:nvSpPr>
          <p:spPr>
            <a:xfrm>
              <a:off x="1302" y="2202"/>
              <a:ext cx="177" cy="177"/>
            </a:xfrm>
            <a:custGeom>
              <a:avLst/>
              <a:gdLst>
                <a:gd name="txL" fmla="*/ 0 w 177"/>
                <a:gd name="txT" fmla="*/ 0 h 177"/>
                <a:gd name="txR" fmla="*/ 177 w 177"/>
                <a:gd name="txB" fmla="*/ 177 h 177"/>
              </a:gdLst>
              <a:ahLst/>
              <a:cxnLst>
                <a:cxn ang="0">
                  <a:pos x="177" y="0"/>
                </a:cxn>
                <a:cxn ang="0">
                  <a:pos x="108" y="10"/>
                </a:cxn>
                <a:cxn ang="0">
                  <a:pos x="49" y="49"/>
                </a:cxn>
                <a:cxn ang="0">
                  <a:pos x="10" y="108"/>
                </a:cxn>
                <a:cxn ang="0">
                  <a:pos x="0" y="177"/>
                </a:cxn>
                <a:cxn ang="0">
                  <a:pos x="0" y="177"/>
                </a:cxn>
                <a:cxn ang="0">
                  <a:pos x="10" y="108"/>
                </a:cxn>
                <a:cxn ang="0">
                  <a:pos x="49" y="49"/>
                </a:cxn>
                <a:cxn ang="0">
                  <a:pos x="108" y="10"/>
                </a:cxn>
                <a:cxn ang="0">
                  <a:pos x="177" y="0"/>
                </a:cxn>
                <a:cxn ang="0">
                  <a:pos x="177" y="0"/>
                </a:cxn>
                <a:cxn ang="0">
                  <a:pos x="177" y="0"/>
                </a:cxn>
                <a:cxn ang="0">
                  <a:pos x="177" y="0"/>
                </a:cxn>
                <a:cxn ang="0">
                  <a:pos x="177" y="0"/>
                </a:cxn>
              </a:cxnLst>
              <a:rect l="txL" t="txT" r="txR" b="txB"/>
              <a:pathLst>
                <a:path w="177" h="177">
                  <a:moveTo>
                    <a:pt x="177" y="0"/>
                  </a:moveTo>
                  <a:lnTo>
                    <a:pt x="108" y="10"/>
                  </a:lnTo>
                  <a:lnTo>
                    <a:pt x="49" y="49"/>
                  </a:lnTo>
                  <a:lnTo>
                    <a:pt x="10" y="108"/>
                  </a:lnTo>
                  <a:lnTo>
                    <a:pt x="0" y="177"/>
                  </a:lnTo>
                  <a:lnTo>
                    <a:pt x="10" y="108"/>
                  </a:lnTo>
                  <a:lnTo>
                    <a:pt x="49" y="49"/>
                  </a:lnTo>
                  <a:lnTo>
                    <a:pt x="108" y="10"/>
                  </a:lnTo>
                  <a:lnTo>
                    <a:pt x="177" y="0"/>
                  </a:lnTo>
                  <a:close/>
                  <a:moveTo>
                    <a:pt x="177" y="0"/>
                  </a:moveTo>
                  <a:lnTo>
                    <a:pt x="177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60" name="Freeform 18"/>
            <p:cNvSpPr>
              <a:spLocks noChangeAspect="1" noEditPoints="1"/>
            </p:cNvSpPr>
            <p:nvPr/>
          </p:nvSpPr>
          <p:spPr>
            <a:xfrm>
              <a:off x="1302" y="2379"/>
              <a:ext cx="177" cy="176"/>
            </a:xfrm>
            <a:custGeom>
              <a:avLst/>
              <a:gdLst>
                <a:gd name="txL" fmla="*/ 0 w 177"/>
                <a:gd name="txT" fmla="*/ 0 h 176"/>
                <a:gd name="txR" fmla="*/ 177 w 177"/>
                <a:gd name="txB" fmla="*/ 176 h 176"/>
              </a:gdLst>
              <a:ahLst/>
              <a:cxnLst>
                <a:cxn ang="0">
                  <a:pos x="0" y="0"/>
                </a:cxn>
                <a:cxn ang="0">
                  <a:pos x="10" y="68"/>
                </a:cxn>
                <a:cxn ang="0">
                  <a:pos x="49" y="127"/>
                </a:cxn>
                <a:cxn ang="0">
                  <a:pos x="108" y="166"/>
                </a:cxn>
                <a:cxn ang="0">
                  <a:pos x="177" y="176"/>
                </a:cxn>
                <a:cxn ang="0">
                  <a:pos x="177" y="176"/>
                </a:cxn>
                <a:cxn ang="0">
                  <a:pos x="108" y="166"/>
                </a:cxn>
                <a:cxn ang="0">
                  <a:pos x="49" y="127"/>
                </a:cxn>
                <a:cxn ang="0">
                  <a:pos x="10" y="6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77" h="176">
                  <a:moveTo>
                    <a:pt x="0" y="0"/>
                  </a:moveTo>
                  <a:lnTo>
                    <a:pt x="10" y="68"/>
                  </a:lnTo>
                  <a:lnTo>
                    <a:pt x="49" y="127"/>
                  </a:lnTo>
                  <a:lnTo>
                    <a:pt x="108" y="166"/>
                  </a:lnTo>
                  <a:lnTo>
                    <a:pt x="177" y="176"/>
                  </a:lnTo>
                  <a:lnTo>
                    <a:pt x="108" y="166"/>
                  </a:lnTo>
                  <a:lnTo>
                    <a:pt x="49" y="127"/>
                  </a:lnTo>
                  <a:lnTo>
                    <a:pt x="10" y="68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61" name="Freeform 19"/>
            <p:cNvSpPr>
              <a:spLocks noChangeAspect="1"/>
            </p:cNvSpPr>
            <p:nvPr/>
          </p:nvSpPr>
          <p:spPr>
            <a:xfrm>
              <a:off x="1479" y="2555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62" name="Freeform 20"/>
            <p:cNvSpPr>
              <a:spLocks noChangeAspect="1"/>
            </p:cNvSpPr>
            <p:nvPr/>
          </p:nvSpPr>
          <p:spPr>
            <a:xfrm>
              <a:off x="1420" y="2261"/>
              <a:ext cx="108" cy="108"/>
            </a:xfrm>
            <a:custGeom>
              <a:avLst/>
              <a:gdLst>
                <a:gd name="txL" fmla="*/ 0 w 108"/>
                <a:gd name="txT" fmla="*/ 0 h 108"/>
                <a:gd name="txR" fmla="*/ 108 w 108"/>
                <a:gd name="txB" fmla="*/ 108 h 108"/>
              </a:gdLst>
              <a:ahLst/>
              <a:cxnLst>
                <a:cxn ang="0">
                  <a:pos x="49" y="49"/>
                </a:cxn>
                <a:cxn ang="0">
                  <a:pos x="0" y="49"/>
                </a:cxn>
                <a:cxn ang="0">
                  <a:pos x="0" y="59"/>
                </a:cxn>
                <a:cxn ang="0">
                  <a:pos x="49" y="59"/>
                </a:cxn>
                <a:cxn ang="0">
                  <a:pos x="49" y="108"/>
                </a:cxn>
                <a:cxn ang="0">
                  <a:pos x="69" y="108"/>
                </a:cxn>
                <a:cxn ang="0">
                  <a:pos x="69" y="59"/>
                </a:cxn>
                <a:cxn ang="0">
                  <a:pos x="108" y="59"/>
                </a:cxn>
                <a:cxn ang="0">
                  <a:pos x="108" y="49"/>
                </a:cxn>
                <a:cxn ang="0">
                  <a:pos x="69" y="49"/>
                </a:cxn>
                <a:cxn ang="0">
                  <a:pos x="69" y="0"/>
                </a:cxn>
                <a:cxn ang="0">
                  <a:pos x="49" y="0"/>
                </a:cxn>
                <a:cxn ang="0">
                  <a:pos x="49" y="49"/>
                </a:cxn>
              </a:cxnLst>
              <a:rect l="txL" t="txT" r="txR" b="txB"/>
              <a:pathLst>
                <a:path w="108" h="108">
                  <a:moveTo>
                    <a:pt x="49" y="49"/>
                  </a:moveTo>
                  <a:lnTo>
                    <a:pt x="0" y="49"/>
                  </a:lnTo>
                  <a:lnTo>
                    <a:pt x="0" y="59"/>
                  </a:lnTo>
                  <a:lnTo>
                    <a:pt x="49" y="59"/>
                  </a:lnTo>
                  <a:lnTo>
                    <a:pt x="49" y="108"/>
                  </a:lnTo>
                  <a:lnTo>
                    <a:pt x="69" y="108"/>
                  </a:lnTo>
                  <a:lnTo>
                    <a:pt x="69" y="59"/>
                  </a:lnTo>
                  <a:lnTo>
                    <a:pt x="108" y="59"/>
                  </a:lnTo>
                  <a:lnTo>
                    <a:pt x="108" y="49"/>
                  </a:lnTo>
                  <a:lnTo>
                    <a:pt x="69" y="49"/>
                  </a:lnTo>
                  <a:lnTo>
                    <a:pt x="69" y="0"/>
                  </a:lnTo>
                  <a:lnTo>
                    <a:pt x="49" y="0"/>
                  </a:lnTo>
                  <a:lnTo>
                    <a:pt x="49" y="4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63" name="Rectangle 21"/>
            <p:cNvSpPr>
              <a:spLocks noChangeAspect="1"/>
            </p:cNvSpPr>
            <p:nvPr/>
          </p:nvSpPr>
          <p:spPr>
            <a:xfrm>
              <a:off x="1420" y="2457"/>
              <a:ext cx="118" cy="10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aseline="-25000" dirty="0">
                <a:ea typeface="Arial" panose="020B0604020202020204" pitchFamily="34" charset="0"/>
              </a:endParaRPr>
            </a:p>
          </p:txBody>
        </p:sp>
        <p:sp>
          <p:nvSpPr>
            <p:cNvPr id="39964" name="Freeform 22"/>
            <p:cNvSpPr>
              <a:spLocks noChangeAspect="1"/>
            </p:cNvSpPr>
            <p:nvPr/>
          </p:nvSpPr>
          <p:spPr>
            <a:xfrm>
              <a:off x="2775" y="2820"/>
              <a:ext cx="363" cy="343"/>
            </a:xfrm>
            <a:custGeom>
              <a:avLst/>
              <a:gdLst>
                <a:gd name="txL" fmla="*/ 0 w 363"/>
                <a:gd name="txT" fmla="*/ 0 h 343"/>
                <a:gd name="txR" fmla="*/ 363 w 363"/>
                <a:gd name="txB" fmla="*/ 343 h 343"/>
              </a:gdLst>
              <a:ahLst/>
              <a:cxnLst>
                <a:cxn ang="0">
                  <a:pos x="176" y="343"/>
                </a:cxn>
                <a:cxn ang="0">
                  <a:pos x="255" y="333"/>
                </a:cxn>
                <a:cxn ang="0">
                  <a:pos x="314" y="294"/>
                </a:cxn>
                <a:cxn ang="0">
                  <a:pos x="353" y="235"/>
                </a:cxn>
                <a:cxn ang="0">
                  <a:pos x="363" y="166"/>
                </a:cxn>
                <a:cxn ang="0">
                  <a:pos x="353" y="107"/>
                </a:cxn>
                <a:cxn ang="0">
                  <a:pos x="314" y="49"/>
                </a:cxn>
                <a:cxn ang="0">
                  <a:pos x="255" y="9"/>
                </a:cxn>
                <a:cxn ang="0">
                  <a:pos x="176" y="0"/>
                </a:cxn>
                <a:cxn ang="0">
                  <a:pos x="108" y="9"/>
                </a:cxn>
                <a:cxn ang="0">
                  <a:pos x="49" y="49"/>
                </a:cxn>
                <a:cxn ang="0">
                  <a:pos x="9" y="107"/>
                </a:cxn>
                <a:cxn ang="0">
                  <a:pos x="0" y="166"/>
                </a:cxn>
                <a:cxn ang="0">
                  <a:pos x="9" y="235"/>
                </a:cxn>
                <a:cxn ang="0">
                  <a:pos x="49" y="294"/>
                </a:cxn>
                <a:cxn ang="0">
                  <a:pos x="108" y="333"/>
                </a:cxn>
                <a:cxn ang="0">
                  <a:pos x="176" y="343"/>
                </a:cxn>
                <a:cxn ang="0">
                  <a:pos x="176" y="343"/>
                </a:cxn>
              </a:cxnLst>
              <a:rect l="txL" t="txT" r="txR" b="txB"/>
              <a:pathLst>
                <a:path w="363" h="343">
                  <a:moveTo>
                    <a:pt x="176" y="343"/>
                  </a:moveTo>
                  <a:lnTo>
                    <a:pt x="255" y="333"/>
                  </a:lnTo>
                  <a:lnTo>
                    <a:pt x="314" y="294"/>
                  </a:lnTo>
                  <a:lnTo>
                    <a:pt x="353" y="235"/>
                  </a:lnTo>
                  <a:lnTo>
                    <a:pt x="363" y="166"/>
                  </a:lnTo>
                  <a:lnTo>
                    <a:pt x="353" y="107"/>
                  </a:lnTo>
                  <a:lnTo>
                    <a:pt x="314" y="49"/>
                  </a:lnTo>
                  <a:lnTo>
                    <a:pt x="255" y="9"/>
                  </a:lnTo>
                  <a:lnTo>
                    <a:pt x="176" y="0"/>
                  </a:lnTo>
                  <a:lnTo>
                    <a:pt x="108" y="9"/>
                  </a:lnTo>
                  <a:lnTo>
                    <a:pt x="49" y="49"/>
                  </a:lnTo>
                  <a:lnTo>
                    <a:pt x="9" y="107"/>
                  </a:lnTo>
                  <a:lnTo>
                    <a:pt x="0" y="166"/>
                  </a:lnTo>
                  <a:lnTo>
                    <a:pt x="9" y="235"/>
                  </a:lnTo>
                  <a:lnTo>
                    <a:pt x="49" y="294"/>
                  </a:lnTo>
                  <a:lnTo>
                    <a:pt x="108" y="333"/>
                  </a:lnTo>
                  <a:lnTo>
                    <a:pt x="176" y="343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65" name="Freeform 23"/>
            <p:cNvSpPr>
              <a:spLocks noChangeAspect="1"/>
            </p:cNvSpPr>
            <p:nvPr/>
          </p:nvSpPr>
          <p:spPr>
            <a:xfrm>
              <a:off x="2951" y="2986"/>
              <a:ext cx="187" cy="177"/>
            </a:xfrm>
            <a:custGeom>
              <a:avLst/>
              <a:gdLst>
                <a:gd name="txL" fmla="*/ 0 w 187"/>
                <a:gd name="txT" fmla="*/ 0 h 177"/>
                <a:gd name="txR" fmla="*/ 187 w 187"/>
                <a:gd name="txB" fmla="*/ 177 h 177"/>
              </a:gdLst>
              <a:ahLst/>
              <a:cxnLst>
                <a:cxn ang="0">
                  <a:pos x="0" y="177"/>
                </a:cxn>
                <a:cxn ang="0">
                  <a:pos x="79" y="167"/>
                </a:cxn>
                <a:cxn ang="0">
                  <a:pos x="138" y="128"/>
                </a:cxn>
                <a:cxn ang="0">
                  <a:pos x="177" y="69"/>
                </a:cxn>
                <a:cxn ang="0">
                  <a:pos x="187" y="0"/>
                </a:cxn>
                <a:cxn ang="0">
                  <a:pos x="187" y="0"/>
                </a:cxn>
                <a:cxn ang="0">
                  <a:pos x="177" y="69"/>
                </a:cxn>
                <a:cxn ang="0">
                  <a:pos x="138" y="128"/>
                </a:cxn>
                <a:cxn ang="0">
                  <a:pos x="79" y="167"/>
                </a:cxn>
                <a:cxn ang="0">
                  <a:pos x="0" y="177"/>
                </a:cxn>
                <a:cxn ang="0">
                  <a:pos x="0" y="177"/>
                </a:cxn>
              </a:cxnLst>
              <a:rect l="txL" t="txT" r="txR" b="txB"/>
              <a:pathLst>
                <a:path w="187" h="177">
                  <a:moveTo>
                    <a:pt x="0" y="177"/>
                  </a:moveTo>
                  <a:lnTo>
                    <a:pt x="79" y="167"/>
                  </a:lnTo>
                  <a:lnTo>
                    <a:pt x="138" y="128"/>
                  </a:lnTo>
                  <a:lnTo>
                    <a:pt x="177" y="69"/>
                  </a:lnTo>
                  <a:lnTo>
                    <a:pt x="187" y="0"/>
                  </a:lnTo>
                  <a:lnTo>
                    <a:pt x="177" y="69"/>
                  </a:lnTo>
                  <a:lnTo>
                    <a:pt x="138" y="128"/>
                  </a:lnTo>
                  <a:lnTo>
                    <a:pt x="79" y="167"/>
                  </a:lnTo>
                  <a:lnTo>
                    <a:pt x="0" y="17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66" name="Freeform 24"/>
            <p:cNvSpPr>
              <a:spLocks noChangeAspect="1" noEditPoints="1"/>
            </p:cNvSpPr>
            <p:nvPr/>
          </p:nvSpPr>
          <p:spPr>
            <a:xfrm>
              <a:off x="2951" y="2820"/>
              <a:ext cx="187" cy="166"/>
            </a:xfrm>
            <a:custGeom>
              <a:avLst/>
              <a:gdLst>
                <a:gd name="txL" fmla="*/ 0 w 187"/>
                <a:gd name="txT" fmla="*/ 0 h 166"/>
                <a:gd name="txR" fmla="*/ 187 w 187"/>
                <a:gd name="txB" fmla="*/ 166 h 166"/>
              </a:gdLst>
              <a:ahLst/>
              <a:cxnLst>
                <a:cxn ang="0">
                  <a:pos x="187" y="166"/>
                </a:cxn>
                <a:cxn ang="0">
                  <a:pos x="177" y="98"/>
                </a:cxn>
                <a:cxn ang="0">
                  <a:pos x="138" y="49"/>
                </a:cxn>
                <a:cxn ang="0">
                  <a:pos x="79" y="9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9" y="9"/>
                </a:cxn>
                <a:cxn ang="0">
                  <a:pos x="138" y="49"/>
                </a:cxn>
                <a:cxn ang="0">
                  <a:pos x="177" y="107"/>
                </a:cxn>
                <a:cxn ang="0">
                  <a:pos x="187" y="166"/>
                </a:cxn>
                <a:cxn ang="0">
                  <a:pos x="187" y="166"/>
                </a:cxn>
                <a:cxn ang="0">
                  <a:pos x="187" y="166"/>
                </a:cxn>
                <a:cxn ang="0">
                  <a:pos x="187" y="166"/>
                </a:cxn>
                <a:cxn ang="0">
                  <a:pos x="187" y="166"/>
                </a:cxn>
              </a:cxnLst>
              <a:rect l="txL" t="txT" r="txR" b="txB"/>
              <a:pathLst>
                <a:path w="187" h="166">
                  <a:moveTo>
                    <a:pt x="187" y="166"/>
                  </a:moveTo>
                  <a:lnTo>
                    <a:pt x="177" y="98"/>
                  </a:lnTo>
                  <a:lnTo>
                    <a:pt x="138" y="49"/>
                  </a:lnTo>
                  <a:lnTo>
                    <a:pt x="79" y="9"/>
                  </a:lnTo>
                  <a:lnTo>
                    <a:pt x="0" y="0"/>
                  </a:lnTo>
                  <a:lnTo>
                    <a:pt x="79" y="9"/>
                  </a:lnTo>
                  <a:lnTo>
                    <a:pt x="138" y="49"/>
                  </a:lnTo>
                  <a:lnTo>
                    <a:pt x="177" y="107"/>
                  </a:lnTo>
                  <a:lnTo>
                    <a:pt x="187" y="166"/>
                  </a:lnTo>
                  <a:close/>
                  <a:moveTo>
                    <a:pt x="187" y="166"/>
                  </a:moveTo>
                  <a:lnTo>
                    <a:pt x="187" y="16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67" name="Freeform 25"/>
            <p:cNvSpPr>
              <a:spLocks noChangeAspect="1" noEditPoints="1"/>
            </p:cNvSpPr>
            <p:nvPr/>
          </p:nvSpPr>
          <p:spPr>
            <a:xfrm>
              <a:off x="2775" y="2820"/>
              <a:ext cx="176" cy="166"/>
            </a:xfrm>
            <a:custGeom>
              <a:avLst/>
              <a:gdLst>
                <a:gd name="txL" fmla="*/ 0 w 176"/>
                <a:gd name="txT" fmla="*/ 0 h 166"/>
                <a:gd name="txR" fmla="*/ 176 w 176"/>
                <a:gd name="txB" fmla="*/ 166 h 166"/>
              </a:gdLst>
              <a:ahLst/>
              <a:cxnLst>
                <a:cxn ang="0">
                  <a:pos x="176" y="0"/>
                </a:cxn>
                <a:cxn ang="0">
                  <a:pos x="108" y="9"/>
                </a:cxn>
                <a:cxn ang="0">
                  <a:pos x="49" y="49"/>
                </a:cxn>
                <a:cxn ang="0">
                  <a:pos x="9" y="107"/>
                </a:cxn>
                <a:cxn ang="0">
                  <a:pos x="0" y="166"/>
                </a:cxn>
                <a:cxn ang="0">
                  <a:pos x="0" y="166"/>
                </a:cxn>
                <a:cxn ang="0">
                  <a:pos x="9" y="98"/>
                </a:cxn>
                <a:cxn ang="0">
                  <a:pos x="49" y="49"/>
                </a:cxn>
                <a:cxn ang="0">
                  <a:pos x="108" y="9"/>
                </a:cxn>
                <a:cxn ang="0">
                  <a:pos x="176" y="0"/>
                </a:cxn>
                <a:cxn ang="0">
                  <a:pos x="176" y="0"/>
                </a:cxn>
                <a:cxn ang="0">
                  <a:pos x="176" y="0"/>
                </a:cxn>
                <a:cxn ang="0">
                  <a:pos x="176" y="0"/>
                </a:cxn>
                <a:cxn ang="0">
                  <a:pos x="176" y="0"/>
                </a:cxn>
              </a:cxnLst>
              <a:rect l="txL" t="txT" r="txR" b="txB"/>
              <a:pathLst>
                <a:path w="176" h="166">
                  <a:moveTo>
                    <a:pt x="176" y="0"/>
                  </a:moveTo>
                  <a:lnTo>
                    <a:pt x="108" y="9"/>
                  </a:lnTo>
                  <a:lnTo>
                    <a:pt x="49" y="49"/>
                  </a:lnTo>
                  <a:lnTo>
                    <a:pt x="9" y="107"/>
                  </a:lnTo>
                  <a:lnTo>
                    <a:pt x="0" y="166"/>
                  </a:lnTo>
                  <a:lnTo>
                    <a:pt x="9" y="98"/>
                  </a:lnTo>
                  <a:lnTo>
                    <a:pt x="49" y="49"/>
                  </a:lnTo>
                  <a:lnTo>
                    <a:pt x="108" y="9"/>
                  </a:lnTo>
                  <a:lnTo>
                    <a:pt x="176" y="0"/>
                  </a:lnTo>
                  <a:close/>
                  <a:moveTo>
                    <a:pt x="176" y="0"/>
                  </a:moveTo>
                  <a:lnTo>
                    <a:pt x="176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68" name="Freeform 26"/>
            <p:cNvSpPr>
              <a:spLocks noChangeAspect="1" noEditPoints="1"/>
            </p:cNvSpPr>
            <p:nvPr/>
          </p:nvSpPr>
          <p:spPr>
            <a:xfrm>
              <a:off x="2775" y="2986"/>
              <a:ext cx="176" cy="177"/>
            </a:xfrm>
            <a:custGeom>
              <a:avLst/>
              <a:gdLst>
                <a:gd name="txL" fmla="*/ 0 w 176"/>
                <a:gd name="txT" fmla="*/ 0 h 177"/>
                <a:gd name="txR" fmla="*/ 176 w 176"/>
                <a:gd name="txB" fmla="*/ 177 h 177"/>
              </a:gdLst>
              <a:ahLst/>
              <a:cxnLst>
                <a:cxn ang="0">
                  <a:pos x="0" y="0"/>
                </a:cxn>
                <a:cxn ang="0">
                  <a:pos x="9" y="69"/>
                </a:cxn>
                <a:cxn ang="0">
                  <a:pos x="49" y="128"/>
                </a:cxn>
                <a:cxn ang="0">
                  <a:pos x="108" y="167"/>
                </a:cxn>
                <a:cxn ang="0">
                  <a:pos x="176" y="177"/>
                </a:cxn>
                <a:cxn ang="0">
                  <a:pos x="176" y="177"/>
                </a:cxn>
                <a:cxn ang="0">
                  <a:pos x="108" y="167"/>
                </a:cxn>
                <a:cxn ang="0">
                  <a:pos x="49" y="128"/>
                </a:cxn>
                <a:cxn ang="0">
                  <a:pos x="9" y="69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76" h="177">
                  <a:moveTo>
                    <a:pt x="0" y="0"/>
                  </a:moveTo>
                  <a:lnTo>
                    <a:pt x="9" y="69"/>
                  </a:lnTo>
                  <a:lnTo>
                    <a:pt x="49" y="128"/>
                  </a:lnTo>
                  <a:lnTo>
                    <a:pt x="108" y="167"/>
                  </a:lnTo>
                  <a:lnTo>
                    <a:pt x="176" y="177"/>
                  </a:lnTo>
                  <a:lnTo>
                    <a:pt x="108" y="167"/>
                  </a:lnTo>
                  <a:lnTo>
                    <a:pt x="49" y="128"/>
                  </a:lnTo>
                  <a:lnTo>
                    <a:pt x="9" y="69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69" name="Freeform 27"/>
            <p:cNvSpPr>
              <a:spLocks noChangeAspect="1"/>
            </p:cNvSpPr>
            <p:nvPr/>
          </p:nvSpPr>
          <p:spPr>
            <a:xfrm>
              <a:off x="2951" y="3163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70" name="Freeform 28"/>
            <p:cNvSpPr>
              <a:spLocks noChangeAspect="1"/>
            </p:cNvSpPr>
            <p:nvPr/>
          </p:nvSpPr>
          <p:spPr>
            <a:xfrm>
              <a:off x="2892" y="2878"/>
              <a:ext cx="118" cy="98"/>
            </a:xfrm>
            <a:custGeom>
              <a:avLst/>
              <a:gdLst>
                <a:gd name="txL" fmla="*/ 0 w 118"/>
                <a:gd name="txT" fmla="*/ 0 h 98"/>
                <a:gd name="txR" fmla="*/ 118 w 118"/>
                <a:gd name="txB" fmla="*/ 98 h 98"/>
              </a:gdLst>
              <a:ahLst/>
              <a:cxnLst>
                <a:cxn ang="0">
                  <a:pos x="50" y="40"/>
                </a:cxn>
                <a:cxn ang="0">
                  <a:pos x="0" y="40"/>
                </a:cxn>
                <a:cxn ang="0">
                  <a:pos x="0" y="59"/>
                </a:cxn>
                <a:cxn ang="0">
                  <a:pos x="50" y="59"/>
                </a:cxn>
                <a:cxn ang="0">
                  <a:pos x="50" y="98"/>
                </a:cxn>
                <a:cxn ang="0">
                  <a:pos x="69" y="98"/>
                </a:cxn>
                <a:cxn ang="0">
                  <a:pos x="69" y="59"/>
                </a:cxn>
                <a:cxn ang="0">
                  <a:pos x="118" y="59"/>
                </a:cxn>
                <a:cxn ang="0">
                  <a:pos x="118" y="40"/>
                </a:cxn>
                <a:cxn ang="0">
                  <a:pos x="69" y="40"/>
                </a:cxn>
                <a:cxn ang="0">
                  <a:pos x="69" y="0"/>
                </a:cxn>
                <a:cxn ang="0">
                  <a:pos x="50" y="0"/>
                </a:cxn>
                <a:cxn ang="0">
                  <a:pos x="50" y="40"/>
                </a:cxn>
              </a:cxnLst>
              <a:rect l="txL" t="txT" r="txR" b="txB"/>
              <a:pathLst>
                <a:path w="118" h="98">
                  <a:moveTo>
                    <a:pt x="50" y="40"/>
                  </a:moveTo>
                  <a:lnTo>
                    <a:pt x="0" y="40"/>
                  </a:lnTo>
                  <a:lnTo>
                    <a:pt x="0" y="59"/>
                  </a:lnTo>
                  <a:lnTo>
                    <a:pt x="50" y="59"/>
                  </a:lnTo>
                  <a:lnTo>
                    <a:pt x="50" y="98"/>
                  </a:lnTo>
                  <a:lnTo>
                    <a:pt x="69" y="98"/>
                  </a:lnTo>
                  <a:lnTo>
                    <a:pt x="69" y="59"/>
                  </a:lnTo>
                  <a:lnTo>
                    <a:pt x="118" y="59"/>
                  </a:lnTo>
                  <a:lnTo>
                    <a:pt x="118" y="40"/>
                  </a:lnTo>
                  <a:lnTo>
                    <a:pt x="69" y="40"/>
                  </a:lnTo>
                  <a:lnTo>
                    <a:pt x="69" y="0"/>
                  </a:lnTo>
                  <a:lnTo>
                    <a:pt x="50" y="0"/>
                  </a:lnTo>
                  <a:lnTo>
                    <a:pt x="50" y="4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71" name="Rectangle 29"/>
            <p:cNvSpPr>
              <a:spLocks noChangeAspect="1"/>
            </p:cNvSpPr>
            <p:nvPr/>
          </p:nvSpPr>
          <p:spPr>
            <a:xfrm>
              <a:off x="2892" y="3065"/>
              <a:ext cx="118" cy="9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aseline="-25000" dirty="0">
                <a:ea typeface="Arial" panose="020B0604020202020204" pitchFamily="34" charset="0"/>
              </a:endParaRPr>
            </a:p>
          </p:txBody>
        </p:sp>
        <p:sp>
          <p:nvSpPr>
            <p:cNvPr id="39972" name="Freeform 30"/>
            <p:cNvSpPr>
              <a:spLocks noChangeAspect="1"/>
            </p:cNvSpPr>
            <p:nvPr/>
          </p:nvSpPr>
          <p:spPr>
            <a:xfrm>
              <a:off x="4394" y="2202"/>
              <a:ext cx="59" cy="422"/>
            </a:xfrm>
            <a:custGeom>
              <a:avLst/>
              <a:gdLst>
                <a:gd name="txL" fmla="*/ 0 w 59"/>
                <a:gd name="txT" fmla="*/ 0 h 422"/>
                <a:gd name="txR" fmla="*/ 59 w 59"/>
                <a:gd name="txB" fmla="*/ 422 h 422"/>
              </a:gdLst>
              <a:ahLst/>
              <a:cxnLst>
                <a:cxn ang="0">
                  <a:pos x="0" y="0"/>
                </a:cxn>
                <a:cxn ang="0">
                  <a:pos x="59" y="0"/>
                </a:cxn>
                <a:cxn ang="0">
                  <a:pos x="59" y="422"/>
                </a:cxn>
                <a:cxn ang="0">
                  <a:pos x="0" y="422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59" h="422">
                  <a:moveTo>
                    <a:pt x="0" y="0"/>
                  </a:moveTo>
                  <a:lnTo>
                    <a:pt x="59" y="0"/>
                  </a:lnTo>
                  <a:lnTo>
                    <a:pt x="59" y="422"/>
                  </a:lnTo>
                  <a:lnTo>
                    <a:pt x="0" y="4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73" name="Freeform 31"/>
            <p:cNvSpPr>
              <a:spLocks noChangeAspect="1"/>
            </p:cNvSpPr>
            <p:nvPr/>
          </p:nvSpPr>
          <p:spPr>
            <a:xfrm>
              <a:off x="4365" y="2604"/>
              <a:ext cx="59" cy="20"/>
            </a:xfrm>
            <a:custGeom>
              <a:avLst/>
              <a:gdLst>
                <a:gd name="txL" fmla="*/ 0 w 59"/>
                <a:gd name="txT" fmla="*/ 0 h 20"/>
                <a:gd name="txR" fmla="*/ 59 w 59"/>
                <a:gd name="txB" fmla="*/ 20 h 20"/>
              </a:gdLst>
              <a:ahLst/>
              <a:cxnLst>
                <a:cxn ang="0">
                  <a:pos x="59" y="20"/>
                </a:cxn>
                <a:cxn ang="0">
                  <a:pos x="0" y="0"/>
                </a:cxn>
                <a:cxn ang="0">
                  <a:pos x="59" y="20"/>
                </a:cxn>
                <a:cxn ang="0">
                  <a:pos x="59" y="20"/>
                </a:cxn>
              </a:cxnLst>
              <a:rect l="txL" t="txT" r="txR" b="txB"/>
              <a:pathLst>
                <a:path w="59" h="20">
                  <a:moveTo>
                    <a:pt x="59" y="20"/>
                  </a:moveTo>
                  <a:lnTo>
                    <a:pt x="0" y="0"/>
                  </a:lnTo>
                  <a:lnTo>
                    <a:pt x="59" y="2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74" name="Freeform 32"/>
            <p:cNvSpPr>
              <a:spLocks noChangeAspect="1" noEditPoints="1"/>
            </p:cNvSpPr>
            <p:nvPr/>
          </p:nvSpPr>
          <p:spPr>
            <a:xfrm>
              <a:off x="4365" y="2575"/>
              <a:ext cx="59" cy="29"/>
            </a:xfrm>
            <a:custGeom>
              <a:avLst/>
              <a:gdLst>
                <a:gd name="txL" fmla="*/ 0 w 59"/>
                <a:gd name="txT" fmla="*/ 0 h 29"/>
                <a:gd name="txR" fmla="*/ 59 w 59"/>
                <a:gd name="txB" fmla="*/ 29 h 29"/>
              </a:gdLst>
              <a:ahLst/>
              <a:cxnLst>
                <a:cxn ang="0">
                  <a:pos x="0" y="29"/>
                </a:cxn>
                <a:cxn ang="0">
                  <a:pos x="59" y="0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</a:cxnLst>
              <a:rect l="txL" t="txT" r="txR" b="txB"/>
              <a:pathLst>
                <a:path w="59" h="29">
                  <a:moveTo>
                    <a:pt x="0" y="29"/>
                  </a:moveTo>
                  <a:lnTo>
                    <a:pt x="59" y="0"/>
                  </a:lnTo>
                  <a:lnTo>
                    <a:pt x="0" y="29"/>
                  </a:lnTo>
                  <a:close/>
                  <a:moveTo>
                    <a:pt x="0" y="29"/>
                  </a:moveTo>
                  <a:lnTo>
                    <a:pt x="0" y="2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75" name="Freeform 33"/>
            <p:cNvSpPr>
              <a:spLocks noChangeAspect="1" noEditPoints="1"/>
            </p:cNvSpPr>
            <p:nvPr/>
          </p:nvSpPr>
          <p:spPr>
            <a:xfrm>
              <a:off x="4424" y="2545"/>
              <a:ext cx="68" cy="30"/>
            </a:xfrm>
            <a:custGeom>
              <a:avLst/>
              <a:gdLst>
                <a:gd name="txL" fmla="*/ 0 w 68"/>
                <a:gd name="txT" fmla="*/ 0 h 30"/>
                <a:gd name="txR" fmla="*/ 68 w 68"/>
                <a:gd name="txB" fmla="*/ 30 h 30"/>
              </a:gdLst>
              <a:ahLst/>
              <a:cxnLst>
                <a:cxn ang="0">
                  <a:pos x="0" y="30"/>
                </a:cxn>
                <a:cxn ang="0">
                  <a:pos x="68" y="0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0" y="30"/>
                </a:cxn>
              </a:cxnLst>
              <a:rect l="txL" t="txT" r="txR" b="txB"/>
              <a:pathLst>
                <a:path w="68" h="30">
                  <a:moveTo>
                    <a:pt x="0" y="30"/>
                  </a:moveTo>
                  <a:lnTo>
                    <a:pt x="68" y="0"/>
                  </a:lnTo>
                  <a:lnTo>
                    <a:pt x="0" y="30"/>
                  </a:lnTo>
                  <a:close/>
                  <a:moveTo>
                    <a:pt x="0" y="30"/>
                  </a:moveTo>
                  <a:lnTo>
                    <a:pt x="0" y="3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76" name="Freeform 34"/>
            <p:cNvSpPr>
              <a:spLocks noChangeAspect="1" noEditPoints="1"/>
            </p:cNvSpPr>
            <p:nvPr/>
          </p:nvSpPr>
          <p:spPr>
            <a:xfrm>
              <a:off x="4424" y="2516"/>
              <a:ext cx="68" cy="29"/>
            </a:xfrm>
            <a:custGeom>
              <a:avLst/>
              <a:gdLst>
                <a:gd name="txL" fmla="*/ 0 w 68"/>
                <a:gd name="txT" fmla="*/ 0 h 29"/>
                <a:gd name="txR" fmla="*/ 68 w 68"/>
                <a:gd name="txB" fmla="*/ 29 h 29"/>
              </a:gdLst>
              <a:ahLst/>
              <a:cxnLst>
                <a:cxn ang="0">
                  <a:pos x="68" y="29"/>
                </a:cxn>
                <a:cxn ang="0">
                  <a:pos x="0" y="0"/>
                </a:cxn>
                <a:cxn ang="0">
                  <a:pos x="68" y="29"/>
                </a:cxn>
                <a:cxn ang="0">
                  <a:pos x="68" y="29"/>
                </a:cxn>
                <a:cxn ang="0">
                  <a:pos x="68" y="29"/>
                </a:cxn>
                <a:cxn ang="0">
                  <a:pos x="68" y="29"/>
                </a:cxn>
                <a:cxn ang="0">
                  <a:pos x="68" y="29"/>
                </a:cxn>
              </a:cxnLst>
              <a:rect l="txL" t="txT" r="txR" b="txB"/>
              <a:pathLst>
                <a:path w="68" h="29">
                  <a:moveTo>
                    <a:pt x="68" y="29"/>
                  </a:moveTo>
                  <a:lnTo>
                    <a:pt x="0" y="0"/>
                  </a:lnTo>
                  <a:lnTo>
                    <a:pt x="68" y="29"/>
                  </a:lnTo>
                  <a:close/>
                  <a:moveTo>
                    <a:pt x="68" y="29"/>
                  </a:moveTo>
                  <a:lnTo>
                    <a:pt x="68" y="2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77" name="Freeform 35"/>
            <p:cNvSpPr>
              <a:spLocks noChangeAspect="1" noEditPoints="1"/>
            </p:cNvSpPr>
            <p:nvPr/>
          </p:nvSpPr>
          <p:spPr>
            <a:xfrm>
              <a:off x="4424" y="2516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78" name="Freeform 36"/>
            <p:cNvSpPr>
              <a:spLocks noChangeAspect="1" noEditPoints="1"/>
            </p:cNvSpPr>
            <p:nvPr/>
          </p:nvSpPr>
          <p:spPr>
            <a:xfrm>
              <a:off x="4365" y="2496"/>
              <a:ext cx="59" cy="20"/>
            </a:xfrm>
            <a:custGeom>
              <a:avLst/>
              <a:gdLst>
                <a:gd name="txL" fmla="*/ 0 w 59"/>
                <a:gd name="txT" fmla="*/ 0 h 20"/>
                <a:gd name="txR" fmla="*/ 59 w 59"/>
                <a:gd name="txB" fmla="*/ 20 h 20"/>
              </a:gdLst>
              <a:ahLst/>
              <a:cxnLst>
                <a:cxn ang="0">
                  <a:pos x="59" y="20"/>
                </a:cxn>
                <a:cxn ang="0">
                  <a:pos x="0" y="0"/>
                </a:cxn>
                <a:cxn ang="0">
                  <a:pos x="59" y="20"/>
                </a:cxn>
                <a:cxn ang="0">
                  <a:pos x="59" y="20"/>
                </a:cxn>
                <a:cxn ang="0">
                  <a:pos x="59" y="20"/>
                </a:cxn>
                <a:cxn ang="0">
                  <a:pos x="59" y="20"/>
                </a:cxn>
                <a:cxn ang="0">
                  <a:pos x="59" y="20"/>
                </a:cxn>
              </a:cxnLst>
              <a:rect l="txL" t="txT" r="txR" b="txB"/>
              <a:pathLst>
                <a:path w="59" h="20">
                  <a:moveTo>
                    <a:pt x="59" y="20"/>
                  </a:moveTo>
                  <a:lnTo>
                    <a:pt x="0" y="0"/>
                  </a:lnTo>
                  <a:lnTo>
                    <a:pt x="59" y="20"/>
                  </a:lnTo>
                  <a:close/>
                  <a:moveTo>
                    <a:pt x="59" y="20"/>
                  </a:moveTo>
                  <a:lnTo>
                    <a:pt x="59" y="2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79" name="Freeform 37"/>
            <p:cNvSpPr>
              <a:spLocks noChangeAspect="1" noEditPoints="1"/>
            </p:cNvSpPr>
            <p:nvPr/>
          </p:nvSpPr>
          <p:spPr>
            <a:xfrm>
              <a:off x="4365" y="2467"/>
              <a:ext cx="59" cy="29"/>
            </a:xfrm>
            <a:custGeom>
              <a:avLst/>
              <a:gdLst>
                <a:gd name="txL" fmla="*/ 0 w 59"/>
                <a:gd name="txT" fmla="*/ 0 h 29"/>
                <a:gd name="txR" fmla="*/ 59 w 59"/>
                <a:gd name="txB" fmla="*/ 29 h 29"/>
              </a:gdLst>
              <a:ahLst/>
              <a:cxnLst>
                <a:cxn ang="0">
                  <a:pos x="0" y="29"/>
                </a:cxn>
                <a:cxn ang="0">
                  <a:pos x="59" y="0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</a:cxnLst>
              <a:rect l="txL" t="txT" r="txR" b="txB"/>
              <a:pathLst>
                <a:path w="59" h="29">
                  <a:moveTo>
                    <a:pt x="0" y="29"/>
                  </a:moveTo>
                  <a:lnTo>
                    <a:pt x="59" y="0"/>
                  </a:lnTo>
                  <a:lnTo>
                    <a:pt x="0" y="29"/>
                  </a:lnTo>
                  <a:close/>
                  <a:moveTo>
                    <a:pt x="0" y="29"/>
                  </a:moveTo>
                  <a:lnTo>
                    <a:pt x="0" y="2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80" name="Freeform 38"/>
            <p:cNvSpPr>
              <a:spLocks noChangeAspect="1" noEditPoints="1"/>
            </p:cNvSpPr>
            <p:nvPr/>
          </p:nvSpPr>
          <p:spPr>
            <a:xfrm>
              <a:off x="4424" y="2438"/>
              <a:ext cx="68" cy="29"/>
            </a:xfrm>
            <a:custGeom>
              <a:avLst/>
              <a:gdLst>
                <a:gd name="txL" fmla="*/ 0 w 68"/>
                <a:gd name="txT" fmla="*/ 0 h 29"/>
                <a:gd name="txR" fmla="*/ 68 w 68"/>
                <a:gd name="txB" fmla="*/ 29 h 29"/>
              </a:gdLst>
              <a:ahLst/>
              <a:cxnLst>
                <a:cxn ang="0">
                  <a:pos x="0" y="29"/>
                </a:cxn>
                <a:cxn ang="0">
                  <a:pos x="68" y="0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</a:cxnLst>
              <a:rect l="txL" t="txT" r="txR" b="txB"/>
              <a:pathLst>
                <a:path w="68" h="29">
                  <a:moveTo>
                    <a:pt x="0" y="29"/>
                  </a:moveTo>
                  <a:lnTo>
                    <a:pt x="68" y="0"/>
                  </a:lnTo>
                  <a:lnTo>
                    <a:pt x="0" y="29"/>
                  </a:lnTo>
                  <a:close/>
                  <a:moveTo>
                    <a:pt x="0" y="29"/>
                  </a:moveTo>
                  <a:lnTo>
                    <a:pt x="0" y="2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81" name="Freeform 39"/>
            <p:cNvSpPr>
              <a:spLocks noChangeAspect="1" noEditPoints="1"/>
            </p:cNvSpPr>
            <p:nvPr/>
          </p:nvSpPr>
          <p:spPr>
            <a:xfrm>
              <a:off x="4424" y="2408"/>
              <a:ext cx="68" cy="30"/>
            </a:xfrm>
            <a:custGeom>
              <a:avLst/>
              <a:gdLst>
                <a:gd name="txL" fmla="*/ 0 w 68"/>
                <a:gd name="txT" fmla="*/ 0 h 30"/>
                <a:gd name="txR" fmla="*/ 68 w 68"/>
                <a:gd name="txB" fmla="*/ 30 h 30"/>
              </a:gdLst>
              <a:ahLst/>
              <a:cxnLst>
                <a:cxn ang="0">
                  <a:pos x="68" y="30"/>
                </a:cxn>
                <a:cxn ang="0">
                  <a:pos x="0" y="0"/>
                </a:cxn>
                <a:cxn ang="0">
                  <a:pos x="68" y="30"/>
                </a:cxn>
                <a:cxn ang="0">
                  <a:pos x="68" y="30"/>
                </a:cxn>
                <a:cxn ang="0">
                  <a:pos x="68" y="30"/>
                </a:cxn>
                <a:cxn ang="0">
                  <a:pos x="68" y="30"/>
                </a:cxn>
                <a:cxn ang="0">
                  <a:pos x="68" y="30"/>
                </a:cxn>
              </a:cxnLst>
              <a:rect l="txL" t="txT" r="txR" b="txB"/>
              <a:pathLst>
                <a:path w="68" h="30">
                  <a:moveTo>
                    <a:pt x="68" y="30"/>
                  </a:moveTo>
                  <a:lnTo>
                    <a:pt x="0" y="0"/>
                  </a:lnTo>
                  <a:lnTo>
                    <a:pt x="68" y="30"/>
                  </a:lnTo>
                  <a:close/>
                  <a:moveTo>
                    <a:pt x="68" y="30"/>
                  </a:moveTo>
                  <a:lnTo>
                    <a:pt x="68" y="3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82" name="Freeform 40"/>
            <p:cNvSpPr>
              <a:spLocks noChangeAspect="1" noEditPoints="1"/>
            </p:cNvSpPr>
            <p:nvPr/>
          </p:nvSpPr>
          <p:spPr>
            <a:xfrm>
              <a:off x="4365" y="2389"/>
              <a:ext cx="59" cy="19"/>
            </a:xfrm>
            <a:custGeom>
              <a:avLst/>
              <a:gdLst>
                <a:gd name="txL" fmla="*/ 0 w 59"/>
                <a:gd name="txT" fmla="*/ 0 h 19"/>
                <a:gd name="txR" fmla="*/ 59 w 59"/>
                <a:gd name="txB" fmla="*/ 19 h 19"/>
              </a:gdLst>
              <a:ahLst/>
              <a:cxnLst>
                <a:cxn ang="0">
                  <a:pos x="59" y="19"/>
                </a:cxn>
                <a:cxn ang="0">
                  <a:pos x="0" y="0"/>
                </a:cxn>
                <a:cxn ang="0">
                  <a:pos x="59" y="19"/>
                </a:cxn>
                <a:cxn ang="0">
                  <a:pos x="59" y="19"/>
                </a:cxn>
                <a:cxn ang="0">
                  <a:pos x="59" y="19"/>
                </a:cxn>
                <a:cxn ang="0">
                  <a:pos x="59" y="19"/>
                </a:cxn>
                <a:cxn ang="0">
                  <a:pos x="59" y="19"/>
                </a:cxn>
              </a:cxnLst>
              <a:rect l="txL" t="txT" r="txR" b="txB"/>
              <a:pathLst>
                <a:path w="59" h="19">
                  <a:moveTo>
                    <a:pt x="59" y="19"/>
                  </a:moveTo>
                  <a:lnTo>
                    <a:pt x="0" y="0"/>
                  </a:lnTo>
                  <a:lnTo>
                    <a:pt x="59" y="19"/>
                  </a:lnTo>
                  <a:close/>
                  <a:moveTo>
                    <a:pt x="59" y="19"/>
                  </a:moveTo>
                  <a:lnTo>
                    <a:pt x="59" y="1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83" name="Freeform 41"/>
            <p:cNvSpPr>
              <a:spLocks noChangeAspect="1" noEditPoints="1"/>
            </p:cNvSpPr>
            <p:nvPr/>
          </p:nvSpPr>
          <p:spPr>
            <a:xfrm>
              <a:off x="4365" y="2359"/>
              <a:ext cx="59" cy="30"/>
            </a:xfrm>
            <a:custGeom>
              <a:avLst/>
              <a:gdLst>
                <a:gd name="txL" fmla="*/ 0 w 59"/>
                <a:gd name="txT" fmla="*/ 0 h 30"/>
                <a:gd name="txR" fmla="*/ 59 w 59"/>
                <a:gd name="txB" fmla="*/ 30 h 30"/>
              </a:gdLst>
              <a:ahLst/>
              <a:cxnLst>
                <a:cxn ang="0">
                  <a:pos x="0" y="30"/>
                </a:cxn>
                <a:cxn ang="0">
                  <a:pos x="59" y="0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0" y="30"/>
                </a:cxn>
              </a:cxnLst>
              <a:rect l="txL" t="txT" r="txR" b="txB"/>
              <a:pathLst>
                <a:path w="59" h="30">
                  <a:moveTo>
                    <a:pt x="0" y="30"/>
                  </a:moveTo>
                  <a:lnTo>
                    <a:pt x="59" y="0"/>
                  </a:lnTo>
                  <a:lnTo>
                    <a:pt x="0" y="30"/>
                  </a:lnTo>
                  <a:close/>
                  <a:moveTo>
                    <a:pt x="0" y="30"/>
                  </a:moveTo>
                  <a:lnTo>
                    <a:pt x="0" y="3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84" name="Freeform 42"/>
            <p:cNvSpPr>
              <a:spLocks noChangeAspect="1" noEditPoints="1"/>
            </p:cNvSpPr>
            <p:nvPr/>
          </p:nvSpPr>
          <p:spPr>
            <a:xfrm>
              <a:off x="4424" y="2330"/>
              <a:ext cx="68" cy="29"/>
            </a:xfrm>
            <a:custGeom>
              <a:avLst/>
              <a:gdLst>
                <a:gd name="txL" fmla="*/ 0 w 68"/>
                <a:gd name="txT" fmla="*/ 0 h 29"/>
                <a:gd name="txR" fmla="*/ 68 w 68"/>
                <a:gd name="txB" fmla="*/ 29 h 29"/>
              </a:gdLst>
              <a:ahLst/>
              <a:cxnLst>
                <a:cxn ang="0">
                  <a:pos x="0" y="29"/>
                </a:cxn>
                <a:cxn ang="0">
                  <a:pos x="68" y="0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</a:cxnLst>
              <a:rect l="txL" t="txT" r="txR" b="txB"/>
              <a:pathLst>
                <a:path w="68" h="29">
                  <a:moveTo>
                    <a:pt x="0" y="29"/>
                  </a:moveTo>
                  <a:lnTo>
                    <a:pt x="68" y="0"/>
                  </a:lnTo>
                  <a:lnTo>
                    <a:pt x="0" y="29"/>
                  </a:lnTo>
                  <a:close/>
                  <a:moveTo>
                    <a:pt x="0" y="29"/>
                  </a:moveTo>
                  <a:lnTo>
                    <a:pt x="0" y="2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85" name="Freeform 43"/>
            <p:cNvSpPr>
              <a:spLocks noChangeAspect="1" noEditPoints="1"/>
            </p:cNvSpPr>
            <p:nvPr/>
          </p:nvSpPr>
          <p:spPr>
            <a:xfrm>
              <a:off x="4424" y="2310"/>
              <a:ext cx="68" cy="20"/>
            </a:xfrm>
            <a:custGeom>
              <a:avLst/>
              <a:gdLst>
                <a:gd name="txL" fmla="*/ 0 w 68"/>
                <a:gd name="txT" fmla="*/ 0 h 20"/>
                <a:gd name="txR" fmla="*/ 68 w 68"/>
                <a:gd name="txB" fmla="*/ 20 h 20"/>
              </a:gdLst>
              <a:ahLst/>
              <a:cxnLst>
                <a:cxn ang="0">
                  <a:pos x="68" y="20"/>
                </a:cxn>
                <a:cxn ang="0">
                  <a:pos x="0" y="0"/>
                </a:cxn>
                <a:cxn ang="0">
                  <a:pos x="68" y="20"/>
                </a:cxn>
                <a:cxn ang="0">
                  <a:pos x="68" y="20"/>
                </a:cxn>
                <a:cxn ang="0">
                  <a:pos x="68" y="20"/>
                </a:cxn>
                <a:cxn ang="0">
                  <a:pos x="68" y="20"/>
                </a:cxn>
                <a:cxn ang="0">
                  <a:pos x="68" y="20"/>
                </a:cxn>
              </a:cxnLst>
              <a:rect l="txL" t="txT" r="txR" b="txB"/>
              <a:pathLst>
                <a:path w="68" h="20">
                  <a:moveTo>
                    <a:pt x="68" y="20"/>
                  </a:moveTo>
                  <a:lnTo>
                    <a:pt x="0" y="0"/>
                  </a:lnTo>
                  <a:lnTo>
                    <a:pt x="68" y="20"/>
                  </a:lnTo>
                  <a:close/>
                  <a:moveTo>
                    <a:pt x="68" y="20"/>
                  </a:moveTo>
                  <a:lnTo>
                    <a:pt x="68" y="2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86" name="Freeform 44"/>
            <p:cNvSpPr>
              <a:spLocks noChangeAspect="1" noEditPoints="1"/>
            </p:cNvSpPr>
            <p:nvPr/>
          </p:nvSpPr>
          <p:spPr>
            <a:xfrm>
              <a:off x="4365" y="2281"/>
              <a:ext cx="59" cy="29"/>
            </a:xfrm>
            <a:custGeom>
              <a:avLst/>
              <a:gdLst>
                <a:gd name="txL" fmla="*/ 0 w 59"/>
                <a:gd name="txT" fmla="*/ 0 h 29"/>
                <a:gd name="txR" fmla="*/ 59 w 59"/>
                <a:gd name="txB" fmla="*/ 29 h 29"/>
              </a:gdLst>
              <a:ahLst/>
              <a:cxnLst>
                <a:cxn ang="0">
                  <a:pos x="59" y="29"/>
                </a:cxn>
                <a:cxn ang="0">
                  <a:pos x="0" y="0"/>
                </a:cxn>
                <a:cxn ang="0">
                  <a:pos x="59" y="29"/>
                </a:cxn>
                <a:cxn ang="0">
                  <a:pos x="59" y="29"/>
                </a:cxn>
                <a:cxn ang="0">
                  <a:pos x="59" y="29"/>
                </a:cxn>
                <a:cxn ang="0">
                  <a:pos x="59" y="29"/>
                </a:cxn>
                <a:cxn ang="0">
                  <a:pos x="59" y="29"/>
                </a:cxn>
              </a:cxnLst>
              <a:rect l="txL" t="txT" r="txR" b="txB"/>
              <a:pathLst>
                <a:path w="59" h="29">
                  <a:moveTo>
                    <a:pt x="59" y="29"/>
                  </a:moveTo>
                  <a:lnTo>
                    <a:pt x="0" y="0"/>
                  </a:lnTo>
                  <a:lnTo>
                    <a:pt x="59" y="29"/>
                  </a:lnTo>
                  <a:close/>
                  <a:moveTo>
                    <a:pt x="59" y="29"/>
                  </a:moveTo>
                  <a:lnTo>
                    <a:pt x="59" y="2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87" name="Freeform 45"/>
            <p:cNvSpPr>
              <a:spLocks noChangeAspect="1" noEditPoints="1"/>
            </p:cNvSpPr>
            <p:nvPr/>
          </p:nvSpPr>
          <p:spPr>
            <a:xfrm>
              <a:off x="4365" y="2251"/>
              <a:ext cx="59" cy="30"/>
            </a:xfrm>
            <a:custGeom>
              <a:avLst/>
              <a:gdLst>
                <a:gd name="txL" fmla="*/ 0 w 59"/>
                <a:gd name="txT" fmla="*/ 0 h 30"/>
                <a:gd name="txR" fmla="*/ 59 w 59"/>
                <a:gd name="txB" fmla="*/ 30 h 30"/>
              </a:gdLst>
              <a:ahLst/>
              <a:cxnLst>
                <a:cxn ang="0">
                  <a:pos x="0" y="30"/>
                </a:cxn>
                <a:cxn ang="0">
                  <a:pos x="59" y="0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0" y="30"/>
                </a:cxn>
              </a:cxnLst>
              <a:rect l="txL" t="txT" r="txR" b="txB"/>
              <a:pathLst>
                <a:path w="59" h="30">
                  <a:moveTo>
                    <a:pt x="0" y="30"/>
                  </a:moveTo>
                  <a:lnTo>
                    <a:pt x="59" y="0"/>
                  </a:lnTo>
                  <a:lnTo>
                    <a:pt x="0" y="30"/>
                  </a:lnTo>
                  <a:close/>
                  <a:moveTo>
                    <a:pt x="0" y="30"/>
                  </a:moveTo>
                  <a:lnTo>
                    <a:pt x="0" y="3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88" name="Freeform 46"/>
            <p:cNvSpPr>
              <a:spLocks noChangeAspect="1" noEditPoints="1"/>
            </p:cNvSpPr>
            <p:nvPr/>
          </p:nvSpPr>
          <p:spPr>
            <a:xfrm>
              <a:off x="4424" y="2222"/>
              <a:ext cx="68" cy="29"/>
            </a:xfrm>
            <a:custGeom>
              <a:avLst/>
              <a:gdLst>
                <a:gd name="txL" fmla="*/ 0 w 68"/>
                <a:gd name="txT" fmla="*/ 0 h 29"/>
                <a:gd name="txR" fmla="*/ 68 w 68"/>
                <a:gd name="txB" fmla="*/ 29 h 29"/>
              </a:gdLst>
              <a:ahLst/>
              <a:cxnLst>
                <a:cxn ang="0">
                  <a:pos x="0" y="29"/>
                </a:cxn>
                <a:cxn ang="0">
                  <a:pos x="68" y="0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</a:cxnLst>
              <a:rect l="txL" t="txT" r="txR" b="txB"/>
              <a:pathLst>
                <a:path w="68" h="29">
                  <a:moveTo>
                    <a:pt x="0" y="29"/>
                  </a:moveTo>
                  <a:lnTo>
                    <a:pt x="68" y="0"/>
                  </a:lnTo>
                  <a:lnTo>
                    <a:pt x="0" y="29"/>
                  </a:lnTo>
                  <a:close/>
                  <a:moveTo>
                    <a:pt x="0" y="29"/>
                  </a:moveTo>
                  <a:lnTo>
                    <a:pt x="0" y="2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89" name="Freeform 47"/>
            <p:cNvSpPr>
              <a:spLocks noChangeAspect="1" noEditPoints="1"/>
            </p:cNvSpPr>
            <p:nvPr/>
          </p:nvSpPr>
          <p:spPr>
            <a:xfrm>
              <a:off x="4424" y="2193"/>
              <a:ext cx="68" cy="29"/>
            </a:xfrm>
            <a:custGeom>
              <a:avLst/>
              <a:gdLst>
                <a:gd name="txL" fmla="*/ 0 w 68"/>
                <a:gd name="txT" fmla="*/ 0 h 29"/>
                <a:gd name="txR" fmla="*/ 68 w 68"/>
                <a:gd name="txB" fmla="*/ 29 h 29"/>
              </a:gdLst>
              <a:ahLst/>
              <a:cxnLst>
                <a:cxn ang="0">
                  <a:pos x="68" y="29"/>
                </a:cxn>
                <a:cxn ang="0">
                  <a:pos x="0" y="0"/>
                </a:cxn>
                <a:cxn ang="0">
                  <a:pos x="68" y="29"/>
                </a:cxn>
                <a:cxn ang="0">
                  <a:pos x="68" y="29"/>
                </a:cxn>
                <a:cxn ang="0">
                  <a:pos x="68" y="29"/>
                </a:cxn>
                <a:cxn ang="0">
                  <a:pos x="68" y="29"/>
                </a:cxn>
                <a:cxn ang="0">
                  <a:pos x="68" y="29"/>
                </a:cxn>
              </a:cxnLst>
              <a:rect l="txL" t="txT" r="txR" b="txB"/>
              <a:pathLst>
                <a:path w="68" h="29">
                  <a:moveTo>
                    <a:pt x="68" y="29"/>
                  </a:moveTo>
                  <a:lnTo>
                    <a:pt x="0" y="0"/>
                  </a:lnTo>
                  <a:lnTo>
                    <a:pt x="68" y="29"/>
                  </a:lnTo>
                  <a:close/>
                  <a:moveTo>
                    <a:pt x="68" y="29"/>
                  </a:moveTo>
                  <a:lnTo>
                    <a:pt x="68" y="2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90" name="Freeform 48"/>
            <p:cNvSpPr>
              <a:spLocks noChangeAspect="1"/>
            </p:cNvSpPr>
            <p:nvPr/>
          </p:nvSpPr>
          <p:spPr>
            <a:xfrm>
              <a:off x="2922" y="1693"/>
              <a:ext cx="59" cy="412"/>
            </a:xfrm>
            <a:custGeom>
              <a:avLst/>
              <a:gdLst>
                <a:gd name="txL" fmla="*/ 0 w 59"/>
                <a:gd name="txT" fmla="*/ 0 h 412"/>
                <a:gd name="txR" fmla="*/ 59 w 59"/>
                <a:gd name="txB" fmla="*/ 412 h 412"/>
              </a:gdLst>
              <a:ahLst/>
              <a:cxnLst>
                <a:cxn ang="0">
                  <a:pos x="0" y="0"/>
                </a:cxn>
                <a:cxn ang="0">
                  <a:pos x="59" y="0"/>
                </a:cxn>
                <a:cxn ang="0">
                  <a:pos x="59" y="412"/>
                </a:cxn>
                <a:cxn ang="0">
                  <a:pos x="0" y="412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59" h="412">
                  <a:moveTo>
                    <a:pt x="0" y="0"/>
                  </a:moveTo>
                  <a:lnTo>
                    <a:pt x="59" y="0"/>
                  </a:lnTo>
                  <a:lnTo>
                    <a:pt x="59" y="412"/>
                  </a:lnTo>
                  <a:lnTo>
                    <a:pt x="0" y="4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91" name="Freeform 49"/>
            <p:cNvSpPr>
              <a:spLocks noChangeAspect="1"/>
            </p:cNvSpPr>
            <p:nvPr/>
          </p:nvSpPr>
          <p:spPr>
            <a:xfrm>
              <a:off x="2892" y="2085"/>
              <a:ext cx="59" cy="29"/>
            </a:xfrm>
            <a:custGeom>
              <a:avLst/>
              <a:gdLst>
                <a:gd name="txL" fmla="*/ 0 w 59"/>
                <a:gd name="txT" fmla="*/ 0 h 29"/>
                <a:gd name="txR" fmla="*/ 59 w 59"/>
                <a:gd name="txB" fmla="*/ 29 h 29"/>
              </a:gdLst>
              <a:ahLst/>
              <a:cxnLst>
                <a:cxn ang="0">
                  <a:pos x="59" y="29"/>
                </a:cxn>
                <a:cxn ang="0">
                  <a:pos x="0" y="0"/>
                </a:cxn>
                <a:cxn ang="0">
                  <a:pos x="59" y="29"/>
                </a:cxn>
                <a:cxn ang="0">
                  <a:pos x="59" y="29"/>
                </a:cxn>
              </a:cxnLst>
              <a:rect l="txL" t="txT" r="txR" b="txB"/>
              <a:pathLst>
                <a:path w="59" h="29">
                  <a:moveTo>
                    <a:pt x="59" y="29"/>
                  </a:moveTo>
                  <a:lnTo>
                    <a:pt x="0" y="0"/>
                  </a:lnTo>
                  <a:lnTo>
                    <a:pt x="59" y="2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92" name="Freeform 50"/>
            <p:cNvSpPr>
              <a:spLocks noChangeAspect="1" noEditPoints="1"/>
            </p:cNvSpPr>
            <p:nvPr/>
          </p:nvSpPr>
          <p:spPr>
            <a:xfrm>
              <a:off x="2892" y="2065"/>
              <a:ext cx="59" cy="20"/>
            </a:xfrm>
            <a:custGeom>
              <a:avLst/>
              <a:gdLst>
                <a:gd name="txL" fmla="*/ 0 w 59"/>
                <a:gd name="txT" fmla="*/ 0 h 20"/>
                <a:gd name="txR" fmla="*/ 59 w 59"/>
                <a:gd name="txB" fmla="*/ 20 h 20"/>
              </a:gdLst>
              <a:ahLst/>
              <a:cxnLst>
                <a:cxn ang="0">
                  <a:pos x="0" y="20"/>
                </a:cxn>
                <a:cxn ang="0">
                  <a:pos x="59" y="0"/>
                </a:cxn>
                <a:cxn ang="0">
                  <a:pos x="0" y="20"/>
                </a:cxn>
                <a:cxn ang="0">
                  <a:pos x="0" y="20"/>
                </a:cxn>
                <a:cxn ang="0">
                  <a:pos x="0" y="20"/>
                </a:cxn>
                <a:cxn ang="0">
                  <a:pos x="0" y="20"/>
                </a:cxn>
                <a:cxn ang="0">
                  <a:pos x="0" y="20"/>
                </a:cxn>
              </a:cxnLst>
              <a:rect l="txL" t="txT" r="txR" b="txB"/>
              <a:pathLst>
                <a:path w="59" h="20">
                  <a:moveTo>
                    <a:pt x="0" y="20"/>
                  </a:moveTo>
                  <a:lnTo>
                    <a:pt x="59" y="0"/>
                  </a:lnTo>
                  <a:lnTo>
                    <a:pt x="0" y="20"/>
                  </a:lnTo>
                  <a:close/>
                  <a:moveTo>
                    <a:pt x="0" y="20"/>
                  </a:moveTo>
                  <a:lnTo>
                    <a:pt x="0" y="2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93" name="Freeform 51"/>
            <p:cNvSpPr>
              <a:spLocks noChangeAspect="1" noEditPoints="1"/>
            </p:cNvSpPr>
            <p:nvPr/>
          </p:nvSpPr>
          <p:spPr>
            <a:xfrm>
              <a:off x="2951" y="2036"/>
              <a:ext cx="69" cy="29"/>
            </a:xfrm>
            <a:custGeom>
              <a:avLst/>
              <a:gdLst>
                <a:gd name="txL" fmla="*/ 0 w 69"/>
                <a:gd name="txT" fmla="*/ 0 h 29"/>
                <a:gd name="txR" fmla="*/ 69 w 69"/>
                <a:gd name="txB" fmla="*/ 29 h 29"/>
              </a:gdLst>
              <a:ahLst/>
              <a:cxnLst>
                <a:cxn ang="0">
                  <a:pos x="0" y="29"/>
                </a:cxn>
                <a:cxn ang="0">
                  <a:pos x="69" y="0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</a:cxnLst>
              <a:rect l="txL" t="txT" r="txR" b="txB"/>
              <a:pathLst>
                <a:path w="69" h="29">
                  <a:moveTo>
                    <a:pt x="0" y="29"/>
                  </a:moveTo>
                  <a:lnTo>
                    <a:pt x="69" y="0"/>
                  </a:lnTo>
                  <a:lnTo>
                    <a:pt x="0" y="29"/>
                  </a:lnTo>
                  <a:close/>
                  <a:moveTo>
                    <a:pt x="0" y="29"/>
                  </a:moveTo>
                  <a:lnTo>
                    <a:pt x="0" y="2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94" name="Freeform 52"/>
            <p:cNvSpPr>
              <a:spLocks noChangeAspect="1" noEditPoints="1"/>
            </p:cNvSpPr>
            <p:nvPr/>
          </p:nvSpPr>
          <p:spPr>
            <a:xfrm>
              <a:off x="2951" y="2007"/>
              <a:ext cx="69" cy="29"/>
            </a:xfrm>
            <a:custGeom>
              <a:avLst/>
              <a:gdLst>
                <a:gd name="txL" fmla="*/ 0 w 69"/>
                <a:gd name="txT" fmla="*/ 0 h 29"/>
                <a:gd name="txR" fmla="*/ 69 w 69"/>
                <a:gd name="txB" fmla="*/ 29 h 29"/>
              </a:gdLst>
              <a:ahLst/>
              <a:cxnLst>
                <a:cxn ang="0">
                  <a:pos x="69" y="29"/>
                </a:cxn>
                <a:cxn ang="0">
                  <a:pos x="0" y="0"/>
                </a:cxn>
                <a:cxn ang="0">
                  <a:pos x="69" y="29"/>
                </a:cxn>
                <a:cxn ang="0">
                  <a:pos x="69" y="29"/>
                </a:cxn>
                <a:cxn ang="0">
                  <a:pos x="69" y="29"/>
                </a:cxn>
                <a:cxn ang="0">
                  <a:pos x="69" y="29"/>
                </a:cxn>
                <a:cxn ang="0">
                  <a:pos x="69" y="29"/>
                </a:cxn>
              </a:cxnLst>
              <a:rect l="txL" t="txT" r="txR" b="txB"/>
              <a:pathLst>
                <a:path w="69" h="29">
                  <a:moveTo>
                    <a:pt x="69" y="29"/>
                  </a:moveTo>
                  <a:lnTo>
                    <a:pt x="0" y="0"/>
                  </a:lnTo>
                  <a:lnTo>
                    <a:pt x="69" y="29"/>
                  </a:lnTo>
                  <a:close/>
                  <a:moveTo>
                    <a:pt x="69" y="29"/>
                  </a:moveTo>
                  <a:lnTo>
                    <a:pt x="69" y="2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95" name="Freeform 53"/>
            <p:cNvSpPr>
              <a:spLocks noChangeAspect="1" noEditPoints="1"/>
            </p:cNvSpPr>
            <p:nvPr/>
          </p:nvSpPr>
          <p:spPr>
            <a:xfrm>
              <a:off x="2951" y="2007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96" name="Freeform 54"/>
            <p:cNvSpPr>
              <a:spLocks noChangeAspect="1" noEditPoints="1"/>
            </p:cNvSpPr>
            <p:nvPr/>
          </p:nvSpPr>
          <p:spPr>
            <a:xfrm>
              <a:off x="2892" y="1977"/>
              <a:ext cx="59" cy="30"/>
            </a:xfrm>
            <a:custGeom>
              <a:avLst/>
              <a:gdLst>
                <a:gd name="txL" fmla="*/ 0 w 59"/>
                <a:gd name="txT" fmla="*/ 0 h 30"/>
                <a:gd name="txR" fmla="*/ 59 w 59"/>
                <a:gd name="txB" fmla="*/ 30 h 30"/>
              </a:gdLst>
              <a:ahLst/>
              <a:cxnLst>
                <a:cxn ang="0">
                  <a:pos x="59" y="30"/>
                </a:cxn>
                <a:cxn ang="0">
                  <a:pos x="0" y="0"/>
                </a:cxn>
                <a:cxn ang="0">
                  <a:pos x="59" y="30"/>
                </a:cxn>
                <a:cxn ang="0">
                  <a:pos x="59" y="30"/>
                </a:cxn>
                <a:cxn ang="0">
                  <a:pos x="59" y="30"/>
                </a:cxn>
                <a:cxn ang="0">
                  <a:pos x="59" y="30"/>
                </a:cxn>
                <a:cxn ang="0">
                  <a:pos x="59" y="30"/>
                </a:cxn>
              </a:cxnLst>
              <a:rect l="txL" t="txT" r="txR" b="txB"/>
              <a:pathLst>
                <a:path w="59" h="30">
                  <a:moveTo>
                    <a:pt x="59" y="30"/>
                  </a:moveTo>
                  <a:lnTo>
                    <a:pt x="0" y="0"/>
                  </a:lnTo>
                  <a:lnTo>
                    <a:pt x="59" y="30"/>
                  </a:lnTo>
                  <a:close/>
                  <a:moveTo>
                    <a:pt x="59" y="30"/>
                  </a:moveTo>
                  <a:lnTo>
                    <a:pt x="59" y="3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97" name="Freeform 55"/>
            <p:cNvSpPr>
              <a:spLocks noChangeAspect="1" noEditPoints="1"/>
            </p:cNvSpPr>
            <p:nvPr/>
          </p:nvSpPr>
          <p:spPr>
            <a:xfrm>
              <a:off x="2892" y="1958"/>
              <a:ext cx="59" cy="19"/>
            </a:xfrm>
            <a:custGeom>
              <a:avLst/>
              <a:gdLst>
                <a:gd name="txL" fmla="*/ 0 w 59"/>
                <a:gd name="txT" fmla="*/ 0 h 19"/>
                <a:gd name="txR" fmla="*/ 59 w 59"/>
                <a:gd name="txB" fmla="*/ 19 h 19"/>
              </a:gdLst>
              <a:ahLst/>
              <a:cxnLst>
                <a:cxn ang="0">
                  <a:pos x="0" y="19"/>
                </a:cxn>
                <a:cxn ang="0">
                  <a:pos x="59" y="0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0" y="19"/>
                </a:cxn>
              </a:cxnLst>
              <a:rect l="txL" t="txT" r="txR" b="txB"/>
              <a:pathLst>
                <a:path w="59" h="19">
                  <a:moveTo>
                    <a:pt x="0" y="19"/>
                  </a:moveTo>
                  <a:lnTo>
                    <a:pt x="59" y="0"/>
                  </a:lnTo>
                  <a:lnTo>
                    <a:pt x="0" y="19"/>
                  </a:lnTo>
                  <a:close/>
                  <a:moveTo>
                    <a:pt x="0" y="19"/>
                  </a:moveTo>
                  <a:lnTo>
                    <a:pt x="0" y="1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98" name="Freeform 56"/>
            <p:cNvSpPr>
              <a:spLocks noChangeAspect="1" noEditPoints="1"/>
            </p:cNvSpPr>
            <p:nvPr/>
          </p:nvSpPr>
          <p:spPr>
            <a:xfrm>
              <a:off x="2951" y="1928"/>
              <a:ext cx="69" cy="30"/>
            </a:xfrm>
            <a:custGeom>
              <a:avLst/>
              <a:gdLst>
                <a:gd name="txL" fmla="*/ 0 w 69"/>
                <a:gd name="txT" fmla="*/ 0 h 30"/>
                <a:gd name="txR" fmla="*/ 69 w 69"/>
                <a:gd name="txB" fmla="*/ 30 h 30"/>
              </a:gdLst>
              <a:ahLst/>
              <a:cxnLst>
                <a:cxn ang="0">
                  <a:pos x="0" y="30"/>
                </a:cxn>
                <a:cxn ang="0">
                  <a:pos x="69" y="0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0" y="30"/>
                </a:cxn>
              </a:cxnLst>
              <a:rect l="txL" t="txT" r="txR" b="txB"/>
              <a:pathLst>
                <a:path w="69" h="30">
                  <a:moveTo>
                    <a:pt x="0" y="30"/>
                  </a:moveTo>
                  <a:lnTo>
                    <a:pt x="69" y="0"/>
                  </a:lnTo>
                  <a:lnTo>
                    <a:pt x="0" y="30"/>
                  </a:lnTo>
                  <a:close/>
                  <a:moveTo>
                    <a:pt x="0" y="30"/>
                  </a:moveTo>
                  <a:lnTo>
                    <a:pt x="0" y="3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99" name="Freeform 57"/>
            <p:cNvSpPr>
              <a:spLocks noChangeAspect="1" noEditPoints="1"/>
            </p:cNvSpPr>
            <p:nvPr/>
          </p:nvSpPr>
          <p:spPr>
            <a:xfrm>
              <a:off x="2951" y="1899"/>
              <a:ext cx="69" cy="29"/>
            </a:xfrm>
            <a:custGeom>
              <a:avLst/>
              <a:gdLst>
                <a:gd name="txL" fmla="*/ 0 w 69"/>
                <a:gd name="txT" fmla="*/ 0 h 29"/>
                <a:gd name="txR" fmla="*/ 69 w 69"/>
                <a:gd name="txB" fmla="*/ 29 h 29"/>
              </a:gdLst>
              <a:ahLst/>
              <a:cxnLst>
                <a:cxn ang="0">
                  <a:pos x="69" y="29"/>
                </a:cxn>
                <a:cxn ang="0">
                  <a:pos x="0" y="0"/>
                </a:cxn>
                <a:cxn ang="0">
                  <a:pos x="69" y="29"/>
                </a:cxn>
                <a:cxn ang="0">
                  <a:pos x="69" y="29"/>
                </a:cxn>
                <a:cxn ang="0">
                  <a:pos x="69" y="29"/>
                </a:cxn>
                <a:cxn ang="0">
                  <a:pos x="69" y="29"/>
                </a:cxn>
                <a:cxn ang="0">
                  <a:pos x="69" y="29"/>
                </a:cxn>
              </a:cxnLst>
              <a:rect l="txL" t="txT" r="txR" b="txB"/>
              <a:pathLst>
                <a:path w="69" h="29">
                  <a:moveTo>
                    <a:pt x="69" y="29"/>
                  </a:moveTo>
                  <a:lnTo>
                    <a:pt x="0" y="0"/>
                  </a:lnTo>
                  <a:lnTo>
                    <a:pt x="69" y="29"/>
                  </a:lnTo>
                  <a:close/>
                  <a:moveTo>
                    <a:pt x="69" y="29"/>
                  </a:moveTo>
                  <a:lnTo>
                    <a:pt x="69" y="2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00" name="Freeform 58"/>
            <p:cNvSpPr>
              <a:spLocks noChangeAspect="1" noEditPoints="1"/>
            </p:cNvSpPr>
            <p:nvPr/>
          </p:nvSpPr>
          <p:spPr>
            <a:xfrm>
              <a:off x="2892" y="1869"/>
              <a:ext cx="59" cy="30"/>
            </a:xfrm>
            <a:custGeom>
              <a:avLst/>
              <a:gdLst>
                <a:gd name="txL" fmla="*/ 0 w 59"/>
                <a:gd name="txT" fmla="*/ 0 h 30"/>
                <a:gd name="txR" fmla="*/ 59 w 59"/>
                <a:gd name="txB" fmla="*/ 30 h 30"/>
              </a:gdLst>
              <a:ahLst/>
              <a:cxnLst>
                <a:cxn ang="0">
                  <a:pos x="59" y="30"/>
                </a:cxn>
                <a:cxn ang="0">
                  <a:pos x="0" y="0"/>
                </a:cxn>
                <a:cxn ang="0">
                  <a:pos x="59" y="30"/>
                </a:cxn>
                <a:cxn ang="0">
                  <a:pos x="59" y="30"/>
                </a:cxn>
                <a:cxn ang="0">
                  <a:pos x="59" y="30"/>
                </a:cxn>
                <a:cxn ang="0">
                  <a:pos x="59" y="30"/>
                </a:cxn>
                <a:cxn ang="0">
                  <a:pos x="59" y="30"/>
                </a:cxn>
              </a:cxnLst>
              <a:rect l="txL" t="txT" r="txR" b="txB"/>
              <a:pathLst>
                <a:path w="59" h="30">
                  <a:moveTo>
                    <a:pt x="59" y="30"/>
                  </a:moveTo>
                  <a:lnTo>
                    <a:pt x="0" y="0"/>
                  </a:lnTo>
                  <a:lnTo>
                    <a:pt x="59" y="30"/>
                  </a:lnTo>
                  <a:close/>
                  <a:moveTo>
                    <a:pt x="59" y="30"/>
                  </a:moveTo>
                  <a:lnTo>
                    <a:pt x="59" y="3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01" name="Freeform 59"/>
            <p:cNvSpPr>
              <a:spLocks noChangeAspect="1" noEditPoints="1"/>
            </p:cNvSpPr>
            <p:nvPr/>
          </p:nvSpPr>
          <p:spPr>
            <a:xfrm>
              <a:off x="2892" y="1850"/>
              <a:ext cx="59" cy="19"/>
            </a:xfrm>
            <a:custGeom>
              <a:avLst/>
              <a:gdLst>
                <a:gd name="txL" fmla="*/ 0 w 59"/>
                <a:gd name="txT" fmla="*/ 0 h 19"/>
                <a:gd name="txR" fmla="*/ 59 w 59"/>
                <a:gd name="txB" fmla="*/ 19 h 19"/>
              </a:gdLst>
              <a:ahLst/>
              <a:cxnLst>
                <a:cxn ang="0">
                  <a:pos x="0" y="19"/>
                </a:cxn>
                <a:cxn ang="0">
                  <a:pos x="59" y="0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0" y="19"/>
                </a:cxn>
              </a:cxnLst>
              <a:rect l="txL" t="txT" r="txR" b="txB"/>
              <a:pathLst>
                <a:path w="59" h="19">
                  <a:moveTo>
                    <a:pt x="0" y="19"/>
                  </a:moveTo>
                  <a:lnTo>
                    <a:pt x="59" y="0"/>
                  </a:lnTo>
                  <a:lnTo>
                    <a:pt x="0" y="19"/>
                  </a:lnTo>
                  <a:close/>
                  <a:moveTo>
                    <a:pt x="0" y="19"/>
                  </a:moveTo>
                  <a:lnTo>
                    <a:pt x="0" y="1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02" name="Freeform 60"/>
            <p:cNvSpPr>
              <a:spLocks noChangeAspect="1" noEditPoints="1"/>
            </p:cNvSpPr>
            <p:nvPr/>
          </p:nvSpPr>
          <p:spPr>
            <a:xfrm>
              <a:off x="2951" y="1820"/>
              <a:ext cx="69" cy="30"/>
            </a:xfrm>
            <a:custGeom>
              <a:avLst/>
              <a:gdLst>
                <a:gd name="txL" fmla="*/ 0 w 69"/>
                <a:gd name="txT" fmla="*/ 0 h 30"/>
                <a:gd name="txR" fmla="*/ 69 w 69"/>
                <a:gd name="txB" fmla="*/ 30 h 30"/>
              </a:gdLst>
              <a:ahLst/>
              <a:cxnLst>
                <a:cxn ang="0">
                  <a:pos x="0" y="30"/>
                </a:cxn>
                <a:cxn ang="0">
                  <a:pos x="69" y="0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0" y="30"/>
                </a:cxn>
              </a:cxnLst>
              <a:rect l="txL" t="txT" r="txR" b="txB"/>
              <a:pathLst>
                <a:path w="69" h="30">
                  <a:moveTo>
                    <a:pt x="0" y="30"/>
                  </a:moveTo>
                  <a:lnTo>
                    <a:pt x="69" y="0"/>
                  </a:lnTo>
                  <a:lnTo>
                    <a:pt x="0" y="30"/>
                  </a:lnTo>
                  <a:close/>
                  <a:moveTo>
                    <a:pt x="0" y="30"/>
                  </a:moveTo>
                  <a:lnTo>
                    <a:pt x="0" y="3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03" name="Freeform 61"/>
            <p:cNvSpPr>
              <a:spLocks noChangeAspect="1" noEditPoints="1"/>
            </p:cNvSpPr>
            <p:nvPr/>
          </p:nvSpPr>
          <p:spPr>
            <a:xfrm>
              <a:off x="2951" y="1791"/>
              <a:ext cx="69" cy="29"/>
            </a:xfrm>
            <a:custGeom>
              <a:avLst/>
              <a:gdLst>
                <a:gd name="txL" fmla="*/ 0 w 69"/>
                <a:gd name="txT" fmla="*/ 0 h 29"/>
                <a:gd name="txR" fmla="*/ 69 w 69"/>
                <a:gd name="txB" fmla="*/ 29 h 29"/>
              </a:gdLst>
              <a:ahLst/>
              <a:cxnLst>
                <a:cxn ang="0">
                  <a:pos x="69" y="29"/>
                </a:cxn>
                <a:cxn ang="0">
                  <a:pos x="0" y="0"/>
                </a:cxn>
                <a:cxn ang="0">
                  <a:pos x="69" y="29"/>
                </a:cxn>
                <a:cxn ang="0">
                  <a:pos x="69" y="29"/>
                </a:cxn>
                <a:cxn ang="0">
                  <a:pos x="69" y="29"/>
                </a:cxn>
                <a:cxn ang="0">
                  <a:pos x="69" y="29"/>
                </a:cxn>
                <a:cxn ang="0">
                  <a:pos x="69" y="29"/>
                </a:cxn>
              </a:cxnLst>
              <a:rect l="txL" t="txT" r="txR" b="txB"/>
              <a:pathLst>
                <a:path w="69" h="29">
                  <a:moveTo>
                    <a:pt x="69" y="29"/>
                  </a:moveTo>
                  <a:lnTo>
                    <a:pt x="0" y="0"/>
                  </a:lnTo>
                  <a:lnTo>
                    <a:pt x="69" y="29"/>
                  </a:lnTo>
                  <a:close/>
                  <a:moveTo>
                    <a:pt x="69" y="29"/>
                  </a:moveTo>
                  <a:lnTo>
                    <a:pt x="69" y="2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04" name="Freeform 62"/>
            <p:cNvSpPr>
              <a:spLocks noChangeAspect="1" noEditPoints="1"/>
            </p:cNvSpPr>
            <p:nvPr/>
          </p:nvSpPr>
          <p:spPr>
            <a:xfrm>
              <a:off x="2892" y="1771"/>
              <a:ext cx="59" cy="20"/>
            </a:xfrm>
            <a:custGeom>
              <a:avLst/>
              <a:gdLst>
                <a:gd name="txL" fmla="*/ 0 w 59"/>
                <a:gd name="txT" fmla="*/ 0 h 20"/>
                <a:gd name="txR" fmla="*/ 59 w 59"/>
                <a:gd name="txB" fmla="*/ 20 h 20"/>
              </a:gdLst>
              <a:ahLst/>
              <a:cxnLst>
                <a:cxn ang="0">
                  <a:pos x="59" y="20"/>
                </a:cxn>
                <a:cxn ang="0">
                  <a:pos x="0" y="0"/>
                </a:cxn>
                <a:cxn ang="0">
                  <a:pos x="59" y="20"/>
                </a:cxn>
                <a:cxn ang="0">
                  <a:pos x="59" y="20"/>
                </a:cxn>
                <a:cxn ang="0">
                  <a:pos x="59" y="20"/>
                </a:cxn>
                <a:cxn ang="0">
                  <a:pos x="59" y="20"/>
                </a:cxn>
                <a:cxn ang="0">
                  <a:pos x="59" y="20"/>
                </a:cxn>
              </a:cxnLst>
              <a:rect l="txL" t="txT" r="txR" b="txB"/>
              <a:pathLst>
                <a:path w="59" h="20">
                  <a:moveTo>
                    <a:pt x="59" y="20"/>
                  </a:moveTo>
                  <a:lnTo>
                    <a:pt x="0" y="0"/>
                  </a:lnTo>
                  <a:lnTo>
                    <a:pt x="59" y="20"/>
                  </a:lnTo>
                  <a:close/>
                  <a:moveTo>
                    <a:pt x="59" y="20"/>
                  </a:moveTo>
                  <a:lnTo>
                    <a:pt x="59" y="2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05" name="Freeform 63"/>
            <p:cNvSpPr>
              <a:spLocks noChangeAspect="1" noEditPoints="1"/>
            </p:cNvSpPr>
            <p:nvPr/>
          </p:nvSpPr>
          <p:spPr>
            <a:xfrm>
              <a:off x="2892" y="1742"/>
              <a:ext cx="59" cy="29"/>
            </a:xfrm>
            <a:custGeom>
              <a:avLst/>
              <a:gdLst>
                <a:gd name="txL" fmla="*/ 0 w 59"/>
                <a:gd name="txT" fmla="*/ 0 h 29"/>
                <a:gd name="txR" fmla="*/ 59 w 59"/>
                <a:gd name="txB" fmla="*/ 29 h 29"/>
              </a:gdLst>
              <a:ahLst/>
              <a:cxnLst>
                <a:cxn ang="0">
                  <a:pos x="0" y="29"/>
                </a:cxn>
                <a:cxn ang="0">
                  <a:pos x="59" y="0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</a:cxnLst>
              <a:rect l="txL" t="txT" r="txR" b="txB"/>
              <a:pathLst>
                <a:path w="59" h="29">
                  <a:moveTo>
                    <a:pt x="0" y="29"/>
                  </a:moveTo>
                  <a:lnTo>
                    <a:pt x="59" y="0"/>
                  </a:lnTo>
                  <a:lnTo>
                    <a:pt x="0" y="29"/>
                  </a:lnTo>
                  <a:close/>
                  <a:moveTo>
                    <a:pt x="0" y="29"/>
                  </a:moveTo>
                  <a:lnTo>
                    <a:pt x="0" y="2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06" name="Freeform 64"/>
            <p:cNvSpPr>
              <a:spLocks noChangeAspect="1" noEditPoints="1"/>
            </p:cNvSpPr>
            <p:nvPr/>
          </p:nvSpPr>
          <p:spPr>
            <a:xfrm>
              <a:off x="2951" y="1713"/>
              <a:ext cx="69" cy="29"/>
            </a:xfrm>
            <a:custGeom>
              <a:avLst/>
              <a:gdLst>
                <a:gd name="txL" fmla="*/ 0 w 69"/>
                <a:gd name="txT" fmla="*/ 0 h 29"/>
                <a:gd name="txR" fmla="*/ 69 w 69"/>
                <a:gd name="txB" fmla="*/ 29 h 29"/>
              </a:gdLst>
              <a:ahLst/>
              <a:cxnLst>
                <a:cxn ang="0">
                  <a:pos x="0" y="29"/>
                </a:cxn>
                <a:cxn ang="0">
                  <a:pos x="69" y="0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</a:cxnLst>
              <a:rect l="txL" t="txT" r="txR" b="txB"/>
              <a:pathLst>
                <a:path w="69" h="29">
                  <a:moveTo>
                    <a:pt x="0" y="29"/>
                  </a:moveTo>
                  <a:lnTo>
                    <a:pt x="69" y="0"/>
                  </a:lnTo>
                  <a:lnTo>
                    <a:pt x="0" y="29"/>
                  </a:lnTo>
                  <a:close/>
                  <a:moveTo>
                    <a:pt x="0" y="29"/>
                  </a:moveTo>
                  <a:lnTo>
                    <a:pt x="0" y="2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07" name="Freeform 65"/>
            <p:cNvSpPr>
              <a:spLocks noChangeAspect="1" noEditPoints="1"/>
            </p:cNvSpPr>
            <p:nvPr/>
          </p:nvSpPr>
          <p:spPr>
            <a:xfrm>
              <a:off x="2951" y="1683"/>
              <a:ext cx="69" cy="30"/>
            </a:xfrm>
            <a:custGeom>
              <a:avLst/>
              <a:gdLst>
                <a:gd name="txL" fmla="*/ 0 w 69"/>
                <a:gd name="txT" fmla="*/ 0 h 30"/>
                <a:gd name="txR" fmla="*/ 69 w 69"/>
                <a:gd name="txB" fmla="*/ 30 h 30"/>
              </a:gdLst>
              <a:ahLst/>
              <a:cxnLst>
                <a:cxn ang="0">
                  <a:pos x="69" y="30"/>
                </a:cxn>
                <a:cxn ang="0">
                  <a:pos x="0" y="0"/>
                </a:cxn>
                <a:cxn ang="0">
                  <a:pos x="69" y="30"/>
                </a:cxn>
                <a:cxn ang="0">
                  <a:pos x="69" y="30"/>
                </a:cxn>
                <a:cxn ang="0">
                  <a:pos x="69" y="30"/>
                </a:cxn>
                <a:cxn ang="0">
                  <a:pos x="69" y="30"/>
                </a:cxn>
                <a:cxn ang="0">
                  <a:pos x="69" y="30"/>
                </a:cxn>
              </a:cxnLst>
              <a:rect l="txL" t="txT" r="txR" b="txB"/>
              <a:pathLst>
                <a:path w="69" h="30">
                  <a:moveTo>
                    <a:pt x="69" y="30"/>
                  </a:moveTo>
                  <a:lnTo>
                    <a:pt x="0" y="0"/>
                  </a:lnTo>
                  <a:lnTo>
                    <a:pt x="69" y="30"/>
                  </a:lnTo>
                  <a:close/>
                  <a:moveTo>
                    <a:pt x="69" y="30"/>
                  </a:moveTo>
                  <a:lnTo>
                    <a:pt x="69" y="3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08" name="Freeform 66"/>
            <p:cNvSpPr>
              <a:spLocks noChangeAspect="1"/>
            </p:cNvSpPr>
            <p:nvPr/>
          </p:nvSpPr>
          <p:spPr>
            <a:xfrm>
              <a:off x="1999" y="1125"/>
              <a:ext cx="442" cy="49"/>
            </a:xfrm>
            <a:custGeom>
              <a:avLst/>
              <a:gdLst>
                <a:gd name="txL" fmla="*/ 0 w 442"/>
                <a:gd name="txT" fmla="*/ 0 h 49"/>
                <a:gd name="txR" fmla="*/ 442 w 442"/>
                <a:gd name="txB" fmla="*/ 49 h 49"/>
              </a:gdLst>
              <a:ahLst/>
              <a:cxnLst>
                <a:cxn ang="0">
                  <a:pos x="442" y="0"/>
                </a:cxn>
                <a:cxn ang="0">
                  <a:pos x="442" y="49"/>
                </a:cxn>
                <a:cxn ang="0">
                  <a:pos x="0" y="49"/>
                </a:cxn>
                <a:cxn ang="0">
                  <a:pos x="0" y="0"/>
                </a:cxn>
                <a:cxn ang="0">
                  <a:pos x="442" y="0"/>
                </a:cxn>
                <a:cxn ang="0">
                  <a:pos x="442" y="0"/>
                </a:cxn>
              </a:cxnLst>
              <a:rect l="txL" t="txT" r="txR" b="txB"/>
              <a:pathLst>
                <a:path w="442" h="49">
                  <a:moveTo>
                    <a:pt x="442" y="0"/>
                  </a:moveTo>
                  <a:lnTo>
                    <a:pt x="442" y="49"/>
                  </a:lnTo>
                  <a:lnTo>
                    <a:pt x="0" y="49"/>
                  </a:lnTo>
                  <a:lnTo>
                    <a:pt x="0" y="0"/>
                  </a:lnTo>
                  <a:lnTo>
                    <a:pt x="442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09" name="Freeform 67"/>
            <p:cNvSpPr>
              <a:spLocks noChangeAspect="1"/>
            </p:cNvSpPr>
            <p:nvPr/>
          </p:nvSpPr>
          <p:spPr>
            <a:xfrm>
              <a:off x="1989" y="1086"/>
              <a:ext cx="30" cy="68"/>
            </a:xfrm>
            <a:custGeom>
              <a:avLst/>
              <a:gdLst>
                <a:gd name="txL" fmla="*/ 0 w 30"/>
                <a:gd name="txT" fmla="*/ 0 h 68"/>
                <a:gd name="txR" fmla="*/ 30 w 30"/>
                <a:gd name="txB" fmla="*/ 68 h 68"/>
              </a:gdLst>
              <a:ahLst/>
              <a:cxnLst>
                <a:cxn ang="0">
                  <a:pos x="0" y="68"/>
                </a:cxn>
                <a:cxn ang="0">
                  <a:pos x="30" y="0"/>
                </a:cxn>
                <a:cxn ang="0">
                  <a:pos x="0" y="68"/>
                </a:cxn>
                <a:cxn ang="0">
                  <a:pos x="0" y="68"/>
                </a:cxn>
              </a:cxnLst>
              <a:rect l="txL" t="txT" r="txR" b="txB"/>
              <a:pathLst>
                <a:path w="30" h="68">
                  <a:moveTo>
                    <a:pt x="0" y="68"/>
                  </a:moveTo>
                  <a:lnTo>
                    <a:pt x="30" y="0"/>
                  </a:lnTo>
                  <a:lnTo>
                    <a:pt x="0" y="6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10" name="Freeform 68"/>
            <p:cNvSpPr>
              <a:spLocks noChangeAspect="1" noEditPoints="1"/>
            </p:cNvSpPr>
            <p:nvPr/>
          </p:nvSpPr>
          <p:spPr>
            <a:xfrm>
              <a:off x="2019" y="1086"/>
              <a:ext cx="29" cy="68"/>
            </a:xfrm>
            <a:custGeom>
              <a:avLst/>
              <a:gdLst>
                <a:gd name="txL" fmla="*/ 0 w 29"/>
                <a:gd name="txT" fmla="*/ 0 h 68"/>
                <a:gd name="txR" fmla="*/ 29 w 29"/>
                <a:gd name="txB" fmla="*/ 68 h 68"/>
              </a:gdLst>
              <a:ahLst/>
              <a:cxnLst>
                <a:cxn ang="0">
                  <a:pos x="0" y="0"/>
                </a:cxn>
                <a:cxn ang="0">
                  <a:pos x="29" y="6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9" h="68">
                  <a:moveTo>
                    <a:pt x="0" y="0"/>
                  </a:moveTo>
                  <a:lnTo>
                    <a:pt x="29" y="68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11" name="Freeform 69"/>
            <p:cNvSpPr>
              <a:spLocks noChangeAspect="1" noEditPoints="1"/>
            </p:cNvSpPr>
            <p:nvPr/>
          </p:nvSpPr>
          <p:spPr>
            <a:xfrm>
              <a:off x="2048" y="1154"/>
              <a:ext cx="30" cy="59"/>
            </a:xfrm>
            <a:custGeom>
              <a:avLst/>
              <a:gdLst>
                <a:gd name="txL" fmla="*/ 0 w 30"/>
                <a:gd name="txT" fmla="*/ 0 h 59"/>
                <a:gd name="txR" fmla="*/ 30 w 30"/>
                <a:gd name="txB" fmla="*/ 59 h 59"/>
              </a:gdLst>
              <a:ahLst/>
              <a:cxnLst>
                <a:cxn ang="0">
                  <a:pos x="0" y="0"/>
                </a:cxn>
                <a:cxn ang="0">
                  <a:pos x="30" y="59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30" h="59">
                  <a:moveTo>
                    <a:pt x="0" y="0"/>
                  </a:moveTo>
                  <a:lnTo>
                    <a:pt x="30" y="59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12" name="Freeform 70"/>
            <p:cNvSpPr>
              <a:spLocks noChangeAspect="1" noEditPoints="1"/>
            </p:cNvSpPr>
            <p:nvPr/>
          </p:nvSpPr>
          <p:spPr>
            <a:xfrm>
              <a:off x="2078" y="1154"/>
              <a:ext cx="29" cy="59"/>
            </a:xfrm>
            <a:custGeom>
              <a:avLst/>
              <a:gdLst>
                <a:gd name="txL" fmla="*/ 0 w 29"/>
                <a:gd name="txT" fmla="*/ 0 h 59"/>
                <a:gd name="txR" fmla="*/ 29 w 29"/>
                <a:gd name="txB" fmla="*/ 59 h 59"/>
              </a:gdLst>
              <a:ahLst/>
              <a:cxnLst>
                <a:cxn ang="0">
                  <a:pos x="0" y="59"/>
                </a:cxn>
                <a:cxn ang="0">
                  <a:pos x="29" y="0"/>
                </a:cxn>
                <a:cxn ang="0">
                  <a:pos x="0" y="59"/>
                </a:cxn>
                <a:cxn ang="0">
                  <a:pos x="0" y="59"/>
                </a:cxn>
                <a:cxn ang="0">
                  <a:pos x="0" y="59"/>
                </a:cxn>
                <a:cxn ang="0">
                  <a:pos x="0" y="59"/>
                </a:cxn>
                <a:cxn ang="0">
                  <a:pos x="0" y="59"/>
                </a:cxn>
              </a:cxnLst>
              <a:rect l="txL" t="txT" r="txR" b="txB"/>
              <a:pathLst>
                <a:path w="29" h="59">
                  <a:moveTo>
                    <a:pt x="0" y="59"/>
                  </a:moveTo>
                  <a:lnTo>
                    <a:pt x="29" y="0"/>
                  </a:lnTo>
                  <a:lnTo>
                    <a:pt x="0" y="59"/>
                  </a:lnTo>
                  <a:close/>
                  <a:moveTo>
                    <a:pt x="0" y="59"/>
                  </a:moveTo>
                  <a:lnTo>
                    <a:pt x="0" y="5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13" name="Freeform 71"/>
            <p:cNvSpPr>
              <a:spLocks noChangeAspect="1" noEditPoints="1"/>
            </p:cNvSpPr>
            <p:nvPr/>
          </p:nvSpPr>
          <p:spPr>
            <a:xfrm>
              <a:off x="2107" y="1154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14" name="Freeform 72"/>
            <p:cNvSpPr>
              <a:spLocks noChangeAspect="1" noEditPoints="1"/>
            </p:cNvSpPr>
            <p:nvPr/>
          </p:nvSpPr>
          <p:spPr>
            <a:xfrm>
              <a:off x="2107" y="1086"/>
              <a:ext cx="30" cy="68"/>
            </a:xfrm>
            <a:custGeom>
              <a:avLst/>
              <a:gdLst>
                <a:gd name="txL" fmla="*/ 0 w 30"/>
                <a:gd name="txT" fmla="*/ 0 h 68"/>
                <a:gd name="txR" fmla="*/ 30 w 30"/>
                <a:gd name="txB" fmla="*/ 68 h 68"/>
              </a:gdLst>
              <a:ahLst/>
              <a:cxnLst>
                <a:cxn ang="0">
                  <a:pos x="0" y="68"/>
                </a:cxn>
                <a:cxn ang="0">
                  <a:pos x="30" y="0"/>
                </a:cxn>
                <a:cxn ang="0">
                  <a:pos x="0" y="68"/>
                </a:cxn>
                <a:cxn ang="0">
                  <a:pos x="0" y="68"/>
                </a:cxn>
                <a:cxn ang="0">
                  <a:pos x="0" y="68"/>
                </a:cxn>
                <a:cxn ang="0">
                  <a:pos x="0" y="68"/>
                </a:cxn>
                <a:cxn ang="0">
                  <a:pos x="0" y="68"/>
                </a:cxn>
              </a:cxnLst>
              <a:rect l="txL" t="txT" r="txR" b="txB"/>
              <a:pathLst>
                <a:path w="30" h="68">
                  <a:moveTo>
                    <a:pt x="0" y="68"/>
                  </a:moveTo>
                  <a:lnTo>
                    <a:pt x="30" y="0"/>
                  </a:lnTo>
                  <a:lnTo>
                    <a:pt x="0" y="68"/>
                  </a:lnTo>
                  <a:close/>
                  <a:moveTo>
                    <a:pt x="0" y="68"/>
                  </a:moveTo>
                  <a:lnTo>
                    <a:pt x="0" y="6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15" name="Freeform 73"/>
            <p:cNvSpPr>
              <a:spLocks noChangeAspect="1" noEditPoints="1"/>
            </p:cNvSpPr>
            <p:nvPr/>
          </p:nvSpPr>
          <p:spPr>
            <a:xfrm>
              <a:off x="2137" y="1086"/>
              <a:ext cx="19" cy="68"/>
            </a:xfrm>
            <a:custGeom>
              <a:avLst/>
              <a:gdLst>
                <a:gd name="txL" fmla="*/ 0 w 19"/>
                <a:gd name="txT" fmla="*/ 0 h 68"/>
                <a:gd name="txR" fmla="*/ 19 w 19"/>
                <a:gd name="txB" fmla="*/ 68 h 68"/>
              </a:gdLst>
              <a:ahLst/>
              <a:cxnLst>
                <a:cxn ang="0">
                  <a:pos x="0" y="0"/>
                </a:cxn>
                <a:cxn ang="0">
                  <a:pos x="19" y="6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9" h="68">
                  <a:moveTo>
                    <a:pt x="0" y="0"/>
                  </a:moveTo>
                  <a:lnTo>
                    <a:pt x="19" y="68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16" name="Freeform 74"/>
            <p:cNvSpPr>
              <a:spLocks noChangeAspect="1" noEditPoints="1"/>
            </p:cNvSpPr>
            <p:nvPr/>
          </p:nvSpPr>
          <p:spPr>
            <a:xfrm>
              <a:off x="2156" y="1154"/>
              <a:ext cx="30" cy="59"/>
            </a:xfrm>
            <a:custGeom>
              <a:avLst/>
              <a:gdLst>
                <a:gd name="txL" fmla="*/ 0 w 30"/>
                <a:gd name="txT" fmla="*/ 0 h 59"/>
                <a:gd name="txR" fmla="*/ 30 w 30"/>
                <a:gd name="txB" fmla="*/ 59 h 59"/>
              </a:gdLst>
              <a:ahLst/>
              <a:cxnLst>
                <a:cxn ang="0">
                  <a:pos x="0" y="0"/>
                </a:cxn>
                <a:cxn ang="0">
                  <a:pos x="30" y="59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30" h="59">
                  <a:moveTo>
                    <a:pt x="0" y="0"/>
                  </a:moveTo>
                  <a:lnTo>
                    <a:pt x="30" y="59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17" name="Freeform 75"/>
            <p:cNvSpPr>
              <a:spLocks noChangeAspect="1" noEditPoints="1"/>
            </p:cNvSpPr>
            <p:nvPr/>
          </p:nvSpPr>
          <p:spPr>
            <a:xfrm>
              <a:off x="2186" y="1154"/>
              <a:ext cx="29" cy="59"/>
            </a:xfrm>
            <a:custGeom>
              <a:avLst/>
              <a:gdLst>
                <a:gd name="txL" fmla="*/ 0 w 29"/>
                <a:gd name="txT" fmla="*/ 0 h 59"/>
                <a:gd name="txR" fmla="*/ 29 w 29"/>
                <a:gd name="txB" fmla="*/ 59 h 59"/>
              </a:gdLst>
              <a:ahLst/>
              <a:cxnLst>
                <a:cxn ang="0">
                  <a:pos x="0" y="59"/>
                </a:cxn>
                <a:cxn ang="0">
                  <a:pos x="29" y="0"/>
                </a:cxn>
                <a:cxn ang="0">
                  <a:pos x="0" y="59"/>
                </a:cxn>
                <a:cxn ang="0">
                  <a:pos x="0" y="59"/>
                </a:cxn>
                <a:cxn ang="0">
                  <a:pos x="0" y="59"/>
                </a:cxn>
                <a:cxn ang="0">
                  <a:pos x="0" y="59"/>
                </a:cxn>
                <a:cxn ang="0">
                  <a:pos x="0" y="59"/>
                </a:cxn>
              </a:cxnLst>
              <a:rect l="txL" t="txT" r="txR" b="txB"/>
              <a:pathLst>
                <a:path w="29" h="59">
                  <a:moveTo>
                    <a:pt x="0" y="59"/>
                  </a:moveTo>
                  <a:lnTo>
                    <a:pt x="29" y="0"/>
                  </a:lnTo>
                  <a:lnTo>
                    <a:pt x="0" y="59"/>
                  </a:lnTo>
                  <a:close/>
                  <a:moveTo>
                    <a:pt x="0" y="59"/>
                  </a:moveTo>
                  <a:lnTo>
                    <a:pt x="0" y="5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18" name="Freeform 76"/>
            <p:cNvSpPr>
              <a:spLocks noChangeAspect="1" noEditPoints="1"/>
            </p:cNvSpPr>
            <p:nvPr/>
          </p:nvSpPr>
          <p:spPr>
            <a:xfrm>
              <a:off x="2215" y="1086"/>
              <a:ext cx="30" cy="68"/>
            </a:xfrm>
            <a:custGeom>
              <a:avLst/>
              <a:gdLst>
                <a:gd name="txL" fmla="*/ 0 w 30"/>
                <a:gd name="txT" fmla="*/ 0 h 68"/>
                <a:gd name="txR" fmla="*/ 30 w 30"/>
                <a:gd name="txB" fmla="*/ 68 h 68"/>
              </a:gdLst>
              <a:ahLst/>
              <a:cxnLst>
                <a:cxn ang="0">
                  <a:pos x="0" y="68"/>
                </a:cxn>
                <a:cxn ang="0">
                  <a:pos x="30" y="0"/>
                </a:cxn>
                <a:cxn ang="0">
                  <a:pos x="0" y="68"/>
                </a:cxn>
                <a:cxn ang="0">
                  <a:pos x="0" y="68"/>
                </a:cxn>
                <a:cxn ang="0">
                  <a:pos x="0" y="68"/>
                </a:cxn>
                <a:cxn ang="0">
                  <a:pos x="0" y="68"/>
                </a:cxn>
                <a:cxn ang="0">
                  <a:pos x="0" y="68"/>
                </a:cxn>
              </a:cxnLst>
              <a:rect l="txL" t="txT" r="txR" b="txB"/>
              <a:pathLst>
                <a:path w="30" h="68">
                  <a:moveTo>
                    <a:pt x="0" y="68"/>
                  </a:moveTo>
                  <a:lnTo>
                    <a:pt x="30" y="0"/>
                  </a:lnTo>
                  <a:lnTo>
                    <a:pt x="0" y="68"/>
                  </a:lnTo>
                  <a:close/>
                  <a:moveTo>
                    <a:pt x="0" y="68"/>
                  </a:moveTo>
                  <a:lnTo>
                    <a:pt x="0" y="6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19" name="Freeform 77"/>
            <p:cNvSpPr>
              <a:spLocks noChangeAspect="1" noEditPoints="1"/>
            </p:cNvSpPr>
            <p:nvPr/>
          </p:nvSpPr>
          <p:spPr>
            <a:xfrm>
              <a:off x="2245" y="1086"/>
              <a:ext cx="29" cy="68"/>
            </a:xfrm>
            <a:custGeom>
              <a:avLst/>
              <a:gdLst>
                <a:gd name="txL" fmla="*/ 0 w 29"/>
                <a:gd name="txT" fmla="*/ 0 h 68"/>
                <a:gd name="txR" fmla="*/ 29 w 29"/>
                <a:gd name="txB" fmla="*/ 68 h 68"/>
              </a:gdLst>
              <a:ahLst/>
              <a:cxnLst>
                <a:cxn ang="0">
                  <a:pos x="0" y="0"/>
                </a:cxn>
                <a:cxn ang="0">
                  <a:pos x="29" y="6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9" h="68">
                  <a:moveTo>
                    <a:pt x="0" y="0"/>
                  </a:moveTo>
                  <a:lnTo>
                    <a:pt x="29" y="68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20" name="Freeform 78"/>
            <p:cNvSpPr>
              <a:spLocks noChangeAspect="1" noEditPoints="1"/>
            </p:cNvSpPr>
            <p:nvPr/>
          </p:nvSpPr>
          <p:spPr>
            <a:xfrm>
              <a:off x="2274" y="1154"/>
              <a:ext cx="30" cy="59"/>
            </a:xfrm>
            <a:custGeom>
              <a:avLst/>
              <a:gdLst>
                <a:gd name="txL" fmla="*/ 0 w 30"/>
                <a:gd name="txT" fmla="*/ 0 h 59"/>
                <a:gd name="txR" fmla="*/ 30 w 30"/>
                <a:gd name="txB" fmla="*/ 59 h 59"/>
              </a:gdLst>
              <a:ahLst/>
              <a:cxnLst>
                <a:cxn ang="0">
                  <a:pos x="0" y="0"/>
                </a:cxn>
                <a:cxn ang="0">
                  <a:pos x="30" y="59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30" h="59">
                  <a:moveTo>
                    <a:pt x="0" y="0"/>
                  </a:moveTo>
                  <a:lnTo>
                    <a:pt x="30" y="59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21" name="Freeform 79"/>
            <p:cNvSpPr>
              <a:spLocks noChangeAspect="1" noEditPoints="1"/>
            </p:cNvSpPr>
            <p:nvPr/>
          </p:nvSpPr>
          <p:spPr>
            <a:xfrm>
              <a:off x="2304" y="1154"/>
              <a:ext cx="29" cy="59"/>
            </a:xfrm>
            <a:custGeom>
              <a:avLst/>
              <a:gdLst>
                <a:gd name="txL" fmla="*/ 0 w 29"/>
                <a:gd name="txT" fmla="*/ 0 h 59"/>
                <a:gd name="txR" fmla="*/ 29 w 29"/>
                <a:gd name="txB" fmla="*/ 59 h 59"/>
              </a:gdLst>
              <a:ahLst/>
              <a:cxnLst>
                <a:cxn ang="0">
                  <a:pos x="0" y="59"/>
                </a:cxn>
                <a:cxn ang="0">
                  <a:pos x="29" y="0"/>
                </a:cxn>
                <a:cxn ang="0">
                  <a:pos x="0" y="59"/>
                </a:cxn>
                <a:cxn ang="0">
                  <a:pos x="0" y="59"/>
                </a:cxn>
                <a:cxn ang="0">
                  <a:pos x="0" y="59"/>
                </a:cxn>
                <a:cxn ang="0">
                  <a:pos x="0" y="59"/>
                </a:cxn>
                <a:cxn ang="0">
                  <a:pos x="0" y="59"/>
                </a:cxn>
              </a:cxnLst>
              <a:rect l="txL" t="txT" r="txR" b="txB"/>
              <a:pathLst>
                <a:path w="29" h="59">
                  <a:moveTo>
                    <a:pt x="0" y="59"/>
                  </a:moveTo>
                  <a:lnTo>
                    <a:pt x="29" y="0"/>
                  </a:lnTo>
                  <a:lnTo>
                    <a:pt x="0" y="59"/>
                  </a:lnTo>
                  <a:close/>
                  <a:moveTo>
                    <a:pt x="0" y="59"/>
                  </a:moveTo>
                  <a:lnTo>
                    <a:pt x="0" y="5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22" name="Freeform 80"/>
            <p:cNvSpPr>
              <a:spLocks noChangeAspect="1" noEditPoints="1"/>
            </p:cNvSpPr>
            <p:nvPr/>
          </p:nvSpPr>
          <p:spPr>
            <a:xfrm>
              <a:off x="2333" y="1086"/>
              <a:ext cx="20" cy="68"/>
            </a:xfrm>
            <a:custGeom>
              <a:avLst/>
              <a:gdLst>
                <a:gd name="txL" fmla="*/ 0 w 20"/>
                <a:gd name="txT" fmla="*/ 0 h 68"/>
                <a:gd name="txR" fmla="*/ 20 w 20"/>
                <a:gd name="txB" fmla="*/ 68 h 68"/>
              </a:gdLst>
              <a:ahLst/>
              <a:cxnLst>
                <a:cxn ang="0">
                  <a:pos x="0" y="68"/>
                </a:cxn>
                <a:cxn ang="0">
                  <a:pos x="20" y="0"/>
                </a:cxn>
                <a:cxn ang="0">
                  <a:pos x="0" y="68"/>
                </a:cxn>
                <a:cxn ang="0">
                  <a:pos x="0" y="68"/>
                </a:cxn>
                <a:cxn ang="0">
                  <a:pos x="0" y="68"/>
                </a:cxn>
                <a:cxn ang="0">
                  <a:pos x="0" y="68"/>
                </a:cxn>
                <a:cxn ang="0">
                  <a:pos x="0" y="68"/>
                </a:cxn>
              </a:cxnLst>
              <a:rect l="txL" t="txT" r="txR" b="txB"/>
              <a:pathLst>
                <a:path w="20" h="68">
                  <a:moveTo>
                    <a:pt x="0" y="68"/>
                  </a:moveTo>
                  <a:lnTo>
                    <a:pt x="20" y="0"/>
                  </a:lnTo>
                  <a:lnTo>
                    <a:pt x="0" y="68"/>
                  </a:lnTo>
                  <a:close/>
                  <a:moveTo>
                    <a:pt x="0" y="68"/>
                  </a:moveTo>
                  <a:lnTo>
                    <a:pt x="0" y="6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23" name="Freeform 81"/>
            <p:cNvSpPr>
              <a:spLocks noChangeAspect="1" noEditPoints="1"/>
            </p:cNvSpPr>
            <p:nvPr/>
          </p:nvSpPr>
          <p:spPr>
            <a:xfrm>
              <a:off x="2353" y="1086"/>
              <a:ext cx="29" cy="68"/>
            </a:xfrm>
            <a:custGeom>
              <a:avLst/>
              <a:gdLst>
                <a:gd name="txL" fmla="*/ 0 w 29"/>
                <a:gd name="txT" fmla="*/ 0 h 68"/>
                <a:gd name="txR" fmla="*/ 29 w 29"/>
                <a:gd name="txB" fmla="*/ 68 h 68"/>
              </a:gdLst>
              <a:ahLst/>
              <a:cxnLst>
                <a:cxn ang="0">
                  <a:pos x="0" y="0"/>
                </a:cxn>
                <a:cxn ang="0">
                  <a:pos x="29" y="6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9" h="68">
                  <a:moveTo>
                    <a:pt x="0" y="0"/>
                  </a:moveTo>
                  <a:lnTo>
                    <a:pt x="29" y="68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24" name="Freeform 82"/>
            <p:cNvSpPr>
              <a:spLocks noChangeAspect="1" noEditPoints="1"/>
            </p:cNvSpPr>
            <p:nvPr/>
          </p:nvSpPr>
          <p:spPr>
            <a:xfrm>
              <a:off x="2382" y="1154"/>
              <a:ext cx="30" cy="59"/>
            </a:xfrm>
            <a:custGeom>
              <a:avLst/>
              <a:gdLst>
                <a:gd name="txL" fmla="*/ 0 w 30"/>
                <a:gd name="txT" fmla="*/ 0 h 59"/>
                <a:gd name="txR" fmla="*/ 30 w 30"/>
                <a:gd name="txB" fmla="*/ 59 h 59"/>
              </a:gdLst>
              <a:ahLst/>
              <a:cxnLst>
                <a:cxn ang="0">
                  <a:pos x="0" y="0"/>
                </a:cxn>
                <a:cxn ang="0">
                  <a:pos x="30" y="59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30" h="59">
                  <a:moveTo>
                    <a:pt x="0" y="0"/>
                  </a:moveTo>
                  <a:lnTo>
                    <a:pt x="30" y="59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25" name="Freeform 83"/>
            <p:cNvSpPr>
              <a:spLocks noChangeAspect="1" noEditPoints="1"/>
            </p:cNvSpPr>
            <p:nvPr/>
          </p:nvSpPr>
          <p:spPr>
            <a:xfrm>
              <a:off x="2412" y="1144"/>
              <a:ext cx="29" cy="69"/>
            </a:xfrm>
            <a:custGeom>
              <a:avLst/>
              <a:gdLst>
                <a:gd name="txL" fmla="*/ 0 w 29"/>
                <a:gd name="txT" fmla="*/ 0 h 69"/>
                <a:gd name="txR" fmla="*/ 29 w 29"/>
                <a:gd name="txB" fmla="*/ 69 h 69"/>
              </a:gdLst>
              <a:ahLst/>
              <a:cxnLst>
                <a:cxn ang="0">
                  <a:pos x="0" y="69"/>
                </a:cxn>
                <a:cxn ang="0">
                  <a:pos x="29" y="0"/>
                </a:cxn>
                <a:cxn ang="0">
                  <a:pos x="0" y="69"/>
                </a:cxn>
                <a:cxn ang="0">
                  <a:pos x="0" y="69"/>
                </a:cxn>
                <a:cxn ang="0">
                  <a:pos x="0" y="69"/>
                </a:cxn>
                <a:cxn ang="0">
                  <a:pos x="0" y="69"/>
                </a:cxn>
                <a:cxn ang="0">
                  <a:pos x="0" y="69"/>
                </a:cxn>
              </a:cxnLst>
              <a:rect l="txL" t="txT" r="txR" b="txB"/>
              <a:pathLst>
                <a:path w="29" h="69">
                  <a:moveTo>
                    <a:pt x="0" y="69"/>
                  </a:moveTo>
                  <a:lnTo>
                    <a:pt x="29" y="0"/>
                  </a:lnTo>
                  <a:lnTo>
                    <a:pt x="0" y="69"/>
                  </a:lnTo>
                  <a:close/>
                  <a:moveTo>
                    <a:pt x="0" y="69"/>
                  </a:moveTo>
                  <a:lnTo>
                    <a:pt x="0" y="6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26" name="Freeform 84"/>
            <p:cNvSpPr>
              <a:spLocks noChangeAspect="1"/>
            </p:cNvSpPr>
            <p:nvPr/>
          </p:nvSpPr>
          <p:spPr>
            <a:xfrm>
              <a:off x="3472" y="1125"/>
              <a:ext cx="431" cy="49"/>
            </a:xfrm>
            <a:custGeom>
              <a:avLst/>
              <a:gdLst>
                <a:gd name="txL" fmla="*/ 0 w 431"/>
                <a:gd name="txT" fmla="*/ 0 h 49"/>
                <a:gd name="txR" fmla="*/ 431 w 431"/>
                <a:gd name="txB" fmla="*/ 49 h 49"/>
              </a:gdLst>
              <a:ahLst/>
              <a:cxnLst>
                <a:cxn ang="0">
                  <a:pos x="431" y="0"/>
                </a:cxn>
                <a:cxn ang="0">
                  <a:pos x="431" y="49"/>
                </a:cxn>
                <a:cxn ang="0">
                  <a:pos x="0" y="49"/>
                </a:cxn>
                <a:cxn ang="0">
                  <a:pos x="0" y="0"/>
                </a:cxn>
                <a:cxn ang="0">
                  <a:pos x="431" y="0"/>
                </a:cxn>
                <a:cxn ang="0">
                  <a:pos x="431" y="0"/>
                </a:cxn>
              </a:cxnLst>
              <a:rect l="txL" t="txT" r="txR" b="txB"/>
              <a:pathLst>
                <a:path w="431" h="49">
                  <a:moveTo>
                    <a:pt x="431" y="0"/>
                  </a:moveTo>
                  <a:lnTo>
                    <a:pt x="431" y="49"/>
                  </a:lnTo>
                  <a:lnTo>
                    <a:pt x="0" y="49"/>
                  </a:lnTo>
                  <a:lnTo>
                    <a:pt x="0" y="0"/>
                  </a:lnTo>
                  <a:lnTo>
                    <a:pt x="431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27" name="Freeform 85"/>
            <p:cNvSpPr>
              <a:spLocks noChangeAspect="1"/>
            </p:cNvSpPr>
            <p:nvPr/>
          </p:nvSpPr>
          <p:spPr>
            <a:xfrm>
              <a:off x="3462" y="1086"/>
              <a:ext cx="29" cy="68"/>
            </a:xfrm>
            <a:custGeom>
              <a:avLst/>
              <a:gdLst>
                <a:gd name="txL" fmla="*/ 0 w 29"/>
                <a:gd name="txT" fmla="*/ 0 h 68"/>
                <a:gd name="txR" fmla="*/ 29 w 29"/>
                <a:gd name="txB" fmla="*/ 68 h 68"/>
              </a:gdLst>
              <a:ahLst/>
              <a:cxnLst>
                <a:cxn ang="0">
                  <a:pos x="0" y="68"/>
                </a:cxn>
                <a:cxn ang="0">
                  <a:pos x="29" y="0"/>
                </a:cxn>
                <a:cxn ang="0">
                  <a:pos x="0" y="68"/>
                </a:cxn>
                <a:cxn ang="0">
                  <a:pos x="0" y="68"/>
                </a:cxn>
              </a:cxnLst>
              <a:rect l="txL" t="txT" r="txR" b="txB"/>
              <a:pathLst>
                <a:path w="29" h="68">
                  <a:moveTo>
                    <a:pt x="0" y="68"/>
                  </a:moveTo>
                  <a:lnTo>
                    <a:pt x="29" y="0"/>
                  </a:lnTo>
                  <a:lnTo>
                    <a:pt x="0" y="6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28" name="Freeform 86"/>
            <p:cNvSpPr>
              <a:spLocks noChangeAspect="1" noEditPoints="1"/>
            </p:cNvSpPr>
            <p:nvPr/>
          </p:nvSpPr>
          <p:spPr>
            <a:xfrm>
              <a:off x="3491" y="1086"/>
              <a:ext cx="30" cy="68"/>
            </a:xfrm>
            <a:custGeom>
              <a:avLst/>
              <a:gdLst>
                <a:gd name="txL" fmla="*/ 0 w 30"/>
                <a:gd name="txT" fmla="*/ 0 h 68"/>
                <a:gd name="txR" fmla="*/ 30 w 30"/>
                <a:gd name="txB" fmla="*/ 68 h 68"/>
              </a:gdLst>
              <a:ahLst/>
              <a:cxnLst>
                <a:cxn ang="0">
                  <a:pos x="0" y="0"/>
                </a:cxn>
                <a:cxn ang="0">
                  <a:pos x="30" y="6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30" h="68">
                  <a:moveTo>
                    <a:pt x="0" y="0"/>
                  </a:moveTo>
                  <a:lnTo>
                    <a:pt x="30" y="68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29" name="Freeform 87"/>
            <p:cNvSpPr>
              <a:spLocks noChangeAspect="1" noEditPoints="1"/>
            </p:cNvSpPr>
            <p:nvPr/>
          </p:nvSpPr>
          <p:spPr>
            <a:xfrm>
              <a:off x="3521" y="1154"/>
              <a:ext cx="29" cy="59"/>
            </a:xfrm>
            <a:custGeom>
              <a:avLst/>
              <a:gdLst>
                <a:gd name="txL" fmla="*/ 0 w 29"/>
                <a:gd name="txT" fmla="*/ 0 h 59"/>
                <a:gd name="txR" fmla="*/ 29 w 29"/>
                <a:gd name="txB" fmla="*/ 59 h 59"/>
              </a:gdLst>
              <a:ahLst/>
              <a:cxnLst>
                <a:cxn ang="0">
                  <a:pos x="0" y="0"/>
                </a:cxn>
                <a:cxn ang="0">
                  <a:pos x="29" y="59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9" h="59">
                  <a:moveTo>
                    <a:pt x="0" y="0"/>
                  </a:moveTo>
                  <a:lnTo>
                    <a:pt x="29" y="59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30" name="Freeform 88"/>
            <p:cNvSpPr>
              <a:spLocks noChangeAspect="1" noEditPoints="1"/>
            </p:cNvSpPr>
            <p:nvPr/>
          </p:nvSpPr>
          <p:spPr>
            <a:xfrm>
              <a:off x="3550" y="1154"/>
              <a:ext cx="20" cy="59"/>
            </a:xfrm>
            <a:custGeom>
              <a:avLst/>
              <a:gdLst>
                <a:gd name="txL" fmla="*/ 0 w 20"/>
                <a:gd name="txT" fmla="*/ 0 h 59"/>
                <a:gd name="txR" fmla="*/ 20 w 20"/>
                <a:gd name="txB" fmla="*/ 59 h 59"/>
              </a:gdLst>
              <a:ahLst/>
              <a:cxnLst>
                <a:cxn ang="0">
                  <a:pos x="0" y="59"/>
                </a:cxn>
                <a:cxn ang="0">
                  <a:pos x="20" y="0"/>
                </a:cxn>
                <a:cxn ang="0">
                  <a:pos x="0" y="59"/>
                </a:cxn>
                <a:cxn ang="0">
                  <a:pos x="0" y="59"/>
                </a:cxn>
                <a:cxn ang="0">
                  <a:pos x="0" y="59"/>
                </a:cxn>
                <a:cxn ang="0">
                  <a:pos x="0" y="59"/>
                </a:cxn>
                <a:cxn ang="0">
                  <a:pos x="0" y="59"/>
                </a:cxn>
              </a:cxnLst>
              <a:rect l="txL" t="txT" r="txR" b="txB"/>
              <a:pathLst>
                <a:path w="20" h="59">
                  <a:moveTo>
                    <a:pt x="0" y="59"/>
                  </a:moveTo>
                  <a:lnTo>
                    <a:pt x="20" y="0"/>
                  </a:lnTo>
                  <a:lnTo>
                    <a:pt x="0" y="59"/>
                  </a:lnTo>
                  <a:close/>
                  <a:moveTo>
                    <a:pt x="0" y="59"/>
                  </a:moveTo>
                  <a:lnTo>
                    <a:pt x="0" y="5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31" name="Freeform 89"/>
            <p:cNvSpPr>
              <a:spLocks noChangeAspect="1" noEditPoints="1"/>
            </p:cNvSpPr>
            <p:nvPr/>
          </p:nvSpPr>
          <p:spPr>
            <a:xfrm>
              <a:off x="3570" y="1154"/>
              <a:ext cx="10" cy="1"/>
            </a:xfrm>
            <a:custGeom>
              <a:avLst/>
              <a:gdLst>
                <a:gd name="txL" fmla="*/ 0 w 10"/>
                <a:gd name="txT" fmla="*/ 0 h 1"/>
                <a:gd name="txR" fmla="*/ 10 w 10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0" h="1">
                  <a:moveTo>
                    <a:pt x="0" y="0"/>
                  </a:move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32" name="Freeform 90"/>
            <p:cNvSpPr>
              <a:spLocks noChangeAspect="1" noEditPoints="1"/>
            </p:cNvSpPr>
            <p:nvPr/>
          </p:nvSpPr>
          <p:spPr>
            <a:xfrm>
              <a:off x="3580" y="1086"/>
              <a:ext cx="19" cy="68"/>
            </a:xfrm>
            <a:custGeom>
              <a:avLst/>
              <a:gdLst>
                <a:gd name="txL" fmla="*/ 0 w 19"/>
                <a:gd name="txT" fmla="*/ 0 h 68"/>
                <a:gd name="txR" fmla="*/ 19 w 19"/>
                <a:gd name="txB" fmla="*/ 68 h 68"/>
              </a:gdLst>
              <a:ahLst/>
              <a:cxnLst>
                <a:cxn ang="0">
                  <a:pos x="0" y="68"/>
                </a:cxn>
                <a:cxn ang="0">
                  <a:pos x="19" y="0"/>
                </a:cxn>
                <a:cxn ang="0">
                  <a:pos x="0" y="68"/>
                </a:cxn>
                <a:cxn ang="0">
                  <a:pos x="0" y="68"/>
                </a:cxn>
                <a:cxn ang="0">
                  <a:pos x="0" y="68"/>
                </a:cxn>
                <a:cxn ang="0">
                  <a:pos x="0" y="68"/>
                </a:cxn>
                <a:cxn ang="0">
                  <a:pos x="0" y="68"/>
                </a:cxn>
              </a:cxnLst>
              <a:rect l="txL" t="txT" r="txR" b="txB"/>
              <a:pathLst>
                <a:path w="19" h="68">
                  <a:moveTo>
                    <a:pt x="0" y="68"/>
                  </a:moveTo>
                  <a:lnTo>
                    <a:pt x="19" y="0"/>
                  </a:lnTo>
                  <a:lnTo>
                    <a:pt x="0" y="68"/>
                  </a:lnTo>
                  <a:close/>
                  <a:moveTo>
                    <a:pt x="0" y="68"/>
                  </a:moveTo>
                  <a:lnTo>
                    <a:pt x="0" y="6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33" name="Freeform 91"/>
            <p:cNvSpPr>
              <a:spLocks noChangeAspect="1" noEditPoints="1"/>
            </p:cNvSpPr>
            <p:nvPr/>
          </p:nvSpPr>
          <p:spPr>
            <a:xfrm>
              <a:off x="3599" y="1086"/>
              <a:ext cx="30" cy="68"/>
            </a:xfrm>
            <a:custGeom>
              <a:avLst/>
              <a:gdLst>
                <a:gd name="txL" fmla="*/ 0 w 30"/>
                <a:gd name="txT" fmla="*/ 0 h 68"/>
                <a:gd name="txR" fmla="*/ 30 w 30"/>
                <a:gd name="txB" fmla="*/ 68 h 68"/>
              </a:gdLst>
              <a:ahLst/>
              <a:cxnLst>
                <a:cxn ang="0">
                  <a:pos x="0" y="0"/>
                </a:cxn>
                <a:cxn ang="0">
                  <a:pos x="30" y="6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30" h="68">
                  <a:moveTo>
                    <a:pt x="0" y="0"/>
                  </a:moveTo>
                  <a:lnTo>
                    <a:pt x="30" y="68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34" name="Freeform 92"/>
            <p:cNvSpPr>
              <a:spLocks noChangeAspect="1" noEditPoints="1"/>
            </p:cNvSpPr>
            <p:nvPr/>
          </p:nvSpPr>
          <p:spPr>
            <a:xfrm>
              <a:off x="3629" y="1154"/>
              <a:ext cx="29" cy="59"/>
            </a:xfrm>
            <a:custGeom>
              <a:avLst/>
              <a:gdLst>
                <a:gd name="txL" fmla="*/ 0 w 29"/>
                <a:gd name="txT" fmla="*/ 0 h 59"/>
                <a:gd name="txR" fmla="*/ 29 w 29"/>
                <a:gd name="txB" fmla="*/ 59 h 59"/>
              </a:gdLst>
              <a:ahLst/>
              <a:cxnLst>
                <a:cxn ang="0">
                  <a:pos x="0" y="0"/>
                </a:cxn>
                <a:cxn ang="0">
                  <a:pos x="29" y="59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9" h="59">
                  <a:moveTo>
                    <a:pt x="0" y="0"/>
                  </a:moveTo>
                  <a:lnTo>
                    <a:pt x="29" y="59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35" name="Freeform 93"/>
            <p:cNvSpPr>
              <a:spLocks noChangeAspect="1" noEditPoints="1"/>
            </p:cNvSpPr>
            <p:nvPr/>
          </p:nvSpPr>
          <p:spPr>
            <a:xfrm>
              <a:off x="3658" y="1154"/>
              <a:ext cx="29" cy="59"/>
            </a:xfrm>
            <a:custGeom>
              <a:avLst/>
              <a:gdLst>
                <a:gd name="txL" fmla="*/ 0 w 29"/>
                <a:gd name="txT" fmla="*/ 0 h 59"/>
                <a:gd name="txR" fmla="*/ 29 w 29"/>
                <a:gd name="txB" fmla="*/ 59 h 59"/>
              </a:gdLst>
              <a:ahLst/>
              <a:cxnLst>
                <a:cxn ang="0">
                  <a:pos x="0" y="59"/>
                </a:cxn>
                <a:cxn ang="0">
                  <a:pos x="29" y="0"/>
                </a:cxn>
                <a:cxn ang="0">
                  <a:pos x="0" y="59"/>
                </a:cxn>
                <a:cxn ang="0">
                  <a:pos x="0" y="59"/>
                </a:cxn>
                <a:cxn ang="0">
                  <a:pos x="0" y="59"/>
                </a:cxn>
                <a:cxn ang="0">
                  <a:pos x="0" y="59"/>
                </a:cxn>
                <a:cxn ang="0">
                  <a:pos x="0" y="59"/>
                </a:cxn>
              </a:cxnLst>
              <a:rect l="txL" t="txT" r="txR" b="txB"/>
              <a:pathLst>
                <a:path w="29" h="59">
                  <a:moveTo>
                    <a:pt x="0" y="59"/>
                  </a:moveTo>
                  <a:lnTo>
                    <a:pt x="29" y="0"/>
                  </a:lnTo>
                  <a:lnTo>
                    <a:pt x="0" y="59"/>
                  </a:lnTo>
                  <a:close/>
                  <a:moveTo>
                    <a:pt x="0" y="59"/>
                  </a:moveTo>
                  <a:lnTo>
                    <a:pt x="0" y="5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36" name="Freeform 94"/>
            <p:cNvSpPr>
              <a:spLocks noChangeAspect="1" noEditPoints="1"/>
            </p:cNvSpPr>
            <p:nvPr/>
          </p:nvSpPr>
          <p:spPr>
            <a:xfrm>
              <a:off x="3687" y="1086"/>
              <a:ext cx="30" cy="68"/>
            </a:xfrm>
            <a:custGeom>
              <a:avLst/>
              <a:gdLst>
                <a:gd name="txL" fmla="*/ 0 w 30"/>
                <a:gd name="txT" fmla="*/ 0 h 68"/>
                <a:gd name="txR" fmla="*/ 30 w 30"/>
                <a:gd name="txB" fmla="*/ 68 h 68"/>
              </a:gdLst>
              <a:ahLst/>
              <a:cxnLst>
                <a:cxn ang="0">
                  <a:pos x="0" y="68"/>
                </a:cxn>
                <a:cxn ang="0">
                  <a:pos x="30" y="0"/>
                </a:cxn>
                <a:cxn ang="0">
                  <a:pos x="0" y="68"/>
                </a:cxn>
                <a:cxn ang="0">
                  <a:pos x="0" y="68"/>
                </a:cxn>
                <a:cxn ang="0">
                  <a:pos x="0" y="68"/>
                </a:cxn>
                <a:cxn ang="0">
                  <a:pos x="0" y="68"/>
                </a:cxn>
                <a:cxn ang="0">
                  <a:pos x="0" y="68"/>
                </a:cxn>
              </a:cxnLst>
              <a:rect l="txL" t="txT" r="txR" b="txB"/>
              <a:pathLst>
                <a:path w="30" h="68">
                  <a:moveTo>
                    <a:pt x="0" y="68"/>
                  </a:moveTo>
                  <a:lnTo>
                    <a:pt x="30" y="0"/>
                  </a:lnTo>
                  <a:lnTo>
                    <a:pt x="0" y="68"/>
                  </a:lnTo>
                  <a:close/>
                  <a:moveTo>
                    <a:pt x="0" y="68"/>
                  </a:moveTo>
                  <a:lnTo>
                    <a:pt x="0" y="6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37" name="Freeform 95"/>
            <p:cNvSpPr>
              <a:spLocks noChangeAspect="1" noEditPoints="1"/>
            </p:cNvSpPr>
            <p:nvPr/>
          </p:nvSpPr>
          <p:spPr>
            <a:xfrm>
              <a:off x="3717" y="1086"/>
              <a:ext cx="29" cy="68"/>
            </a:xfrm>
            <a:custGeom>
              <a:avLst/>
              <a:gdLst>
                <a:gd name="txL" fmla="*/ 0 w 29"/>
                <a:gd name="txT" fmla="*/ 0 h 68"/>
                <a:gd name="txR" fmla="*/ 29 w 29"/>
                <a:gd name="txB" fmla="*/ 68 h 68"/>
              </a:gdLst>
              <a:ahLst/>
              <a:cxnLst>
                <a:cxn ang="0">
                  <a:pos x="0" y="0"/>
                </a:cxn>
                <a:cxn ang="0">
                  <a:pos x="29" y="6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9" h="68">
                  <a:moveTo>
                    <a:pt x="0" y="0"/>
                  </a:moveTo>
                  <a:lnTo>
                    <a:pt x="29" y="68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38" name="Freeform 96"/>
            <p:cNvSpPr>
              <a:spLocks noChangeAspect="1" noEditPoints="1"/>
            </p:cNvSpPr>
            <p:nvPr/>
          </p:nvSpPr>
          <p:spPr>
            <a:xfrm>
              <a:off x="3746" y="1154"/>
              <a:ext cx="30" cy="59"/>
            </a:xfrm>
            <a:custGeom>
              <a:avLst/>
              <a:gdLst>
                <a:gd name="txL" fmla="*/ 0 w 30"/>
                <a:gd name="txT" fmla="*/ 0 h 59"/>
                <a:gd name="txR" fmla="*/ 30 w 30"/>
                <a:gd name="txB" fmla="*/ 59 h 59"/>
              </a:gdLst>
              <a:ahLst/>
              <a:cxnLst>
                <a:cxn ang="0">
                  <a:pos x="0" y="0"/>
                </a:cxn>
                <a:cxn ang="0">
                  <a:pos x="30" y="59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30" h="59">
                  <a:moveTo>
                    <a:pt x="0" y="0"/>
                  </a:moveTo>
                  <a:lnTo>
                    <a:pt x="30" y="59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39" name="Freeform 97"/>
            <p:cNvSpPr>
              <a:spLocks noChangeAspect="1" noEditPoints="1"/>
            </p:cNvSpPr>
            <p:nvPr/>
          </p:nvSpPr>
          <p:spPr>
            <a:xfrm>
              <a:off x="3776" y="1154"/>
              <a:ext cx="19" cy="59"/>
            </a:xfrm>
            <a:custGeom>
              <a:avLst/>
              <a:gdLst>
                <a:gd name="txL" fmla="*/ 0 w 19"/>
                <a:gd name="txT" fmla="*/ 0 h 59"/>
                <a:gd name="txR" fmla="*/ 19 w 19"/>
                <a:gd name="txB" fmla="*/ 59 h 59"/>
              </a:gdLst>
              <a:ahLst/>
              <a:cxnLst>
                <a:cxn ang="0">
                  <a:pos x="0" y="59"/>
                </a:cxn>
                <a:cxn ang="0">
                  <a:pos x="19" y="0"/>
                </a:cxn>
                <a:cxn ang="0">
                  <a:pos x="0" y="59"/>
                </a:cxn>
                <a:cxn ang="0">
                  <a:pos x="0" y="59"/>
                </a:cxn>
                <a:cxn ang="0">
                  <a:pos x="0" y="59"/>
                </a:cxn>
                <a:cxn ang="0">
                  <a:pos x="0" y="59"/>
                </a:cxn>
                <a:cxn ang="0">
                  <a:pos x="0" y="59"/>
                </a:cxn>
              </a:cxnLst>
              <a:rect l="txL" t="txT" r="txR" b="txB"/>
              <a:pathLst>
                <a:path w="19" h="59">
                  <a:moveTo>
                    <a:pt x="0" y="59"/>
                  </a:moveTo>
                  <a:lnTo>
                    <a:pt x="19" y="0"/>
                  </a:lnTo>
                  <a:lnTo>
                    <a:pt x="0" y="59"/>
                  </a:lnTo>
                  <a:close/>
                  <a:moveTo>
                    <a:pt x="0" y="59"/>
                  </a:moveTo>
                  <a:lnTo>
                    <a:pt x="0" y="5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40" name="Freeform 98"/>
            <p:cNvSpPr>
              <a:spLocks noChangeAspect="1" noEditPoints="1"/>
            </p:cNvSpPr>
            <p:nvPr/>
          </p:nvSpPr>
          <p:spPr>
            <a:xfrm>
              <a:off x="3795" y="1086"/>
              <a:ext cx="30" cy="68"/>
            </a:xfrm>
            <a:custGeom>
              <a:avLst/>
              <a:gdLst>
                <a:gd name="txL" fmla="*/ 0 w 30"/>
                <a:gd name="txT" fmla="*/ 0 h 68"/>
                <a:gd name="txR" fmla="*/ 30 w 30"/>
                <a:gd name="txB" fmla="*/ 68 h 68"/>
              </a:gdLst>
              <a:ahLst/>
              <a:cxnLst>
                <a:cxn ang="0">
                  <a:pos x="0" y="68"/>
                </a:cxn>
                <a:cxn ang="0">
                  <a:pos x="30" y="0"/>
                </a:cxn>
                <a:cxn ang="0">
                  <a:pos x="0" y="68"/>
                </a:cxn>
                <a:cxn ang="0">
                  <a:pos x="0" y="68"/>
                </a:cxn>
                <a:cxn ang="0">
                  <a:pos x="0" y="68"/>
                </a:cxn>
                <a:cxn ang="0">
                  <a:pos x="0" y="68"/>
                </a:cxn>
                <a:cxn ang="0">
                  <a:pos x="0" y="68"/>
                </a:cxn>
              </a:cxnLst>
              <a:rect l="txL" t="txT" r="txR" b="txB"/>
              <a:pathLst>
                <a:path w="30" h="68">
                  <a:moveTo>
                    <a:pt x="0" y="68"/>
                  </a:moveTo>
                  <a:lnTo>
                    <a:pt x="30" y="0"/>
                  </a:lnTo>
                  <a:lnTo>
                    <a:pt x="0" y="68"/>
                  </a:lnTo>
                  <a:close/>
                  <a:moveTo>
                    <a:pt x="0" y="68"/>
                  </a:moveTo>
                  <a:lnTo>
                    <a:pt x="0" y="6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41" name="Freeform 99"/>
            <p:cNvSpPr>
              <a:spLocks noChangeAspect="1" noEditPoints="1"/>
            </p:cNvSpPr>
            <p:nvPr/>
          </p:nvSpPr>
          <p:spPr>
            <a:xfrm>
              <a:off x="3825" y="1086"/>
              <a:ext cx="29" cy="68"/>
            </a:xfrm>
            <a:custGeom>
              <a:avLst/>
              <a:gdLst>
                <a:gd name="txL" fmla="*/ 0 w 29"/>
                <a:gd name="txT" fmla="*/ 0 h 68"/>
                <a:gd name="txR" fmla="*/ 29 w 29"/>
                <a:gd name="txB" fmla="*/ 68 h 68"/>
              </a:gdLst>
              <a:ahLst/>
              <a:cxnLst>
                <a:cxn ang="0">
                  <a:pos x="0" y="0"/>
                </a:cxn>
                <a:cxn ang="0">
                  <a:pos x="29" y="6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9" h="68">
                  <a:moveTo>
                    <a:pt x="0" y="0"/>
                  </a:moveTo>
                  <a:lnTo>
                    <a:pt x="29" y="68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42" name="Freeform 100"/>
            <p:cNvSpPr>
              <a:spLocks noChangeAspect="1" noEditPoints="1"/>
            </p:cNvSpPr>
            <p:nvPr/>
          </p:nvSpPr>
          <p:spPr>
            <a:xfrm>
              <a:off x="3854" y="1154"/>
              <a:ext cx="30" cy="59"/>
            </a:xfrm>
            <a:custGeom>
              <a:avLst/>
              <a:gdLst>
                <a:gd name="txL" fmla="*/ 0 w 30"/>
                <a:gd name="txT" fmla="*/ 0 h 59"/>
                <a:gd name="txR" fmla="*/ 30 w 30"/>
                <a:gd name="txB" fmla="*/ 59 h 59"/>
              </a:gdLst>
              <a:ahLst/>
              <a:cxnLst>
                <a:cxn ang="0">
                  <a:pos x="0" y="0"/>
                </a:cxn>
                <a:cxn ang="0">
                  <a:pos x="30" y="59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30" h="59">
                  <a:moveTo>
                    <a:pt x="0" y="0"/>
                  </a:moveTo>
                  <a:lnTo>
                    <a:pt x="30" y="59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43" name="Freeform 101"/>
            <p:cNvSpPr>
              <a:spLocks noChangeAspect="1" noEditPoints="1"/>
            </p:cNvSpPr>
            <p:nvPr/>
          </p:nvSpPr>
          <p:spPr>
            <a:xfrm>
              <a:off x="3884" y="1144"/>
              <a:ext cx="29" cy="69"/>
            </a:xfrm>
            <a:custGeom>
              <a:avLst/>
              <a:gdLst>
                <a:gd name="txL" fmla="*/ 0 w 29"/>
                <a:gd name="txT" fmla="*/ 0 h 69"/>
                <a:gd name="txR" fmla="*/ 29 w 29"/>
                <a:gd name="txB" fmla="*/ 69 h 69"/>
              </a:gdLst>
              <a:ahLst/>
              <a:cxnLst>
                <a:cxn ang="0">
                  <a:pos x="0" y="69"/>
                </a:cxn>
                <a:cxn ang="0">
                  <a:pos x="29" y="0"/>
                </a:cxn>
                <a:cxn ang="0">
                  <a:pos x="0" y="69"/>
                </a:cxn>
                <a:cxn ang="0">
                  <a:pos x="0" y="69"/>
                </a:cxn>
                <a:cxn ang="0">
                  <a:pos x="0" y="69"/>
                </a:cxn>
                <a:cxn ang="0">
                  <a:pos x="0" y="69"/>
                </a:cxn>
                <a:cxn ang="0">
                  <a:pos x="0" y="69"/>
                </a:cxn>
              </a:cxnLst>
              <a:rect l="txL" t="txT" r="txR" b="txB"/>
              <a:pathLst>
                <a:path w="29" h="69">
                  <a:moveTo>
                    <a:pt x="0" y="69"/>
                  </a:moveTo>
                  <a:lnTo>
                    <a:pt x="29" y="0"/>
                  </a:lnTo>
                  <a:lnTo>
                    <a:pt x="0" y="69"/>
                  </a:lnTo>
                  <a:close/>
                  <a:moveTo>
                    <a:pt x="0" y="69"/>
                  </a:moveTo>
                  <a:lnTo>
                    <a:pt x="0" y="6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44" name="Freeform 102"/>
            <p:cNvSpPr>
              <a:spLocks noChangeAspect="1"/>
            </p:cNvSpPr>
            <p:nvPr/>
          </p:nvSpPr>
          <p:spPr>
            <a:xfrm>
              <a:off x="812" y="2310"/>
              <a:ext cx="59" cy="137"/>
            </a:xfrm>
            <a:custGeom>
              <a:avLst/>
              <a:gdLst>
                <a:gd name="txL" fmla="*/ 0 w 59"/>
                <a:gd name="txT" fmla="*/ 0 h 137"/>
                <a:gd name="txR" fmla="*/ 59 w 59"/>
                <a:gd name="txB" fmla="*/ 137 h 137"/>
              </a:gdLst>
              <a:ahLst/>
              <a:cxnLst>
                <a:cxn ang="0">
                  <a:pos x="0" y="137"/>
                </a:cxn>
                <a:cxn ang="0">
                  <a:pos x="59" y="137"/>
                </a:cxn>
                <a:cxn ang="0">
                  <a:pos x="59" y="137"/>
                </a:cxn>
                <a:cxn ang="0">
                  <a:pos x="49" y="128"/>
                </a:cxn>
                <a:cxn ang="0">
                  <a:pos x="39" y="118"/>
                </a:cxn>
                <a:cxn ang="0">
                  <a:pos x="39" y="0"/>
                </a:cxn>
                <a:cxn ang="0">
                  <a:pos x="39" y="0"/>
                </a:cxn>
                <a:cxn ang="0">
                  <a:pos x="0" y="10"/>
                </a:cxn>
                <a:cxn ang="0">
                  <a:pos x="0" y="20"/>
                </a:cxn>
                <a:cxn ang="0">
                  <a:pos x="9" y="10"/>
                </a:cxn>
                <a:cxn ang="0">
                  <a:pos x="9" y="10"/>
                </a:cxn>
                <a:cxn ang="0">
                  <a:pos x="19" y="20"/>
                </a:cxn>
                <a:cxn ang="0">
                  <a:pos x="19" y="20"/>
                </a:cxn>
                <a:cxn ang="0">
                  <a:pos x="19" y="118"/>
                </a:cxn>
                <a:cxn ang="0">
                  <a:pos x="9" y="128"/>
                </a:cxn>
                <a:cxn ang="0">
                  <a:pos x="0" y="137"/>
                </a:cxn>
                <a:cxn ang="0">
                  <a:pos x="0" y="137"/>
                </a:cxn>
              </a:cxnLst>
              <a:rect l="txL" t="txT" r="txR" b="txB"/>
              <a:pathLst>
                <a:path w="59" h="137">
                  <a:moveTo>
                    <a:pt x="0" y="137"/>
                  </a:moveTo>
                  <a:lnTo>
                    <a:pt x="59" y="137"/>
                  </a:lnTo>
                  <a:lnTo>
                    <a:pt x="49" y="128"/>
                  </a:lnTo>
                  <a:lnTo>
                    <a:pt x="39" y="118"/>
                  </a:lnTo>
                  <a:lnTo>
                    <a:pt x="39" y="0"/>
                  </a:lnTo>
                  <a:lnTo>
                    <a:pt x="0" y="10"/>
                  </a:lnTo>
                  <a:lnTo>
                    <a:pt x="0" y="20"/>
                  </a:lnTo>
                  <a:lnTo>
                    <a:pt x="9" y="10"/>
                  </a:lnTo>
                  <a:lnTo>
                    <a:pt x="19" y="20"/>
                  </a:lnTo>
                  <a:lnTo>
                    <a:pt x="19" y="118"/>
                  </a:lnTo>
                  <a:lnTo>
                    <a:pt x="9" y="128"/>
                  </a:lnTo>
                  <a:lnTo>
                    <a:pt x="0" y="13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45" name="Freeform 103"/>
            <p:cNvSpPr>
              <a:spLocks noChangeAspect="1"/>
            </p:cNvSpPr>
            <p:nvPr/>
          </p:nvSpPr>
          <p:spPr>
            <a:xfrm>
              <a:off x="900" y="2300"/>
              <a:ext cx="88" cy="147"/>
            </a:xfrm>
            <a:custGeom>
              <a:avLst/>
              <a:gdLst>
                <a:gd name="txL" fmla="*/ 0 w 88"/>
                <a:gd name="txT" fmla="*/ 0 h 147"/>
                <a:gd name="txR" fmla="*/ 88 w 88"/>
                <a:gd name="txB" fmla="*/ 147 h 147"/>
              </a:gdLst>
              <a:ahLst/>
              <a:cxnLst>
                <a:cxn ang="0">
                  <a:pos x="39" y="30"/>
                </a:cxn>
                <a:cxn ang="0">
                  <a:pos x="78" y="30"/>
                </a:cxn>
                <a:cxn ang="0">
                  <a:pos x="78" y="30"/>
                </a:cxn>
                <a:cxn ang="0">
                  <a:pos x="78" y="20"/>
                </a:cxn>
                <a:cxn ang="0">
                  <a:pos x="88" y="0"/>
                </a:cxn>
                <a:cxn ang="0">
                  <a:pos x="88" y="0"/>
                </a:cxn>
                <a:cxn ang="0">
                  <a:pos x="88" y="10"/>
                </a:cxn>
                <a:cxn ang="0">
                  <a:pos x="78" y="10"/>
                </a:cxn>
                <a:cxn ang="0">
                  <a:pos x="29" y="10"/>
                </a:cxn>
                <a:cxn ang="0">
                  <a:pos x="10" y="59"/>
                </a:cxn>
                <a:cxn ang="0">
                  <a:pos x="10" y="59"/>
                </a:cxn>
                <a:cxn ang="0">
                  <a:pos x="49" y="69"/>
                </a:cxn>
                <a:cxn ang="0">
                  <a:pos x="69" y="89"/>
                </a:cxn>
                <a:cxn ang="0">
                  <a:pos x="69" y="108"/>
                </a:cxn>
                <a:cxn ang="0">
                  <a:pos x="59" y="128"/>
                </a:cxn>
                <a:cxn ang="0">
                  <a:pos x="39" y="138"/>
                </a:cxn>
                <a:cxn ang="0">
                  <a:pos x="29" y="138"/>
                </a:cxn>
                <a:cxn ang="0">
                  <a:pos x="10" y="128"/>
                </a:cxn>
                <a:cxn ang="0">
                  <a:pos x="0" y="138"/>
                </a:cxn>
                <a:cxn ang="0">
                  <a:pos x="0" y="138"/>
                </a:cxn>
                <a:cxn ang="0">
                  <a:pos x="10" y="147"/>
                </a:cxn>
                <a:cxn ang="0">
                  <a:pos x="29" y="147"/>
                </a:cxn>
                <a:cxn ang="0">
                  <a:pos x="78" y="138"/>
                </a:cxn>
                <a:cxn ang="0">
                  <a:pos x="88" y="98"/>
                </a:cxn>
                <a:cxn ang="0">
                  <a:pos x="88" y="79"/>
                </a:cxn>
                <a:cxn ang="0">
                  <a:pos x="78" y="59"/>
                </a:cxn>
                <a:cxn ang="0">
                  <a:pos x="59" y="49"/>
                </a:cxn>
                <a:cxn ang="0">
                  <a:pos x="29" y="40"/>
                </a:cxn>
                <a:cxn ang="0">
                  <a:pos x="39" y="30"/>
                </a:cxn>
              </a:cxnLst>
              <a:rect l="txL" t="txT" r="txR" b="txB"/>
              <a:pathLst>
                <a:path w="88" h="147">
                  <a:moveTo>
                    <a:pt x="39" y="30"/>
                  </a:moveTo>
                  <a:lnTo>
                    <a:pt x="78" y="30"/>
                  </a:lnTo>
                  <a:lnTo>
                    <a:pt x="78" y="20"/>
                  </a:lnTo>
                  <a:lnTo>
                    <a:pt x="88" y="0"/>
                  </a:lnTo>
                  <a:lnTo>
                    <a:pt x="88" y="10"/>
                  </a:lnTo>
                  <a:lnTo>
                    <a:pt x="78" y="10"/>
                  </a:lnTo>
                  <a:lnTo>
                    <a:pt x="29" y="10"/>
                  </a:lnTo>
                  <a:lnTo>
                    <a:pt x="10" y="59"/>
                  </a:lnTo>
                  <a:lnTo>
                    <a:pt x="49" y="69"/>
                  </a:lnTo>
                  <a:lnTo>
                    <a:pt x="69" y="89"/>
                  </a:lnTo>
                  <a:lnTo>
                    <a:pt x="69" y="108"/>
                  </a:lnTo>
                  <a:lnTo>
                    <a:pt x="59" y="128"/>
                  </a:lnTo>
                  <a:lnTo>
                    <a:pt x="39" y="138"/>
                  </a:lnTo>
                  <a:lnTo>
                    <a:pt x="29" y="138"/>
                  </a:lnTo>
                  <a:lnTo>
                    <a:pt x="10" y="128"/>
                  </a:lnTo>
                  <a:lnTo>
                    <a:pt x="0" y="138"/>
                  </a:lnTo>
                  <a:lnTo>
                    <a:pt x="10" y="147"/>
                  </a:lnTo>
                  <a:lnTo>
                    <a:pt x="29" y="147"/>
                  </a:lnTo>
                  <a:lnTo>
                    <a:pt x="78" y="138"/>
                  </a:lnTo>
                  <a:lnTo>
                    <a:pt x="88" y="98"/>
                  </a:lnTo>
                  <a:lnTo>
                    <a:pt x="88" y="79"/>
                  </a:lnTo>
                  <a:lnTo>
                    <a:pt x="78" y="59"/>
                  </a:lnTo>
                  <a:lnTo>
                    <a:pt x="59" y="49"/>
                  </a:lnTo>
                  <a:lnTo>
                    <a:pt x="29" y="40"/>
                  </a:lnTo>
                  <a:lnTo>
                    <a:pt x="39" y="3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46" name="Freeform 104"/>
            <p:cNvSpPr>
              <a:spLocks noChangeAspect="1"/>
            </p:cNvSpPr>
            <p:nvPr/>
          </p:nvSpPr>
          <p:spPr>
            <a:xfrm>
              <a:off x="1047" y="2310"/>
              <a:ext cx="147" cy="137"/>
            </a:xfrm>
            <a:custGeom>
              <a:avLst/>
              <a:gdLst>
                <a:gd name="txL" fmla="*/ 0 w 147"/>
                <a:gd name="txT" fmla="*/ 0 h 137"/>
                <a:gd name="txR" fmla="*/ 147 w 147"/>
                <a:gd name="txB" fmla="*/ 137 h 137"/>
              </a:gdLst>
              <a:ahLst/>
              <a:cxnLst>
                <a:cxn ang="0">
                  <a:pos x="147" y="0"/>
                </a:cxn>
                <a:cxn ang="0">
                  <a:pos x="108" y="0"/>
                </a:cxn>
                <a:cxn ang="0">
                  <a:pos x="108" y="0"/>
                </a:cxn>
                <a:cxn ang="0">
                  <a:pos x="118" y="0"/>
                </a:cxn>
                <a:cxn ang="0">
                  <a:pos x="128" y="10"/>
                </a:cxn>
                <a:cxn ang="0">
                  <a:pos x="128" y="20"/>
                </a:cxn>
                <a:cxn ang="0">
                  <a:pos x="118" y="30"/>
                </a:cxn>
                <a:cxn ang="0">
                  <a:pos x="89" y="98"/>
                </a:cxn>
                <a:cxn ang="0">
                  <a:pos x="59" y="30"/>
                </a:cxn>
                <a:cxn ang="0">
                  <a:pos x="49" y="20"/>
                </a:cxn>
                <a:cxn ang="0">
                  <a:pos x="49" y="10"/>
                </a:cxn>
                <a:cxn ang="0">
                  <a:pos x="49" y="0"/>
                </a:cxn>
                <a:cxn ang="0">
                  <a:pos x="59" y="0"/>
                </a:cxn>
                <a:cxn ang="0">
                  <a:pos x="59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0" y="10"/>
                </a:cxn>
                <a:cxn ang="0">
                  <a:pos x="30" y="20"/>
                </a:cxn>
                <a:cxn ang="0">
                  <a:pos x="79" y="137"/>
                </a:cxn>
                <a:cxn ang="0">
                  <a:pos x="89" y="137"/>
                </a:cxn>
                <a:cxn ang="0">
                  <a:pos x="128" y="20"/>
                </a:cxn>
                <a:cxn ang="0">
                  <a:pos x="138" y="10"/>
                </a:cxn>
                <a:cxn ang="0">
                  <a:pos x="147" y="0"/>
                </a:cxn>
                <a:cxn ang="0">
                  <a:pos x="147" y="0"/>
                </a:cxn>
              </a:cxnLst>
              <a:rect l="txL" t="txT" r="txR" b="txB"/>
              <a:pathLst>
                <a:path w="147" h="137">
                  <a:moveTo>
                    <a:pt x="147" y="0"/>
                  </a:moveTo>
                  <a:lnTo>
                    <a:pt x="108" y="0"/>
                  </a:lnTo>
                  <a:lnTo>
                    <a:pt x="118" y="0"/>
                  </a:lnTo>
                  <a:lnTo>
                    <a:pt x="128" y="10"/>
                  </a:lnTo>
                  <a:lnTo>
                    <a:pt x="128" y="20"/>
                  </a:lnTo>
                  <a:lnTo>
                    <a:pt x="118" y="30"/>
                  </a:lnTo>
                  <a:lnTo>
                    <a:pt x="89" y="98"/>
                  </a:lnTo>
                  <a:lnTo>
                    <a:pt x="59" y="30"/>
                  </a:lnTo>
                  <a:lnTo>
                    <a:pt x="49" y="20"/>
                  </a:lnTo>
                  <a:lnTo>
                    <a:pt x="49" y="10"/>
                  </a:lnTo>
                  <a:lnTo>
                    <a:pt x="49" y="0"/>
                  </a:lnTo>
                  <a:lnTo>
                    <a:pt x="59" y="0"/>
                  </a:lnTo>
                  <a:lnTo>
                    <a:pt x="0" y="0"/>
                  </a:lnTo>
                  <a:lnTo>
                    <a:pt x="20" y="10"/>
                  </a:lnTo>
                  <a:lnTo>
                    <a:pt x="30" y="20"/>
                  </a:lnTo>
                  <a:lnTo>
                    <a:pt x="79" y="137"/>
                  </a:lnTo>
                  <a:lnTo>
                    <a:pt x="89" y="137"/>
                  </a:lnTo>
                  <a:lnTo>
                    <a:pt x="128" y="20"/>
                  </a:lnTo>
                  <a:lnTo>
                    <a:pt x="138" y="10"/>
                  </a:lnTo>
                  <a:lnTo>
                    <a:pt x="147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47" name="Freeform 105"/>
            <p:cNvSpPr>
              <a:spLocks noChangeAspect="1"/>
            </p:cNvSpPr>
            <p:nvPr/>
          </p:nvSpPr>
          <p:spPr>
            <a:xfrm>
              <a:off x="3246" y="2927"/>
              <a:ext cx="59" cy="138"/>
            </a:xfrm>
            <a:custGeom>
              <a:avLst/>
              <a:gdLst>
                <a:gd name="txL" fmla="*/ 0 w 59"/>
                <a:gd name="txT" fmla="*/ 0 h 138"/>
                <a:gd name="txR" fmla="*/ 59 w 59"/>
                <a:gd name="txB" fmla="*/ 138 h 138"/>
              </a:gdLst>
              <a:ahLst/>
              <a:cxnLst>
                <a:cxn ang="0">
                  <a:pos x="0" y="138"/>
                </a:cxn>
                <a:cxn ang="0">
                  <a:pos x="59" y="138"/>
                </a:cxn>
                <a:cxn ang="0">
                  <a:pos x="59" y="138"/>
                </a:cxn>
                <a:cxn ang="0">
                  <a:pos x="49" y="128"/>
                </a:cxn>
                <a:cxn ang="0">
                  <a:pos x="39" y="118"/>
                </a:cxn>
                <a:cxn ang="0">
                  <a:pos x="39" y="0"/>
                </a:cxn>
                <a:cxn ang="0">
                  <a:pos x="39" y="0"/>
                </a:cxn>
                <a:cxn ang="0">
                  <a:pos x="0" y="10"/>
                </a:cxn>
                <a:cxn ang="0">
                  <a:pos x="0" y="20"/>
                </a:cxn>
                <a:cxn ang="0">
                  <a:pos x="10" y="10"/>
                </a:cxn>
                <a:cxn ang="0">
                  <a:pos x="10" y="10"/>
                </a:cxn>
                <a:cxn ang="0">
                  <a:pos x="19" y="20"/>
                </a:cxn>
                <a:cxn ang="0">
                  <a:pos x="19" y="20"/>
                </a:cxn>
                <a:cxn ang="0">
                  <a:pos x="19" y="118"/>
                </a:cxn>
                <a:cxn ang="0">
                  <a:pos x="10" y="128"/>
                </a:cxn>
                <a:cxn ang="0">
                  <a:pos x="0" y="138"/>
                </a:cxn>
                <a:cxn ang="0">
                  <a:pos x="0" y="138"/>
                </a:cxn>
              </a:cxnLst>
              <a:rect l="txL" t="txT" r="txR" b="txB"/>
              <a:pathLst>
                <a:path w="59" h="138">
                  <a:moveTo>
                    <a:pt x="0" y="138"/>
                  </a:moveTo>
                  <a:lnTo>
                    <a:pt x="59" y="138"/>
                  </a:lnTo>
                  <a:lnTo>
                    <a:pt x="49" y="128"/>
                  </a:lnTo>
                  <a:lnTo>
                    <a:pt x="39" y="118"/>
                  </a:lnTo>
                  <a:lnTo>
                    <a:pt x="39" y="0"/>
                  </a:lnTo>
                  <a:lnTo>
                    <a:pt x="0" y="10"/>
                  </a:lnTo>
                  <a:lnTo>
                    <a:pt x="0" y="20"/>
                  </a:lnTo>
                  <a:lnTo>
                    <a:pt x="10" y="10"/>
                  </a:lnTo>
                  <a:lnTo>
                    <a:pt x="19" y="20"/>
                  </a:lnTo>
                  <a:lnTo>
                    <a:pt x="19" y="118"/>
                  </a:lnTo>
                  <a:lnTo>
                    <a:pt x="10" y="128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48" name="Freeform 106"/>
            <p:cNvSpPr>
              <a:spLocks noChangeAspect="1" noEditPoints="1"/>
            </p:cNvSpPr>
            <p:nvPr/>
          </p:nvSpPr>
          <p:spPr>
            <a:xfrm>
              <a:off x="3334" y="2927"/>
              <a:ext cx="98" cy="138"/>
            </a:xfrm>
            <a:custGeom>
              <a:avLst/>
              <a:gdLst>
                <a:gd name="txL" fmla="*/ 0 w 98"/>
                <a:gd name="txT" fmla="*/ 0 h 138"/>
                <a:gd name="txR" fmla="*/ 98 w 98"/>
                <a:gd name="txB" fmla="*/ 138 h 138"/>
              </a:gdLst>
              <a:ahLst/>
              <a:cxnLst>
                <a:cxn ang="0">
                  <a:pos x="49" y="0"/>
                </a:cxn>
                <a:cxn ang="0">
                  <a:pos x="69" y="10"/>
                </a:cxn>
                <a:cxn ang="0">
                  <a:pos x="79" y="30"/>
                </a:cxn>
                <a:cxn ang="0">
                  <a:pos x="79" y="49"/>
                </a:cxn>
                <a:cxn ang="0">
                  <a:pos x="79" y="69"/>
                </a:cxn>
                <a:cxn ang="0">
                  <a:pos x="79" y="89"/>
                </a:cxn>
                <a:cxn ang="0">
                  <a:pos x="79" y="108"/>
                </a:cxn>
                <a:cxn ang="0">
                  <a:pos x="69" y="128"/>
                </a:cxn>
                <a:cxn ang="0">
                  <a:pos x="49" y="138"/>
                </a:cxn>
                <a:cxn ang="0">
                  <a:pos x="30" y="128"/>
                </a:cxn>
                <a:cxn ang="0">
                  <a:pos x="20" y="108"/>
                </a:cxn>
                <a:cxn ang="0">
                  <a:pos x="20" y="89"/>
                </a:cxn>
                <a:cxn ang="0">
                  <a:pos x="20" y="69"/>
                </a:cxn>
                <a:cxn ang="0">
                  <a:pos x="20" y="49"/>
                </a:cxn>
                <a:cxn ang="0">
                  <a:pos x="20" y="30"/>
                </a:cxn>
                <a:cxn ang="0">
                  <a:pos x="30" y="10"/>
                </a:cxn>
                <a:cxn ang="0">
                  <a:pos x="49" y="0"/>
                </a:cxn>
                <a:cxn ang="0">
                  <a:pos x="49" y="0"/>
                </a:cxn>
                <a:cxn ang="0">
                  <a:pos x="49" y="0"/>
                </a:cxn>
                <a:cxn ang="0">
                  <a:pos x="30" y="10"/>
                </a:cxn>
                <a:cxn ang="0">
                  <a:pos x="10" y="20"/>
                </a:cxn>
                <a:cxn ang="0">
                  <a:pos x="0" y="69"/>
                </a:cxn>
                <a:cxn ang="0">
                  <a:pos x="0" y="89"/>
                </a:cxn>
                <a:cxn ang="0">
                  <a:pos x="10" y="108"/>
                </a:cxn>
                <a:cxn ang="0">
                  <a:pos x="30" y="128"/>
                </a:cxn>
                <a:cxn ang="0">
                  <a:pos x="49" y="138"/>
                </a:cxn>
                <a:cxn ang="0">
                  <a:pos x="79" y="128"/>
                </a:cxn>
                <a:cxn ang="0">
                  <a:pos x="88" y="108"/>
                </a:cxn>
                <a:cxn ang="0">
                  <a:pos x="98" y="89"/>
                </a:cxn>
                <a:cxn ang="0">
                  <a:pos x="98" y="69"/>
                </a:cxn>
                <a:cxn ang="0">
                  <a:pos x="88" y="20"/>
                </a:cxn>
                <a:cxn ang="0">
                  <a:pos x="79" y="10"/>
                </a:cxn>
                <a:cxn ang="0">
                  <a:pos x="49" y="0"/>
                </a:cxn>
                <a:cxn ang="0">
                  <a:pos x="49" y="0"/>
                </a:cxn>
              </a:cxnLst>
              <a:rect l="txL" t="txT" r="txR" b="txB"/>
              <a:pathLst>
                <a:path w="98" h="138">
                  <a:moveTo>
                    <a:pt x="49" y="0"/>
                  </a:moveTo>
                  <a:lnTo>
                    <a:pt x="69" y="10"/>
                  </a:lnTo>
                  <a:lnTo>
                    <a:pt x="79" y="30"/>
                  </a:lnTo>
                  <a:lnTo>
                    <a:pt x="79" y="49"/>
                  </a:lnTo>
                  <a:lnTo>
                    <a:pt x="79" y="69"/>
                  </a:lnTo>
                  <a:lnTo>
                    <a:pt x="79" y="89"/>
                  </a:lnTo>
                  <a:lnTo>
                    <a:pt x="79" y="108"/>
                  </a:lnTo>
                  <a:lnTo>
                    <a:pt x="69" y="128"/>
                  </a:lnTo>
                  <a:lnTo>
                    <a:pt x="49" y="138"/>
                  </a:lnTo>
                  <a:lnTo>
                    <a:pt x="30" y="128"/>
                  </a:lnTo>
                  <a:lnTo>
                    <a:pt x="20" y="108"/>
                  </a:lnTo>
                  <a:lnTo>
                    <a:pt x="20" y="89"/>
                  </a:lnTo>
                  <a:lnTo>
                    <a:pt x="20" y="69"/>
                  </a:lnTo>
                  <a:lnTo>
                    <a:pt x="20" y="49"/>
                  </a:lnTo>
                  <a:lnTo>
                    <a:pt x="20" y="30"/>
                  </a:lnTo>
                  <a:lnTo>
                    <a:pt x="30" y="10"/>
                  </a:lnTo>
                  <a:lnTo>
                    <a:pt x="49" y="0"/>
                  </a:lnTo>
                  <a:close/>
                  <a:moveTo>
                    <a:pt x="49" y="0"/>
                  </a:moveTo>
                  <a:lnTo>
                    <a:pt x="30" y="10"/>
                  </a:lnTo>
                  <a:lnTo>
                    <a:pt x="10" y="20"/>
                  </a:lnTo>
                  <a:lnTo>
                    <a:pt x="0" y="69"/>
                  </a:lnTo>
                  <a:lnTo>
                    <a:pt x="0" y="89"/>
                  </a:lnTo>
                  <a:lnTo>
                    <a:pt x="10" y="108"/>
                  </a:lnTo>
                  <a:lnTo>
                    <a:pt x="30" y="128"/>
                  </a:lnTo>
                  <a:lnTo>
                    <a:pt x="49" y="138"/>
                  </a:lnTo>
                  <a:lnTo>
                    <a:pt x="79" y="128"/>
                  </a:lnTo>
                  <a:lnTo>
                    <a:pt x="88" y="108"/>
                  </a:lnTo>
                  <a:lnTo>
                    <a:pt x="98" y="89"/>
                  </a:lnTo>
                  <a:lnTo>
                    <a:pt x="98" y="69"/>
                  </a:lnTo>
                  <a:lnTo>
                    <a:pt x="88" y="20"/>
                  </a:lnTo>
                  <a:lnTo>
                    <a:pt x="79" y="10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49" name="Freeform 107"/>
            <p:cNvSpPr>
              <a:spLocks noChangeAspect="1"/>
            </p:cNvSpPr>
            <p:nvPr/>
          </p:nvSpPr>
          <p:spPr>
            <a:xfrm>
              <a:off x="3481" y="2927"/>
              <a:ext cx="148" cy="138"/>
            </a:xfrm>
            <a:custGeom>
              <a:avLst/>
              <a:gdLst>
                <a:gd name="txL" fmla="*/ 0 w 148"/>
                <a:gd name="txT" fmla="*/ 0 h 138"/>
                <a:gd name="txR" fmla="*/ 148 w 148"/>
                <a:gd name="txB" fmla="*/ 138 h 138"/>
              </a:gdLst>
              <a:ahLst/>
              <a:cxnLst>
                <a:cxn ang="0">
                  <a:pos x="148" y="0"/>
                </a:cxn>
                <a:cxn ang="0">
                  <a:pos x="108" y="0"/>
                </a:cxn>
                <a:cxn ang="0">
                  <a:pos x="108" y="0"/>
                </a:cxn>
                <a:cxn ang="0">
                  <a:pos x="118" y="0"/>
                </a:cxn>
                <a:cxn ang="0">
                  <a:pos x="128" y="10"/>
                </a:cxn>
                <a:cxn ang="0">
                  <a:pos x="128" y="20"/>
                </a:cxn>
                <a:cxn ang="0">
                  <a:pos x="118" y="30"/>
                </a:cxn>
                <a:cxn ang="0">
                  <a:pos x="89" y="98"/>
                </a:cxn>
                <a:cxn ang="0">
                  <a:pos x="59" y="30"/>
                </a:cxn>
                <a:cxn ang="0">
                  <a:pos x="49" y="20"/>
                </a:cxn>
                <a:cxn ang="0">
                  <a:pos x="49" y="10"/>
                </a:cxn>
                <a:cxn ang="0">
                  <a:pos x="49" y="0"/>
                </a:cxn>
                <a:cxn ang="0">
                  <a:pos x="59" y="0"/>
                </a:cxn>
                <a:cxn ang="0">
                  <a:pos x="59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0" y="10"/>
                </a:cxn>
                <a:cxn ang="0">
                  <a:pos x="30" y="20"/>
                </a:cxn>
                <a:cxn ang="0">
                  <a:pos x="79" y="138"/>
                </a:cxn>
                <a:cxn ang="0">
                  <a:pos x="89" y="138"/>
                </a:cxn>
                <a:cxn ang="0">
                  <a:pos x="128" y="20"/>
                </a:cxn>
                <a:cxn ang="0">
                  <a:pos x="138" y="10"/>
                </a:cxn>
                <a:cxn ang="0">
                  <a:pos x="148" y="0"/>
                </a:cxn>
                <a:cxn ang="0">
                  <a:pos x="148" y="0"/>
                </a:cxn>
              </a:cxnLst>
              <a:rect l="txL" t="txT" r="txR" b="txB"/>
              <a:pathLst>
                <a:path w="148" h="138">
                  <a:moveTo>
                    <a:pt x="148" y="0"/>
                  </a:moveTo>
                  <a:lnTo>
                    <a:pt x="108" y="0"/>
                  </a:lnTo>
                  <a:lnTo>
                    <a:pt x="118" y="0"/>
                  </a:lnTo>
                  <a:lnTo>
                    <a:pt x="128" y="10"/>
                  </a:lnTo>
                  <a:lnTo>
                    <a:pt x="128" y="20"/>
                  </a:lnTo>
                  <a:lnTo>
                    <a:pt x="118" y="30"/>
                  </a:lnTo>
                  <a:lnTo>
                    <a:pt x="89" y="98"/>
                  </a:lnTo>
                  <a:lnTo>
                    <a:pt x="59" y="30"/>
                  </a:lnTo>
                  <a:lnTo>
                    <a:pt x="49" y="20"/>
                  </a:lnTo>
                  <a:lnTo>
                    <a:pt x="49" y="10"/>
                  </a:lnTo>
                  <a:lnTo>
                    <a:pt x="49" y="0"/>
                  </a:lnTo>
                  <a:lnTo>
                    <a:pt x="59" y="0"/>
                  </a:lnTo>
                  <a:lnTo>
                    <a:pt x="0" y="0"/>
                  </a:lnTo>
                  <a:lnTo>
                    <a:pt x="20" y="10"/>
                  </a:lnTo>
                  <a:lnTo>
                    <a:pt x="30" y="20"/>
                  </a:lnTo>
                  <a:lnTo>
                    <a:pt x="79" y="138"/>
                  </a:lnTo>
                  <a:lnTo>
                    <a:pt x="89" y="138"/>
                  </a:lnTo>
                  <a:lnTo>
                    <a:pt x="128" y="20"/>
                  </a:lnTo>
                  <a:lnTo>
                    <a:pt x="138" y="10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50" name="Freeform 108"/>
            <p:cNvSpPr>
              <a:spLocks noChangeAspect="1"/>
            </p:cNvSpPr>
            <p:nvPr/>
          </p:nvSpPr>
          <p:spPr>
            <a:xfrm>
              <a:off x="2068" y="841"/>
              <a:ext cx="88" cy="147"/>
            </a:xfrm>
            <a:custGeom>
              <a:avLst/>
              <a:gdLst>
                <a:gd name="txL" fmla="*/ 0 w 88"/>
                <a:gd name="txT" fmla="*/ 0 h 147"/>
                <a:gd name="txR" fmla="*/ 88 w 88"/>
                <a:gd name="txB" fmla="*/ 147 h 147"/>
              </a:gdLst>
              <a:ahLst/>
              <a:cxnLst>
                <a:cxn ang="0">
                  <a:pos x="29" y="19"/>
                </a:cxn>
                <a:cxn ang="0">
                  <a:pos x="69" y="19"/>
                </a:cxn>
                <a:cxn ang="0">
                  <a:pos x="78" y="19"/>
                </a:cxn>
                <a:cxn ang="0">
                  <a:pos x="78" y="19"/>
                </a:cxn>
                <a:cxn ang="0">
                  <a:pos x="88" y="0"/>
                </a:cxn>
                <a:cxn ang="0">
                  <a:pos x="78" y="0"/>
                </a:cxn>
                <a:cxn ang="0">
                  <a:pos x="78" y="10"/>
                </a:cxn>
                <a:cxn ang="0">
                  <a:pos x="69" y="10"/>
                </a:cxn>
                <a:cxn ang="0">
                  <a:pos x="29" y="10"/>
                </a:cxn>
                <a:cxn ang="0">
                  <a:pos x="0" y="59"/>
                </a:cxn>
                <a:cxn ang="0">
                  <a:pos x="0" y="59"/>
                </a:cxn>
                <a:cxn ang="0">
                  <a:pos x="49" y="68"/>
                </a:cxn>
                <a:cxn ang="0">
                  <a:pos x="59" y="78"/>
                </a:cxn>
                <a:cxn ang="0">
                  <a:pos x="69" y="98"/>
                </a:cxn>
                <a:cxn ang="0">
                  <a:pos x="59" y="127"/>
                </a:cxn>
                <a:cxn ang="0">
                  <a:pos x="39" y="137"/>
                </a:cxn>
                <a:cxn ang="0">
                  <a:pos x="29" y="137"/>
                </a:cxn>
                <a:cxn ang="0">
                  <a:pos x="10" y="127"/>
                </a:cxn>
                <a:cxn ang="0">
                  <a:pos x="0" y="127"/>
                </a:cxn>
                <a:cxn ang="0">
                  <a:pos x="0" y="137"/>
                </a:cxn>
                <a:cxn ang="0">
                  <a:pos x="10" y="147"/>
                </a:cxn>
                <a:cxn ang="0">
                  <a:pos x="20" y="147"/>
                </a:cxn>
                <a:cxn ang="0">
                  <a:pos x="69" y="137"/>
                </a:cxn>
                <a:cxn ang="0">
                  <a:pos x="78" y="98"/>
                </a:cxn>
                <a:cxn ang="0">
                  <a:pos x="78" y="78"/>
                </a:cxn>
                <a:cxn ang="0">
                  <a:pos x="69" y="59"/>
                </a:cxn>
                <a:cxn ang="0">
                  <a:pos x="49" y="49"/>
                </a:cxn>
                <a:cxn ang="0">
                  <a:pos x="20" y="39"/>
                </a:cxn>
                <a:cxn ang="0">
                  <a:pos x="29" y="19"/>
                </a:cxn>
              </a:cxnLst>
              <a:rect l="txL" t="txT" r="txR" b="txB"/>
              <a:pathLst>
                <a:path w="88" h="147">
                  <a:moveTo>
                    <a:pt x="29" y="19"/>
                  </a:moveTo>
                  <a:lnTo>
                    <a:pt x="69" y="19"/>
                  </a:lnTo>
                  <a:lnTo>
                    <a:pt x="78" y="19"/>
                  </a:lnTo>
                  <a:lnTo>
                    <a:pt x="88" y="0"/>
                  </a:lnTo>
                  <a:lnTo>
                    <a:pt x="78" y="0"/>
                  </a:lnTo>
                  <a:lnTo>
                    <a:pt x="78" y="10"/>
                  </a:lnTo>
                  <a:lnTo>
                    <a:pt x="69" y="10"/>
                  </a:lnTo>
                  <a:lnTo>
                    <a:pt x="29" y="10"/>
                  </a:lnTo>
                  <a:lnTo>
                    <a:pt x="0" y="59"/>
                  </a:lnTo>
                  <a:lnTo>
                    <a:pt x="49" y="68"/>
                  </a:lnTo>
                  <a:lnTo>
                    <a:pt x="59" y="78"/>
                  </a:lnTo>
                  <a:lnTo>
                    <a:pt x="69" y="98"/>
                  </a:lnTo>
                  <a:lnTo>
                    <a:pt x="59" y="127"/>
                  </a:lnTo>
                  <a:lnTo>
                    <a:pt x="39" y="137"/>
                  </a:lnTo>
                  <a:lnTo>
                    <a:pt x="29" y="137"/>
                  </a:lnTo>
                  <a:lnTo>
                    <a:pt x="10" y="127"/>
                  </a:lnTo>
                  <a:lnTo>
                    <a:pt x="0" y="127"/>
                  </a:lnTo>
                  <a:lnTo>
                    <a:pt x="0" y="137"/>
                  </a:lnTo>
                  <a:lnTo>
                    <a:pt x="10" y="147"/>
                  </a:lnTo>
                  <a:lnTo>
                    <a:pt x="20" y="147"/>
                  </a:lnTo>
                  <a:lnTo>
                    <a:pt x="69" y="137"/>
                  </a:lnTo>
                  <a:lnTo>
                    <a:pt x="78" y="98"/>
                  </a:lnTo>
                  <a:lnTo>
                    <a:pt x="78" y="78"/>
                  </a:lnTo>
                  <a:lnTo>
                    <a:pt x="69" y="59"/>
                  </a:lnTo>
                  <a:lnTo>
                    <a:pt x="49" y="49"/>
                  </a:lnTo>
                  <a:lnTo>
                    <a:pt x="20" y="39"/>
                  </a:lnTo>
                  <a:lnTo>
                    <a:pt x="29" y="1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51" name="Freeform 109"/>
            <p:cNvSpPr>
              <a:spLocks noChangeAspect="1"/>
            </p:cNvSpPr>
            <p:nvPr/>
          </p:nvSpPr>
          <p:spPr>
            <a:xfrm>
              <a:off x="2225" y="841"/>
              <a:ext cx="157" cy="147"/>
            </a:xfrm>
            <a:custGeom>
              <a:avLst/>
              <a:gdLst>
                <a:gd name="txL" fmla="*/ 0 w 157"/>
                <a:gd name="txT" fmla="*/ 0 h 147"/>
                <a:gd name="txR" fmla="*/ 157 w 157"/>
                <a:gd name="txB" fmla="*/ 147 h 147"/>
              </a:gdLst>
              <a:ahLst/>
              <a:cxnLst>
                <a:cxn ang="0">
                  <a:pos x="59" y="108"/>
                </a:cxn>
                <a:cxn ang="0">
                  <a:pos x="49" y="108"/>
                </a:cxn>
                <a:cxn ang="0">
                  <a:pos x="39" y="88"/>
                </a:cxn>
                <a:cxn ang="0">
                  <a:pos x="29" y="59"/>
                </a:cxn>
                <a:cxn ang="0">
                  <a:pos x="49" y="19"/>
                </a:cxn>
                <a:cxn ang="0">
                  <a:pos x="69" y="10"/>
                </a:cxn>
                <a:cxn ang="0">
                  <a:pos x="79" y="10"/>
                </a:cxn>
                <a:cxn ang="0">
                  <a:pos x="98" y="10"/>
                </a:cxn>
                <a:cxn ang="0">
                  <a:pos x="108" y="19"/>
                </a:cxn>
                <a:cxn ang="0">
                  <a:pos x="128" y="59"/>
                </a:cxn>
                <a:cxn ang="0">
                  <a:pos x="118" y="88"/>
                </a:cxn>
                <a:cxn ang="0">
                  <a:pos x="108" y="108"/>
                </a:cxn>
                <a:cxn ang="0">
                  <a:pos x="98" y="108"/>
                </a:cxn>
                <a:cxn ang="0">
                  <a:pos x="88" y="147"/>
                </a:cxn>
                <a:cxn ang="0">
                  <a:pos x="157" y="147"/>
                </a:cxn>
                <a:cxn ang="0">
                  <a:pos x="157" y="108"/>
                </a:cxn>
                <a:cxn ang="0">
                  <a:pos x="147" y="108"/>
                </a:cxn>
                <a:cxn ang="0">
                  <a:pos x="147" y="117"/>
                </a:cxn>
                <a:cxn ang="0">
                  <a:pos x="137" y="117"/>
                </a:cxn>
                <a:cxn ang="0">
                  <a:pos x="108" y="117"/>
                </a:cxn>
                <a:cxn ang="0">
                  <a:pos x="108" y="117"/>
                </a:cxn>
                <a:cxn ang="0">
                  <a:pos x="128" y="108"/>
                </a:cxn>
                <a:cxn ang="0">
                  <a:pos x="137" y="98"/>
                </a:cxn>
                <a:cxn ang="0">
                  <a:pos x="157" y="59"/>
                </a:cxn>
                <a:cxn ang="0">
                  <a:pos x="147" y="29"/>
                </a:cxn>
                <a:cxn ang="0">
                  <a:pos x="137" y="19"/>
                </a:cxn>
                <a:cxn ang="0">
                  <a:pos x="118" y="10"/>
                </a:cxn>
                <a:cxn ang="0">
                  <a:pos x="98" y="0"/>
                </a:cxn>
                <a:cxn ang="0">
                  <a:pos x="79" y="0"/>
                </a:cxn>
                <a:cxn ang="0">
                  <a:pos x="59" y="0"/>
                </a:cxn>
                <a:cxn ang="0">
                  <a:pos x="39" y="10"/>
                </a:cxn>
                <a:cxn ang="0">
                  <a:pos x="29" y="19"/>
                </a:cxn>
                <a:cxn ang="0">
                  <a:pos x="10" y="29"/>
                </a:cxn>
                <a:cxn ang="0">
                  <a:pos x="10" y="59"/>
                </a:cxn>
                <a:cxn ang="0">
                  <a:pos x="10" y="78"/>
                </a:cxn>
                <a:cxn ang="0">
                  <a:pos x="20" y="98"/>
                </a:cxn>
                <a:cxn ang="0">
                  <a:pos x="39" y="108"/>
                </a:cxn>
                <a:cxn ang="0">
                  <a:pos x="59" y="117"/>
                </a:cxn>
                <a:cxn ang="0">
                  <a:pos x="59" y="117"/>
                </a:cxn>
                <a:cxn ang="0">
                  <a:pos x="20" y="117"/>
                </a:cxn>
                <a:cxn ang="0">
                  <a:pos x="10" y="117"/>
                </a:cxn>
                <a:cxn ang="0">
                  <a:pos x="10" y="108"/>
                </a:cxn>
                <a:cxn ang="0">
                  <a:pos x="0" y="108"/>
                </a:cxn>
                <a:cxn ang="0">
                  <a:pos x="0" y="147"/>
                </a:cxn>
                <a:cxn ang="0">
                  <a:pos x="69" y="147"/>
                </a:cxn>
                <a:cxn ang="0">
                  <a:pos x="59" y="108"/>
                </a:cxn>
              </a:cxnLst>
              <a:rect l="txL" t="txT" r="txR" b="txB"/>
              <a:pathLst>
                <a:path w="157" h="147">
                  <a:moveTo>
                    <a:pt x="59" y="108"/>
                  </a:moveTo>
                  <a:lnTo>
                    <a:pt x="49" y="108"/>
                  </a:lnTo>
                  <a:lnTo>
                    <a:pt x="39" y="88"/>
                  </a:lnTo>
                  <a:lnTo>
                    <a:pt x="29" y="59"/>
                  </a:lnTo>
                  <a:lnTo>
                    <a:pt x="49" y="19"/>
                  </a:lnTo>
                  <a:lnTo>
                    <a:pt x="69" y="10"/>
                  </a:lnTo>
                  <a:lnTo>
                    <a:pt x="79" y="10"/>
                  </a:lnTo>
                  <a:lnTo>
                    <a:pt x="98" y="10"/>
                  </a:lnTo>
                  <a:lnTo>
                    <a:pt x="108" y="19"/>
                  </a:lnTo>
                  <a:lnTo>
                    <a:pt x="128" y="59"/>
                  </a:lnTo>
                  <a:lnTo>
                    <a:pt x="118" y="88"/>
                  </a:lnTo>
                  <a:lnTo>
                    <a:pt x="108" y="108"/>
                  </a:lnTo>
                  <a:lnTo>
                    <a:pt x="98" y="108"/>
                  </a:lnTo>
                  <a:lnTo>
                    <a:pt x="88" y="147"/>
                  </a:lnTo>
                  <a:lnTo>
                    <a:pt x="157" y="147"/>
                  </a:lnTo>
                  <a:lnTo>
                    <a:pt x="157" y="108"/>
                  </a:lnTo>
                  <a:lnTo>
                    <a:pt x="147" y="108"/>
                  </a:lnTo>
                  <a:lnTo>
                    <a:pt x="147" y="117"/>
                  </a:lnTo>
                  <a:lnTo>
                    <a:pt x="137" y="117"/>
                  </a:lnTo>
                  <a:lnTo>
                    <a:pt x="108" y="117"/>
                  </a:lnTo>
                  <a:lnTo>
                    <a:pt x="128" y="108"/>
                  </a:lnTo>
                  <a:lnTo>
                    <a:pt x="137" y="98"/>
                  </a:lnTo>
                  <a:lnTo>
                    <a:pt x="157" y="59"/>
                  </a:lnTo>
                  <a:lnTo>
                    <a:pt x="147" y="29"/>
                  </a:lnTo>
                  <a:lnTo>
                    <a:pt x="137" y="19"/>
                  </a:lnTo>
                  <a:lnTo>
                    <a:pt x="118" y="10"/>
                  </a:lnTo>
                  <a:lnTo>
                    <a:pt x="98" y="0"/>
                  </a:lnTo>
                  <a:lnTo>
                    <a:pt x="79" y="0"/>
                  </a:lnTo>
                  <a:lnTo>
                    <a:pt x="59" y="0"/>
                  </a:lnTo>
                  <a:lnTo>
                    <a:pt x="39" y="10"/>
                  </a:lnTo>
                  <a:lnTo>
                    <a:pt x="29" y="19"/>
                  </a:lnTo>
                  <a:lnTo>
                    <a:pt x="10" y="29"/>
                  </a:lnTo>
                  <a:lnTo>
                    <a:pt x="10" y="59"/>
                  </a:lnTo>
                  <a:lnTo>
                    <a:pt x="10" y="78"/>
                  </a:lnTo>
                  <a:lnTo>
                    <a:pt x="20" y="98"/>
                  </a:lnTo>
                  <a:lnTo>
                    <a:pt x="39" y="108"/>
                  </a:lnTo>
                  <a:lnTo>
                    <a:pt x="59" y="117"/>
                  </a:lnTo>
                  <a:lnTo>
                    <a:pt x="20" y="117"/>
                  </a:lnTo>
                  <a:lnTo>
                    <a:pt x="10" y="117"/>
                  </a:lnTo>
                  <a:lnTo>
                    <a:pt x="10" y="108"/>
                  </a:lnTo>
                  <a:lnTo>
                    <a:pt x="0" y="108"/>
                  </a:lnTo>
                  <a:lnTo>
                    <a:pt x="0" y="147"/>
                  </a:lnTo>
                  <a:lnTo>
                    <a:pt x="69" y="147"/>
                  </a:lnTo>
                  <a:lnTo>
                    <a:pt x="59" y="10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52" name="Freeform 110"/>
            <p:cNvSpPr>
              <a:spLocks noChangeAspect="1" noEditPoints="1"/>
            </p:cNvSpPr>
            <p:nvPr/>
          </p:nvSpPr>
          <p:spPr>
            <a:xfrm>
              <a:off x="3530" y="841"/>
              <a:ext cx="99" cy="147"/>
            </a:xfrm>
            <a:custGeom>
              <a:avLst/>
              <a:gdLst>
                <a:gd name="txL" fmla="*/ 0 w 99"/>
                <a:gd name="txT" fmla="*/ 0 h 147"/>
                <a:gd name="txR" fmla="*/ 99 w 99"/>
                <a:gd name="txB" fmla="*/ 147 h 147"/>
              </a:gdLst>
              <a:ahLst/>
              <a:cxnLst>
                <a:cxn ang="0">
                  <a:pos x="89" y="0"/>
                </a:cxn>
                <a:cxn ang="0">
                  <a:pos x="59" y="10"/>
                </a:cxn>
                <a:cxn ang="0">
                  <a:pos x="30" y="29"/>
                </a:cxn>
                <a:cxn ang="0">
                  <a:pos x="10" y="49"/>
                </a:cxn>
                <a:cxn ang="0">
                  <a:pos x="0" y="78"/>
                </a:cxn>
                <a:cxn ang="0">
                  <a:pos x="0" y="108"/>
                </a:cxn>
                <a:cxn ang="0">
                  <a:pos x="10" y="127"/>
                </a:cxn>
                <a:cxn ang="0">
                  <a:pos x="50" y="147"/>
                </a:cxn>
                <a:cxn ang="0">
                  <a:pos x="79" y="147"/>
                </a:cxn>
                <a:cxn ang="0">
                  <a:pos x="89" y="127"/>
                </a:cxn>
                <a:cxn ang="0">
                  <a:pos x="99" y="98"/>
                </a:cxn>
                <a:cxn ang="0">
                  <a:pos x="89" y="68"/>
                </a:cxn>
                <a:cxn ang="0">
                  <a:pos x="59" y="59"/>
                </a:cxn>
                <a:cxn ang="0">
                  <a:pos x="30" y="59"/>
                </a:cxn>
                <a:cxn ang="0">
                  <a:pos x="50" y="29"/>
                </a:cxn>
                <a:cxn ang="0">
                  <a:pos x="89" y="0"/>
                </a:cxn>
                <a:cxn ang="0">
                  <a:pos x="89" y="0"/>
                </a:cxn>
                <a:cxn ang="0">
                  <a:pos x="50" y="68"/>
                </a:cxn>
                <a:cxn ang="0">
                  <a:pos x="69" y="78"/>
                </a:cxn>
                <a:cxn ang="0">
                  <a:pos x="79" y="108"/>
                </a:cxn>
                <a:cxn ang="0">
                  <a:pos x="69" y="127"/>
                </a:cxn>
                <a:cxn ang="0">
                  <a:pos x="50" y="137"/>
                </a:cxn>
                <a:cxn ang="0">
                  <a:pos x="30" y="127"/>
                </a:cxn>
                <a:cxn ang="0">
                  <a:pos x="20" y="117"/>
                </a:cxn>
                <a:cxn ang="0">
                  <a:pos x="20" y="88"/>
                </a:cxn>
                <a:cxn ang="0">
                  <a:pos x="30" y="78"/>
                </a:cxn>
                <a:cxn ang="0">
                  <a:pos x="30" y="68"/>
                </a:cxn>
                <a:cxn ang="0">
                  <a:pos x="40" y="68"/>
                </a:cxn>
                <a:cxn ang="0">
                  <a:pos x="50" y="68"/>
                </a:cxn>
                <a:cxn ang="0">
                  <a:pos x="50" y="68"/>
                </a:cxn>
              </a:cxnLst>
              <a:rect l="txL" t="txT" r="txR" b="txB"/>
              <a:pathLst>
                <a:path w="99" h="147">
                  <a:moveTo>
                    <a:pt x="89" y="0"/>
                  </a:moveTo>
                  <a:lnTo>
                    <a:pt x="59" y="10"/>
                  </a:lnTo>
                  <a:lnTo>
                    <a:pt x="30" y="29"/>
                  </a:lnTo>
                  <a:lnTo>
                    <a:pt x="10" y="49"/>
                  </a:lnTo>
                  <a:lnTo>
                    <a:pt x="0" y="78"/>
                  </a:lnTo>
                  <a:lnTo>
                    <a:pt x="0" y="108"/>
                  </a:lnTo>
                  <a:lnTo>
                    <a:pt x="10" y="127"/>
                  </a:lnTo>
                  <a:lnTo>
                    <a:pt x="50" y="147"/>
                  </a:lnTo>
                  <a:lnTo>
                    <a:pt x="79" y="147"/>
                  </a:lnTo>
                  <a:lnTo>
                    <a:pt x="89" y="127"/>
                  </a:lnTo>
                  <a:lnTo>
                    <a:pt x="99" y="98"/>
                  </a:lnTo>
                  <a:lnTo>
                    <a:pt x="89" y="68"/>
                  </a:lnTo>
                  <a:lnTo>
                    <a:pt x="59" y="59"/>
                  </a:lnTo>
                  <a:lnTo>
                    <a:pt x="30" y="59"/>
                  </a:lnTo>
                  <a:lnTo>
                    <a:pt x="50" y="29"/>
                  </a:lnTo>
                  <a:lnTo>
                    <a:pt x="89" y="0"/>
                  </a:lnTo>
                  <a:close/>
                  <a:moveTo>
                    <a:pt x="50" y="68"/>
                  </a:moveTo>
                  <a:lnTo>
                    <a:pt x="69" y="78"/>
                  </a:lnTo>
                  <a:lnTo>
                    <a:pt x="79" y="108"/>
                  </a:lnTo>
                  <a:lnTo>
                    <a:pt x="69" y="127"/>
                  </a:lnTo>
                  <a:lnTo>
                    <a:pt x="50" y="137"/>
                  </a:lnTo>
                  <a:lnTo>
                    <a:pt x="30" y="127"/>
                  </a:lnTo>
                  <a:lnTo>
                    <a:pt x="20" y="117"/>
                  </a:lnTo>
                  <a:lnTo>
                    <a:pt x="20" y="88"/>
                  </a:lnTo>
                  <a:lnTo>
                    <a:pt x="30" y="78"/>
                  </a:lnTo>
                  <a:lnTo>
                    <a:pt x="30" y="68"/>
                  </a:lnTo>
                  <a:lnTo>
                    <a:pt x="40" y="68"/>
                  </a:lnTo>
                  <a:lnTo>
                    <a:pt x="50" y="6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53" name="Freeform 111"/>
            <p:cNvSpPr>
              <a:spLocks noChangeAspect="1"/>
            </p:cNvSpPr>
            <p:nvPr/>
          </p:nvSpPr>
          <p:spPr>
            <a:xfrm>
              <a:off x="3697" y="841"/>
              <a:ext cx="148" cy="147"/>
            </a:xfrm>
            <a:custGeom>
              <a:avLst/>
              <a:gdLst>
                <a:gd name="txL" fmla="*/ 0 w 148"/>
                <a:gd name="txT" fmla="*/ 0 h 147"/>
                <a:gd name="txR" fmla="*/ 148 w 148"/>
                <a:gd name="txB" fmla="*/ 147 h 147"/>
              </a:gdLst>
              <a:ahLst/>
              <a:cxnLst>
                <a:cxn ang="0">
                  <a:pos x="59" y="108"/>
                </a:cxn>
                <a:cxn ang="0">
                  <a:pos x="49" y="108"/>
                </a:cxn>
                <a:cxn ang="0">
                  <a:pos x="30" y="88"/>
                </a:cxn>
                <a:cxn ang="0">
                  <a:pos x="30" y="59"/>
                </a:cxn>
                <a:cxn ang="0">
                  <a:pos x="30" y="39"/>
                </a:cxn>
                <a:cxn ang="0">
                  <a:pos x="40" y="19"/>
                </a:cxn>
                <a:cxn ang="0">
                  <a:pos x="59" y="10"/>
                </a:cxn>
                <a:cxn ang="0">
                  <a:pos x="79" y="10"/>
                </a:cxn>
                <a:cxn ang="0">
                  <a:pos x="98" y="10"/>
                </a:cxn>
                <a:cxn ang="0">
                  <a:pos x="108" y="19"/>
                </a:cxn>
                <a:cxn ang="0">
                  <a:pos x="128" y="59"/>
                </a:cxn>
                <a:cxn ang="0">
                  <a:pos x="118" y="88"/>
                </a:cxn>
                <a:cxn ang="0">
                  <a:pos x="108" y="108"/>
                </a:cxn>
                <a:cxn ang="0">
                  <a:pos x="89" y="108"/>
                </a:cxn>
                <a:cxn ang="0">
                  <a:pos x="89" y="147"/>
                </a:cxn>
                <a:cxn ang="0">
                  <a:pos x="148" y="147"/>
                </a:cxn>
                <a:cxn ang="0">
                  <a:pos x="148" y="108"/>
                </a:cxn>
                <a:cxn ang="0">
                  <a:pos x="148" y="108"/>
                </a:cxn>
                <a:cxn ang="0">
                  <a:pos x="148" y="117"/>
                </a:cxn>
                <a:cxn ang="0">
                  <a:pos x="138" y="117"/>
                </a:cxn>
                <a:cxn ang="0">
                  <a:pos x="98" y="117"/>
                </a:cxn>
                <a:cxn ang="0">
                  <a:pos x="98" y="117"/>
                </a:cxn>
                <a:cxn ang="0">
                  <a:pos x="118" y="108"/>
                </a:cxn>
                <a:cxn ang="0">
                  <a:pos x="138" y="98"/>
                </a:cxn>
                <a:cxn ang="0">
                  <a:pos x="148" y="59"/>
                </a:cxn>
                <a:cxn ang="0">
                  <a:pos x="138" y="29"/>
                </a:cxn>
                <a:cxn ang="0">
                  <a:pos x="128" y="19"/>
                </a:cxn>
                <a:cxn ang="0">
                  <a:pos x="118" y="10"/>
                </a:cxn>
                <a:cxn ang="0">
                  <a:pos x="98" y="0"/>
                </a:cxn>
                <a:cxn ang="0">
                  <a:pos x="79" y="0"/>
                </a:cxn>
                <a:cxn ang="0">
                  <a:pos x="59" y="0"/>
                </a:cxn>
                <a:cxn ang="0">
                  <a:pos x="40" y="10"/>
                </a:cxn>
                <a:cxn ang="0">
                  <a:pos x="30" y="19"/>
                </a:cxn>
                <a:cxn ang="0">
                  <a:pos x="10" y="29"/>
                </a:cxn>
                <a:cxn ang="0">
                  <a:pos x="0" y="59"/>
                </a:cxn>
                <a:cxn ang="0">
                  <a:pos x="10" y="98"/>
                </a:cxn>
                <a:cxn ang="0">
                  <a:pos x="30" y="108"/>
                </a:cxn>
                <a:cxn ang="0">
                  <a:pos x="49" y="117"/>
                </a:cxn>
                <a:cxn ang="0">
                  <a:pos x="49" y="117"/>
                </a:cxn>
                <a:cxn ang="0">
                  <a:pos x="20" y="117"/>
                </a:cxn>
                <a:cxn ang="0">
                  <a:pos x="10" y="117"/>
                </a:cxn>
                <a:cxn ang="0">
                  <a:pos x="0" y="108"/>
                </a:cxn>
                <a:cxn ang="0">
                  <a:pos x="0" y="108"/>
                </a:cxn>
                <a:cxn ang="0">
                  <a:pos x="0" y="147"/>
                </a:cxn>
                <a:cxn ang="0">
                  <a:pos x="59" y="147"/>
                </a:cxn>
                <a:cxn ang="0">
                  <a:pos x="59" y="108"/>
                </a:cxn>
              </a:cxnLst>
              <a:rect l="txL" t="txT" r="txR" b="txB"/>
              <a:pathLst>
                <a:path w="148" h="147">
                  <a:moveTo>
                    <a:pt x="59" y="108"/>
                  </a:moveTo>
                  <a:lnTo>
                    <a:pt x="49" y="108"/>
                  </a:lnTo>
                  <a:lnTo>
                    <a:pt x="30" y="88"/>
                  </a:lnTo>
                  <a:lnTo>
                    <a:pt x="30" y="59"/>
                  </a:lnTo>
                  <a:lnTo>
                    <a:pt x="30" y="39"/>
                  </a:lnTo>
                  <a:lnTo>
                    <a:pt x="40" y="19"/>
                  </a:lnTo>
                  <a:lnTo>
                    <a:pt x="59" y="10"/>
                  </a:lnTo>
                  <a:lnTo>
                    <a:pt x="79" y="10"/>
                  </a:lnTo>
                  <a:lnTo>
                    <a:pt x="98" y="10"/>
                  </a:lnTo>
                  <a:lnTo>
                    <a:pt x="108" y="19"/>
                  </a:lnTo>
                  <a:lnTo>
                    <a:pt x="128" y="59"/>
                  </a:lnTo>
                  <a:lnTo>
                    <a:pt x="118" y="88"/>
                  </a:lnTo>
                  <a:lnTo>
                    <a:pt x="108" y="108"/>
                  </a:lnTo>
                  <a:lnTo>
                    <a:pt x="89" y="108"/>
                  </a:lnTo>
                  <a:lnTo>
                    <a:pt x="89" y="147"/>
                  </a:lnTo>
                  <a:lnTo>
                    <a:pt x="148" y="147"/>
                  </a:lnTo>
                  <a:lnTo>
                    <a:pt x="148" y="108"/>
                  </a:lnTo>
                  <a:lnTo>
                    <a:pt x="148" y="117"/>
                  </a:lnTo>
                  <a:lnTo>
                    <a:pt x="138" y="117"/>
                  </a:lnTo>
                  <a:lnTo>
                    <a:pt x="98" y="117"/>
                  </a:lnTo>
                  <a:lnTo>
                    <a:pt x="118" y="108"/>
                  </a:lnTo>
                  <a:lnTo>
                    <a:pt x="138" y="98"/>
                  </a:lnTo>
                  <a:lnTo>
                    <a:pt x="148" y="59"/>
                  </a:lnTo>
                  <a:lnTo>
                    <a:pt x="138" y="29"/>
                  </a:lnTo>
                  <a:lnTo>
                    <a:pt x="128" y="19"/>
                  </a:lnTo>
                  <a:lnTo>
                    <a:pt x="118" y="10"/>
                  </a:lnTo>
                  <a:lnTo>
                    <a:pt x="98" y="0"/>
                  </a:lnTo>
                  <a:lnTo>
                    <a:pt x="79" y="0"/>
                  </a:lnTo>
                  <a:lnTo>
                    <a:pt x="59" y="0"/>
                  </a:lnTo>
                  <a:lnTo>
                    <a:pt x="40" y="10"/>
                  </a:lnTo>
                  <a:lnTo>
                    <a:pt x="30" y="19"/>
                  </a:lnTo>
                  <a:lnTo>
                    <a:pt x="10" y="29"/>
                  </a:lnTo>
                  <a:lnTo>
                    <a:pt x="0" y="59"/>
                  </a:lnTo>
                  <a:lnTo>
                    <a:pt x="10" y="98"/>
                  </a:lnTo>
                  <a:lnTo>
                    <a:pt x="30" y="108"/>
                  </a:lnTo>
                  <a:lnTo>
                    <a:pt x="49" y="117"/>
                  </a:lnTo>
                  <a:lnTo>
                    <a:pt x="20" y="117"/>
                  </a:lnTo>
                  <a:lnTo>
                    <a:pt x="10" y="117"/>
                  </a:lnTo>
                  <a:lnTo>
                    <a:pt x="0" y="108"/>
                  </a:lnTo>
                  <a:lnTo>
                    <a:pt x="0" y="147"/>
                  </a:lnTo>
                  <a:lnTo>
                    <a:pt x="59" y="147"/>
                  </a:lnTo>
                  <a:lnTo>
                    <a:pt x="59" y="10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54" name="Freeform 112"/>
            <p:cNvSpPr>
              <a:spLocks noChangeAspect="1"/>
            </p:cNvSpPr>
            <p:nvPr/>
          </p:nvSpPr>
          <p:spPr>
            <a:xfrm>
              <a:off x="3128" y="1830"/>
              <a:ext cx="69" cy="147"/>
            </a:xfrm>
            <a:custGeom>
              <a:avLst/>
              <a:gdLst>
                <a:gd name="txL" fmla="*/ 0 w 69"/>
                <a:gd name="txT" fmla="*/ 0 h 147"/>
                <a:gd name="txR" fmla="*/ 69 w 69"/>
                <a:gd name="txB" fmla="*/ 147 h 147"/>
              </a:gdLst>
              <a:ahLst/>
              <a:cxnLst>
                <a:cxn ang="0">
                  <a:pos x="10" y="147"/>
                </a:cxn>
                <a:cxn ang="0">
                  <a:pos x="69" y="147"/>
                </a:cxn>
                <a:cxn ang="0">
                  <a:pos x="69" y="137"/>
                </a:cxn>
                <a:cxn ang="0">
                  <a:pos x="49" y="137"/>
                </a:cxn>
                <a:cxn ang="0">
                  <a:pos x="49" y="128"/>
                </a:cxn>
                <a:cxn ang="0">
                  <a:pos x="49" y="0"/>
                </a:cxn>
                <a:cxn ang="0">
                  <a:pos x="39" y="0"/>
                </a:cxn>
                <a:cxn ang="0">
                  <a:pos x="0" y="20"/>
                </a:cxn>
                <a:cxn ang="0">
                  <a:pos x="0" y="30"/>
                </a:cxn>
                <a:cxn ang="0">
                  <a:pos x="20" y="20"/>
                </a:cxn>
                <a:cxn ang="0">
                  <a:pos x="20" y="20"/>
                </a:cxn>
                <a:cxn ang="0">
                  <a:pos x="29" y="30"/>
                </a:cxn>
                <a:cxn ang="0">
                  <a:pos x="29" y="30"/>
                </a:cxn>
                <a:cxn ang="0">
                  <a:pos x="29" y="128"/>
                </a:cxn>
                <a:cxn ang="0">
                  <a:pos x="20" y="137"/>
                </a:cxn>
                <a:cxn ang="0">
                  <a:pos x="10" y="137"/>
                </a:cxn>
                <a:cxn ang="0">
                  <a:pos x="10" y="147"/>
                </a:cxn>
              </a:cxnLst>
              <a:rect l="txL" t="txT" r="txR" b="txB"/>
              <a:pathLst>
                <a:path w="69" h="147">
                  <a:moveTo>
                    <a:pt x="10" y="147"/>
                  </a:moveTo>
                  <a:lnTo>
                    <a:pt x="69" y="147"/>
                  </a:lnTo>
                  <a:lnTo>
                    <a:pt x="69" y="137"/>
                  </a:lnTo>
                  <a:lnTo>
                    <a:pt x="49" y="137"/>
                  </a:lnTo>
                  <a:lnTo>
                    <a:pt x="49" y="128"/>
                  </a:lnTo>
                  <a:lnTo>
                    <a:pt x="49" y="0"/>
                  </a:lnTo>
                  <a:lnTo>
                    <a:pt x="39" y="0"/>
                  </a:lnTo>
                  <a:lnTo>
                    <a:pt x="0" y="20"/>
                  </a:lnTo>
                  <a:lnTo>
                    <a:pt x="0" y="30"/>
                  </a:lnTo>
                  <a:lnTo>
                    <a:pt x="20" y="20"/>
                  </a:lnTo>
                  <a:lnTo>
                    <a:pt x="29" y="30"/>
                  </a:lnTo>
                  <a:lnTo>
                    <a:pt x="29" y="128"/>
                  </a:lnTo>
                  <a:lnTo>
                    <a:pt x="20" y="137"/>
                  </a:lnTo>
                  <a:lnTo>
                    <a:pt x="10" y="137"/>
                  </a:lnTo>
                  <a:lnTo>
                    <a:pt x="10" y="14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55" name="Freeform 113"/>
            <p:cNvSpPr>
              <a:spLocks noChangeAspect="1" noEditPoints="1"/>
            </p:cNvSpPr>
            <p:nvPr/>
          </p:nvSpPr>
          <p:spPr>
            <a:xfrm>
              <a:off x="3226" y="1830"/>
              <a:ext cx="98" cy="147"/>
            </a:xfrm>
            <a:custGeom>
              <a:avLst/>
              <a:gdLst>
                <a:gd name="txL" fmla="*/ 0 w 98"/>
                <a:gd name="txT" fmla="*/ 0 h 147"/>
                <a:gd name="txR" fmla="*/ 98 w 98"/>
                <a:gd name="txB" fmla="*/ 147 h 147"/>
              </a:gdLst>
              <a:ahLst/>
              <a:cxnLst>
                <a:cxn ang="0">
                  <a:pos x="49" y="10"/>
                </a:cxn>
                <a:cxn ang="0">
                  <a:pos x="59" y="20"/>
                </a:cxn>
                <a:cxn ang="0">
                  <a:pos x="69" y="39"/>
                </a:cxn>
                <a:cxn ang="0">
                  <a:pos x="69" y="59"/>
                </a:cxn>
                <a:cxn ang="0">
                  <a:pos x="69" y="79"/>
                </a:cxn>
                <a:cxn ang="0">
                  <a:pos x="69" y="88"/>
                </a:cxn>
                <a:cxn ang="0">
                  <a:pos x="69" y="108"/>
                </a:cxn>
                <a:cxn ang="0">
                  <a:pos x="59" y="128"/>
                </a:cxn>
                <a:cxn ang="0">
                  <a:pos x="49" y="137"/>
                </a:cxn>
                <a:cxn ang="0">
                  <a:pos x="30" y="128"/>
                </a:cxn>
                <a:cxn ang="0">
                  <a:pos x="20" y="108"/>
                </a:cxn>
                <a:cxn ang="0">
                  <a:pos x="20" y="88"/>
                </a:cxn>
                <a:cxn ang="0">
                  <a:pos x="20" y="79"/>
                </a:cxn>
                <a:cxn ang="0">
                  <a:pos x="20" y="59"/>
                </a:cxn>
                <a:cxn ang="0">
                  <a:pos x="20" y="39"/>
                </a:cxn>
                <a:cxn ang="0">
                  <a:pos x="30" y="20"/>
                </a:cxn>
                <a:cxn ang="0">
                  <a:pos x="49" y="10"/>
                </a:cxn>
                <a:cxn ang="0">
                  <a:pos x="49" y="10"/>
                </a:cxn>
                <a:cxn ang="0">
                  <a:pos x="49" y="0"/>
                </a:cxn>
                <a:cxn ang="0">
                  <a:pos x="30" y="10"/>
                </a:cxn>
                <a:cxn ang="0">
                  <a:pos x="10" y="30"/>
                </a:cxn>
                <a:cxn ang="0">
                  <a:pos x="0" y="79"/>
                </a:cxn>
                <a:cxn ang="0">
                  <a:pos x="0" y="98"/>
                </a:cxn>
                <a:cxn ang="0">
                  <a:pos x="10" y="118"/>
                </a:cxn>
                <a:cxn ang="0">
                  <a:pos x="30" y="137"/>
                </a:cxn>
                <a:cxn ang="0">
                  <a:pos x="49" y="147"/>
                </a:cxn>
                <a:cxn ang="0">
                  <a:pos x="79" y="137"/>
                </a:cxn>
                <a:cxn ang="0">
                  <a:pos x="88" y="118"/>
                </a:cxn>
                <a:cxn ang="0">
                  <a:pos x="98" y="98"/>
                </a:cxn>
                <a:cxn ang="0">
                  <a:pos x="98" y="79"/>
                </a:cxn>
                <a:cxn ang="0">
                  <a:pos x="88" y="30"/>
                </a:cxn>
                <a:cxn ang="0">
                  <a:pos x="79" y="10"/>
                </a:cxn>
                <a:cxn ang="0">
                  <a:pos x="49" y="0"/>
                </a:cxn>
                <a:cxn ang="0">
                  <a:pos x="49" y="0"/>
                </a:cxn>
              </a:cxnLst>
              <a:rect l="txL" t="txT" r="txR" b="txB"/>
              <a:pathLst>
                <a:path w="98" h="147">
                  <a:moveTo>
                    <a:pt x="49" y="10"/>
                  </a:moveTo>
                  <a:lnTo>
                    <a:pt x="59" y="20"/>
                  </a:lnTo>
                  <a:lnTo>
                    <a:pt x="69" y="39"/>
                  </a:lnTo>
                  <a:lnTo>
                    <a:pt x="69" y="59"/>
                  </a:lnTo>
                  <a:lnTo>
                    <a:pt x="69" y="79"/>
                  </a:lnTo>
                  <a:lnTo>
                    <a:pt x="69" y="88"/>
                  </a:lnTo>
                  <a:lnTo>
                    <a:pt x="69" y="108"/>
                  </a:lnTo>
                  <a:lnTo>
                    <a:pt x="59" y="128"/>
                  </a:lnTo>
                  <a:lnTo>
                    <a:pt x="49" y="137"/>
                  </a:lnTo>
                  <a:lnTo>
                    <a:pt x="30" y="128"/>
                  </a:lnTo>
                  <a:lnTo>
                    <a:pt x="20" y="108"/>
                  </a:lnTo>
                  <a:lnTo>
                    <a:pt x="20" y="88"/>
                  </a:lnTo>
                  <a:lnTo>
                    <a:pt x="20" y="79"/>
                  </a:lnTo>
                  <a:lnTo>
                    <a:pt x="20" y="59"/>
                  </a:lnTo>
                  <a:lnTo>
                    <a:pt x="20" y="39"/>
                  </a:lnTo>
                  <a:lnTo>
                    <a:pt x="30" y="20"/>
                  </a:lnTo>
                  <a:lnTo>
                    <a:pt x="49" y="10"/>
                  </a:lnTo>
                  <a:close/>
                  <a:moveTo>
                    <a:pt x="49" y="0"/>
                  </a:moveTo>
                  <a:lnTo>
                    <a:pt x="30" y="10"/>
                  </a:lnTo>
                  <a:lnTo>
                    <a:pt x="10" y="30"/>
                  </a:lnTo>
                  <a:lnTo>
                    <a:pt x="0" y="79"/>
                  </a:lnTo>
                  <a:lnTo>
                    <a:pt x="0" y="98"/>
                  </a:lnTo>
                  <a:lnTo>
                    <a:pt x="10" y="118"/>
                  </a:lnTo>
                  <a:lnTo>
                    <a:pt x="30" y="137"/>
                  </a:lnTo>
                  <a:lnTo>
                    <a:pt x="49" y="147"/>
                  </a:lnTo>
                  <a:lnTo>
                    <a:pt x="79" y="137"/>
                  </a:lnTo>
                  <a:lnTo>
                    <a:pt x="88" y="118"/>
                  </a:lnTo>
                  <a:lnTo>
                    <a:pt x="98" y="98"/>
                  </a:lnTo>
                  <a:lnTo>
                    <a:pt x="98" y="79"/>
                  </a:lnTo>
                  <a:lnTo>
                    <a:pt x="88" y="30"/>
                  </a:lnTo>
                  <a:lnTo>
                    <a:pt x="79" y="10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56" name="Freeform 114"/>
            <p:cNvSpPr>
              <a:spLocks noChangeAspect="1"/>
            </p:cNvSpPr>
            <p:nvPr/>
          </p:nvSpPr>
          <p:spPr>
            <a:xfrm>
              <a:off x="3383" y="1830"/>
              <a:ext cx="157" cy="147"/>
            </a:xfrm>
            <a:custGeom>
              <a:avLst/>
              <a:gdLst>
                <a:gd name="txL" fmla="*/ 0 w 157"/>
                <a:gd name="txT" fmla="*/ 0 h 147"/>
                <a:gd name="txR" fmla="*/ 157 w 157"/>
                <a:gd name="txB" fmla="*/ 147 h 147"/>
              </a:gdLst>
              <a:ahLst/>
              <a:cxnLst>
                <a:cxn ang="0">
                  <a:pos x="69" y="108"/>
                </a:cxn>
                <a:cxn ang="0">
                  <a:pos x="59" y="108"/>
                </a:cxn>
                <a:cxn ang="0">
                  <a:pos x="39" y="88"/>
                </a:cxn>
                <a:cxn ang="0">
                  <a:pos x="30" y="59"/>
                </a:cxn>
                <a:cxn ang="0">
                  <a:pos x="49" y="20"/>
                </a:cxn>
                <a:cxn ang="0">
                  <a:pos x="69" y="10"/>
                </a:cxn>
                <a:cxn ang="0">
                  <a:pos x="79" y="10"/>
                </a:cxn>
                <a:cxn ang="0">
                  <a:pos x="98" y="10"/>
                </a:cxn>
                <a:cxn ang="0">
                  <a:pos x="108" y="20"/>
                </a:cxn>
                <a:cxn ang="0">
                  <a:pos x="128" y="59"/>
                </a:cxn>
                <a:cxn ang="0">
                  <a:pos x="118" y="88"/>
                </a:cxn>
                <a:cxn ang="0">
                  <a:pos x="108" y="108"/>
                </a:cxn>
                <a:cxn ang="0">
                  <a:pos x="98" y="108"/>
                </a:cxn>
                <a:cxn ang="0">
                  <a:pos x="89" y="147"/>
                </a:cxn>
                <a:cxn ang="0">
                  <a:pos x="157" y="147"/>
                </a:cxn>
                <a:cxn ang="0">
                  <a:pos x="157" y="108"/>
                </a:cxn>
                <a:cxn ang="0">
                  <a:pos x="157" y="108"/>
                </a:cxn>
                <a:cxn ang="0">
                  <a:pos x="147" y="118"/>
                </a:cxn>
                <a:cxn ang="0">
                  <a:pos x="138" y="128"/>
                </a:cxn>
                <a:cxn ang="0">
                  <a:pos x="108" y="128"/>
                </a:cxn>
                <a:cxn ang="0">
                  <a:pos x="108" y="118"/>
                </a:cxn>
                <a:cxn ang="0">
                  <a:pos x="128" y="108"/>
                </a:cxn>
                <a:cxn ang="0">
                  <a:pos x="138" y="98"/>
                </a:cxn>
                <a:cxn ang="0">
                  <a:pos x="157" y="59"/>
                </a:cxn>
                <a:cxn ang="0">
                  <a:pos x="147" y="30"/>
                </a:cxn>
                <a:cxn ang="0">
                  <a:pos x="138" y="20"/>
                </a:cxn>
                <a:cxn ang="0">
                  <a:pos x="118" y="10"/>
                </a:cxn>
                <a:cxn ang="0">
                  <a:pos x="98" y="10"/>
                </a:cxn>
                <a:cxn ang="0">
                  <a:pos x="79" y="0"/>
                </a:cxn>
                <a:cxn ang="0">
                  <a:pos x="59" y="10"/>
                </a:cxn>
                <a:cxn ang="0">
                  <a:pos x="39" y="10"/>
                </a:cxn>
                <a:cxn ang="0">
                  <a:pos x="30" y="20"/>
                </a:cxn>
                <a:cxn ang="0">
                  <a:pos x="20" y="30"/>
                </a:cxn>
                <a:cxn ang="0">
                  <a:pos x="10" y="59"/>
                </a:cxn>
                <a:cxn ang="0">
                  <a:pos x="10" y="79"/>
                </a:cxn>
                <a:cxn ang="0">
                  <a:pos x="20" y="98"/>
                </a:cxn>
                <a:cxn ang="0">
                  <a:pos x="39" y="108"/>
                </a:cxn>
                <a:cxn ang="0">
                  <a:pos x="59" y="118"/>
                </a:cxn>
                <a:cxn ang="0">
                  <a:pos x="59" y="128"/>
                </a:cxn>
                <a:cxn ang="0">
                  <a:pos x="20" y="128"/>
                </a:cxn>
                <a:cxn ang="0">
                  <a:pos x="10" y="118"/>
                </a:cxn>
                <a:cxn ang="0">
                  <a:pos x="10" y="108"/>
                </a:cxn>
                <a:cxn ang="0">
                  <a:pos x="0" y="108"/>
                </a:cxn>
                <a:cxn ang="0">
                  <a:pos x="0" y="147"/>
                </a:cxn>
                <a:cxn ang="0">
                  <a:pos x="69" y="147"/>
                </a:cxn>
                <a:cxn ang="0">
                  <a:pos x="69" y="108"/>
                </a:cxn>
              </a:cxnLst>
              <a:rect l="txL" t="txT" r="txR" b="txB"/>
              <a:pathLst>
                <a:path w="157" h="147">
                  <a:moveTo>
                    <a:pt x="69" y="108"/>
                  </a:moveTo>
                  <a:lnTo>
                    <a:pt x="59" y="108"/>
                  </a:lnTo>
                  <a:lnTo>
                    <a:pt x="39" y="88"/>
                  </a:lnTo>
                  <a:lnTo>
                    <a:pt x="30" y="59"/>
                  </a:lnTo>
                  <a:lnTo>
                    <a:pt x="49" y="20"/>
                  </a:lnTo>
                  <a:lnTo>
                    <a:pt x="69" y="10"/>
                  </a:lnTo>
                  <a:lnTo>
                    <a:pt x="79" y="10"/>
                  </a:lnTo>
                  <a:lnTo>
                    <a:pt x="98" y="10"/>
                  </a:lnTo>
                  <a:lnTo>
                    <a:pt x="108" y="20"/>
                  </a:lnTo>
                  <a:lnTo>
                    <a:pt x="128" y="59"/>
                  </a:lnTo>
                  <a:lnTo>
                    <a:pt x="118" y="88"/>
                  </a:lnTo>
                  <a:lnTo>
                    <a:pt x="108" y="108"/>
                  </a:lnTo>
                  <a:lnTo>
                    <a:pt x="98" y="108"/>
                  </a:lnTo>
                  <a:lnTo>
                    <a:pt x="89" y="147"/>
                  </a:lnTo>
                  <a:lnTo>
                    <a:pt x="157" y="147"/>
                  </a:lnTo>
                  <a:lnTo>
                    <a:pt x="157" y="108"/>
                  </a:lnTo>
                  <a:lnTo>
                    <a:pt x="147" y="118"/>
                  </a:lnTo>
                  <a:lnTo>
                    <a:pt x="138" y="128"/>
                  </a:lnTo>
                  <a:lnTo>
                    <a:pt x="108" y="128"/>
                  </a:lnTo>
                  <a:lnTo>
                    <a:pt x="108" y="118"/>
                  </a:lnTo>
                  <a:lnTo>
                    <a:pt x="128" y="108"/>
                  </a:lnTo>
                  <a:lnTo>
                    <a:pt x="138" y="98"/>
                  </a:lnTo>
                  <a:lnTo>
                    <a:pt x="157" y="59"/>
                  </a:lnTo>
                  <a:lnTo>
                    <a:pt x="147" y="30"/>
                  </a:lnTo>
                  <a:lnTo>
                    <a:pt x="138" y="20"/>
                  </a:lnTo>
                  <a:lnTo>
                    <a:pt x="118" y="10"/>
                  </a:lnTo>
                  <a:lnTo>
                    <a:pt x="98" y="10"/>
                  </a:lnTo>
                  <a:lnTo>
                    <a:pt x="79" y="0"/>
                  </a:lnTo>
                  <a:lnTo>
                    <a:pt x="59" y="10"/>
                  </a:lnTo>
                  <a:lnTo>
                    <a:pt x="39" y="10"/>
                  </a:lnTo>
                  <a:lnTo>
                    <a:pt x="30" y="20"/>
                  </a:lnTo>
                  <a:lnTo>
                    <a:pt x="20" y="30"/>
                  </a:lnTo>
                  <a:lnTo>
                    <a:pt x="10" y="59"/>
                  </a:lnTo>
                  <a:lnTo>
                    <a:pt x="10" y="79"/>
                  </a:lnTo>
                  <a:lnTo>
                    <a:pt x="20" y="98"/>
                  </a:lnTo>
                  <a:lnTo>
                    <a:pt x="39" y="108"/>
                  </a:lnTo>
                  <a:lnTo>
                    <a:pt x="59" y="118"/>
                  </a:lnTo>
                  <a:lnTo>
                    <a:pt x="59" y="128"/>
                  </a:lnTo>
                  <a:lnTo>
                    <a:pt x="20" y="128"/>
                  </a:lnTo>
                  <a:lnTo>
                    <a:pt x="10" y="118"/>
                  </a:lnTo>
                  <a:lnTo>
                    <a:pt x="10" y="108"/>
                  </a:lnTo>
                  <a:lnTo>
                    <a:pt x="0" y="108"/>
                  </a:lnTo>
                  <a:lnTo>
                    <a:pt x="0" y="147"/>
                  </a:lnTo>
                  <a:lnTo>
                    <a:pt x="69" y="147"/>
                  </a:lnTo>
                  <a:lnTo>
                    <a:pt x="69" y="10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57" name="Freeform 115"/>
            <p:cNvSpPr>
              <a:spLocks noChangeAspect="1" noEditPoints="1"/>
            </p:cNvSpPr>
            <p:nvPr/>
          </p:nvSpPr>
          <p:spPr>
            <a:xfrm>
              <a:off x="4600" y="2340"/>
              <a:ext cx="98" cy="137"/>
            </a:xfrm>
            <a:custGeom>
              <a:avLst/>
              <a:gdLst>
                <a:gd name="txL" fmla="*/ 0 w 98"/>
                <a:gd name="txT" fmla="*/ 0 h 137"/>
                <a:gd name="txR" fmla="*/ 98 w 98"/>
                <a:gd name="txB" fmla="*/ 137 h 137"/>
              </a:gdLst>
              <a:ahLst/>
              <a:cxnLst>
                <a:cxn ang="0">
                  <a:pos x="98" y="88"/>
                </a:cxn>
                <a:cxn ang="0">
                  <a:pos x="79" y="88"/>
                </a:cxn>
                <a:cxn ang="0">
                  <a:pos x="79" y="0"/>
                </a:cxn>
                <a:cxn ang="0">
                  <a:pos x="69" y="0"/>
                </a:cxn>
                <a:cxn ang="0">
                  <a:pos x="0" y="88"/>
                </a:cxn>
                <a:cxn ang="0">
                  <a:pos x="0" y="107"/>
                </a:cxn>
                <a:cxn ang="0">
                  <a:pos x="59" y="107"/>
                </a:cxn>
                <a:cxn ang="0">
                  <a:pos x="59" y="137"/>
                </a:cxn>
                <a:cxn ang="0">
                  <a:pos x="79" y="137"/>
                </a:cxn>
                <a:cxn ang="0">
                  <a:pos x="79" y="107"/>
                </a:cxn>
                <a:cxn ang="0">
                  <a:pos x="98" y="107"/>
                </a:cxn>
                <a:cxn ang="0">
                  <a:pos x="98" y="88"/>
                </a:cxn>
                <a:cxn ang="0">
                  <a:pos x="59" y="88"/>
                </a:cxn>
                <a:cxn ang="0">
                  <a:pos x="10" y="88"/>
                </a:cxn>
                <a:cxn ang="0">
                  <a:pos x="59" y="19"/>
                </a:cxn>
                <a:cxn ang="0">
                  <a:pos x="59" y="19"/>
                </a:cxn>
                <a:cxn ang="0">
                  <a:pos x="59" y="88"/>
                </a:cxn>
              </a:cxnLst>
              <a:rect l="txL" t="txT" r="txR" b="txB"/>
              <a:pathLst>
                <a:path w="98" h="137">
                  <a:moveTo>
                    <a:pt x="98" y="88"/>
                  </a:moveTo>
                  <a:lnTo>
                    <a:pt x="79" y="88"/>
                  </a:lnTo>
                  <a:lnTo>
                    <a:pt x="79" y="0"/>
                  </a:lnTo>
                  <a:lnTo>
                    <a:pt x="69" y="0"/>
                  </a:lnTo>
                  <a:lnTo>
                    <a:pt x="0" y="88"/>
                  </a:lnTo>
                  <a:lnTo>
                    <a:pt x="0" y="107"/>
                  </a:lnTo>
                  <a:lnTo>
                    <a:pt x="59" y="107"/>
                  </a:lnTo>
                  <a:lnTo>
                    <a:pt x="59" y="137"/>
                  </a:lnTo>
                  <a:lnTo>
                    <a:pt x="79" y="137"/>
                  </a:lnTo>
                  <a:lnTo>
                    <a:pt x="79" y="107"/>
                  </a:lnTo>
                  <a:lnTo>
                    <a:pt x="98" y="107"/>
                  </a:lnTo>
                  <a:lnTo>
                    <a:pt x="98" y="88"/>
                  </a:lnTo>
                  <a:close/>
                  <a:moveTo>
                    <a:pt x="59" y="88"/>
                  </a:moveTo>
                  <a:lnTo>
                    <a:pt x="10" y="88"/>
                  </a:lnTo>
                  <a:lnTo>
                    <a:pt x="59" y="19"/>
                  </a:lnTo>
                  <a:lnTo>
                    <a:pt x="59" y="8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58" name="Freeform 116"/>
            <p:cNvSpPr>
              <a:spLocks noChangeAspect="1"/>
            </p:cNvSpPr>
            <p:nvPr/>
          </p:nvSpPr>
          <p:spPr>
            <a:xfrm>
              <a:off x="4767" y="2340"/>
              <a:ext cx="157" cy="137"/>
            </a:xfrm>
            <a:custGeom>
              <a:avLst/>
              <a:gdLst>
                <a:gd name="txL" fmla="*/ 0 w 157"/>
                <a:gd name="txT" fmla="*/ 0 h 137"/>
                <a:gd name="txR" fmla="*/ 157 w 157"/>
                <a:gd name="txB" fmla="*/ 137 h 137"/>
              </a:gdLst>
              <a:ahLst/>
              <a:cxnLst>
                <a:cxn ang="0">
                  <a:pos x="59" y="107"/>
                </a:cxn>
                <a:cxn ang="0">
                  <a:pos x="49" y="98"/>
                </a:cxn>
                <a:cxn ang="0">
                  <a:pos x="39" y="88"/>
                </a:cxn>
                <a:cxn ang="0">
                  <a:pos x="30" y="49"/>
                </a:cxn>
                <a:cxn ang="0">
                  <a:pos x="49" y="9"/>
                </a:cxn>
                <a:cxn ang="0">
                  <a:pos x="69" y="9"/>
                </a:cxn>
                <a:cxn ang="0">
                  <a:pos x="79" y="0"/>
                </a:cxn>
                <a:cxn ang="0">
                  <a:pos x="98" y="9"/>
                </a:cxn>
                <a:cxn ang="0">
                  <a:pos x="108" y="9"/>
                </a:cxn>
                <a:cxn ang="0">
                  <a:pos x="128" y="49"/>
                </a:cxn>
                <a:cxn ang="0">
                  <a:pos x="118" y="88"/>
                </a:cxn>
                <a:cxn ang="0">
                  <a:pos x="108" y="98"/>
                </a:cxn>
                <a:cxn ang="0">
                  <a:pos x="98" y="107"/>
                </a:cxn>
                <a:cxn ang="0">
                  <a:pos x="88" y="137"/>
                </a:cxn>
                <a:cxn ang="0">
                  <a:pos x="157" y="137"/>
                </a:cxn>
                <a:cxn ang="0">
                  <a:pos x="157" y="107"/>
                </a:cxn>
                <a:cxn ang="0">
                  <a:pos x="147" y="107"/>
                </a:cxn>
                <a:cxn ang="0">
                  <a:pos x="147" y="117"/>
                </a:cxn>
                <a:cxn ang="0">
                  <a:pos x="138" y="117"/>
                </a:cxn>
                <a:cxn ang="0">
                  <a:pos x="98" y="117"/>
                </a:cxn>
                <a:cxn ang="0">
                  <a:pos x="108" y="107"/>
                </a:cxn>
                <a:cxn ang="0">
                  <a:pos x="128" y="98"/>
                </a:cxn>
                <a:cxn ang="0">
                  <a:pos x="138" y="88"/>
                </a:cxn>
                <a:cxn ang="0">
                  <a:pos x="147" y="68"/>
                </a:cxn>
                <a:cxn ang="0">
                  <a:pos x="147" y="58"/>
                </a:cxn>
                <a:cxn ang="0">
                  <a:pos x="147" y="29"/>
                </a:cxn>
                <a:cxn ang="0">
                  <a:pos x="138" y="9"/>
                </a:cxn>
                <a:cxn ang="0">
                  <a:pos x="118" y="9"/>
                </a:cxn>
                <a:cxn ang="0">
                  <a:pos x="98" y="0"/>
                </a:cxn>
                <a:cxn ang="0">
                  <a:pos x="79" y="0"/>
                </a:cxn>
                <a:cxn ang="0">
                  <a:pos x="59" y="0"/>
                </a:cxn>
                <a:cxn ang="0">
                  <a:pos x="39" y="9"/>
                </a:cxn>
                <a:cxn ang="0">
                  <a:pos x="30" y="9"/>
                </a:cxn>
                <a:cxn ang="0">
                  <a:pos x="10" y="29"/>
                </a:cxn>
                <a:cxn ang="0">
                  <a:pos x="0" y="58"/>
                </a:cxn>
                <a:cxn ang="0">
                  <a:pos x="20" y="88"/>
                </a:cxn>
                <a:cxn ang="0">
                  <a:pos x="39" y="98"/>
                </a:cxn>
                <a:cxn ang="0">
                  <a:pos x="49" y="107"/>
                </a:cxn>
                <a:cxn ang="0">
                  <a:pos x="59" y="117"/>
                </a:cxn>
                <a:cxn ang="0">
                  <a:pos x="20" y="117"/>
                </a:cxn>
                <a:cxn ang="0">
                  <a:pos x="10" y="117"/>
                </a:cxn>
                <a:cxn ang="0">
                  <a:pos x="10" y="107"/>
                </a:cxn>
                <a:cxn ang="0">
                  <a:pos x="0" y="107"/>
                </a:cxn>
                <a:cxn ang="0">
                  <a:pos x="0" y="137"/>
                </a:cxn>
                <a:cxn ang="0">
                  <a:pos x="69" y="137"/>
                </a:cxn>
                <a:cxn ang="0">
                  <a:pos x="59" y="107"/>
                </a:cxn>
              </a:cxnLst>
              <a:rect l="txL" t="txT" r="txR" b="txB"/>
              <a:pathLst>
                <a:path w="157" h="137">
                  <a:moveTo>
                    <a:pt x="59" y="107"/>
                  </a:moveTo>
                  <a:lnTo>
                    <a:pt x="49" y="98"/>
                  </a:lnTo>
                  <a:lnTo>
                    <a:pt x="39" y="88"/>
                  </a:lnTo>
                  <a:lnTo>
                    <a:pt x="30" y="49"/>
                  </a:lnTo>
                  <a:lnTo>
                    <a:pt x="49" y="9"/>
                  </a:lnTo>
                  <a:lnTo>
                    <a:pt x="69" y="9"/>
                  </a:lnTo>
                  <a:lnTo>
                    <a:pt x="79" y="0"/>
                  </a:lnTo>
                  <a:lnTo>
                    <a:pt x="98" y="9"/>
                  </a:lnTo>
                  <a:lnTo>
                    <a:pt x="108" y="9"/>
                  </a:lnTo>
                  <a:lnTo>
                    <a:pt x="128" y="49"/>
                  </a:lnTo>
                  <a:lnTo>
                    <a:pt x="118" y="88"/>
                  </a:lnTo>
                  <a:lnTo>
                    <a:pt x="108" y="98"/>
                  </a:lnTo>
                  <a:lnTo>
                    <a:pt x="98" y="107"/>
                  </a:lnTo>
                  <a:lnTo>
                    <a:pt x="88" y="137"/>
                  </a:lnTo>
                  <a:lnTo>
                    <a:pt x="157" y="137"/>
                  </a:lnTo>
                  <a:lnTo>
                    <a:pt x="157" y="107"/>
                  </a:lnTo>
                  <a:lnTo>
                    <a:pt x="147" y="107"/>
                  </a:lnTo>
                  <a:lnTo>
                    <a:pt x="147" y="117"/>
                  </a:lnTo>
                  <a:lnTo>
                    <a:pt x="138" y="117"/>
                  </a:lnTo>
                  <a:lnTo>
                    <a:pt x="98" y="117"/>
                  </a:lnTo>
                  <a:lnTo>
                    <a:pt x="108" y="107"/>
                  </a:lnTo>
                  <a:lnTo>
                    <a:pt x="128" y="98"/>
                  </a:lnTo>
                  <a:lnTo>
                    <a:pt x="138" y="88"/>
                  </a:lnTo>
                  <a:lnTo>
                    <a:pt x="147" y="68"/>
                  </a:lnTo>
                  <a:lnTo>
                    <a:pt x="147" y="58"/>
                  </a:lnTo>
                  <a:lnTo>
                    <a:pt x="147" y="29"/>
                  </a:lnTo>
                  <a:lnTo>
                    <a:pt x="138" y="9"/>
                  </a:lnTo>
                  <a:lnTo>
                    <a:pt x="118" y="9"/>
                  </a:lnTo>
                  <a:lnTo>
                    <a:pt x="98" y="0"/>
                  </a:lnTo>
                  <a:lnTo>
                    <a:pt x="79" y="0"/>
                  </a:lnTo>
                  <a:lnTo>
                    <a:pt x="59" y="0"/>
                  </a:lnTo>
                  <a:lnTo>
                    <a:pt x="39" y="9"/>
                  </a:lnTo>
                  <a:lnTo>
                    <a:pt x="30" y="9"/>
                  </a:lnTo>
                  <a:lnTo>
                    <a:pt x="10" y="29"/>
                  </a:lnTo>
                  <a:lnTo>
                    <a:pt x="0" y="58"/>
                  </a:lnTo>
                  <a:lnTo>
                    <a:pt x="20" y="88"/>
                  </a:lnTo>
                  <a:lnTo>
                    <a:pt x="39" y="98"/>
                  </a:lnTo>
                  <a:lnTo>
                    <a:pt x="49" y="107"/>
                  </a:lnTo>
                  <a:lnTo>
                    <a:pt x="59" y="117"/>
                  </a:lnTo>
                  <a:lnTo>
                    <a:pt x="20" y="117"/>
                  </a:lnTo>
                  <a:lnTo>
                    <a:pt x="10" y="117"/>
                  </a:lnTo>
                  <a:lnTo>
                    <a:pt x="10" y="107"/>
                  </a:lnTo>
                  <a:lnTo>
                    <a:pt x="0" y="107"/>
                  </a:lnTo>
                  <a:lnTo>
                    <a:pt x="0" y="137"/>
                  </a:lnTo>
                  <a:lnTo>
                    <a:pt x="69" y="137"/>
                  </a:lnTo>
                  <a:lnTo>
                    <a:pt x="59" y="10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59" name="Freeform 117"/>
            <p:cNvSpPr>
              <a:spLocks noChangeAspect="1"/>
            </p:cNvSpPr>
            <p:nvPr/>
          </p:nvSpPr>
          <p:spPr>
            <a:xfrm>
              <a:off x="1656" y="723"/>
              <a:ext cx="88" cy="137"/>
            </a:xfrm>
            <a:custGeom>
              <a:avLst/>
              <a:gdLst>
                <a:gd name="txL" fmla="*/ 0 w 88"/>
                <a:gd name="txT" fmla="*/ 0 h 137"/>
                <a:gd name="txR" fmla="*/ 88 w 88"/>
                <a:gd name="txB" fmla="*/ 137 h 137"/>
              </a:gdLst>
              <a:ahLst/>
              <a:cxnLst>
                <a:cxn ang="0">
                  <a:pos x="0" y="137"/>
                </a:cxn>
                <a:cxn ang="0">
                  <a:pos x="49" y="137"/>
                </a:cxn>
                <a:cxn ang="0">
                  <a:pos x="49" y="137"/>
                </a:cxn>
                <a:cxn ang="0">
                  <a:pos x="39" y="137"/>
                </a:cxn>
                <a:cxn ang="0">
                  <a:pos x="39" y="128"/>
                </a:cxn>
                <a:cxn ang="0">
                  <a:pos x="39" y="128"/>
                </a:cxn>
                <a:cxn ang="0">
                  <a:pos x="39" y="118"/>
                </a:cxn>
                <a:cxn ang="0">
                  <a:pos x="68" y="20"/>
                </a:cxn>
                <a:cxn ang="0">
                  <a:pos x="78" y="10"/>
                </a:cxn>
                <a:cxn ang="0">
                  <a:pos x="88" y="10"/>
                </a:cxn>
                <a:cxn ang="0">
                  <a:pos x="88" y="0"/>
                </a:cxn>
                <a:cxn ang="0">
                  <a:pos x="29" y="0"/>
                </a:cxn>
                <a:cxn ang="0">
                  <a:pos x="29" y="10"/>
                </a:cxn>
                <a:cxn ang="0">
                  <a:pos x="39" y="10"/>
                </a:cxn>
                <a:cxn ang="0">
                  <a:pos x="49" y="20"/>
                </a:cxn>
                <a:cxn ang="0">
                  <a:pos x="49" y="30"/>
                </a:cxn>
                <a:cxn ang="0">
                  <a:pos x="49" y="30"/>
                </a:cxn>
                <a:cxn ang="0">
                  <a:pos x="19" y="118"/>
                </a:cxn>
                <a:cxn ang="0">
                  <a:pos x="10" y="137"/>
                </a:cxn>
                <a:cxn ang="0">
                  <a:pos x="0" y="137"/>
                </a:cxn>
                <a:cxn ang="0">
                  <a:pos x="0" y="137"/>
                </a:cxn>
              </a:cxnLst>
              <a:rect l="txL" t="txT" r="txR" b="txB"/>
              <a:pathLst>
                <a:path w="88" h="137">
                  <a:moveTo>
                    <a:pt x="0" y="137"/>
                  </a:moveTo>
                  <a:lnTo>
                    <a:pt x="49" y="137"/>
                  </a:lnTo>
                  <a:lnTo>
                    <a:pt x="39" y="137"/>
                  </a:lnTo>
                  <a:lnTo>
                    <a:pt x="39" y="128"/>
                  </a:lnTo>
                  <a:lnTo>
                    <a:pt x="39" y="118"/>
                  </a:lnTo>
                  <a:lnTo>
                    <a:pt x="68" y="20"/>
                  </a:lnTo>
                  <a:lnTo>
                    <a:pt x="78" y="10"/>
                  </a:lnTo>
                  <a:lnTo>
                    <a:pt x="88" y="10"/>
                  </a:lnTo>
                  <a:lnTo>
                    <a:pt x="88" y="0"/>
                  </a:lnTo>
                  <a:lnTo>
                    <a:pt x="29" y="0"/>
                  </a:lnTo>
                  <a:lnTo>
                    <a:pt x="29" y="10"/>
                  </a:lnTo>
                  <a:lnTo>
                    <a:pt x="39" y="10"/>
                  </a:lnTo>
                  <a:lnTo>
                    <a:pt x="49" y="20"/>
                  </a:lnTo>
                  <a:lnTo>
                    <a:pt x="49" y="30"/>
                  </a:lnTo>
                  <a:lnTo>
                    <a:pt x="19" y="118"/>
                  </a:lnTo>
                  <a:lnTo>
                    <a:pt x="10" y="137"/>
                  </a:lnTo>
                  <a:lnTo>
                    <a:pt x="0" y="13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60" name="Freeform 118"/>
            <p:cNvSpPr>
              <a:spLocks noChangeAspect="1"/>
            </p:cNvSpPr>
            <p:nvPr/>
          </p:nvSpPr>
          <p:spPr>
            <a:xfrm>
              <a:off x="1744" y="811"/>
              <a:ext cx="49" cy="98"/>
            </a:xfrm>
            <a:custGeom>
              <a:avLst/>
              <a:gdLst>
                <a:gd name="txL" fmla="*/ 0 w 49"/>
                <a:gd name="txT" fmla="*/ 0 h 98"/>
                <a:gd name="txR" fmla="*/ 49 w 49"/>
                <a:gd name="txB" fmla="*/ 98 h 98"/>
              </a:gdLst>
              <a:ahLst/>
              <a:cxnLst>
                <a:cxn ang="0">
                  <a:pos x="10" y="98"/>
                </a:cxn>
                <a:cxn ang="0">
                  <a:pos x="49" y="98"/>
                </a:cxn>
                <a:cxn ang="0">
                  <a:pos x="49" y="98"/>
                </a:cxn>
                <a:cxn ang="0">
                  <a:pos x="39" y="98"/>
                </a:cxn>
                <a:cxn ang="0">
                  <a:pos x="39" y="89"/>
                </a:cxn>
                <a:cxn ang="0">
                  <a:pos x="39" y="0"/>
                </a:cxn>
                <a:cxn ang="0">
                  <a:pos x="30" y="0"/>
                </a:cxn>
                <a:cxn ang="0">
                  <a:pos x="0" y="10"/>
                </a:cxn>
                <a:cxn ang="0">
                  <a:pos x="0" y="10"/>
                </a:cxn>
                <a:cxn ang="0">
                  <a:pos x="10" y="10"/>
                </a:cxn>
                <a:cxn ang="0">
                  <a:pos x="20" y="10"/>
                </a:cxn>
                <a:cxn ang="0">
                  <a:pos x="20" y="20"/>
                </a:cxn>
                <a:cxn ang="0">
                  <a:pos x="20" y="20"/>
                </a:cxn>
                <a:cxn ang="0">
                  <a:pos x="20" y="89"/>
                </a:cxn>
                <a:cxn ang="0">
                  <a:pos x="20" y="98"/>
                </a:cxn>
                <a:cxn ang="0">
                  <a:pos x="10" y="98"/>
                </a:cxn>
                <a:cxn ang="0">
                  <a:pos x="10" y="98"/>
                </a:cxn>
              </a:cxnLst>
              <a:rect l="txL" t="txT" r="txR" b="txB"/>
              <a:pathLst>
                <a:path w="49" h="98">
                  <a:moveTo>
                    <a:pt x="10" y="98"/>
                  </a:moveTo>
                  <a:lnTo>
                    <a:pt x="49" y="98"/>
                  </a:lnTo>
                  <a:lnTo>
                    <a:pt x="39" y="98"/>
                  </a:lnTo>
                  <a:lnTo>
                    <a:pt x="39" y="89"/>
                  </a:lnTo>
                  <a:lnTo>
                    <a:pt x="39" y="0"/>
                  </a:lnTo>
                  <a:lnTo>
                    <a:pt x="30" y="0"/>
                  </a:lnTo>
                  <a:lnTo>
                    <a:pt x="0" y="10"/>
                  </a:lnTo>
                  <a:lnTo>
                    <a:pt x="10" y="10"/>
                  </a:lnTo>
                  <a:lnTo>
                    <a:pt x="20" y="10"/>
                  </a:lnTo>
                  <a:lnTo>
                    <a:pt x="20" y="20"/>
                  </a:lnTo>
                  <a:lnTo>
                    <a:pt x="20" y="89"/>
                  </a:lnTo>
                  <a:lnTo>
                    <a:pt x="20" y="98"/>
                  </a:lnTo>
                  <a:lnTo>
                    <a:pt x="10" y="9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61" name="Freeform 119"/>
            <p:cNvSpPr>
              <a:spLocks noChangeAspect="1" noEditPoints="1"/>
            </p:cNvSpPr>
            <p:nvPr/>
          </p:nvSpPr>
          <p:spPr>
            <a:xfrm>
              <a:off x="2156" y="2300"/>
              <a:ext cx="49" cy="138"/>
            </a:xfrm>
            <a:custGeom>
              <a:avLst/>
              <a:gdLst>
                <a:gd name="txL" fmla="*/ 0 w 49"/>
                <a:gd name="txT" fmla="*/ 0 h 138"/>
                <a:gd name="txR" fmla="*/ 49 w 49"/>
                <a:gd name="txB" fmla="*/ 138 h 138"/>
              </a:gdLst>
              <a:ahLst/>
              <a:cxnLst>
                <a:cxn ang="0">
                  <a:pos x="40" y="118"/>
                </a:cxn>
                <a:cxn ang="0">
                  <a:pos x="30" y="128"/>
                </a:cxn>
                <a:cxn ang="0">
                  <a:pos x="20" y="128"/>
                </a:cxn>
                <a:cxn ang="0">
                  <a:pos x="20" y="128"/>
                </a:cxn>
                <a:cxn ang="0">
                  <a:pos x="20" y="128"/>
                </a:cxn>
                <a:cxn ang="0">
                  <a:pos x="20" y="118"/>
                </a:cxn>
                <a:cxn ang="0">
                  <a:pos x="40" y="49"/>
                </a:cxn>
                <a:cxn ang="0">
                  <a:pos x="40" y="49"/>
                </a:cxn>
                <a:cxn ang="0">
                  <a:pos x="20" y="49"/>
                </a:cxn>
                <a:cxn ang="0">
                  <a:pos x="0" y="49"/>
                </a:cxn>
                <a:cxn ang="0">
                  <a:pos x="0" y="59"/>
                </a:cxn>
                <a:cxn ang="0">
                  <a:pos x="20" y="59"/>
                </a:cxn>
                <a:cxn ang="0">
                  <a:pos x="20" y="59"/>
                </a:cxn>
                <a:cxn ang="0">
                  <a:pos x="20" y="69"/>
                </a:cxn>
                <a:cxn ang="0">
                  <a:pos x="10" y="98"/>
                </a:cxn>
                <a:cxn ang="0">
                  <a:pos x="0" y="118"/>
                </a:cxn>
                <a:cxn ang="0">
                  <a:pos x="0" y="128"/>
                </a:cxn>
                <a:cxn ang="0">
                  <a:pos x="0" y="138"/>
                </a:cxn>
                <a:cxn ang="0">
                  <a:pos x="10" y="138"/>
                </a:cxn>
                <a:cxn ang="0">
                  <a:pos x="30" y="128"/>
                </a:cxn>
                <a:cxn ang="0">
                  <a:pos x="40" y="118"/>
                </a:cxn>
                <a:cxn ang="0">
                  <a:pos x="40" y="118"/>
                </a:cxn>
                <a:cxn ang="0">
                  <a:pos x="49" y="20"/>
                </a:cxn>
                <a:cxn ang="0">
                  <a:pos x="49" y="10"/>
                </a:cxn>
                <a:cxn ang="0">
                  <a:pos x="40" y="0"/>
                </a:cxn>
                <a:cxn ang="0">
                  <a:pos x="30" y="10"/>
                </a:cxn>
                <a:cxn ang="0">
                  <a:pos x="30" y="20"/>
                </a:cxn>
                <a:cxn ang="0">
                  <a:pos x="30" y="30"/>
                </a:cxn>
                <a:cxn ang="0">
                  <a:pos x="40" y="30"/>
                </a:cxn>
                <a:cxn ang="0">
                  <a:pos x="49" y="30"/>
                </a:cxn>
                <a:cxn ang="0">
                  <a:pos x="49" y="20"/>
                </a:cxn>
                <a:cxn ang="0">
                  <a:pos x="49" y="20"/>
                </a:cxn>
              </a:cxnLst>
              <a:rect l="txL" t="txT" r="txR" b="txB"/>
              <a:pathLst>
                <a:path w="49" h="138">
                  <a:moveTo>
                    <a:pt x="40" y="118"/>
                  </a:moveTo>
                  <a:lnTo>
                    <a:pt x="30" y="128"/>
                  </a:lnTo>
                  <a:lnTo>
                    <a:pt x="20" y="128"/>
                  </a:lnTo>
                  <a:lnTo>
                    <a:pt x="20" y="118"/>
                  </a:lnTo>
                  <a:lnTo>
                    <a:pt x="40" y="49"/>
                  </a:lnTo>
                  <a:lnTo>
                    <a:pt x="20" y="49"/>
                  </a:lnTo>
                  <a:lnTo>
                    <a:pt x="0" y="49"/>
                  </a:lnTo>
                  <a:lnTo>
                    <a:pt x="0" y="59"/>
                  </a:lnTo>
                  <a:lnTo>
                    <a:pt x="20" y="59"/>
                  </a:lnTo>
                  <a:lnTo>
                    <a:pt x="20" y="69"/>
                  </a:lnTo>
                  <a:lnTo>
                    <a:pt x="10" y="98"/>
                  </a:lnTo>
                  <a:lnTo>
                    <a:pt x="0" y="118"/>
                  </a:lnTo>
                  <a:lnTo>
                    <a:pt x="0" y="128"/>
                  </a:lnTo>
                  <a:lnTo>
                    <a:pt x="0" y="138"/>
                  </a:lnTo>
                  <a:lnTo>
                    <a:pt x="10" y="138"/>
                  </a:lnTo>
                  <a:lnTo>
                    <a:pt x="30" y="128"/>
                  </a:lnTo>
                  <a:lnTo>
                    <a:pt x="40" y="118"/>
                  </a:lnTo>
                  <a:close/>
                  <a:moveTo>
                    <a:pt x="49" y="20"/>
                  </a:moveTo>
                  <a:lnTo>
                    <a:pt x="49" y="10"/>
                  </a:lnTo>
                  <a:lnTo>
                    <a:pt x="40" y="0"/>
                  </a:lnTo>
                  <a:lnTo>
                    <a:pt x="30" y="10"/>
                  </a:lnTo>
                  <a:lnTo>
                    <a:pt x="30" y="20"/>
                  </a:lnTo>
                  <a:lnTo>
                    <a:pt x="30" y="30"/>
                  </a:lnTo>
                  <a:lnTo>
                    <a:pt x="40" y="30"/>
                  </a:lnTo>
                  <a:lnTo>
                    <a:pt x="49" y="30"/>
                  </a:lnTo>
                  <a:lnTo>
                    <a:pt x="49" y="2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62" name="Freeform 120"/>
            <p:cNvSpPr>
              <a:spLocks noChangeAspect="1"/>
            </p:cNvSpPr>
            <p:nvPr/>
          </p:nvSpPr>
          <p:spPr>
            <a:xfrm>
              <a:off x="2215" y="2389"/>
              <a:ext cx="49" cy="98"/>
            </a:xfrm>
            <a:custGeom>
              <a:avLst/>
              <a:gdLst>
                <a:gd name="txL" fmla="*/ 0 w 49"/>
                <a:gd name="txT" fmla="*/ 0 h 98"/>
                <a:gd name="txR" fmla="*/ 49 w 49"/>
                <a:gd name="txB" fmla="*/ 98 h 98"/>
              </a:gdLst>
              <a:ahLst/>
              <a:cxnLst>
                <a:cxn ang="0">
                  <a:pos x="0" y="98"/>
                </a:cxn>
                <a:cxn ang="0">
                  <a:pos x="49" y="98"/>
                </a:cxn>
                <a:cxn ang="0">
                  <a:pos x="49" y="98"/>
                </a:cxn>
                <a:cxn ang="0">
                  <a:pos x="30" y="98"/>
                </a:cxn>
                <a:cxn ang="0">
                  <a:pos x="30" y="88"/>
                </a:cxn>
                <a:cxn ang="0">
                  <a:pos x="30" y="0"/>
                </a:cxn>
                <a:cxn ang="0">
                  <a:pos x="30" y="0"/>
                </a:cxn>
                <a:cxn ang="0">
                  <a:pos x="0" y="9"/>
                </a:cxn>
                <a:cxn ang="0">
                  <a:pos x="0" y="9"/>
                </a:cxn>
                <a:cxn ang="0">
                  <a:pos x="10" y="9"/>
                </a:cxn>
                <a:cxn ang="0">
                  <a:pos x="10" y="9"/>
                </a:cxn>
                <a:cxn ang="0">
                  <a:pos x="20" y="9"/>
                </a:cxn>
                <a:cxn ang="0">
                  <a:pos x="20" y="19"/>
                </a:cxn>
                <a:cxn ang="0">
                  <a:pos x="20" y="88"/>
                </a:cxn>
                <a:cxn ang="0">
                  <a:pos x="10" y="98"/>
                </a:cxn>
                <a:cxn ang="0">
                  <a:pos x="0" y="98"/>
                </a:cxn>
                <a:cxn ang="0">
                  <a:pos x="0" y="98"/>
                </a:cxn>
              </a:cxnLst>
              <a:rect l="txL" t="txT" r="txR" b="txB"/>
              <a:pathLst>
                <a:path w="49" h="98">
                  <a:moveTo>
                    <a:pt x="0" y="98"/>
                  </a:moveTo>
                  <a:lnTo>
                    <a:pt x="49" y="98"/>
                  </a:lnTo>
                  <a:lnTo>
                    <a:pt x="30" y="98"/>
                  </a:lnTo>
                  <a:lnTo>
                    <a:pt x="30" y="88"/>
                  </a:lnTo>
                  <a:lnTo>
                    <a:pt x="30" y="0"/>
                  </a:lnTo>
                  <a:lnTo>
                    <a:pt x="0" y="9"/>
                  </a:lnTo>
                  <a:lnTo>
                    <a:pt x="10" y="9"/>
                  </a:lnTo>
                  <a:lnTo>
                    <a:pt x="20" y="9"/>
                  </a:lnTo>
                  <a:lnTo>
                    <a:pt x="20" y="19"/>
                  </a:lnTo>
                  <a:lnTo>
                    <a:pt x="20" y="88"/>
                  </a:lnTo>
                  <a:lnTo>
                    <a:pt x="10" y="98"/>
                  </a:lnTo>
                  <a:lnTo>
                    <a:pt x="0" y="9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63" name="Freeform 121"/>
            <p:cNvSpPr>
              <a:spLocks noChangeAspect="1"/>
            </p:cNvSpPr>
            <p:nvPr/>
          </p:nvSpPr>
          <p:spPr>
            <a:xfrm>
              <a:off x="3138" y="723"/>
              <a:ext cx="88" cy="137"/>
            </a:xfrm>
            <a:custGeom>
              <a:avLst/>
              <a:gdLst>
                <a:gd name="txL" fmla="*/ 0 w 88"/>
                <a:gd name="txT" fmla="*/ 0 h 137"/>
                <a:gd name="txR" fmla="*/ 88 w 88"/>
                <a:gd name="txB" fmla="*/ 137 h 137"/>
              </a:gdLst>
              <a:ahLst/>
              <a:cxnLst>
                <a:cxn ang="0">
                  <a:pos x="0" y="137"/>
                </a:cxn>
                <a:cxn ang="0">
                  <a:pos x="59" y="137"/>
                </a:cxn>
                <a:cxn ang="0">
                  <a:pos x="59" y="137"/>
                </a:cxn>
                <a:cxn ang="0">
                  <a:pos x="49" y="137"/>
                </a:cxn>
                <a:cxn ang="0">
                  <a:pos x="39" y="128"/>
                </a:cxn>
                <a:cxn ang="0">
                  <a:pos x="39" y="118"/>
                </a:cxn>
                <a:cxn ang="0">
                  <a:pos x="49" y="118"/>
                </a:cxn>
                <a:cxn ang="0">
                  <a:pos x="69" y="20"/>
                </a:cxn>
                <a:cxn ang="0">
                  <a:pos x="78" y="10"/>
                </a:cxn>
                <a:cxn ang="0">
                  <a:pos x="88" y="10"/>
                </a:cxn>
                <a:cxn ang="0">
                  <a:pos x="88" y="0"/>
                </a:cxn>
                <a:cxn ang="0">
                  <a:pos x="39" y="0"/>
                </a:cxn>
                <a:cxn ang="0">
                  <a:pos x="39" y="10"/>
                </a:cxn>
                <a:cxn ang="0">
                  <a:pos x="49" y="10"/>
                </a:cxn>
                <a:cxn ang="0">
                  <a:pos x="49" y="20"/>
                </a:cxn>
                <a:cxn ang="0">
                  <a:pos x="49" y="20"/>
                </a:cxn>
                <a:cxn ang="0">
                  <a:pos x="49" y="30"/>
                </a:cxn>
                <a:cxn ang="0">
                  <a:pos x="19" y="118"/>
                </a:cxn>
                <a:cxn ang="0">
                  <a:pos x="19" y="137"/>
                </a:cxn>
                <a:cxn ang="0">
                  <a:pos x="0" y="137"/>
                </a:cxn>
                <a:cxn ang="0">
                  <a:pos x="0" y="137"/>
                </a:cxn>
              </a:cxnLst>
              <a:rect l="txL" t="txT" r="txR" b="txB"/>
              <a:pathLst>
                <a:path w="88" h="137">
                  <a:moveTo>
                    <a:pt x="0" y="137"/>
                  </a:moveTo>
                  <a:lnTo>
                    <a:pt x="59" y="137"/>
                  </a:lnTo>
                  <a:lnTo>
                    <a:pt x="49" y="137"/>
                  </a:lnTo>
                  <a:lnTo>
                    <a:pt x="39" y="128"/>
                  </a:lnTo>
                  <a:lnTo>
                    <a:pt x="39" y="118"/>
                  </a:lnTo>
                  <a:lnTo>
                    <a:pt x="49" y="118"/>
                  </a:lnTo>
                  <a:lnTo>
                    <a:pt x="69" y="20"/>
                  </a:lnTo>
                  <a:lnTo>
                    <a:pt x="78" y="10"/>
                  </a:lnTo>
                  <a:lnTo>
                    <a:pt x="88" y="10"/>
                  </a:lnTo>
                  <a:lnTo>
                    <a:pt x="88" y="0"/>
                  </a:lnTo>
                  <a:lnTo>
                    <a:pt x="39" y="0"/>
                  </a:lnTo>
                  <a:lnTo>
                    <a:pt x="39" y="10"/>
                  </a:lnTo>
                  <a:lnTo>
                    <a:pt x="49" y="10"/>
                  </a:lnTo>
                  <a:lnTo>
                    <a:pt x="49" y="20"/>
                  </a:lnTo>
                  <a:lnTo>
                    <a:pt x="49" y="30"/>
                  </a:lnTo>
                  <a:lnTo>
                    <a:pt x="19" y="118"/>
                  </a:lnTo>
                  <a:lnTo>
                    <a:pt x="19" y="137"/>
                  </a:lnTo>
                  <a:lnTo>
                    <a:pt x="0" y="13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64" name="Freeform 122"/>
            <p:cNvSpPr>
              <a:spLocks noChangeAspect="1"/>
            </p:cNvSpPr>
            <p:nvPr/>
          </p:nvSpPr>
          <p:spPr>
            <a:xfrm>
              <a:off x="3226" y="811"/>
              <a:ext cx="69" cy="98"/>
            </a:xfrm>
            <a:custGeom>
              <a:avLst/>
              <a:gdLst>
                <a:gd name="txL" fmla="*/ 0 w 69"/>
                <a:gd name="txT" fmla="*/ 0 h 98"/>
                <a:gd name="txR" fmla="*/ 69 w 69"/>
                <a:gd name="txB" fmla="*/ 98 h 98"/>
              </a:gdLst>
              <a:ahLst/>
              <a:cxnLst>
                <a:cxn ang="0">
                  <a:pos x="69" y="79"/>
                </a:cxn>
                <a:cxn ang="0">
                  <a:pos x="69" y="79"/>
                </a:cxn>
                <a:cxn ang="0">
                  <a:pos x="59" y="89"/>
                </a:cxn>
                <a:cxn ang="0">
                  <a:pos x="49" y="89"/>
                </a:cxn>
                <a:cxn ang="0">
                  <a:pos x="10" y="89"/>
                </a:cxn>
                <a:cxn ang="0">
                  <a:pos x="39" y="59"/>
                </a:cxn>
                <a:cxn ang="0">
                  <a:pos x="49" y="49"/>
                </a:cxn>
                <a:cxn ang="0">
                  <a:pos x="59" y="30"/>
                </a:cxn>
                <a:cxn ang="0">
                  <a:pos x="49" y="10"/>
                </a:cxn>
                <a:cxn ang="0">
                  <a:pos x="30" y="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10" y="20"/>
                </a:cxn>
                <a:cxn ang="0">
                  <a:pos x="20" y="10"/>
                </a:cxn>
                <a:cxn ang="0">
                  <a:pos x="39" y="20"/>
                </a:cxn>
                <a:cxn ang="0">
                  <a:pos x="49" y="30"/>
                </a:cxn>
                <a:cxn ang="0">
                  <a:pos x="39" y="49"/>
                </a:cxn>
                <a:cxn ang="0">
                  <a:pos x="20" y="69"/>
                </a:cxn>
                <a:cxn ang="0">
                  <a:pos x="0" y="98"/>
                </a:cxn>
                <a:cxn ang="0">
                  <a:pos x="0" y="98"/>
                </a:cxn>
                <a:cxn ang="0">
                  <a:pos x="59" y="98"/>
                </a:cxn>
                <a:cxn ang="0">
                  <a:pos x="69" y="79"/>
                </a:cxn>
              </a:cxnLst>
              <a:rect l="txL" t="txT" r="txR" b="txB"/>
              <a:pathLst>
                <a:path w="69" h="98">
                  <a:moveTo>
                    <a:pt x="69" y="79"/>
                  </a:moveTo>
                  <a:lnTo>
                    <a:pt x="69" y="79"/>
                  </a:lnTo>
                  <a:lnTo>
                    <a:pt x="59" y="89"/>
                  </a:lnTo>
                  <a:lnTo>
                    <a:pt x="49" y="89"/>
                  </a:lnTo>
                  <a:lnTo>
                    <a:pt x="10" y="89"/>
                  </a:lnTo>
                  <a:lnTo>
                    <a:pt x="39" y="59"/>
                  </a:lnTo>
                  <a:lnTo>
                    <a:pt x="49" y="49"/>
                  </a:lnTo>
                  <a:lnTo>
                    <a:pt x="59" y="30"/>
                  </a:lnTo>
                  <a:lnTo>
                    <a:pt x="49" y="10"/>
                  </a:lnTo>
                  <a:lnTo>
                    <a:pt x="30" y="0"/>
                  </a:lnTo>
                  <a:lnTo>
                    <a:pt x="10" y="0"/>
                  </a:lnTo>
                  <a:lnTo>
                    <a:pt x="0" y="10"/>
                  </a:lnTo>
                  <a:lnTo>
                    <a:pt x="0" y="30"/>
                  </a:lnTo>
                  <a:lnTo>
                    <a:pt x="10" y="20"/>
                  </a:lnTo>
                  <a:lnTo>
                    <a:pt x="20" y="10"/>
                  </a:lnTo>
                  <a:lnTo>
                    <a:pt x="39" y="20"/>
                  </a:lnTo>
                  <a:lnTo>
                    <a:pt x="49" y="30"/>
                  </a:lnTo>
                  <a:lnTo>
                    <a:pt x="39" y="49"/>
                  </a:lnTo>
                  <a:lnTo>
                    <a:pt x="20" y="69"/>
                  </a:lnTo>
                  <a:lnTo>
                    <a:pt x="0" y="98"/>
                  </a:lnTo>
                  <a:lnTo>
                    <a:pt x="59" y="98"/>
                  </a:lnTo>
                  <a:lnTo>
                    <a:pt x="69" y="7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65" name="Freeform 123"/>
            <p:cNvSpPr>
              <a:spLocks noChangeAspect="1" noEditPoints="1"/>
            </p:cNvSpPr>
            <p:nvPr/>
          </p:nvSpPr>
          <p:spPr>
            <a:xfrm>
              <a:off x="3629" y="2310"/>
              <a:ext cx="39" cy="137"/>
            </a:xfrm>
            <a:custGeom>
              <a:avLst/>
              <a:gdLst>
                <a:gd name="txL" fmla="*/ 0 w 39"/>
                <a:gd name="txT" fmla="*/ 0 h 137"/>
                <a:gd name="txR" fmla="*/ 39 w 39"/>
                <a:gd name="txB" fmla="*/ 137 h 137"/>
              </a:gdLst>
              <a:ahLst/>
              <a:cxnLst>
                <a:cxn ang="0">
                  <a:pos x="29" y="108"/>
                </a:cxn>
                <a:cxn ang="0">
                  <a:pos x="29" y="118"/>
                </a:cxn>
                <a:cxn ang="0">
                  <a:pos x="19" y="128"/>
                </a:cxn>
                <a:cxn ang="0">
                  <a:pos x="9" y="128"/>
                </a:cxn>
                <a:cxn ang="0">
                  <a:pos x="9" y="118"/>
                </a:cxn>
                <a:cxn ang="0">
                  <a:pos x="19" y="118"/>
                </a:cxn>
                <a:cxn ang="0">
                  <a:pos x="19" y="108"/>
                </a:cxn>
                <a:cxn ang="0">
                  <a:pos x="39" y="39"/>
                </a:cxn>
                <a:cxn ang="0">
                  <a:pos x="39" y="39"/>
                </a:cxn>
                <a:cxn ang="0">
                  <a:pos x="19" y="39"/>
                </a:cxn>
                <a:cxn ang="0">
                  <a:pos x="0" y="49"/>
                </a:cxn>
                <a:cxn ang="0">
                  <a:pos x="0" y="49"/>
                </a:cxn>
                <a:cxn ang="0">
                  <a:pos x="9" y="49"/>
                </a:cxn>
                <a:cxn ang="0">
                  <a:pos x="9" y="49"/>
                </a:cxn>
                <a:cxn ang="0">
                  <a:pos x="9" y="59"/>
                </a:cxn>
                <a:cxn ang="0">
                  <a:pos x="9" y="88"/>
                </a:cxn>
                <a:cxn ang="0">
                  <a:pos x="0" y="108"/>
                </a:cxn>
                <a:cxn ang="0">
                  <a:pos x="0" y="118"/>
                </a:cxn>
                <a:cxn ang="0">
                  <a:pos x="0" y="128"/>
                </a:cxn>
                <a:cxn ang="0">
                  <a:pos x="9" y="137"/>
                </a:cxn>
                <a:cxn ang="0">
                  <a:pos x="29" y="128"/>
                </a:cxn>
                <a:cxn ang="0">
                  <a:pos x="39" y="108"/>
                </a:cxn>
                <a:cxn ang="0">
                  <a:pos x="29" y="108"/>
                </a:cxn>
                <a:cxn ang="0">
                  <a:pos x="39" y="10"/>
                </a:cxn>
                <a:cxn ang="0">
                  <a:pos x="39" y="0"/>
                </a:cxn>
                <a:cxn ang="0">
                  <a:pos x="29" y="0"/>
                </a:cxn>
                <a:cxn ang="0">
                  <a:pos x="29" y="0"/>
                </a:cxn>
                <a:cxn ang="0">
                  <a:pos x="19" y="10"/>
                </a:cxn>
                <a:cxn ang="0">
                  <a:pos x="29" y="20"/>
                </a:cxn>
                <a:cxn ang="0">
                  <a:pos x="29" y="20"/>
                </a:cxn>
                <a:cxn ang="0">
                  <a:pos x="39" y="20"/>
                </a:cxn>
                <a:cxn ang="0">
                  <a:pos x="39" y="10"/>
                </a:cxn>
                <a:cxn ang="0">
                  <a:pos x="39" y="10"/>
                </a:cxn>
              </a:cxnLst>
              <a:rect l="txL" t="txT" r="txR" b="txB"/>
              <a:pathLst>
                <a:path w="39" h="137">
                  <a:moveTo>
                    <a:pt x="29" y="108"/>
                  </a:moveTo>
                  <a:lnTo>
                    <a:pt x="29" y="118"/>
                  </a:lnTo>
                  <a:lnTo>
                    <a:pt x="19" y="128"/>
                  </a:lnTo>
                  <a:lnTo>
                    <a:pt x="9" y="128"/>
                  </a:lnTo>
                  <a:lnTo>
                    <a:pt x="9" y="118"/>
                  </a:lnTo>
                  <a:lnTo>
                    <a:pt x="19" y="118"/>
                  </a:lnTo>
                  <a:lnTo>
                    <a:pt x="19" y="108"/>
                  </a:lnTo>
                  <a:lnTo>
                    <a:pt x="39" y="39"/>
                  </a:lnTo>
                  <a:lnTo>
                    <a:pt x="19" y="39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9" y="59"/>
                  </a:lnTo>
                  <a:lnTo>
                    <a:pt x="9" y="88"/>
                  </a:lnTo>
                  <a:lnTo>
                    <a:pt x="0" y="108"/>
                  </a:lnTo>
                  <a:lnTo>
                    <a:pt x="0" y="118"/>
                  </a:lnTo>
                  <a:lnTo>
                    <a:pt x="0" y="128"/>
                  </a:lnTo>
                  <a:lnTo>
                    <a:pt x="9" y="137"/>
                  </a:lnTo>
                  <a:lnTo>
                    <a:pt x="29" y="128"/>
                  </a:lnTo>
                  <a:lnTo>
                    <a:pt x="39" y="108"/>
                  </a:lnTo>
                  <a:lnTo>
                    <a:pt x="29" y="108"/>
                  </a:lnTo>
                  <a:close/>
                  <a:moveTo>
                    <a:pt x="39" y="10"/>
                  </a:moveTo>
                  <a:lnTo>
                    <a:pt x="39" y="0"/>
                  </a:lnTo>
                  <a:lnTo>
                    <a:pt x="29" y="0"/>
                  </a:lnTo>
                  <a:lnTo>
                    <a:pt x="19" y="10"/>
                  </a:lnTo>
                  <a:lnTo>
                    <a:pt x="29" y="20"/>
                  </a:lnTo>
                  <a:lnTo>
                    <a:pt x="39" y="20"/>
                  </a:lnTo>
                  <a:lnTo>
                    <a:pt x="39" y="1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66" name="Freeform 124"/>
            <p:cNvSpPr>
              <a:spLocks noChangeAspect="1"/>
            </p:cNvSpPr>
            <p:nvPr/>
          </p:nvSpPr>
          <p:spPr>
            <a:xfrm>
              <a:off x="3678" y="2389"/>
              <a:ext cx="78" cy="107"/>
            </a:xfrm>
            <a:custGeom>
              <a:avLst/>
              <a:gdLst>
                <a:gd name="txL" fmla="*/ 0 w 78"/>
                <a:gd name="txT" fmla="*/ 0 h 107"/>
                <a:gd name="txR" fmla="*/ 78 w 78"/>
                <a:gd name="txB" fmla="*/ 107 h 107"/>
              </a:gdLst>
              <a:ahLst/>
              <a:cxnLst>
                <a:cxn ang="0">
                  <a:pos x="78" y="78"/>
                </a:cxn>
                <a:cxn ang="0">
                  <a:pos x="68" y="78"/>
                </a:cxn>
                <a:cxn ang="0">
                  <a:pos x="68" y="88"/>
                </a:cxn>
                <a:cxn ang="0">
                  <a:pos x="59" y="88"/>
                </a:cxn>
                <a:cxn ang="0">
                  <a:pos x="19" y="88"/>
                </a:cxn>
                <a:cxn ang="0">
                  <a:pos x="49" y="68"/>
                </a:cxn>
                <a:cxn ang="0">
                  <a:pos x="59" y="49"/>
                </a:cxn>
                <a:cxn ang="0">
                  <a:pos x="68" y="29"/>
                </a:cxn>
                <a:cxn ang="0">
                  <a:pos x="59" y="9"/>
                </a:cxn>
                <a:cxn ang="0">
                  <a:pos x="39" y="0"/>
                </a:cxn>
                <a:cxn ang="0">
                  <a:pos x="19" y="9"/>
                </a:cxn>
                <a:cxn ang="0">
                  <a:pos x="0" y="29"/>
                </a:cxn>
                <a:cxn ang="0">
                  <a:pos x="9" y="29"/>
                </a:cxn>
                <a:cxn ang="0">
                  <a:pos x="9" y="19"/>
                </a:cxn>
                <a:cxn ang="0">
                  <a:pos x="29" y="9"/>
                </a:cxn>
                <a:cxn ang="0">
                  <a:pos x="49" y="19"/>
                </a:cxn>
                <a:cxn ang="0">
                  <a:pos x="49" y="29"/>
                </a:cxn>
                <a:cxn ang="0">
                  <a:pos x="49" y="49"/>
                </a:cxn>
                <a:cxn ang="0">
                  <a:pos x="29" y="68"/>
                </a:cxn>
                <a:cxn ang="0">
                  <a:pos x="0" y="98"/>
                </a:cxn>
                <a:cxn ang="0">
                  <a:pos x="0" y="107"/>
                </a:cxn>
                <a:cxn ang="0">
                  <a:pos x="68" y="107"/>
                </a:cxn>
                <a:cxn ang="0">
                  <a:pos x="78" y="78"/>
                </a:cxn>
              </a:cxnLst>
              <a:rect l="txL" t="txT" r="txR" b="txB"/>
              <a:pathLst>
                <a:path w="78" h="107">
                  <a:moveTo>
                    <a:pt x="78" y="78"/>
                  </a:moveTo>
                  <a:lnTo>
                    <a:pt x="68" y="78"/>
                  </a:lnTo>
                  <a:lnTo>
                    <a:pt x="68" y="88"/>
                  </a:lnTo>
                  <a:lnTo>
                    <a:pt x="59" y="88"/>
                  </a:lnTo>
                  <a:lnTo>
                    <a:pt x="19" y="88"/>
                  </a:lnTo>
                  <a:lnTo>
                    <a:pt x="49" y="68"/>
                  </a:lnTo>
                  <a:lnTo>
                    <a:pt x="59" y="49"/>
                  </a:lnTo>
                  <a:lnTo>
                    <a:pt x="68" y="29"/>
                  </a:lnTo>
                  <a:lnTo>
                    <a:pt x="59" y="9"/>
                  </a:lnTo>
                  <a:lnTo>
                    <a:pt x="39" y="0"/>
                  </a:lnTo>
                  <a:lnTo>
                    <a:pt x="19" y="9"/>
                  </a:lnTo>
                  <a:lnTo>
                    <a:pt x="0" y="29"/>
                  </a:lnTo>
                  <a:lnTo>
                    <a:pt x="9" y="29"/>
                  </a:lnTo>
                  <a:lnTo>
                    <a:pt x="9" y="19"/>
                  </a:lnTo>
                  <a:lnTo>
                    <a:pt x="29" y="9"/>
                  </a:lnTo>
                  <a:lnTo>
                    <a:pt x="49" y="19"/>
                  </a:lnTo>
                  <a:lnTo>
                    <a:pt x="49" y="29"/>
                  </a:lnTo>
                  <a:lnTo>
                    <a:pt x="49" y="49"/>
                  </a:lnTo>
                  <a:lnTo>
                    <a:pt x="29" y="68"/>
                  </a:lnTo>
                  <a:lnTo>
                    <a:pt x="0" y="98"/>
                  </a:lnTo>
                  <a:lnTo>
                    <a:pt x="0" y="107"/>
                  </a:lnTo>
                  <a:lnTo>
                    <a:pt x="68" y="107"/>
                  </a:lnTo>
                  <a:lnTo>
                    <a:pt x="78" y="7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67" name="Freeform 125"/>
            <p:cNvSpPr>
              <a:spLocks noChangeAspect="1"/>
            </p:cNvSpPr>
            <p:nvPr/>
          </p:nvSpPr>
          <p:spPr>
            <a:xfrm>
              <a:off x="3226" y="1291"/>
              <a:ext cx="88" cy="138"/>
            </a:xfrm>
            <a:custGeom>
              <a:avLst/>
              <a:gdLst>
                <a:gd name="txL" fmla="*/ 0 w 88"/>
                <a:gd name="txT" fmla="*/ 0 h 138"/>
                <a:gd name="txR" fmla="*/ 88 w 88"/>
                <a:gd name="txB" fmla="*/ 138 h 138"/>
              </a:gdLst>
              <a:ahLst/>
              <a:cxnLst>
                <a:cxn ang="0">
                  <a:pos x="0" y="138"/>
                </a:cxn>
                <a:cxn ang="0">
                  <a:pos x="59" y="138"/>
                </a:cxn>
                <a:cxn ang="0">
                  <a:pos x="59" y="128"/>
                </a:cxn>
                <a:cxn ang="0">
                  <a:pos x="49" y="128"/>
                </a:cxn>
                <a:cxn ang="0">
                  <a:pos x="39" y="118"/>
                </a:cxn>
                <a:cxn ang="0">
                  <a:pos x="39" y="118"/>
                </a:cxn>
                <a:cxn ang="0">
                  <a:pos x="49" y="108"/>
                </a:cxn>
                <a:cxn ang="0">
                  <a:pos x="69" y="20"/>
                </a:cxn>
                <a:cxn ang="0">
                  <a:pos x="79" y="0"/>
                </a:cxn>
                <a:cxn ang="0">
                  <a:pos x="88" y="0"/>
                </a:cxn>
                <a:cxn ang="0">
                  <a:pos x="88" y="0"/>
                </a:cxn>
                <a:cxn ang="0">
                  <a:pos x="39" y="0"/>
                </a:cxn>
                <a:cxn ang="0">
                  <a:pos x="39" y="0"/>
                </a:cxn>
                <a:cxn ang="0">
                  <a:pos x="49" y="0"/>
                </a:cxn>
                <a:cxn ang="0">
                  <a:pos x="49" y="10"/>
                </a:cxn>
                <a:cxn ang="0">
                  <a:pos x="49" y="20"/>
                </a:cxn>
                <a:cxn ang="0">
                  <a:pos x="49" y="20"/>
                </a:cxn>
                <a:cxn ang="0">
                  <a:pos x="20" y="118"/>
                </a:cxn>
                <a:cxn ang="0">
                  <a:pos x="20" y="128"/>
                </a:cxn>
                <a:cxn ang="0">
                  <a:pos x="0" y="128"/>
                </a:cxn>
                <a:cxn ang="0">
                  <a:pos x="0" y="138"/>
                </a:cxn>
              </a:cxnLst>
              <a:rect l="txL" t="txT" r="txR" b="txB"/>
              <a:pathLst>
                <a:path w="88" h="138">
                  <a:moveTo>
                    <a:pt x="0" y="138"/>
                  </a:moveTo>
                  <a:lnTo>
                    <a:pt x="59" y="138"/>
                  </a:lnTo>
                  <a:lnTo>
                    <a:pt x="59" y="128"/>
                  </a:lnTo>
                  <a:lnTo>
                    <a:pt x="49" y="128"/>
                  </a:lnTo>
                  <a:lnTo>
                    <a:pt x="39" y="118"/>
                  </a:lnTo>
                  <a:lnTo>
                    <a:pt x="49" y="108"/>
                  </a:lnTo>
                  <a:lnTo>
                    <a:pt x="69" y="20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39" y="0"/>
                  </a:lnTo>
                  <a:lnTo>
                    <a:pt x="49" y="0"/>
                  </a:lnTo>
                  <a:lnTo>
                    <a:pt x="49" y="10"/>
                  </a:lnTo>
                  <a:lnTo>
                    <a:pt x="49" y="20"/>
                  </a:lnTo>
                  <a:lnTo>
                    <a:pt x="20" y="118"/>
                  </a:lnTo>
                  <a:lnTo>
                    <a:pt x="20" y="128"/>
                  </a:lnTo>
                  <a:lnTo>
                    <a:pt x="0" y="128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68" name="Freeform 126"/>
            <p:cNvSpPr>
              <a:spLocks noChangeAspect="1"/>
            </p:cNvSpPr>
            <p:nvPr/>
          </p:nvSpPr>
          <p:spPr>
            <a:xfrm>
              <a:off x="3314" y="1370"/>
              <a:ext cx="59" cy="108"/>
            </a:xfrm>
            <a:custGeom>
              <a:avLst/>
              <a:gdLst>
                <a:gd name="txL" fmla="*/ 0 w 59"/>
                <a:gd name="txT" fmla="*/ 0 h 108"/>
                <a:gd name="txR" fmla="*/ 59 w 59"/>
                <a:gd name="txB" fmla="*/ 108 h 108"/>
              </a:gdLst>
              <a:ahLst/>
              <a:cxnLst>
                <a:cxn ang="0">
                  <a:pos x="20" y="59"/>
                </a:cxn>
                <a:cxn ang="0">
                  <a:pos x="30" y="59"/>
                </a:cxn>
                <a:cxn ang="0">
                  <a:pos x="40" y="59"/>
                </a:cxn>
                <a:cxn ang="0">
                  <a:pos x="50" y="68"/>
                </a:cxn>
                <a:cxn ang="0">
                  <a:pos x="50" y="78"/>
                </a:cxn>
                <a:cxn ang="0">
                  <a:pos x="40" y="88"/>
                </a:cxn>
                <a:cxn ang="0">
                  <a:pos x="30" y="98"/>
                </a:cxn>
                <a:cxn ang="0">
                  <a:pos x="0" y="98"/>
                </a:cxn>
                <a:cxn ang="0">
                  <a:pos x="0" y="98"/>
                </a:cxn>
                <a:cxn ang="0">
                  <a:pos x="10" y="108"/>
                </a:cxn>
                <a:cxn ang="0">
                  <a:pos x="20" y="108"/>
                </a:cxn>
                <a:cxn ang="0">
                  <a:pos x="50" y="98"/>
                </a:cxn>
                <a:cxn ang="0">
                  <a:pos x="59" y="68"/>
                </a:cxn>
                <a:cxn ang="0">
                  <a:pos x="50" y="49"/>
                </a:cxn>
                <a:cxn ang="0">
                  <a:pos x="40" y="39"/>
                </a:cxn>
                <a:cxn ang="0">
                  <a:pos x="50" y="29"/>
                </a:cxn>
                <a:cxn ang="0">
                  <a:pos x="59" y="19"/>
                </a:cxn>
                <a:cxn ang="0">
                  <a:pos x="50" y="10"/>
                </a:cxn>
                <a:cxn ang="0">
                  <a:pos x="30" y="0"/>
                </a:cxn>
                <a:cxn ang="0">
                  <a:pos x="10" y="10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10" y="19"/>
                </a:cxn>
                <a:cxn ang="0">
                  <a:pos x="20" y="10"/>
                </a:cxn>
                <a:cxn ang="0">
                  <a:pos x="40" y="19"/>
                </a:cxn>
                <a:cxn ang="0">
                  <a:pos x="40" y="29"/>
                </a:cxn>
                <a:cxn ang="0">
                  <a:pos x="30" y="39"/>
                </a:cxn>
                <a:cxn ang="0">
                  <a:pos x="20" y="49"/>
                </a:cxn>
                <a:cxn ang="0">
                  <a:pos x="20" y="59"/>
                </a:cxn>
              </a:cxnLst>
              <a:rect l="txL" t="txT" r="txR" b="txB"/>
              <a:pathLst>
                <a:path w="59" h="108">
                  <a:moveTo>
                    <a:pt x="20" y="59"/>
                  </a:moveTo>
                  <a:lnTo>
                    <a:pt x="30" y="59"/>
                  </a:lnTo>
                  <a:lnTo>
                    <a:pt x="40" y="59"/>
                  </a:lnTo>
                  <a:lnTo>
                    <a:pt x="50" y="68"/>
                  </a:lnTo>
                  <a:lnTo>
                    <a:pt x="50" y="78"/>
                  </a:lnTo>
                  <a:lnTo>
                    <a:pt x="40" y="88"/>
                  </a:lnTo>
                  <a:lnTo>
                    <a:pt x="30" y="98"/>
                  </a:lnTo>
                  <a:lnTo>
                    <a:pt x="0" y="98"/>
                  </a:lnTo>
                  <a:lnTo>
                    <a:pt x="10" y="108"/>
                  </a:lnTo>
                  <a:lnTo>
                    <a:pt x="20" y="108"/>
                  </a:lnTo>
                  <a:lnTo>
                    <a:pt x="50" y="98"/>
                  </a:lnTo>
                  <a:lnTo>
                    <a:pt x="59" y="68"/>
                  </a:lnTo>
                  <a:lnTo>
                    <a:pt x="50" y="49"/>
                  </a:lnTo>
                  <a:lnTo>
                    <a:pt x="40" y="39"/>
                  </a:lnTo>
                  <a:lnTo>
                    <a:pt x="50" y="29"/>
                  </a:lnTo>
                  <a:lnTo>
                    <a:pt x="59" y="19"/>
                  </a:lnTo>
                  <a:lnTo>
                    <a:pt x="50" y="10"/>
                  </a:lnTo>
                  <a:lnTo>
                    <a:pt x="30" y="0"/>
                  </a:lnTo>
                  <a:lnTo>
                    <a:pt x="10" y="10"/>
                  </a:lnTo>
                  <a:lnTo>
                    <a:pt x="0" y="29"/>
                  </a:lnTo>
                  <a:lnTo>
                    <a:pt x="10" y="19"/>
                  </a:lnTo>
                  <a:lnTo>
                    <a:pt x="20" y="10"/>
                  </a:lnTo>
                  <a:lnTo>
                    <a:pt x="40" y="19"/>
                  </a:lnTo>
                  <a:lnTo>
                    <a:pt x="40" y="29"/>
                  </a:lnTo>
                  <a:lnTo>
                    <a:pt x="30" y="39"/>
                  </a:lnTo>
                  <a:lnTo>
                    <a:pt x="20" y="49"/>
                  </a:lnTo>
                  <a:lnTo>
                    <a:pt x="20" y="5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69" name="Freeform 127"/>
            <p:cNvSpPr>
              <a:spLocks noChangeAspect="1"/>
            </p:cNvSpPr>
            <p:nvPr/>
          </p:nvSpPr>
          <p:spPr>
            <a:xfrm>
              <a:off x="1528" y="997"/>
              <a:ext cx="275" cy="1"/>
            </a:xfrm>
            <a:custGeom>
              <a:avLst/>
              <a:gdLst>
                <a:gd name="txL" fmla="*/ 0 w 275"/>
                <a:gd name="txT" fmla="*/ 0 h 1"/>
                <a:gd name="txR" fmla="*/ 275 w 275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275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75" h="1">
                  <a:moveTo>
                    <a:pt x="0" y="0"/>
                  </a:moveTo>
                  <a:lnTo>
                    <a:pt x="2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70" name="Freeform 128"/>
            <p:cNvSpPr>
              <a:spLocks noChangeAspect="1"/>
            </p:cNvSpPr>
            <p:nvPr/>
          </p:nvSpPr>
          <p:spPr>
            <a:xfrm>
              <a:off x="1774" y="958"/>
              <a:ext cx="166" cy="79"/>
            </a:xfrm>
            <a:custGeom>
              <a:avLst/>
              <a:gdLst>
                <a:gd name="txL" fmla="*/ 0 w 166"/>
                <a:gd name="txT" fmla="*/ 0 h 79"/>
                <a:gd name="txR" fmla="*/ 166 w 166"/>
                <a:gd name="txB" fmla="*/ 79 h 79"/>
              </a:gdLst>
              <a:ahLst/>
              <a:cxnLst>
                <a:cxn ang="0">
                  <a:pos x="0" y="79"/>
                </a:cxn>
                <a:cxn ang="0">
                  <a:pos x="166" y="39"/>
                </a:cxn>
                <a:cxn ang="0">
                  <a:pos x="0" y="0"/>
                </a:cxn>
                <a:cxn ang="0">
                  <a:pos x="0" y="79"/>
                </a:cxn>
                <a:cxn ang="0">
                  <a:pos x="0" y="79"/>
                </a:cxn>
              </a:cxnLst>
              <a:rect l="txL" t="txT" r="txR" b="txB"/>
              <a:pathLst>
                <a:path w="166" h="79">
                  <a:moveTo>
                    <a:pt x="0" y="79"/>
                  </a:moveTo>
                  <a:lnTo>
                    <a:pt x="166" y="39"/>
                  </a:lnTo>
                  <a:lnTo>
                    <a:pt x="0" y="0"/>
                  </a:lnTo>
                  <a:lnTo>
                    <a:pt x="0" y="7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71" name="Freeform 129"/>
            <p:cNvSpPr>
              <a:spLocks noChangeAspect="1"/>
            </p:cNvSpPr>
            <p:nvPr/>
          </p:nvSpPr>
          <p:spPr>
            <a:xfrm>
              <a:off x="2991" y="997"/>
              <a:ext cx="274" cy="1"/>
            </a:xfrm>
            <a:custGeom>
              <a:avLst/>
              <a:gdLst>
                <a:gd name="txL" fmla="*/ 0 w 274"/>
                <a:gd name="txT" fmla="*/ 0 h 1"/>
                <a:gd name="txR" fmla="*/ 274 w 274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274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74" h="1">
                  <a:moveTo>
                    <a:pt x="0" y="0"/>
                  </a:moveTo>
                  <a:lnTo>
                    <a:pt x="2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72" name="Freeform 130"/>
            <p:cNvSpPr>
              <a:spLocks noChangeAspect="1"/>
            </p:cNvSpPr>
            <p:nvPr/>
          </p:nvSpPr>
          <p:spPr>
            <a:xfrm>
              <a:off x="3236" y="958"/>
              <a:ext cx="167" cy="79"/>
            </a:xfrm>
            <a:custGeom>
              <a:avLst/>
              <a:gdLst>
                <a:gd name="txL" fmla="*/ 0 w 167"/>
                <a:gd name="txT" fmla="*/ 0 h 79"/>
                <a:gd name="txR" fmla="*/ 167 w 167"/>
                <a:gd name="txB" fmla="*/ 79 h 79"/>
              </a:gdLst>
              <a:ahLst/>
              <a:cxnLst>
                <a:cxn ang="0">
                  <a:pos x="0" y="79"/>
                </a:cxn>
                <a:cxn ang="0">
                  <a:pos x="167" y="39"/>
                </a:cxn>
                <a:cxn ang="0">
                  <a:pos x="0" y="0"/>
                </a:cxn>
                <a:cxn ang="0">
                  <a:pos x="0" y="79"/>
                </a:cxn>
                <a:cxn ang="0">
                  <a:pos x="0" y="79"/>
                </a:cxn>
              </a:cxnLst>
              <a:rect l="txL" t="txT" r="txR" b="txB"/>
              <a:pathLst>
                <a:path w="167" h="79">
                  <a:moveTo>
                    <a:pt x="0" y="79"/>
                  </a:moveTo>
                  <a:lnTo>
                    <a:pt x="167" y="39"/>
                  </a:lnTo>
                  <a:lnTo>
                    <a:pt x="0" y="0"/>
                  </a:lnTo>
                  <a:lnTo>
                    <a:pt x="0" y="7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73" name="Freeform 131"/>
            <p:cNvSpPr>
              <a:spLocks noChangeAspect="1"/>
            </p:cNvSpPr>
            <p:nvPr/>
          </p:nvSpPr>
          <p:spPr>
            <a:xfrm>
              <a:off x="3108" y="1203"/>
              <a:ext cx="1" cy="265"/>
            </a:xfrm>
            <a:custGeom>
              <a:avLst/>
              <a:gdLst>
                <a:gd name="txL" fmla="*/ 0 w 1"/>
                <a:gd name="txT" fmla="*/ 0 h 265"/>
                <a:gd name="txR" fmla="*/ 1 w 1"/>
                <a:gd name="txB" fmla="*/ 265 h 265"/>
              </a:gdLst>
              <a:ahLst/>
              <a:cxnLst>
                <a:cxn ang="0">
                  <a:pos x="0" y="0"/>
                </a:cxn>
                <a:cxn ang="0">
                  <a:pos x="0" y="265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265">
                  <a:moveTo>
                    <a:pt x="0" y="0"/>
                  </a:moveTo>
                  <a:lnTo>
                    <a:pt x="0" y="2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74" name="Freeform 132"/>
            <p:cNvSpPr>
              <a:spLocks noChangeAspect="1"/>
            </p:cNvSpPr>
            <p:nvPr/>
          </p:nvSpPr>
          <p:spPr>
            <a:xfrm>
              <a:off x="3069" y="1438"/>
              <a:ext cx="88" cy="157"/>
            </a:xfrm>
            <a:custGeom>
              <a:avLst/>
              <a:gdLst>
                <a:gd name="txL" fmla="*/ 0 w 88"/>
                <a:gd name="txT" fmla="*/ 0 h 157"/>
                <a:gd name="txR" fmla="*/ 88 w 88"/>
                <a:gd name="txB" fmla="*/ 157 h 157"/>
              </a:gdLst>
              <a:ahLst/>
              <a:cxnLst>
                <a:cxn ang="0">
                  <a:pos x="0" y="0"/>
                </a:cxn>
                <a:cxn ang="0">
                  <a:pos x="49" y="157"/>
                </a:cxn>
                <a:cxn ang="0">
                  <a:pos x="88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88" h="157">
                  <a:moveTo>
                    <a:pt x="0" y="0"/>
                  </a:moveTo>
                  <a:lnTo>
                    <a:pt x="49" y="157"/>
                  </a:lnTo>
                  <a:lnTo>
                    <a:pt x="8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75" name="Freeform 133"/>
            <p:cNvSpPr>
              <a:spLocks noChangeAspect="1"/>
            </p:cNvSpPr>
            <p:nvPr/>
          </p:nvSpPr>
          <p:spPr>
            <a:xfrm>
              <a:off x="2402" y="2281"/>
              <a:ext cx="68" cy="304"/>
            </a:xfrm>
            <a:custGeom>
              <a:avLst/>
              <a:gdLst>
                <a:gd name="txL" fmla="*/ 0 w 68"/>
                <a:gd name="txT" fmla="*/ 0 h 304"/>
                <a:gd name="txR" fmla="*/ 68 w 68"/>
                <a:gd name="txB" fmla="*/ 304 h 304"/>
              </a:gdLst>
              <a:ahLst/>
              <a:cxnLst>
                <a:cxn ang="0">
                  <a:pos x="0" y="304"/>
                </a:cxn>
                <a:cxn ang="0">
                  <a:pos x="49" y="235"/>
                </a:cxn>
                <a:cxn ang="0">
                  <a:pos x="68" y="157"/>
                </a:cxn>
                <a:cxn ang="0">
                  <a:pos x="49" y="78"/>
                </a:cxn>
                <a:cxn ang="0">
                  <a:pos x="10" y="0"/>
                </a:cxn>
                <a:cxn ang="0">
                  <a:pos x="10" y="0"/>
                </a:cxn>
                <a:cxn ang="0">
                  <a:pos x="49" y="78"/>
                </a:cxn>
                <a:cxn ang="0">
                  <a:pos x="68" y="157"/>
                </a:cxn>
                <a:cxn ang="0">
                  <a:pos x="49" y="235"/>
                </a:cxn>
                <a:cxn ang="0">
                  <a:pos x="0" y="304"/>
                </a:cxn>
                <a:cxn ang="0">
                  <a:pos x="0" y="304"/>
                </a:cxn>
              </a:cxnLst>
              <a:rect l="txL" t="txT" r="txR" b="txB"/>
              <a:pathLst>
                <a:path w="68" h="304">
                  <a:moveTo>
                    <a:pt x="0" y="304"/>
                  </a:moveTo>
                  <a:lnTo>
                    <a:pt x="49" y="235"/>
                  </a:lnTo>
                  <a:lnTo>
                    <a:pt x="68" y="157"/>
                  </a:lnTo>
                  <a:lnTo>
                    <a:pt x="49" y="78"/>
                  </a:lnTo>
                  <a:lnTo>
                    <a:pt x="10" y="0"/>
                  </a:lnTo>
                  <a:lnTo>
                    <a:pt x="49" y="78"/>
                  </a:lnTo>
                  <a:lnTo>
                    <a:pt x="68" y="157"/>
                  </a:lnTo>
                  <a:lnTo>
                    <a:pt x="49" y="235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76" name="Freeform 134"/>
            <p:cNvSpPr>
              <a:spLocks noChangeAspect="1" noEditPoints="1"/>
            </p:cNvSpPr>
            <p:nvPr/>
          </p:nvSpPr>
          <p:spPr>
            <a:xfrm>
              <a:off x="2068" y="2193"/>
              <a:ext cx="344" cy="88"/>
            </a:xfrm>
            <a:custGeom>
              <a:avLst/>
              <a:gdLst>
                <a:gd name="txL" fmla="*/ 0 w 344"/>
                <a:gd name="txT" fmla="*/ 0 h 88"/>
                <a:gd name="txR" fmla="*/ 344 w 344"/>
                <a:gd name="txB" fmla="*/ 88 h 88"/>
              </a:gdLst>
              <a:ahLst/>
              <a:cxnLst>
                <a:cxn ang="0">
                  <a:pos x="344" y="88"/>
                </a:cxn>
                <a:cxn ang="0">
                  <a:pos x="275" y="29"/>
                </a:cxn>
                <a:cxn ang="0">
                  <a:pos x="186" y="0"/>
                </a:cxn>
                <a:cxn ang="0">
                  <a:pos x="88" y="0"/>
                </a:cxn>
                <a:cxn ang="0">
                  <a:pos x="39" y="19"/>
                </a:cxn>
                <a:cxn ang="0">
                  <a:pos x="0" y="49"/>
                </a:cxn>
                <a:cxn ang="0">
                  <a:pos x="0" y="49"/>
                </a:cxn>
                <a:cxn ang="0">
                  <a:pos x="39" y="19"/>
                </a:cxn>
                <a:cxn ang="0">
                  <a:pos x="88" y="0"/>
                </a:cxn>
                <a:cxn ang="0">
                  <a:pos x="186" y="0"/>
                </a:cxn>
                <a:cxn ang="0">
                  <a:pos x="275" y="29"/>
                </a:cxn>
                <a:cxn ang="0">
                  <a:pos x="344" y="88"/>
                </a:cxn>
                <a:cxn ang="0">
                  <a:pos x="344" y="88"/>
                </a:cxn>
                <a:cxn ang="0">
                  <a:pos x="344" y="88"/>
                </a:cxn>
                <a:cxn ang="0">
                  <a:pos x="344" y="88"/>
                </a:cxn>
                <a:cxn ang="0">
                  <a:pos x="344" y="88"/>
                </a:cxn>
              </a:cxnLst>
              <a:rect l="txL" t="txT" r="txR" b="txB"/>
              <a:pathLst>
                <a:path w="344" h="88">
                  <a:moveTo>
                    <a:pt x="344" y="88"/>
                  </a:moveTo>
                  <a:lnTo>
                    <a:pt x="275" y="29"/>
                  </a:lnTo>
                  <a:lnTo>
                    <a:pt x="186" y="0"/>
                  </a:lnTo>
                  <a:lnTo>
                    <a:pt x="88" y="0"/>
                  </a:lnTo>
                  <a:lnTo>
                    <a:pt x="39" y="19"/>
                  </a:lnTo>
                  <a:lnTo>
                    <a:pt x="0" y="49"/>
                  </a:lnTo>
                  <a:lnTo>
                    <a:pt x="39" y="19"/>
                  </a:lnTo>
                  <a:lnTo>
                    <a:pt x="88" y="0"/>
                  </a:lnTo>
                  <a:lnTo>
                    <a:pt x="186" y="0"/>
                  </a:lnTo>
                  <a:lnTo>
                    <a:pt x="275" y="29"/>
                  </a:lnTo>
                  <a:lnTo>
                    <a:pt x="344" y="88"/>
                  </a:lnTo>
                  <a:close/>
                  <a:moveTo>
                    <a:pt x="344" y="88"/>
                  </a:moveTo>
                  <a:lnTo>
                    <a:pt x="344" y="8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77" name="Freeform 135"/>
            <p:cNvSpPr>
              <a:spLocks noChangeAspect="1" noEditPoints="1"/>
            </p:cNvSpPr>
            <p:nvPr/>
          </p:nvSpPr>
          <p:spPr>
            <a:xfrm>
              <a:off x="1970" y="2242"/>
              <a:ext cx="98" cy="254"/>
            </a:xfrm>
            <a:custGeom>
              <a:avLst/>
              <a:gdLst>
                <a:gd name="txL" fmla="*/ 0 w 98"/>
                <a:gd name="txT" fmla="*/ 0 h 254"/>
                <a:gd name="txR" fmla="*/ 98 w 98"/>
                <a:gd name="txB" fmla="*/ 254 h 254"/>
              </a:gdLst>
              <a:ahLst/>
              <a:cxnLst>
                <a:cxn ang="0">
                  <a:pos x="98" y="0"/>
                </a:cxn>
                <a:cxn ang="0">
                  <a:pos x="39" y="49"/>
                </a:cxn>
                <a:cxn ang="0">
                  <a:pos x="10" y="117"/>
                </a:cxn>
                <a:cxn ang="0">
                  <a:pos x="0" y="186"/>
                </a:cxn>
                <a:cxn ang="0">
                  <a:pos x="10" y="254"/>
                </a:cxn>
                <a:cxn ang="0">
                  <a:pos x="10" y="254"/>
                </a:cxn>
                <a:cxn ang="0">
                  <a:pos x="0" y="186"/>
                </a:cxn>
                <a:cxn ang="0">
                  <a:pos x="10" y="117"/>
                </a:cxn>
                <a:cxn ang="0">
                  <a:pos x="39" y="49"/>
                </a:cxn>
                <a:cxn ang="0">
                  <a:pos x="98" y="0"/>
                </a:cxn>
                <a:cxn ang="0">
                  <a:pos x="98" y="0"/>
                </a:cxn>
                <a:cxn ang="0">
                  <a:pos x="98" y="0"/>
                </a:cxn>
                <a:cxn ang="0">
                  <a:pos x="98" y="0"/>
                </a:cxn>
                <a:cxn ang="0">
                  <a:pos x="98" y="0"/>
                </a:cxn>
              </a:cxnLst>
              <a:rect l="txL" t="txT" r="txR" b="txB"/>
              <a:pathLst>
                <a:path w="98" h="254">
                  <a:moveTo>
                    <a:pt x="98" y="0"/>
                  </a:moveTo>
                  <a:lnTo>
                    <a:pt x="39" y="49"/>
                  </a:lnTo>
                  <a:lnTo>
                    <a:pt x="10" y="117"/>
                  </a:lnTo>
                  <a:lnTo>
                    <a:pt x="0" y="186"/>
                  </a:lnTo>
                  <a:lnTo>
                    <a:pt x="10" y="254"/>
                  </a:lnTo>
                  <a:lnTo>
                    <a:pt x="0" y="186"/>
                  </a:lnTo>
                  <a:lnTo>
                    <a:pt x="10" y="117"/>
                  </a:lnTo>
                  <a:lnTo>
                    <a:pt x="39" y="49"/>
                  </a:lnTo>
                  <a:lnTo>
                    <a:pt x="98" y="0"/>
                  </a:lnTo>
                  <a:close/>
                  <a:moveTo>
                    <a:pt x="98" y="0"/>
                  </a:moveTo>
                  <a:lnTo>
                    <a:pt x="9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78" name="Freeform 136"/>
            <p:cNvSpPr>
              <a:spLocks noChangeAspect="1"/>
            </p:cNvSpPr>
            <p:nvPr/>
          </p:nvSpPr>
          <p:spPr>
            <a:xfrm>
              <a:off x="2304" y="2536"/>
              <a:ext cx="147" cy="147"/>
            </a:xfrm>
            <a:custGeom>
              <a:avLst/>
              <a:gdLst>
                <a:gd name="txL" fmla="*/ 0 w 147"/>
                <a:gd name="txT" fmla="*/ 0 h 147"/>
                <a:gd name="txR" fmla="*/ 147 w 147"/>
                <a:gd name="txB" fmla="*/ 147 h 147"/>
              </a:gdLst>
              <a:ahLst/>
              <a:cxnLst>
                <a:cxn ang="0">
                  <a:pos x="78" y="0"/>
                </a:cxn>
                <a:cxn ang="0">
                  <a:pos x="0" y="147"/>
                </a:cxn>
                <a:cxn ang="0">
                  <a:pos x="147" y="58"/>
                </a:cxn>
                <a:cxn ang="0">
                  <a:pos x="78" y="0"/>
                </a:cxn>
                <a:cxn ang="0">
                  <a:pos x="78" y="0"/>
                </a:cxn>
              </a:cxnLst>
              <a:rect l="txL" t="txT" r="txR" b="txB"/>
              <a:pathLst>
                <a:path w="147" h="147">
                  <a:moveTo>
                    <a:pt x="78" y="0"/>
                  </a:moveTo>
                  <a:lnTo>
                    <a:pt x="0" y="147"/>
                  </a:lnTo>
                  <a:lnTo>
                    <a:pt x="147" y="58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79" name="Freeform 137"/>
            <p:cNvSpPr>
              <a:spLocks noChangeAspect="1"/>
            </p:cNvSpPr>
            <p:nvPr/>
          </p:nvSpPr>
          <p:spPr>
            <a:xfrm>
              <a:off x="3874" y="2281"/>
              <a:ext cx="69" cy="304"/>
            </a:xfrm>
            <a:custGeom>
              <a:avLst/>
              <a:gdLst>
                <a:gd name="txL" fmla="*/ 0 w 69"/>
                <a:gd name="txT" fmla="*/ 0 h 304"/>
                <a:gd name="txR" fmla="*/ 69 w 69"/>
                <a:gd name="txB" fmla="*/ 304 h 304"/>
              </a:gdLst>
              <a:ahLst/>
              <a:cxnLst>
                <a:cxn ang="0">
                  <a:pos x="0" y="304"/>
                </a:cxn>
                <a:cxn ang="0">
                  <a:pos x="49" y="235"/>
                </a:cxn>
                <a:cxn ang="0">
                  <a:pos x="69" y="157"/>
                </a:cxn>
                <a:cxn ang="0">
                  <a:pos x="59" y="78"/>
                </a:cxn>
                <a:cxn ang="0">
                  <a:pos x="20" y="0"/>
                </a:cxn>
                <a:cxn ang="0">
                  <a:pos x="20" y="0"/>
                </a:cxn>
                <a:cxn ang="0">
                  <a:pos x="59" y="78"/>
                </a:cxn>
                <a:cxn ang="0">
                  <a:pos x="69" y="157"/>
                </a:cxn>
                <a:cxn ang="0">
                  <a:pos x="49" y="235"/>
                </a:cxn>
                <a:cxn ang="0">
                  <a:pos x="0" y="304"/>
                </a:cxn>
                <a:cxn ang="0">
                  <a:pos x="0" y="304"/>
                </a:cxn>
              </a:cxnLst>
              <a:rect l="txL" t="txT" r="txR" b="txB"/>
              <a:pathLst>
                <a:path w="69" h="304">
                  <a:moveTo>
                    <a:pt x="0" y="304"/>
                  </a:moveTo>
                  <a:lnTo>
                    <a:pt x="49" y="235"/>
                  </a:lnTo>
                  <a:lnTo>
                    <a:pt x="69" y="157"/>
                  </a:lnTo>
                  <a:lnTo>
                    <a:pt x="59" y="78"/>
                  </a:lnTo>
                  <a:lnTo>
                    <a:pt x="20" y="0"/>
                  </a:lnTo>
                  <a:lnTo>
                    <a:pt x="59" y="78"/>
                  </a:lnTo>
                  <a:lnTo>
                    <a:pt x="69" y="157"/>
                  </a:lnTo>
                  <a:lnTo>
                    <a:pt x="49" y="235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80" name="Freeform 138"/>
            <p:cNvSpPr>
              <a:spLocks noChangeAspect="1" noEditPoints="1"/>
            </p:cNvSpPr>
            <p:nvPr/>
          </p:nvSpPr>
          <p:spPr>
            <a:xfrm>
              <a:off x="3540" y="2193"/>
              <a:ext cx="354" cy="88"/>
            </a:xfrm>
            <a:custGeom>
              <a:avLst/>
              <a:gdLst>
                <a:gd name="txL" fmla="*/ 0 w 354"/>
                <a:gd name="txT" fmla="*/ 0 h 88"/>
                <a:gd name="txR" fmla="*/ 354 w 354"/>
                <a:gd name="txB" fmla="*/ 88 h 88"/>
              </a:gdLst>
              <a:ahLst/>
              <a:cxnLst>
                <a:cxn ang="0">
                  <a:pos x="354" y="88"/>
                </a:cxn>
                <a:cxn ang="0">
                  <a:pos x="275" y="29"/>
                </a:cxn>
                <a:cxn ang="0">
                  <a:pos x="187" y="0"/>
                </a:cxn>
                <a:cxn ang="0">
                  <a:pos x="89" y="0"/>
                </a:cxn>
                <a:cxn ang="0">
                  <a:pos x="40" y="19"/>
                </a:cxn>
                <a:cxn ang="0">
                  <a:pos x="0" y="49"/>
                </a:cxn>
                <a:cxn ang="0">
                  <a:pos x="0" y="49"/>
                </a:cxn>
                <a:cxn ang="0">
                  <a:pos x="40" y="19"/>
                </a:cxn>
                <a:cxn ang="0">
                  <a:pos x="89" y="0"/>
                </a:cxn>
                <a:cxn ang="0">
                  <a:pos x="187" y="0"/>
                </a:cxn>
                <a:cxn ang="0">
                  <a:pos x="275" y="29"/>
                </a:cxn>
                <a:cxn ang="0">
                  <a:pos x="354" y="88"/>
                </a:cxn>
                <a:cxn ang="0">
                  <a:pos x="354" y="88"/>
                </a:cxn>
                <a:cxn ang="0">
                  <a:pos x="354" y="88"/>
                </a:cxn>
                <a:cxn ang="0">
                  <a:pos x="354" y="88"/>
                </a:cxn>
                <a:cxn ang="0">
                  <a:pos x="354" y="88"/>
                </a:cxn>
              </a:cxnLst>
              <a:rect l="txL" t="txT" r="txR" b="txB"/>
              <a:pathLst>
                <a:path w="354" h="88">
                  <a:moveTo>
                    <a:pt x="354" y="88"/>
                  </a:moveTo>
                  <a:lnTo>
                    <a:pt x="275" y="29"/>
                  </a:lnTo>
                  <a:lnTo>
                    <a:pt x="187" y="0"/>
                  </a:lnTo>
                  <a:lnTo>
                    <a:pt x="89" y="0"/>
                  </a:lnTo>
                  <a:lnTo>
                    <a:pt x="40" y="19"/>
                  </a:lnTo>
                  <a:lnTo>
                    <a:pt x="0" y="49"/>
                  </a:lnTo>
                  <a:lnTo>
                    <a:pt x="40" y="19"/>
                  </a:lnTo>
                  <a:lnTo>
                    <a:pt x="89" y="0"/>
                  </a:lnTo>
                  <a:lnTo>
                    <a:pt x="187" y="0"/>
                  </a:lnTo>
                  <a:lnTo>
                    <a:pt x="275" y="29"/>
                  </a:lnTo>
                  <a:lnTo>
                    <a:pt x="354" y="88"/>
                  </a:lnTo>
                  <a:close/>
                  <a:moveTo>
                    <a:pt x="354" y="88"/>
                  </a:moveTo>
                  <a:lnTo>
                    <a:pt x="354" y="8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81" name="Freeform 139"/>
            <p:cNvSpPr>
              <a:spLocks noChangeAspect="1" noEditPoints="1"/>
            </p:cNvSpPr>
            <p:nvPr/>
          </p:nvSpPr>
          <p:spPr>
            <a:xfrm>
              <a:off x="3442" y="2242"/>
              <a:ext cx="98" cy="254"/>
            </a:xfrm>
            <a:custGeom>
              <a:avLst/>
              <a:gdLst>
                <a:gd name="txL" fmla="*/ 0 w 98"/>
                <a:gd name="txT" fmla="*/ 0 h 254"/>
                <a:gd name="txR" fmla="*/ 98 w 98"/>
                <a:gd name="txB" fmla="*/ 254 h 254"/>
              </a:gdLst>
              <a:ahLst/>
              <a:cxnLst>
                <a:cxn ang="0">
                  <a:pos x="98" y="0"/>
                </a:cxn>
                <a:cxn ang="0">
                  <a:pos x="39" y="49"/>
                </a:cxn>
                <a:cxn ang="0">
                  <a:pos x="10" y="117"/>
                </a:cxn>
                <a:cxn ang="0">
                  <a:pos x="0" y="186"/>
                </a:cxn>
                <a:cxn ang="0">
                  <a:pos x="10" y="254"/>
                </a:cxn>
                <a:cxn ang="0">
                  <a:pos x="10" y="254"/>
                </a:cxn>
                <a:cxn ang="0">
                  <a:pos x="0" y="186"/>
                </a:cxn>
                <a:cxn ang="0">
                  <a:pos x="10" y="117"/>
                </a:cxn>
                <a:cxn ang="0">
                  <a:pos x="39" y="49"/>
                </a:cxn>
                <a:cxn ang="0">
                  <a:pos x="98" y="0"/>
                </a:cxn>
                <a:cxn ang="0">
                  <a:pos x="98" y="0"/>
                </a:cxn>
                <a:cxn ang="0">
                  <a:pos x="98" y="0"/>
                </a:cxn>
                <a:cxn ang="0">
                  <a:pos x="98" y="0"/>
                </a:cxn>
                <a:cxn ang="0">
                  <a:pos x="98" y="0"/>
                </a:cxn>
              </a:cxnLst>
              <a:rect l="txL" t="txT" r="txR" b="txB"/>
              <a:pathLst>
                <a:path w="98" h="254">
                  <a:moveTo>
                    <a:pt x="98" y="0"/>
                  </a:moveTo>
                  <a:lnTo>
                    <a:pt x="39" y="49"/>
                  </a:lnTo>
                  <a:lnTo>
                    <a:pt x="10" y="117"/>
                  </a:lnTo>
                  <a:lnTo>
                    <a:pt x="0" y="186"/>
                  </a:lnTo>
                  <a:lnTo>
                    <a:pt x="10" y="254"/>
                  </a:lnTo>
                  <a:lnTo>
                    <a:pt x="0" y="186"/>
                  </a:lnTo>
                  <a:lnTo>
                    <a:pt x="10" y="117"/>
                  </a:lnTo>
                  <a:lnTo>
                    <a:pt x="39" y="49"/>
                  </a:lnTo>
                  <a:lnTo>
                    <a:pt x="98" y="0"/>
                  </a:lnTo>
                  <a:close/>
                  <a:moveTo>
                    <a:pt x="98" y="0"/>
                  </a:moveTo>
                  <a:lnTo>
                    <a:pt x="9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82" name="Freeform 140"/>
            <p:cNvSpPr>
              <a:spLocks noChangeAspect="1"/>
            </p:cNvSpPr>
            <p:nvPr/>
          </p:nvSpPr>
          <p:spPr>
            <a:xfrm>
              <a:off x="3786" y="2536"/>
              <a:ext cx="137" cy="147"/>
            </a:xfrm>
            <a:custGeom>
              <a:avLst/>
              <a:gdLst>
                <a:gd name="txL" fmla="*/ 0 w 137"/>
                <a:gd name="txT" fmla="*/ 0 h 147"/>
                <a:gd name="txR" fmla="*/ 137 w 137"/>
                <a:gd name="txB" fmla="*/ 147 h 147"/>
              </a:gdLst>
              <a:ahLst/>
              <a:cxnLst>
                <a:cxn ang="0">
                  <a:pos x="78" y="0"/>
                </a:cxn>
                <a:cxn ang="0">
                  <a:pos x="0" y="147"/>
                </a:cxn>
                <a:cxn ang="0">
                  <a:pos x="137" y="58"/>
                </a:cxn>
                <a:cxn ang="0">
                  <a:pos x="78" y="0"/>
                </a:cxn>
                <a:cxn ang="0">
                  <a:pos x="78" y="0"/>
                </a:cxn>
              </a:cxnLst>
              <a:rect l="txL" t="txT" r="txR" b="txB"/>
              <a:pathLst>
                <a:path w="137" h="147">
                  <a:moveTo>
                    <a:pt x="78" y="0"/>
                  </a:moveTo>
                  <a:lnTo>
                    <a:pt x="0" y="147"/>
                  </a:lnTo>
                  <a:lnTo>
                    <a:pt x="137" y="58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39939" name="Object 143"/>
          <p:cNvGraphicFramePr>
            <a:graphicFrameLocks noChangeAspect="1"/>
          </p:cNvGraphicFramePr>
          <p:nvPr/>
        </p:nvGraphicFramePr>
        <p:xfrm>
          <a:off x="1619250" y="1989138"/>
          <a:ext cx="3095625" cy="377825"/>
        </p:xfrm>
        <a:graphic>
          <a:graphicData uri="http://schemas.openxmlformats.org/presentationml/2006/ole">
            <p:oleObj spid="_x0000_s14349" r:id="rId3" imgW="1764534" imgH="215806" progId="">
              <p:embed/>
            </p:oleObj>
          </a:graphicData>
        </a:graphic>
      </p:graphicFrame>
      <p:graphicFrame>
        <p:nvGraphicFramePr>
          <p:cNvPr id="39940" name="Object 144"/>
          <p:cNvGraphicFramePr>
            <a:graphicFrameLocks noChangeAspect="1"/>
          </p:cNvGraphicFramePr>
          <p:nvPr/>
        </p:nvGraphicFramePr>
        <p:xfrm>
          <a:off x="1665288" y="3322638"/>
          <a:ext cx="3581400" cy="461962"/>
        </p:xfrm>
        <a:graphic>
          <a:graphicData uri="http://schemas.openxmlformats.org/presentationml/2006/ole">
            <p:oleObj spid="_x0000_s14350" r:id="rId4" imgW="1968500" imgH="254000" progId="">
              <p:embed/>
            </p:oleObj>
          </a:graphicData>
        </a:graphic>
      </p:graphicFrame>
      <p:graphicFrame>
        <p:nvGraphicFramePr>
          <p:cNvPr id="39941" name="Object 146"/>
          <p:cNvGraphicFramePr>
            <a:graphicFrameLocks noChangeAspect="1"/>
          </p:cNvGraphicFramePr>
          <p:nvPr/>
        </p:nvGraphicFramePr>
        <p:xfrm>
          <a:off x="2082800" y="4452938"/>
          <a:ext cx="1728788" cy="374650"/>
        </p:xfrm>
        <a:graphic>
          <a:graphicData uri="http://schemas.openxmlformats.org/presentationml/2006/ole">
            <p:oleObj spid="_x0000_s14351" r:id="rId5" imgW="1002865" imgH="215806" progId="">
              <p:embed/>
            </p:oleObj>
          </a:graphicData>
        </a:graphic>
      </p:graphicFrame>
      <p:graphicFrame>
        <p:nvGraphicFramePr>
          <p:cNvPr id="39942" name="Object 147"/>
          <p:cNvGraphicFramePr>
            <a:graphicFrameLocks noChangeAspect="1"/>
          </p:cNvGraphicFramePr>
          <p:nvPr/>
        </p:nvGraphicFramePr>
        <p:xfrm>
          <a:off x="2006600" y="5067300"/>
          <a:ext cx="4464050" cy="400050"/>
        </p:xfrm>
        <a:graphic>
          <a:graphicData uri="http://schemas.openxmlformats.org/presentationml/2006/ole">
            <p:oleObj spid="_x0000_s14352" r:id="rId6" imgW="2565400" imgH="228600" progId="">
              <p:embed/>
            </p:oleObj>
          </a:graphicData>
        </a:graphic>
      </p:graphicFrame>
      <p:grpSp>
        <p:nvGrpSpPr>
          <p:cNvPr id="39943" name="Group 150"/>
          <p:cNvGrpSpPr/>
          <p:nvPr/>
        </p:nvGrpSpPr>
        <p:grpSpPr>
          <a:xfrm>
            <a:off x="534988" y="1066800"/>
            <a:ext cx="4824412" cy="3719513"/>
            <a:chOff x="246" y="672"/>
            <a:chExt cx="3039" cy="2343"/>
          </a:xfrm>
        </p:grpSpPr>
        <p:sp>
          <p:nvSpPr>
            <p:cNvPr id="39945" name="Text Box 142"/>
            <p:cNvSpPr txBox="1"/>
            <p:nvPr/>
          </p:nvSpPr>
          <p:spPr>
            <a:xfrm>
              <a:off x="246" y="672"/>
              <a:ext cx="3039" cy="234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解决方案</a:t>
              </a:r>
              <a:r>
                <a:rPr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:</a:t>
              </a: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   </a:t>
              </a:r>
              <a:r>
                <a:rPr lang="zh-CN" altLang="en-US" sz="2000" b="1" dirty="0">
                  <a:solidFill>
                    <a:schemeClr val="bg2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网孔</a:t>
              </a: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 1</a:t>
              </a:r>
              <a:r>
                <a:rPr lang="en-US" altLang="zh-CN" sz="2000" b="1" dirty="0">
                  <a:latin typeface="Times New Roman" panose="02020603050405020304" pitchFamily="18" charset="0"/>
                  <a:cs typeface="Arial" panose="020B0604020202020204" pitchFamily="34" charset="0"/>
                </a:rPr>
                <a:t>,</a:t>
              </a: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zh-CN" sz="2000" b="1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zh-CN" sz="2000" b="1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  <a:cs typeface="Arial" panose="020B0604020202020204" pitchFamily="34" charset="0"/>
                </a:rPr>
                <a:t>   </a:t>
              </a:r>
              <a:r>
                <a:rPr lang="zh-CN" altLang="en-US" sz="2000" b="1" dirty="0">
                  <a:solidFill>
                    <a:schemeClr val="bg2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网孔 </a:t>
              </a: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2</a:t>
              </a:r>
              <a:r>
                <a:rPr lang="en-US" altLang="zh-CN" sz="2000" b="1" dirty="0">
                  <a:latin typeface="Times New Roman" panose="02020603050405020304" pitchFamily="18" charset="0"/>
                  <a:cs typeface="Arial" panose="020B0604020202020204" pitchFamily="34" charset="0"/>
                </a:rPr>
                <a:t>,</a:t>
              </a: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zh-CN" sz="2000" b="1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  <a:cs typeface="Arial" panose="020B0604020202020204" pitchFamily="34" charset="0"/>
                </a:rPr>
                <a:t>             </a:t>
              </a: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  <a:cs typeface="Arial" panose="020B0604020202020204" pitchFamily="34" charset="0"/>
                </a:rPr>
                <a:t>       </a:t>
              </a:r>
              <a:r>
                <a:rPr lang="zh-CN" altLang="en-US" sz="2000" b="1" dirty="0">
                  <a:latin typeface="Times New Roman" panose="02020603050405020304" pitchFamily="18" charset="0"/>
                  <a:cs typeface="Arial" panose="020B0604020202020204" pitchFamily="34" charset="0"/>
                </a:rPr>
                <a:t>解得：</a:t>
              </a:r>
              <a:endParaRPr lang="en-US" altLang="zh-CN" sz="2000" b="1" dirty="0">
                <a:latin typeface="Times New Roman" panose="02020603050405020304" pitchFamily="18" charset="0"/>
                <a:ea typeface="Arial" panose="020B0604020202020204" pitchFamily="34" charset="0"/>
              </a:endParaRPr>
            </a:p>
          </p:txBody>
        </p:sp>
        <p:graphicFrame>
          <p:nvGraphicFramePr>
            <p:cNvPr id="39946" name="Object 148"/>
            <p:cNvGraphicFramePr>
              <a:graphicFrameLocks noChangeAspect="1"/>
            </p:cNvGraphicFramePr>
            <p:nvPr/>
          </p:nvGraphicFramePr>
          <p:xfrm>
            <a:off x="851" y="890"/>
            <a:ext cx="111" cy="207"/>
          </p:xfrm>
          <a:graphic>
            <a:graphicData uri="http://schemas.openxmlformats.org/presentationml/2006/ole">
              <p:oleObj spid="_x0000_s14353" r:id="rId7" imgW="114151" imgH="215619" progId="">
                <p:embed/>
              </p:oleObj>
            </a:graphicData>
          </a:graphic>
        </p:graphicFrame>
        <p:graphicFrame>
          <p:nvGraphicFramePr>
            <p:cNvPr id="39947" name="Object 149"/>
            <p:cNvGraphicFramePr>
              <a:graphicFrameLocks noChangeAspect="1"/>
            </p:cNvGraphicFramePr>
            <p:nvPr/>
          </p:nvGraphicFramePr>
          <p:xfrm>
            <a:off x="1357" y="896"/>
            <a:ext cx="113" cy="214"/>
          </p:xfrm>
          <a:graphic>
            <a:graphicData uri="http://schemas.openxmlformats.org/presentationml/2006/ole">
              <p:oleObj spid="_x0000_s14354" r:id="rId8" imgW="114151" imgH="215619" progId="">
                <p:embed/>
              </p:oleObj>
            </a:graphicData>
          </a:graphic>
        </p:graphicFrame>
      </p:grpSp>
      <p:sp>
        <p:nvSpPr>
          <p:cNvPr id="39944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baseline="0" dirty="0">
                <a:latin typeface="Arial Black" panose="020B0A04020102020204" pitchFamily="34" charset="0"/>
                <a:cs typeface="Arial" panose="020B0604020202020204" pitchFamily="34" charset="0"/>
              </a:rPr>
              <a:pPr lvl="0" algn="r" eaLnBrk="1" hangingPunct="1">
                <a:buNone/>
              </a:pPr>
              <a:t>32</a:t>
            </a:fld>
            <a:endParaRPr lang="en-US" altLang="zh-CN" sz="1200" baseline="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r="35330" b="-31250"/>
          <a:stretch>
            <a:fillRect/>
          </a:stretch>
        </p:blipFill>
        <p:spPr>
          <a:xfrm>
            <a:off x="467995" y="548640"/>
            <a:ext cx="5184140" cy="3600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63474"/>
          <a:stretch>
            <a:fillRect/>
          </a:stretch>
        </p:blipFill>
        <p:spPr>
          <a:xfrm>
            <a:off x="566420" y="5300980"/>
            <a:ext cx="6933565" cy="6496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t="8649"/>
          <a:stretch>
            <a:fillRect/>
          </a:stretch>
        </p:blipFill>
        <p:spPr>
          <a:xfrm>
            <a:off x="5219700" y="1124585"/>
            <a:ext cx="3558540" cy="22066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54710" y="1064895"/>
            <a:ext cx="4437380" cy="1889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解：</a:t>
            </a:r>
          </a:p>
          <a:p>
            <a:endParaRPr lang="zh-CN" altLang="en-US" sz="3600" dirty="0"/>
          </a:p>
          <a:p>
            <a:r>
              <a:rPr lang="en-US" altLang="zh-CN" sz="3600" dirty="0"/>
              <a:t>20i1-10i2=90</a:t>
            </a:r>
          </a:p>
          <a:p>
            <a:endParaRPr lang="en-US" altLang="zh-CN" sz="3600" dirty="0"/>
          </a:p>
          <a:p>
            <a:r>
              <a:rPr lang="en-US" altLang="zh-CN" sz="3600" dirty="0"/>
              <a:t>-10i1+30i2=-40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450" y="2636838"/>
            <a:ext cx="4679950" cy="32432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63" name="Text Box 6"/>
          <p:cNvSpPr txBox="1"/>
          <p:nvPr/>
        </p:nvSpPr>
        <p:spPr>
          <a:xfrm>
            <a:off x="468313" y="620713"/>
            <a:ext cx="4967287" cy="37084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cs typeface="Arial" panose="020B0604020202020204" pitchFamily="34" charset="0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cs typeface="Arial" panose="020B0604020202020204" pitchFamily="34" charset="0"/>
              </a:rPr>
              <a:t> 3-6</a:t>
            </a:r>
            <a:r>
              <a:rPr lang="zh-CN" altLang="en-US" sz="2800" b="1" dirty="0">
                <a:solidFill>
                  <a:srgbClr val="FF0000"/>
                </a:solidFill>
                <a:cs typeface="Arial" panose="020B0604020202020204" pitchFamily="34" charset="0"/>
              </a:rPr>
              <a:t>：</a:t>
            </a:r>
            <a:r>
              <a:rPr lang="en-US" altLang="zh-CN" sz="2800" b="1" dirty="0">
                <a:solidFill>
                  <a:srgbClr val="FF0000"/>
                </a:solidFill>
                <a:cs typeface="Arial" panose="020B0604020202020204" pitchFamily="34" charset="0"/>
              </a:rPr>
              <a:t>  </a:t>
            </a:r>
            <a:r>
              <a:rPr lang="en-US" altLang="zh-CN" sz="2800" b="1" dirty="0">
                <a:solidFill>
                  <a:schemeClr val="folHlink"/>
                </a:solidFill>
                <a:cs typeface="Arial" panose="020B0604020202020204" pitchFamily="34" charset="0"/>
              </a:rPr>
              <a:t>(</a:t>
            </a:r>
            <a:r>
              <a:rPr lang="zh-CN" altLang="en-US" sz="2800" b="1" dirty="0">
                <a:solidFill>
                  <a:schemeClr val="folHlink"/>
                </a:solidFill>
                <a:cs typeface="Arial" panose="020B0604020202020204" pitchFamily="34" charset="0"/>
              </a:rPr>
              <a:t>堂练</a:t>
            </a:r>
            <a:r>
              <a:rPr lang="en-US" altLang="zh-CN" sz="2800" b="1" dirty="0">
                <a:solidFill>
                  <a:schemeClr val="folHlink"/>
                </a:solidFill>
                <a:cs typeface="Arial" panose="020B0604020202020204" pitchFamily="34" charset="0"/>
              </a:rPr>
              <a:t>)</a:t>
            </a:r>
            <a:endParaRPr lang="en-US" altLang="zh-CN" sz="2800" b="1" dirty="0">
              <a:solidFill>
                <a:schemeClr val="folHlink"/>
              </a:solidFill>
              <a:ea typeface="Arial" panose="020B0604020202020204" pitchFamily="34" charset="0"/>
            </a:endParaRPr>
          </a:p>
        </p:txBody>
      </p:sp>
      <p:grpSp>
        <p:nvGrpSpPr>
          <p:cNvPr id="40964" name="Group 14"/>
          <p:cNvGrpSpPr/>
          <p:nvPr/>
        </p:nvGrpSpPr>
        <p:grpSpPr>
          <a:xfrm>
            <a:off x="468313" y="1484313"/>
            <a:ext cx="7704137" cy="1169987"/>
            <a:chOff x="295" y="663"/>
            <a:chExt cx="2993" cy="737"/>
          </a:xfrm>
        </p:grpSpPr>
        <p:sp>
          <p:nvSpPr>
            <p:cNvPr id="40967" name="Text Box 7"/>
            <p:cNvSpPr txBox="1"/>
            <p:nvPr/>
          </p:nvSpPr>
          <p:spPr>
            <a:xfrm>
              <a:off x="295" y="663"/>
              <a:ext cx="2993" cy="73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 dirty="0">
                  <a:latin typeface="Times New Roman" panose="02020603050405020304" pitchFamily="18" charset="0"/>
                  <a:cs typeface="Arial" panose="020B0604020202020204" pitchFamily="34" charset="0"/>
                </a:rPr>
                <a:t>用网孔分析法求图中的电流 </a:t>
              </a:r>
              <a:r>
                <a:rPr lang="en-US" altLang="zh-CN" sz="2800" i="1" dirty="0">
                  <a:latin typeface="Times New Roman" panose="02020603050405020304" pitchFamily="18" charset="0"/>
                  <a:cs typeface="Arial" panose="020B0604020202020204" pitchFamily="34" charset="0"/>
                </a:rPr>
                <a:t>i  </a:t>
              </a:r>
              <a:endParaRPr lang="en-US" altLang="zh-CN" sz="2800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ea typeface="Arial" panose="020B0604020202020204" pitchFamily="34" charset="0"/>
              </a:endParaRPr>
            </a:p>
          </p:txBody>
        </p:sp>
        <p:graphicFrame>
          <p:nvGraphicFramePr>
            <p:cNvPr id="40968" name="Object 13"/>
            <p:cNvGraphicFramePr>
              <a:graphicFrameLocks noChangeAspect="1"/>
            </p:cNvGraphicFramePr>
            <p:nvPr/>
          </p:nvGraphicFramePr>
          <p:xfrm>
            <a:off x="2751" y="670"/>
            <a:ext cx="137" cy="257"/>
          </p:xfrm>
          <a:graphic>
            <a:graphicData uri="http://schemas.openxmlformats.org/presentationml/2006/ole">
              <p:oleObj spid="_x0000_s15363" r:id="rId5" imgW="114151" imgH="215619" progId="">
                <p:embed/>
              </p:oleObj>
            </a:graphicData>
          </a:graphic>
        </p:graphicFrame>
      </p:grpSp>
      <p:sp>
        <p:nvSpPr>
          <p:cNvPr id="40965" name="文本框 7"/>
          <p:cNvSpPr txBox="1"/>
          <p:nvPr/>
        </p:nvSpPr>
        <p:spPr>
          <a:xfrm>
            <a:off x="6665913" y="6021388"/>
            <a:ext cx="954087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/>
              <a:t>。。。</a:t>
            </a:r>
          </a:p>
        </p:txBody>
      </p:sp>
      <p:sp>
        <p:nvSpPr>
          <p:cNvPr id="40966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baseline="0" dirty="0">
                <a:latin typeface="Arial Black" panose="020B0A04020102020204" pitchFamily="34" charset="0"/>
                <a:cs typeface="Arial" panose="020B0604020202020204" pitchFamily="34" charset="0"/>
              </a:rPr>
              <a:pPr lvl="0" algn="r" eaLnBrk="1" hangingPunct="1">
                <a:buNone/>
              </a:pPr>
              <a:t>34</a:t>
            </a:fld>
            <a:endParaRPr lang="en-US" altLang="zh-CN" sz="1200" baseline="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9338" y="219075"/>
            <a:ext cx="4248150" cy="2944813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43011" name="Object 8"/>
          <p:cNvGraphicFramePr>
            <a:graphicFrameLocks noChangeAspect="1"/>
          </p:cNvGraphicFramePr>
          <p:nvPr/>
        </p:nvGraphicFramePr>
        <p:xfrm>
          <a:off x="1259840" y="764223"/>
          <a:ext cx="3455988" cy="412750"/>
        </p:xfrm>
        <a:graphic>
          <a:graphicData uri="http://schemas.openxmlformats.org/presentationml/2006/ole">
            <p:oleObj spid="_x0000_s16397" r:id="rId4" imgW="1917700" imgH="228600" progId="">
              <p:embed/>
            </p:oleObj>
          </a:graphicData>
        </a:graphic>
      </p:graphicFrame>
      <p:graphicFrame>
        <p:nvGraphicFramePr>
          <p:cNvPr id="43012" name="Object 10"/>
          <p:cNvGraphicFramePr>
            <a:graphicFrameLocks noChangeAspect="1"/>
          </p:cNvGraphicFramePr>
          <p:nvPr/>
        </p:nvGraphicFramePr>
        <p:xfrm>
          <a:off x="1331595" y="1340485"/>
          <a:ext cx="3430588" cy="441325"/>
        </p:xfrm>
        <a:graphic>
          <a:graphicData uri="http://schemas.openxmlformats.org/presentationml/2006/ole">
            <p:oleObj spid="_x0000_s16398" r:id="rId5" imgW="1981200" imgH="254000" progId="">
              <p:embed/>
            </p:oleObj>
          </a:graphicData>
        </a:graphic>
      </p:graphicFrame>
      <p:sp>
        <p:nvSpPr>
          <p:cNvPr id="43013" name="Text Box 7"/>
          <p:cNvSpPr txBox="1"/>
          <p:nvPr/>
        </p:nvSpPr>
        <p:spPr>
          <a:xfrm>
            <a:off x="395288" y="76200"/>
            <a:ext cx="2268537" cy="23304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zh-CN" sz="2000" b="1" dirty="0">
              <a:solidFill>
                <a:schemeClr val="bg2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解决方案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: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  </a:t>
            </a:r>
            <a:r>
              <a:rPr lang="zh-CN" altLang="en-US" sz="2000" dirty="0">
                <a:solidFill>
                  <a:schemeClr val="bg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网孔</a:t>
            </a:r>
            <a:r>
              <a: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cs typeface="Arial" panose="020B0604020202020204" pitchFamily="34" charset="0"/>
              </a:rPr>
              <a:t>,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zh-CN" sz="2000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Arial" panose="020B0604020202020204" pitchFamily="34" charset="0"/>
              </a:rPr>
              <a:t>    </a:t>
            </a:r>
            <a:r>
              <a:rPr lang="zh-CN" altLang="en-US" sz="2000" b="1" dirty="0">
                <a:solidFill>
                  <a:schemeClr val="bg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网孔</a:t>
            </a:r>
            <a:r>
              <a: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2</a:t>
            </a:r>
            <a:r>
              <a:rPr lang="en-US" altLang="zh-CN" sz="2000" dirty="0">
                <a:latin typeface="Times New Roman" panose="02020603050405020304" pitchFamily="18" charset="0"/>
                <a:cs typeface="Arial" panose="020B0604020202020204" pitchFamily="34" charset="0"/>
              </a:rPr>
              <a:t>,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zh-CN" sz="2000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zh-CN" sz="2800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sp>
        <p:nvSpPr>
          <p:cNvPr id="43014" name="Text Box 4"/>
          <p:cNvSpPr txBox="1"/>
          <p:nvPr/>
        </p:nvSpPr>
        <p:spPr>
          <a:xfrm>
            <a:off x="-900747" y="1917065"/>
            <a:ext cx="6408737" cy="2400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                      </a:t>
            </a:r>
            <a:r>
              <a:rPr lang="zh-CN" altLang="en-US" sz="2000" b="1" dirty="0">
                <a:solidFill>
                  <a:schemeClr val="bg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网孔</a:t>
            </a:r>
            <a:r>
              <a: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3</a:t>
            </a:r>
            <a:r>
              <a:rPr lang="en-US" altLang="zh-CN" sz="2000" dirty="0">
                <a:latin typeface="Times New Roman" panose="02020603050405020304" pitchFamily="18" charset="0"/>
                <a:cs typeface="Arial" panose="020B0604020202020204" pitchFamily="34" charset="0"/>
              </a:rPr>
              <a:t>,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zh-CN" sz="2400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Arial" panose="020B0604020202020204" pitchFamily="34" charset="0"/>
              </a:rPr>
              <a:t>                           </a:t>
            </a:r>
            <a:r>
              <a:rPr lang="zh-CN" alt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节点</a:t>
            </a:r>
            <a:r>
              <a: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A</a:t>
            </a:r>
            <a:r>
              <a:rPr lang="en-US" altLang="zh-CN" sz="2000" dirty="0">
                <a:latin typeface="Times New Roman" panose="02020603050405020304" pitchFamily="18" charset="0"/>
                <a:cs typeface="Arial" panose="020B0604020202020204" pitchFamily="34" charset="0"/>
              </a:rPr>
              <a:t>,                  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zh-CN" sz="2000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zh-CN" sz="2000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graphicFrame>
        <p:nvGraphicFramePr>
          <p:cNvPr id="43015" name="Object 5"/>
          <p:cNvGraphicFramePr>
            <a:graphicFrameLocks noChangeAspect="1"/>
          </p:cNvGraphicFramePr>
          <p:nvPr/>
        </p:nvGraphicFramePr>
        <p:xfrm>
          <a:off x="1259840" y="1907223"/>
          <a:ext cx="3344863" cy="449262"/>
        </p:xfrm>
        <a:graphic>
          <a:graphicData uri="http://schemas.openxmlformats.org/presentationml/2006/ole">
            <p:oleObj spid="_x0000_s16399" r:id="rId6" imgW="1892300" imgH="254000" progId="">
              <p:embed/>
            </p:oleObj>
          </a:graphicData>
        </a:graphic>
      </p:graphicFrame>
      <p:graphicFrame>
        <p:nvGraphicFramePr>
          <p:cNvPr id="43016" name="Object 6"/>
          <p:cNvGraphicFramePr>
            <a:graphicFrameLocks noChangeAspect="1"/>
          </p:cNvGraphicFramePr>
          <p:nvPr/>
        </p:nvGraphicFramePr>
        <p:xfrm>
          <a:off x="1576705" y="2564765"/>
          <a:ext cx="1454150" cy="434975"/>
        </p:xfrm>
        <a:graphic>
          <a:graphicData uri="http://schemas.openxmlformats.org/presentationml/2006/ole">
            <p:oleObj spid="_x0000_s16400" r:id="rId7" imgW="634725" imgH="228501" progId="">
              <p:embed/>
            </p:oleObj>
          </a:graphicData>
        </a:graphic>
      </p:graphicFrame>
      <p:graphicFrame>
        <p:nvGraphicFramePr>
          <p:cNvPr id="43017" name="Object 8"/>
          <p:cNvGraphicFramePr>
            <a:graphicFrameLocks noChangeAspect="1"/>
          </p:cNvGraphicFramePr>
          <p:nvPr/>
        </p:nvGraphicFramePr>
        <p:xfrm>
          <a:off x="1576388" y="3350895"/>
          <a:ext cx="3889375" cy="406400"/>
        </p:xfrm>
        <a:graphic>
          <a:graphicData uri="http://schemas.openxmlformats.org/presentationml/2006/ole">
            <p:oleObj spid="_x0000_s16401" r:id="rId8" imgW="2171700" imgH="228600" progId="">
              <p:embed/>
            </p:oleObj>
          </a:graphicData>
        </a:graphic>
      </p:graphicFrame>
      <p:graphicFrame>
        <p:nvGraphicFramePr>
          <p:cNvPr id="43018" name="Object 10"/>
          <p:cNvGraphicFramePr>
            <a:graphicFrameLocks noChangeAspect="1"/>
          </p:cNvGraphicFramePr>
          <p:nvPr/>
        </p:nvGraphicFramePr>
        <p:xfrm>
          <a:off x="2483168" y="3976370"/>
          <a:ext cx="1944687" cy="422275"/>
        </p:xfrm>
        <a:graphic>
          <a:graphicData uri="http://schemas.openxmlformats.org/presentationml/2006/ole">
            <p:oleObj spid="_x0000_s16402" r:id="rId9" imgW="1054100" imgH="228600" progId="">
              <p:embed/>
            </p:oleObj>
          </a:graphicData>
        </a:graphic>
      </p:graphicFrame>
      <p:sp>
        <p:nvSpPr>
          <p:cNvPr id="43019" name="文本框 1"/>
          <p:cNvSpPr txBox="1"/>
          <p:nvPr/>
        </p:nvSpPr>
        <p:spPr>
          <a:xfrm>
            <a:off x="755650" y="3357245"/>
            <a:ext cx="954088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/>
              <a:t>解得：</a:t>
            </a:r>
          </a:p>
        </p:txBody>
      </p:sp>
      <p:sp>
        <p:nvSpPr>
          <p:cNvPr id="43020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baseline="0" dirty="0">
                <a:latin typeface="Arial Black" panose="020B0A04020102020204" pitchFamily="34" charset="0"/>
                <a:cs typeface="Arial" panose="020B0604020202020204" pitchFamily="34" charset="0"/>
              </a:rPr>
              <a:pPr lvl="0" algn="r" eaLnBrk="1" hangingPunct="1">
                <a:buNone/>
              </a:pPr>
              <a:t>35</a:t>
            </a:fld>
            <a:endParaRPr lang="en-US" altLang="zh-CN" sz="1200" baseline="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723890" y="0"/>
            <a:ext cx="3459480" cy="27432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l="2117" r="29499"/>
          <a:stretch>
            <a:fillRect/>
          </a:stretch>
        </p:blipFill>
        <p:spPr>
          <a:xfrm>
            <a:off x="73660" y="476885"/>
            <a:ext cx="5888355" cy="19202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750" y="2564765"/>
            <a:ext cx="6233160" cy="3398520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>
            <a:off x="3676650" y="3140710"/>
            <a:ext cx="211963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" name="直接连接符 6"/>
          <p:cNvCxnSpPr/>
          <p:nvPr/>
        </p:nvCxnSpPr>
        <p:spPr>
          <a:xfrm>
            <a:off x="3676650" y="4797425"/>
            <a:ext cx="211963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直接连接符 7"/>
          <p:cNvCxnSpPr/>
          <p:nvPr/>
        </p:nvCxnSpPr>
        <p:spPr>
          <a:xfrm>
            <a:off x="3204210" y="1629410"/>
            <a:ext cx="211963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05" y="404495"/>
            <a:ext cx="6438900" cy="30937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r="2663"/>
          <a:stretch>
            <a:fillRect/>
          </a:stretch>
        </p:blipFill>
        <p:spPr>
          <a:xfrm>
            <a:off x="4641850" y="1988820"/>
            <a:ext cx="4502150" cy="32004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215" y="5013325"/>
            <a:ext cx="8343900" cy="1203960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>
            <a:off x="915670" y="5355590"/>
            <a:ext cx="1064260" cy="1778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" y="620395"/>
            <a:ext cx="8256270" cy="4400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5415" y="1111250"/>
            <a:ext cx="3601720" cy="24866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29895" y="1356360"/>
            <a:ext cx="3926205" cy="1209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解：</a:t>
            </a:r>
            <a:r>
              <a:rPr lang="en-US" altLang="zh-CN" sz="2800" dirty="0"/>
              <a:t>6x i1-2x i2-4xi3=16       (1) </a:t>
            </a:r>
          </a:p>
          <a:p>
            <a:r>
              <a:rPr lang="en-US" altLang="zh-CN" sz="2800" dirty="0"/>
              <a:t>     -2xi1 +10xi2-8xi3=10xi3  </a:t>
            </a:r>
          </a:p>
          <a:p>
            <a:r>
              <a:rPr lang="en-US" altLang="zh-CN" sz="2800" dirty="0"/>
              <a:t>     </a:t>
            </a:r>
            <a:r>
              <a:rPr lang="en-US" altLang="zh-CN" sz="2800" dirty="0">
                <a:sym typeface="+mn-ea"/>
              </a:rPr>
              <a:t>-2xi1 +10xi2-18xi3=0     </a:t>
            </a:r>
            <a:r>
              <a:rPr lang="zh-CN" altLang="en-US" sz="2800" dirty="0">
                <a:sym typeface="+mn-ea"/>
              </a:rPr>
              <a:t>（</a:t>
            </a:r>
            <a:r>
              <a:rPr lang="en-US" altLang="zh-CN" sz="2800" dirty="0">
                <a:sym typeface="+mn-ea"/>
              </a:rPr>
              <a:t>2</a:t>
            </a:r>
            <a:r>
              <a:rPr lang="zh-CN" altLang="en-US" sz="2800" dirty="0">
                <a:sym typeface="+mn-ea"/>
              </a:rPr>
              <a:t>）</a:t>
            </a:r>
          </a:p>
          <a:p>
            <a:r>
              <a:rPr lang="zh-CN" altLang="en-US" sz="2800" dirty="0">
                <a:sym typeface="+mn-ea"/>
              </a:rPr>
              <a:t> </a:t>
            </a:r>
            <a:r>
              <a:rPr lang="en-US" altLang="zh-CN" sz="2800" dirty="0">
                <a:sym typeface="+mn-ea"/>
              </a:rPr>
              <a:t>    -4xi1-8xi2+18xi3=0        (3)</a:t>
            </a:r>
            <a:r>
              <a:rPr lang="en-US" altLang="zh-CN" sz="2800" dirty="0"/>
              <a:t>    </a:t>
            </a:r>
          </a:p>
        </p:txBody>
      </p:sp>
      <p:graphicFrame>
        <p:nvGraphicFramePr>
          <p:cNvPr id="5" name="对象 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64465" y="2741295"/>
          <a:ext cx="2103120" cy="871855"/>
        </p:xfrm>
        <a:graphic>
          <a:graphicData uri="http://schemas.openxmlformats.org/presentationml/2006/ole">
            <p:oleObj spid="_x0000_s1035" r:id="rId5" imgW="1777680" imgH="736560" progId="">
              <p:embed/>
            </p:oleObj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295275" y="4077335"/>
            <a:ext cx="8313420" cy="260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cs typeface="Arial" panose="020B0604020202020204" pitchFamily="34" charset="0"/>
                <a:sym typeface="+mn-ea"/>
              </a:rPr>
              <a:t>∆</a:t>
            </a:r>
            <a:r>
              <a:rPr lang="en-US" altLang="zh-CN" sz="3600" dirty="0">
                <a:sym typeface="+mn-ea"/>
              </a:rPr>
              <a:t>=60x18-64-8x18-160-4x18-48x18=-224</a:t>
            </a:r>
          </a:p>
          <a:p>
            <a:r>
              <a:rPr lang="en-US" altLang="zh-CN" sz="3600" dirty="0">
                <a:cs typeface="Arial" panose="020B0604020202020204" pitchFamily="34" charset="0"/>
                <a:sym typeface="+mn-ea"/>
              </a:rPr>
              <a:t>∆1</a:t>
            </a:r>
            <a:r>
              <a:rPr lang="en-US" altLang="zh-CN" sz="3600" dirty="0">
                <a:sym typeface="+mn-ea"/>
              </a:rPr>
              <a:t>=160x18+0+0-0-0-16x8x18=2x18=36</a:t>
            </a:r>
          </a:p>
          <a:p>
            <a:r>
              <a:rPr lang="en-US" altLang="zh-CN" sz="3600" dirty="0">
                <a:cs typeface="Arial" panose="020B0604020202020204" pitchFamily="34" charset="0"/>
                <a:sym typeface="+mn-ea"/>
              </a:rPr>
              <a:t>∆2</a:t>
            </a:r>
            <a:r>
              <a:rPr lang="en-US" altLang="zh-CN" sz="3600" dirty="0">
                <a:sym typeface="+mn-ea"/>
              </a:rPr>
              <a:t>=0+0+4x16x18-0+2x16x18-0=6x16x18=1728</a:t>
            </a:r>
          </a:p>
          <a:p>
            <a:r>
              <a:rPr lang="en-US" altLang="zh-CN" sz="3600" dirty="0">
                <a:cs typeface="Arial" panose="020B0604020202020204" pitchFamily="34" charset="0"/>
                <a:sym typeface="+mn-ea"/>
              </a:rPr>
              <a:t>∆3</a:t>
            </a:r>
            <a:r>
              <a:rPr lang="en-US" altLang="zh-CN" sz="3600" dirty="0">
                <a:sym typeface="+mn-ea"/>
              </a:rPr>
              <a:t>=0+2x8x16+0+40x16-0-0=896</a:t>
            </a:r>
          </a:p>
          <a:p>
            <a:r>
              <a:rPr lang="en-US" altLang="zh-CN" sz="3600" dirty="0"/>
              <a:t>i1=</a:t>
            </a:r>
            <a:r>
              <a:rPr lang="en-US" altLang="zh-CN" sz="3600" dirty="0">
                <a:cs typeface="Arial" panose="020B0604020202020204" pitchFamily="34" charset="0"/>
                <a:sym typeface="+mn-ea"/>
              </a:rPr>
              <a:t>∆1/∆</a:t>
            </a:r>
          </a:p>
          <a:p>
            <a:r>
              <a:rPr lang="en-US" altLang="zh-CN" sz="3600" dirty="0">
                <a:sym typeface="+mn-ea"/>
              </a:rPr>
              <a:t>i0=i3=</a:t>
            </a:r>
            <a:r>
              <a:rPr lang="en-US" altLang="zh-CN" sz="3600" dirty="0">
                <a:cs typeface="Arial" panose="020B0604020202020204" pitchFamily="34" charset="0"/>
                <a:sym typeface="+mn-ea"/>
              </a:rPr>
              <a:t>∆3/∆=896/-224= -4(A)</a:t>
            </a:r>
          </a:p>
          <a:p>
            <a:endParaRPr lang="en-US" altLang="zh-CN" sz="3600" dirty="0"/>
          </a:p>
        </p:txBody>
      </p:sp>
      <p:graphicFrame>
        <p:nvGraphicFramePr>
          <p:cNvPr id="11" name="对象 10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411095" y="2738755"/>
          <a:ext cx="1095375" cy="1125855"/>
        </p:xfrm>
        <a:graphic>
          <a:graphicData uri="http://schemas.openxmlformats.org/presentationml/2006/ole">
            <p:oleObj spid="_x0000_s1036" r:id="rId6" imgW="914400" imgH="939600" progId="">
              <p:embed/>
            </p:oleObj>
          </a:graphicData>
        </a:graphic>
      </p:graphicFrame>
      <p:graphicFrame>
        <p:nvGraphicFramePr>
          <p:cNvPr id="16" name="对象 1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563620" y="2774315"/>
          <a:ext cx="1094105" cy="1124585"/>
        </p:xfrm>
        <a:graphic>
          <a:graphicData uri="http://schemas.openxmlformats.org/presentationml/2006/ole">
            <p:oleObj spid="_x0000_s1037" r:id="rId7" imgW="914400" imgH="939600" progId="">
              <p:embed/>
            </p:oleObj>
          </a:graphicData>
        </a:graphic>
      </p:graphicFrame>
      <p:graphicFrame>
        <p:nvGraphicFramePr>
          <p:cNvPr id="18" name="对象 1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716145" y="2774315"/>
          <a:ext cx="1082675" cy="1179195"/>
        </p:xfrm>
        <a:graphic>
          <a:graphicData uri="http://schemas.openxmlformats.org/presentationml/2006/ole">
            <p:oleObj spid="_x0000_s1038" r:id="rId8" imgW="863280" imgH="93960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/>
          </p:cNvSpPr>
          <p:nvPr>
            <p:ph type="title"/>
          </p:nvPr>
        </p:nvSpPr>
        <p:spPr>
          <a:xfrm>
            <a:off x="611188" y="285750"/>
            <a:ext cx="8229600" cy="1368425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4000" b="1" dirty="0">
                <a:solidFill>
                  <a:srgbClr val="0000FF"/>
                </a:solidFill>
                <a:latin typeface="Franklin Gothic Medium" panose="020B0603020102020204" pitchFamily="34" charset="0"/>
              </a:rPr>
              <a:t>3.5 </a:t>
            </a:r>
            <a:r>
              <a:rPr lang="zh-CN" altLang="en-US" sz="4000" b="1" dirty="0">
                <a:solidFill>
                  <a:srgbClr val="0000FF"/>
                </a:solidFill>
                <a:latin typeface="Franklin Gothic Medium" panose="020B0603020102020204" pitchFamily="34" charset="0"/>
              </a:rPr>
              <a:t>含电流源的网孔分析法</a:t>
            </a:r>
            <a:endParaRPr lang="en-US" altLang="zh-CN" sz="4000" b="1" dirty="0">
              <a:solidFill>
                <a:srgbClr val="0000FF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44035" name="Text Box 3"/>
          <p:cNvSpPr txBox="1"/>
          <p:nvPr/>
        </p:nvSpPr>
        <p:spPr>
          <a:xfrm>
            <a:off x="611188" y="2349500"/>
            <a:ext cx="5256212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1800" dirty="0">
              <a:ea typeface="Arial" panose="020B0604020202020204" pitchFamily="34" charset="0"/>
            </a:endParaRPr>
          </a:p>
        </p:txBody>
      </p:sp>
      <p:sp>
        <p:nvSpPr>
          <p:cNvPr id="44036" name="Text Box 4"/>
          <p:cNvSpPr txBox="1"/>
          <p:nvPr/>
        </p:nvSpPr>
        <p:spPr>
          <a:xfrm>
            <a:off x="1443038" y="5457825"/>
            <a:ext cx="532765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000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pic>
        <p:nvPicPr>
          <p:cNvPr id="44037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975" y="2265363"/>
            <a:ext cx="5257800" cy="3752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4038" name="Text Box 8"/>
          <p:cNvSpPr txBox="1"/>
          <p:nvPr/>
        </p:nvSpPr>
        <p:spPr>
          <a:xfrm>
            <a:off x="1190625" y="1809750"/>
            <a:ext cx="14033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hlink"/>
                </a:solidFill>
                <a:cs typeface="Arial" panose="020B0604020202020204" pitchFamily="34" charset="0"/>
              </a:rPr>
              <a:t>（堂练）</a:t>
            </a:r>
            <a:endParaRPr lang="zh-CN" altLang="en-US" sz="2400" dirty="0">
              <a:solidFill>
                <a:schemeClr val="hlink"/>
              </a:solidFill>
              <a:ea typeface="Arial" panose="020B0604020202020204" pitchFamily="34" charset="0"/>
            </a:endParaRPr>
          </a:p>
        </p:txBody>
      </p:sp>
      <p:sp>
        <p:nvSpPr>
          <p:cNvPr id="44039" name="文本框 6"/>
          <p:cNvSpPr txBox="1"/>
          <p:nvPr/>
        </p:nvSpPr>
        <p:spPr>
          <a:xfrm>
            <a:off x="7164388" y="6073775"/>
            <a:ext cx="954087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/>
              <a:t>。。。</a:t>
            </a:r>
          </a:p>
        </p:txBody>
      </p:sp>
      <p:sp>
        <p:nvSpPr>
          <p:cNvPr id="44040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baseline="0" dirty="0">
                <a:latin typeface="Arial Black" panose="020B0A04020102020204" pitchFamily="34" charset="0"/>
                <a:cs typeface="Arial" panose="020B0604020202020204" pitchFamily="34" charset="0"/>
              </a:rPr>
              <a:pPr lvl="0" algn="r" eaLnBrk="1" hangingPunct="1">
                <a:buNone/>
              </a:pPr>
              <a:t>39</a:t>
            </a:fld>
            <a:endParaRPr lang="en-US" altLang="zh-CN" sz="1200" baseline="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275" y="2852738"/>
            <a:ext cx="4465638" cy="318770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45059" name="Object 4"/>
          <p:cNvGraphicFramePr>
            <a:graphicFrameLocks noChangeAspect="1"/>
          </p:cNvGraphicFramePr>
          <p:nvPr/>
        </p:nvGraphicFramePr>
        <p:xfrm>
          <a:off x="1306513" y="1182688"/>
          <a:ext cx="3868737" cy="511175"/>
        </p:xfrm>
        <a:graphic>
          <a:graphicData uri="http://schemas.openxmlformats.org/presentationml/2006/ole">
            <p:oleObj spid="_x0000_s17415" r:id="rId4" imgW="1727200" imgH="228600" progId="">
              <p:embed/>
            </p:oleObj>
          </a:graphicData>
        </a:graphic>
      </p:graphicFrame>
      <p:graphicFrame>
        <p:nvGraphicFramePr>
          <p:cNvPr id="45060" name="Object 5"/>
          <p:cNvGraphicFramePr>
            <a:graphicFrameLocks noChangeAspect="1"/>
          </p:cNvGraphicFramePr>
          <p:nvPr/>
        </p:nvGraphicFramePr>
        <p:xfrm>
          <a:off x="1403350" y="2924175"/>
          <a:ext cx="1223963" cy="476250"/>
        </p:xfrm>
        <a:graphic>
          <a:graphicData uri="http://schemas.openxmlformats.org/presentationml/2006/ole">
            <p:oleObj spid="_x0000_s17416" r:id="rId5" imgW="583693" imgH="215713" progId="">
              <p:embed/>
            </p:oleObj>
          </a:graphicData>
        </a:graphic>
      </p:graphicFrame>
      <p:sp>
        <p:nvSpPr>
          <p:cNvPr id="45061" name="矩形 34"/>
          <p:cNvSpPr/>
          <p:nvPr/>
        </p:nvSpPr>
        <p:spPr>
          <a:xfrm>
            <a:off x="684213" y="1196975"/>
            <a:ext cx="503237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cs typeface="Arial" panose="020B0604020202020204" pitchFamily="34" charset="0"/>
              </a:rPr>
              <a:t>①</a:t>
            </a:r>
            <a:endParaRPr lang="zh-CN" altLang="en-US" sz="2000" b="1" dirty="0">
              <a:ea typeface="Arial" panose="020B0604020202020204" pitchFamily="34" charset="0"/>
            </a:endParaRPr>
          </a:p>
        </p:txBody>
      </p:sp>
      <p:sp>
        <p:nvSpPr>
          <p:cNvPr id="45062" name="矩形 28"/>
          <p:cNvSpPr/>
          <p:nvPr/>
        </p:nvSpPr>
        <p:spPr>
          <a:xfrm>
            <a:off x="611188" y="2133600"/>
            <a:ext cx="46672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cs typeface="Arial" panose="020B0604020202020204" pitchFamily="34" charset="0"/>
              </a:rPr>
              <a:t>②</a:t>
            </a:r>
            <a:endParaRPr lang="zh-CN" altLang="en-US" sz="2000" b="1" dirty="0">
              <a:ea typeface="Arial" panose="020B0604020202020204" pitchFamily="34" charset="0"/>
            </a:endParaRPr>
          </a:p>
        </p:txBody>
      </p:sp>
      <p:sp>
        <p:nvSpPr>
          <p:cNvPr id="45063" name="Text Box 15"/>
          <p:cNvSpPr txBox="1"/>
          <p:nvPr/>
        </p:nvSpPr>
        <p:spPr>
          <a:xfrm>
            <a:off x="468313" y="2924175"/>
            <a:ext cx="71913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baseline="-25000" dirty="0">
                <a:cs typeface="Arial" panose="020B0604020202020204" pitchFamily="34" charset="0"/>
              </a:rPr>
              <a:t>    </a:t>
            </a:r>
            <a:r>
              <a:rPr lang="zh-CN" altLang="en-US" sz="2400" b="1" dirty="0">
                <a:latin typeface="宋体" panose="02010600030101010101" pitchFamily="2" charset="-122"/>
                <a:cs typeface="Arial" panose="020B0604020202020204" pitchFamily="34" charset="0"/>
              </a:rPr>
              <a:t>③  </a:t>
            </a:r>
            <a:endParaRPr lang="zh-CN" altLang="en-US" sz="2400" b="1" dirty="0">
              <a:latin typeface="宋体" panose="02010600030101010101" pitchFamily="2" charset="-122"/>
              <a:ea typeface="Arial" panose="020B0604020202020204" pitchFamily="34" charset="0"/>
            </a:endParaRPr>
          </a:p>
        </p:txBody>
      </p:sp>
      <p:graphicFrame>
        <p:nvGraphicFramePr>
          <p:cNvPr id="45064" name="Object 4"/>
          <p:cNvGraphicFramePr>
            <a:graphicFrameLocks noChangeAspect="1"/>
          </p:cNvGraphicFramePr>
          <p:nvPr/>
        </p:nvGraphicFramePr>
        <p:xfrm>
          <a:off x="1146175" y="2060575"/>
          <a:ext cx="4095750" cy="511175"/>
        </p:xfrm>
        <a:graphic>
          <a:graphicData uri="http://schemas.openxmlformats.org/presentationml/2006/ole">
            <p:oleObj spid="_x0000_s17417" r:id="rId6" imgW="1828800" imgH="228600" progId="">
              <p:embed/>
            </p:oleObj>
          </a:graphicData>
        </a:graphic>
      </p:graphicFrame>
      <p:cxnSp>
        <p:nvCxnSpPr>
          <p:cNvPr id="3" name="直接连接符 2"/>
          <p:cNvCxnSpPr/>
          <p:nvPr/>
        </p:nvCxnSpPr>
        <p:spPr bwMode="auto">
          <a:xfrm>
            <a:off x="4211638" y="1687513"/>
            <a:ext cx="431800" cy="0"/>
          </a:xfrm>
          <a:prstGeom prst="line">
            <a:avLst/>
          </a:prstGeom>
          <a:ln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 bwMode="auto">
          <a:xfrm>
            <a:off x="1109663" y="2530475"/>
            <a:ext cx="614363" cy="0"/>
          </a:xfrm>
          <a:prstGeom prst="line">
            <a:avLst/>
          </a:prstGeom>
          <a:ln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067" name="TextBox 1"/>
          <p:cNvSpPr txBox="1"/>
          <p:nvPr/>
        </p:nvSpPr>
        <p:spPr>
          <a:xfrm>
            <a:off x="6499225" y="4646613"/>
            <a:ext cx="41275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altLang="zh-CN" sz="2400" i="1" baseline="-25000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5068" name="TextBox 1"/>
          <p:cNvSpPr txBox="1"/>
          <p:nvPr/>
        </p:nvSpPr>
        <p:spPr>
          <a:xfrm>
            <a:off x="6372225" y="4446588"/>
            <a:ext cx="333375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45069" name="TextBox 12"/>
          <p:cNvSpPr txBox="1"/>
          <p:nvPr/>
        </p:nvSpPr>
        <p:spPr>
          <a:xfrm>
            <a:off x="6410325" y="4941888"/>
            <a:ext cx="268288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45070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baseline="0" dirty="0">
                <a:latin typeface="Arial Black" panose="020B0A04020102020204" pitchFamily="34" charset="0"/>
                <a:cs typeface="Arial" panose="020B0604020202020204" pitchFamily="34" charset="0"/>
              </a:rPr>
              <a:pPr lvl="0" algn="r" eaLnBrk="1" hangingPunct="1">
                <a:buNone/>
              </a:pPr>
              <a:t>40</a:t>
            </a:fld>
            <a:endParaRPr lang="en-US" altLang="zh-CN" sz="1200" baseline="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9750" y="4027170"/>
            <a:ext cx="3096895" cy="1881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（</a:t>
            </a:r>
            <a:r>
              <a:rPr lang="en-US" altLang="zh-CN" sz="2800"/>
              <a:t>1</a:t>
            </a:r>
            <a:r>
              <a:rPr lang="zh-CN" altLang="en-US" sz="2800"/>
              <a:t>）和（</a:t>
            </a:r>
            <a:r>
              <a:rPr lang="en-US" altLang="zh-CN" sz="2800"/>
              <a:t>2</a:t>
            </a:r>
            <a:r>
              <a:rPr lang="zh-CN" altLang="en-US" sz="2800"/>
              <a:t>）相加合并得：</a:t>
            </a:r>
          </a:p>
          <a:p>
            <a:endParaRPr lang="zh-CN" altLang="en-US" sz="2800"/>
          </a:p>
          <a:p>
            <a:r>
              <a:rPr lang="en-US" altLang="zh-CN" baseline="0">
                <a:solidFill>
                  <a:schemeClr val="tx1"/>
                </a:solidFill>
                <a:uFillTx/>
              </a:rPr>
              <a:t>-20+6i</a:t>
            </a:r>
            <a:r>
              <a:rPr lang="en-US" altLang="zh-CN">
                <a:solidFill>
                  <a:schemeClr val="tx1"/>
                </a:solidFill>
                <a:uFillTx/>
              </a:rPr>
              <a:t>1</a:t>
            </a:r>
            <a:r>
              <a:rPr lang="en-US" altLang="zh-CN" baseline="0">
                <a:solidFill>
                  <a:schemeClr val="tx1"/>
                </a:solidFill>
                <a:uFillTx/>
              </a:rPr>
              <a:t>+14i</a:t>
            </a:r>
            <a:r>
              <a:rPr lang="en-US" altLang="zh-CN">
                <a:solidFill>
                  <a:schemeClr val="tx1"/>
                </a:solidFill>
                <a:uFillTx/>
              </a:rPr>
              <a:t>2</a:t>
            </a:r>
            <a:r>
              <a:rPr lang="en-US" altLang="zh-CN" baseline="0">
                <a:solidFill>
                  <a:schemeClr val="tx1"/>
                </a:solidFill>
                <a:uFillTx/>
              </a:rPr>
              <a:t>=0,</a:t>
            </a:r>
          </a:p>
          <a:p>
            <a:r>
              <a:rPr lang="zh-CN" altLang="en-US" baseline="0">
                <a:solidFill>
                  <a:schemeClr val="tx1"/>
                </a:solidFill>
                <a:uFillTx/>
              </a:rPr>
              <a:t>超网孔。和（</a:t>
            </a:r>
            <a:r>
              <a:rPr lang="en-US" altLang="zh-CN" baseline="0">
                <a:solidFill>
                  <a:schemeClr val="tx1"/>
                </a:solidFill>
                <a:uFillTx/>
              </a:rPr>
              <a:t>3</a:t>
            </a:r>
            <a:r>
              <a:rPr lang="zh-CN" altLang="en-US" baseline="0">
                <a:solidFill>
                  <a:schemeClr val="tx1"/>
                </a:solidFill>
                <a:uFillTx/>
              </a:rPr>
              <a:t>）式一起可以求得解。</a:t>
            </a:r>
            <a:endParaRPr lang="en-US" altLang="zh-CN" baseline="0">
              <a:solidFill>
                <a:schemeClr val="tx1"/>
              </a:solidFill>
              <a:uFillTx/>
            </a:endParaRPr>
          </a:p>
          <a:p>
            <a:endParaRPr lang="en-US" altLang="zh-CN" baseline="0">
              <a:solidFill>
                <a:schemeClr val="tx1"/>
              </a:solidFill>
              <a:uFillTx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2"/>
          <p:cNvSpPr txBox="1"/>
          <p:nvPr/>
        </p:nvSpPr>
        <p:spPr>
          <a:xfrm>
            <a:off x="468313" y="476250"/>
            <a:ext cx="7777162" cy="5911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举例（例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3-7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）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   </a:t>
            </a: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堂练</a:t>
            </a: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Times New Roman" panose="02020603050405020304" pitchFamily="18" charset="0"/>
                <a:cs typeface="Arial" panose="020B0604020202020204" pitchFamily="34" charset="0"/>
              </a:rPr>
              <a:t>如图</a:t>
            </a:r>
            <a:r>
              <a:rPr lang="en-US" altLang="zh-CN" sz="2000" b="1" dirty="0">
                <a:latin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zh-CN" altLang="en-US" sz="2000" b="1" dirty="0">
                <a:latin typeface="Times New Roman" panose="02020603050405020304" pitchFamily="18" charset="0"/>
                <a:cs typeface="Arial" panose="020B0604020202020204" pitchFamily="34" charset="0"/>
              </a:rPr>
              <a:t>用网孔分析法求</a:t>
            </a:r>
            <a:r>
              <a:rPr lang="en-US" altLang="zh-CN" sz="2000" b="1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altLang="zh-CN" sz="2000" b="1" i="1" baseline="-25000" dirty="0">
                <a:latin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n-US" altLang="zh-CN" sz="2000" b="1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  <a:cs typeface="Arial" panose="020B0604020202020204" pitchFamily="34" charset="0"/>
              </a:rPr>
              <a:t>、</a:t>
            </a:r>
            <a:r>
              <a:rPr lang="en-US" altLang="zh-CN" sz="2000" b="1" i="1" dirty="0">
                <a:latin typeface="Times New Roman" panose="02020603050405020304" pitchFamily="18" charset="0"/>
                <a:cs typeface="Arial" panose="020B0604020202020204" pitchFamily="34" charset="0"/>
              </a:rPr>
              <a:t> i</a:t>
            </a:r>
            <a:r>
              <a:rPr lang="en-US" altLang="zh-CN" sz="2000" b="1" i="1" baseline="-25000" dirty="0"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zh-CN" altLang="en-US" sz="2000" b="1" i="1" baseline="-25000" dirty="0">
                <a:latin typeface="Times New Roman" panose="02020603050405020304" pitchFamily="18" charset="0"/>
                <a:cs typeface="Arial" panose="020B0604020202020204" pitchFamily="34" charset="0"/>
              </a:rPr>
              <a:t>、</a:t>
            </a:r>
            <a:r>
              <a:rPr lang="en-US" altLang="zh-CN" sz="2000" b="1" i="1" dirty="0">
                <a:latin typeface="Times New Roman" panose="02020603050405020304" pitchFamily="18" charset="0"/>
                <a:cs typeface="Arial" panose="020B0604020202020204" pitchFamily="34" charset="0"/>
              </a:rPr>
              <a:t> i</a:t>
            </a:r>
            <a:r>
              <a:rPr lang="en-US" altLang="zh-CN" sz="2000" b="1" i="1" baseline="-25000" dirty="0">
                <a:latin typeface="Times New Roman" panose="02020603050405020304" pitchFamily="18" charset="0"/>
                <a:cs typeface="Arial" panose="020B0604020202020204" pitchFamily="34" charset="0"/>
              </a:rPr>
              <a:t>3</a:t>
            </a:r>
            <a:r>
              <a:rPr lang="zh-CN" altLang="en-US" sz="2000" b="1" i="1" baseline="-25000" dirty="0">
                <a:latin typeface="Times New Roman" panose="02020603050405020304" pitchFamily="18" charset="0"/>
                <a:cs typeface="Arial" panose="020B0604020202020204" pitchFamily="34" charset="0"/>
              </a:rPr>
              <a:t>、</a:t>
            </a:r>
            <a:r>
              <a:rPr lang="en-US" altLang="zh-CN" sz="2000" b="1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altLang="zh-CN" sz="2000" b="1" i="1" baseline="-25000" dirty="0">
                <a:latin typeface="Times New Roman" panose="02020603050405020304" pitchFamily="18" charset="0"/>
                <a:cs typeface="Arial" panose="020B0604020202020204" pitchFamily="34" charset="0"/>
              </a:rPr>
              <a:t>4</a:t>
            </a:r>
            <a:r>
              <a:rPr lang="en-US" altLang="zh-CN" sz="2000" b="1" dirty="0">
                <a:latin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US" altLang="zh-CN" sz="2000" b="1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grpSp>
        <p:nvGrpSpPr>
          <p:cNvPr id="46083" name="Group 4"/>
          <p:cNvGrpSpPr/>
          <p:nvPr/>
        </p:nvGrpSpPr>
        <p:grpSpPr>
          <a:xfrm>
            <a:off x="971550" y="1660525"/>
            <a:ext cx="6480175" cy="3960813"/>
            <a:chOff x="511" y="396"/>
            <a:chExt cx="4745" cy="3517"/>
          </a:xfrm>
        </p:grpSpPr>
        <p:sp>
          <p:nvSpPr>
            <p:cNvPr id="46086" name="Freeform 5"/>
            <p:cNvSpPr/>
            <p:nvPr/>
          </p:nvSpPr>
          <p:spPr>
            <a:xfrm>
              <a:off x="4799" y="2066"/>
              <a:ext cx="1" cy="1454"/>
            </a:xfrm>
            <a:custGeom>
              <a:avLst/>
              <a:gdLst>
                <a:gd name="txL" fmla="*/ 0 w 1"/>
                <a:gd name="txT" fmla="*/ 0 h 1278"/>
                <a:gd name="txR" fmla="*/ 1 w 1"/>
                <a:gd name="txB" fmla="*/ 1278 h 1278"/>
              </a:gdLst>
              <a:ahLst/>
              <a:cxnLst>
                <a:cxn ang="0">
                  <a:pos x="0" y="41626"/>
                </a:cxn>
                <a:cxn ang="0">
                  <a:pos x="0" y="0"/>
                </a:cxn>
                <a:cxn ang="0">
                  <a:pos x="0" y="41626"/>
                </a:cxn>
                <a:cxn ang="0">
                  <a:pos x="0" y="41626"/>
                </a:cxn>
              </a:cxnLst>
              <a:rect l="txL" t="txT" r="txR" b="txB"/>
              <a:pathLst>
                <a:path w="1" h="1278">
                  <a:moveTo>
                    <a:pt x="0" y="1278"/>
                  </a:moveTo>
                  <a:lnTo>
                    <a:pt x="0" y="0"/>
                  </a:lnTo>
                  <a:lnTo>
                    <a:pt x="0" y="127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87" name="Freeform 6"/>
            <p:cNvSpPr>
              <a:spLocks noEditPoints="1"/>
            </p:cNvSpPr>
            <p:nvPr/>
          </p:nvSpPr>
          <p:spPr>
            <a:xfrm>
              <a:off x="847" y="2066"/>
              <a:ext cx="3952" cy="2"/>
            </a:xfrm>
            <a:custGeom>
              <a:avLst/>
              <a:gdLst>
                <a:gd name="txL" fmla="*/ 0 w 3517"/>
                <a:gd name="txT" fmla="*/ 0 h 2"/>
                <a:gd name="txR" fmla="*/ 3517 w 3517"/>
                <a:gd name="txB" fmla="*/ 2 h 2"/>
              </a:gdLst>
              <a:ahLst/>
              <a:cxnLst>
                <a:cxn ang="0">
                  <a:pos x="81956" y="0"/>
                </a:cxn>
                <a:cxn ang="0">
                  <a:pos x="0" y="0"/>
                </a:cxn>
                <a:cxn ang="0">
                  <a:pos x="81956" y="0"/>
                </a:cxn>
                <a:cxn ang="0">
                  <a:pos x="81956" y="0"/>
                </a:cxn>
                <a:cxn ang="0">
                  <a:pos x="81956" y="0"/>
                </a:cxn>
                <a:cxn ang="0">
                  <a:pos x="81956" y="0"/>
                </a:cxn>
                <a:cxn ang="0">
                  <a:pos x="81956" y="0"/>
                </a:cxn>
              </a:cxnLst>
              <a:rect l="txL" t="txT" r="txR" b="txB"/>
              <a:pathLst>
                <a:path w="3517" h="2">
                  <a:moveTo>
                    <a:pt x="3517" y="0"/>
                  </a:moveTo>
                  <a:lnTo>
                    <a:pt x="0" y="0"/>
                  </a:lnTo>
                  <a:lnTo>
                    <a:pt x="3517" y="0"/>
                  </a:lnTo>
                  <a:close/>
                  <a:moveTo>
                    <a:pt x="3517" y="0"/>
                  </a:moveTo>
                  <a:lnTo>
                    <a:pt x="3517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88" name="Freeform 7"/>
            <p:cNvSpPr>
              <a:spLocks noEditPoints="1"/>
            </p:cNvSpPr>
            <p:nvPr/>
          </p:nvSpPr>
          <p:spPr>
            <a:xfrm>
              <a:off x="847" y="2066"/>
              <a:ext cx="1" cy="1454"/>
            </a:xfrm>
            <a:custGeom>
              <a:avLst/>
              <a:gdLst>
                <a:gd name="txL" fmla="*/ 0 w 1"/>
                <a:gd name="txT" fmla="*/ 0 h 1278"/>
                <a:gd name="txR" fmla="*/ 1 w 1"/>
                <a:gd name="txB" fmla="*/ 1278 h 1278"/>
              </a:gdLst>
              <a:ahLst/>
              <a:cxnLst>
                <a:cxn ang="0">
                  <a:pos x="0" y="0"/>
                </a:cxn>
                <a:cxn ang="0">
                  <a:pos x="0" y="41626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278">
                  <a:moveTo>
                    <a:pt x="0" y="0"/>
                  </a:moveTo>
                  <a:lnTo>
                    <a:pt x="0" y="1278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89" name="Freeform 8"/>
            <p:cNvSpPr>
              <a:spLocks noEditPoints="1"/>
            </p:cNvSpPr>
            <p:nvPr/>
          </p:nvSpPr>
          <p:spPr>
            <a:xfrm>
              <a:off x="847" y="3520"/>
              <a:ext cx="3952" cy="1"/>
            </a:xfrm>
            <a:custGeom>
              <a:avLst/>
              <a:gdLst>
                <a:gd name="txL" fmla="*/ 0 w 3517"/>
                <a:gd name="txT" fmla="*/ 0 h 1"/>
                <a:gd name="txR" fmla="*/ 3517 w 3517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81956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3517" h="1">
                  <a:moveTo>
                    <a:pt x="0" y="0"/>
                  </a:moveTo>
                  <a:lnTo>
                    <a:pt x="3517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0" name="Freeform 9"/>
            <p:cNvSpPr/>
            <p:nvPr/>
          </p:nvSpPr>
          <p:spPr>
            <a:xfrm>
              <a:off x="4799" y="3520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1" name="Freeform 10"/>
            <p:cNvSpPr/>
            <p:nvPr/>
          </p:nvSpPr>
          <p:spPr>
            <a:xfrm>
              <a:off x="2164" y="681"/>
              <a:ext cx="1" cy="2839"/>
            </a:xfrm>
            <a:custGeom>
              <a:avLst/>
              <a:gdLst>
                <a:gd name="txL" fmla="*/ 0 w 1"/>
                <a:gd name="txT" fmla="*/ 0 h 2496"/>
                <a:gd name="txR" fmla="*/ 1 w 1"/>
                <a:gd name="txB" fmla="*/ 2496 h 2496"/>
              </a:gdLst>
              <a:ahLst/>
              <a:cxnLst>
                <a:cxn ang="0">
                  <a:pos x="0" y="0"/>
                </a:cxn>
                <a:cxn ang="0">
                  <a:pos x="0" y="80751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2496">
                  <a:moveTo>
                    <a:pt x="0" y="0"/>
                  </a:moveTo>
                  <a:lnTo>
                    <a:pt x="0" y="24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2" name="Freeform 11"/>
            <p:cNvSpPr>
              <a:spLocks noEditPoints="1"/>
            </p:cNvSpPr>
            <p:nvPr/>
          </p:nvSpPr>
          <p:spPr>
            <a:xfrm>
              <a:off x="847" y="3520"/>
              <a:ext cx="1317" cy="1"/>
            </a:xfrm>
            <a:custGeom>
              <a:avLst/>
              <a:gdLst>
                <a:gd name="txL" fmla="*/ 0 w 1172"/>
                <a:gd name="txT" fmla="*/ 0 h 1"/>
                <a:gd name="txR" fmla="*/ 1172 w 1172"/>
                <a:gd name="txB" fmla="*/ 1 h 1"/>
              </a:gdLst>
              <a:ahLst/>
              <a:cxnLst>
                <a:cxn ang="0">
                  <a:pos x="27334" y="0"/>
                </a:cxn>
                <a:cxn ang="0">
                  <a:pos x="0" y="0"/>
                </a:cxn>
                <a:cxn ang="0">
                  <a:pos x="27334" y="0"/>
                </a:cxn>
                <a:cxn ang="0">
                  <a:pos x="27334" y="0"/>
                </a:cxn>
                <a:cxn ang="0">
                  <a:pos x="27334" y="0"/>
                </a:cxn>
                <a:cxn ang="0">
                  <a:pos x="27334" y="0"/>
                </a:cxn>
                <a:cxn ang="0">
                  <a:pos x="27334" y="0"/>
                </a:cxn>
              </a:cxnLst>
              <a:rect l="txL" t="txT" r="txR" b="txB"/>
              <a:pathLst>
                <a:path w="1172" h="1">
                  <a:moveTo>
                    <a:pt x="1172" y="0"/>
                  </a:moveTo>
                  <a:lnTo>
                    <a:pt x="0" y="0"/>
                  </a:lnTo>
                  <a:lnTo>
                    <a:pt x="1172" y="0"/>
                  </a:lnTo>
                  <a:close/>
                  <a:moveTo>
                    <a:pt x="1172" y="0"/>
                  </a:moveTo>
                  <a:lnTo>
                    <a:pt x="1172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3" name="Freeform 12"/>
            <p:cNvSpPr>
              <a:spLocks noEditPoints="1"/>
            </p:cNvSpPr>
            <p:nvPr/>
          </p:nvSpPr>
          <p:spPr>
            <a:xfrm>
              <a:off x="847" y="681"/>
              <a:ext cx="1" cy="2839"/>
            </a:xfrm>
            <a:custGeom>
              <a:avLst/>
              <a:gdLst>
                <a:gd name="txL" fmla="*/ 0 w 1"/>
                <a:gd name="txT" fmla="*/ 0 h 2496"/>
                <a:gd name="txR" fmla="*/ 1 w 1"/>
                <a:gd name="txB" fmla="*/ 2496 h 2496"/>
              </a:gdLst>
              <a:ahLst/>
              <a:cxnLst>
                <a:cxn ang="0">
                  <a:pos x="0" y="80751"/>
                </a:cxn>
                <a:cxn ang="0">
                  <a:pos x="0" y="0"/>
                </a:cxn>
                <a:cxn ang="0">
                  <a:pos x="0" y="80751"/>
                </a:cxn>
                <a:cxn ang="0">
                  <a:pos x="0" y="80751"/>
                </a:cxn>
                <a:cxn ang="0">
                  <a:pos x="0" y="80751"/>
                </a:cxn>
                <a:cxn ang="0">
                  <a:pos x="0" y="80751"/>
                </a:cxn>
                <a:cxn ang="0">
                  <a:pos x="0" y="80751"/>
                </a:cxn>
              </a:cxnLst>
              <a:rect l="txL" t="txT" r="txR" b="txB"/>
              <a:pathLst>
                <a:path w="1" h="2496">
                  <a:moveTo>
                    <a:pt x="0" y="2496"/>
                  </a:moveTo>
                  <a:lnTo>
                    <a:pt x="0" y="0"/>
                  </a:lnTo>
                  <a:lnTo>
                    <a:pt x="0" y="2496"/>
                  </a:lnTo>
                  <a:close/>
                  <a:moveTo>
                    <a:pt x="0" y="2496"/>
                  </a:moveTo>
                  <a:lnTo>
                    <a:pt x="0" y="249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4" name="Freeform 13"/>
            <p:cNvSpPr>
              <a:spLocks noEditPoints="1"/>
            </p:cNvSpPr>
            <p:nvPr/>
          </p:nvSpPr>
          <p:spPr>
            <a:xfrm>
              <a:off x="847" y="681"/>
              <a:ext cx="1317" cy="2"/>
            </a:xfrm>
            <a:custGeom>
              <a:avLst/>
              <a:gdLst>
                <a:gd name="txL" fmla="*/ 0 w 1172"/>
                <a:gd name="txT" fmla="*/ 0 h 2"/>
                <a:gd name="txR" fmla="*/ 1172 w 1172"/>
                <a:gd name="txB" fmla="*/ 2 h 2"/>
              </a:gdLst>
              <a:ahLst/>
              <a:cxnLst>
                <a:cxn ang="0">
                  <a:pos x="0" y="0"/>
                </a:cxn>
                <a:cxn ang="0">
                  <a:pos x="27334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172" h="2">
                  <a:moveTo>
                    <a:pt x="0" y="0"/>
                  </a:moveTo>
                  <a:lnTo>
                    <a:pt x="1172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5" name="Freeform 14"/>
            <p:cNvSpPr/>
            <p:nvPr/>
          </p:nvSpPr>
          <p:spPr>
            <a:xfrm>
              <a:off x="2164" y="681"/>
              <a:ext cx="1" cy="2"/>
            </a:xfrm>
            <a:custGeom>
              <a:avLst/>
              <a:gdLst>
                <a:gd name="txL" fmla="*/ 0 w 1"/>
                <a:gd name="txT" fmla="*/ 0 h 2"/>
                <a:gd name="txR" fmla="*/ 1 w 1"/>
                <a:gd name="txB" fmla="*/ 2 h 2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2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6" name="Freeform 15"/>
            <p:cNvSpPr/>
            <p:nvPr/>
          </p:nvSpPr>
          <p:spPr>
            <a:xfrm>
              <a:off x="2164" y="681"/>
              <a:ext cx="1" cy="2839"/>
            </a:xfrm>
            <a:custGeom>
              <a:avLst/>
              <a:gdLst>
                <a:gd name="txL" fmla="*/ 0 w 1"/>
                <a:gd name="txT" fmla="*/ 0 h 2496"/>
                <a:gd name="txR" fmla="*/ 1 w 1"/>
                <a:gd name="txB" fmla="*/ 2496 h 2496"/>
              </a:gdLst>
              <a:ahLst/>
              <a:cxnLst>
                <a:cxn ang="0">
                  <a:pos x="0" y="0"/>
                </a:cxn>
                <a:cxn ang="0">
                  <a:pos x="0" y="80751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2496">
                  <a:moveTo>
                    <a:pt x="0" y="0"/>
                  </a:moveTo>
                  <a:lnTo>
                    <a:pt x="0" y="24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7" name="Freeform 16"/>
            <p:cNvSpPr>
              <a:spLocks noEditPoints="1"/>
            </p:cNvSpPr>
            <p:nvPr/>
          </p:nvSpPr>
          <p:spPr>
            <a:xfrm>
              <a:off x="847" y="3520"/>
              <a:ext cx="1317" cy="1"/>
            </a:xfrm>
            <a:custGeom>
              <a:avLst/>
              <a:gdLst>
                <a:gd name="txL" fmla="*/ 0 w 1172"/>
                <a:gd name="txT" fmla="*/ 0 h 1"/>
                <a:gd name="txR" fmla="*/ 1172 w 1172"/>
                <a:gd name="txB" fmla="*/ 1 h 1"/>
              </a:gdLst>
              <a:ahLst/>
              <a:cxnLst>
                <a:cxn ang="0">
                  <a:pos x="27334" y="0"/>
                </a:cxn>
                <a:cxn ang="0">
                  <a:pos x="0" y="0"/>
                </a:cxn>
                <a:cxn ang="0">
                  <a:pos x="27334" y="0"/>
                </a:cxn>
                <a:cxn ang="0">
                  <a:pos x="27334" y="0"/>
                </a:cxn>
                <a:cxn ang="0">
                  <a:pos x="27334" y="0"/>
                </a:cxn>
                <a:cxn ang="0">
                  <a:pos x="27334" y="0"/>
                </a:cxn>
                <a:cxn ang="0">
                  <a:pos x="27334" y="0"/>
                </a:cxn>
              </a:cxnLst>
              <a:rect l="txL" t="txT" r="txR" b="txB"/>
              <a:pathLst>
                <a:path w="1172" h="1">
                  <a:moveTo>
                    <a:pt x="1172" y="0"/>
                  </a:moveTo>
                  <a:lnTo>
                    <a:pt x="0" y="0"/>
                  </a:lnTo>
                  <a:lnTo>
                    <a:pt x="1172" y="0"/>
                  </a:lnTo>
                  <a:close/>
                  <a:moveTo>
                    <a:pt x="1172" y="0"/>
                  </a:moveTo>
                  <a:lnTo>
                    <a:pt x="1172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8" name="Freeform 17"/>
            <p:cNvSpPr>
              <a:spLocks noEditPoints="1"/>
            </p:cNvSpPr>
            <p:nvPr/>
          </p:nvSpPr>
          <p:spPr>
            <a:xfrm>
              <a:off x="847" y="681"/>
              <a:ext cx="1" cy="2839"/>
            </a:xfrm>
            <a:custGeom>
              <a:avLst/>
              <a:gdLst>
                <a:gd name="txL" fmla="*/ 0 w 1"/>
                <a:gd name="txT" fmla="*/ 0 h 2496"/>
                <a:gd name="txR" fmla="*/ 1 w 1"/>
                <a:gd name="txB" fmla="*/ 2496 h 2496"/>
              </a:gdLst>
              <a:ahLst/>
              <a:cxnLst>
                <a:cxn ang="0">
                  <a:pos x="0" y="80751"/>
                </a:cxn>
                <a:cxn ang="0">
                  <a:pos x="0" y="0"/>
                </a:cxn>
                <a:cxn ang="0">
                  <a:pos x="0" y="80751"/>
                </a:cxn>
                <a:cxn ang="0">
                  <a:pos x="0" y="80751"/>
                </a:cxn>
                <a:cxn ang="0">
                  <a:pos x="0" y="80751"/>
                </a:cxn>
                <a:cxn ang="0">
                  <a:pos x="0" y="80751"/>
                </a:cxn>
                <a:cxn ang="0">
                  <a:pos x="0" y="80751"/>
                </a:cxn>
              </a:cxnLst>
              <a:rect l="txL" t="txT" r="txR" b="txB"/>
              <a:pathLst>
                <a:path w="1" h="2496">
                  <a:moveTo>
                    <a:pt x="0" y="2496"/>
                  </a:moveTo>
                  <a:lnTo>
                    <a:pt x="0" y="0"/>
                  </a:lnTo>
                  <a:lnTo>
                    <a:pt x="0" y="2496"/>
                  </a:lnTo>
                  <a:close/>
                  <a:moveTo>
                    <a:pt x="0" y="2496"/>
                  </a:moveTo>
                  <a:lnTo>
                    <a:pt x="0" y="249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9" name="Freeform 18"/>
            <p:cNvSpPr>
              <a:spLocks noEditPoints="1"/>
            </p:cNvSpPr>
            <p:nvPr/>
          </p:nvSpPr>
          <p:spPr>
            <a:xfrm>
              <a:off x="847" y="681"/>
              <a:ext cx="1317" cy="2"/>
            </a:xfrm>
            <a:custGeom>
              <a:avLst/>
              <a:gdLst>
                <a:gd name="txL" fmla="*/ 0 w 1172"/>
                <a:gd name="txT" fmla="*/ 0 h 2"/>
                <a:gd name="txR" fmla="*/ 1172 w 1172"/>
                <a:gd name="txB" fmla="*/ 2 h 2"/>
              </a:gdLst>
              <a:ahLst/>
              <a:cxnLst>
                <a:cxn ang="0">
                  <a:pos x="0" y="0"/>
                </a:cxn>
                <a:cxn ang="0">
                  <a:pos x="27334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172" h="2">
                  <a:moveTo>
                    <a:pt x="0" y="0"/>
                  </a:moveTo>
                  <a:lnTo>
                    <a:pt x="1172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0" name="Freeform 19"/>
            <p:cNvSpPr/>
            <p:nvPr/>
          </p:nvSpPr>
          <p:spPr>
            <a:xfrm>
              <a:off x="2164" y="681"/>
              <a:ext cx="1" cy="2"/>
            </a:xfrm>
            <a:custGeom>
              <a:avLst/>
              <a:gdLst>
                <a:gd name="txL" fmla="*/ 0 w 1"/>
                <a:gd name="txT" fmla="*/ 0 h 2"/>
                <a:gd name="txR" fmla="*/ 1 w 1"/>
                <a:gd name="txB" fmla="*/ 2 h 2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2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1" name="Freeform 20"/>
            <p:cNvSpPr/>
            <p:nvPr/>
          </p:nvSpPr>
          <p:spPr>
            <a:xfrm>
              <a:off x="1068" y="3330"/>
              <a:ext cx="1" cy="13"/>
            </a:xfrm>
            <a:custGeom>
              <a:avLst/>
              <a:gdLst>
                <a:gd name="txL" fmla="*/ 0 w 1"/>
                <a:gd name="txT" fmla="*/ 0 h 12"/>
                <a:gd name="txR" fmla="*/ 1 w 1"/>
                <a:gd name="txB" fmla="*/ 12 h 12"/>
              </a:gdLst>
              <a:ahLst/>
              <a:cxnLst>
                <a:cxn ang="0">
                  <a:pos x="0" y="102"/>
                </a:cxn>
                <a:cxn ang="0">
                  <a:pos x="0" y="0"/>
                </a:cxn>
                <a:cxn ang="0">
                  <a:pos x="0" y="102"/>
                </a:cxn>
                <a:cxn ang="0">
                  <a:pos x="0" y="102"/>
                </a:cxn>
              </a:cxnLst>
              <a:rect l="txL" t="txT" r="txR" b="txB"/>
              <a:pathLst>
                <a:path w="1" h="12">
                  <a:moveTo>
                    <a:pt x="0" y="12"/>
                  </a:moveTo>
                  <a:lnTo>
                    <a:pt x="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2" name="Freeform 21"/>
            <p:cNvSpPr>
              <a:spLocks noEditPoints="1"/>
            </p:cNvSpPr>
            <p:nvPr/>
          </p:nvSpPr>
          <p:spPr>
            <a:xfrm>
              <a:off x="1068" y="3255"/>
              <a:ext cx="1" cy="54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173"/>
                </a:cxn>
                <a:cxn ang="0">
                  <a:pos x="0" y="732"/>
                </a:cxn>
                <a:cxn ang="0">
                  <a:pos x="0" y="1173"/>
                </a:cxn>
                <a:cxn ang="0">
                  <a:pos x="0" y="1173"/>
                </a:cxn>
                <a:cxn ang="0">
                  <a:pos x="0" y="457"/>
                </a:cxn>
                <a:cxn ang="0">
                  <a:pos x="0" y="0"/>
                </a:cxn>
                <a:cxn ang="0">
                  <a:pos x="0" y="457"/>
                </a:cxn>
                <a:cxn ang="0">
                  <a:pos x="0" y="457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0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3" name="Freeform 22"/>
            <p:cNvSpPr>
              <a:spLocks noEditPoints="1"/>
            </p:cNvSpPr>
            <p:nvPr/>
          </p:nvSpPr>
          <p:spPr>
            <a:xfrm>
              <a:off x="1068" y="3180"/>
              <a:ext cx="1" cy="54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173"/>
                </a:cxn>
                <a:cxn ang="0">
                  <a:pos x="0" y="880"/>
                </a:cxn>
                <a:cxn ang="0">
                  <a:pos x="0" y="1173"/>
                </a:cxn>
                <a:cxn ang="0">
                  <a:pos x="0" y="1173"/>
                </a:cxn>
                <a:cxn ang="0">
                  <a:pos x="0" y="457"/>
                </a:cxn>
                <a:cxn ang="0">
                  <a:pos x="0" y="0"/>
                </a:cxn>
                <a:cxn ang="0">
                  <a:pos x="0" y="457"/>
                </a:cxn>
                <a:cxn ang="0">
                  <a:pos x="0" y="457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6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4" name="Freeform 23"/>
            <p:cNvSpPr>
              <a:spLocks noEditPoints="1"/>
            </p:cNvSpPr>
            <p:nvPr/>
          </p:nvSpPr>
          <p:spPr>
            <a:xfrm>
              <a:off x="1068" y="3112"/>
              <a:ext cx="1" cy="54"/>
            </a:xfrm>
            <a:custGeom>
              <a:avLst/>
              <a:gdLst>
                <a:gd name="txL" fmla="*/ 0 w 1"/>
                <a:gd name="txT" fmla="*/ 0 h 47"/>
                <a:gd name="txR" fmla="*/ 1 w 1"/>
                <a:gd name="txB" fmla="*/ 47 h 47"/>
              </a:gdLst>
              <a:ahLst/>
              <a:cxnLst>
                <a:cxn ang="0">
                  <a:pos x="0" y="1987"/>
                </a:cxn>
                <a:cxn ang="0">
                  <a:pos x="0" y="1259"/>
                </a:cxn>
                <a:cxn ang="0">
                  <a:pos x="0" y="1987"/>
                </a:cxn>
                <a:cxn ang="0">
                  <a:pos x="0" y="1987"/>
                </a:cxn>
                <a:cxn ang="0">
                  <a:pos x="0" y="485"/>
                </a:cxn>
                <a:cxn ang="0">
                  <a:pos x="0" y="0"/>
                </a:cxn>
                <a:cxn ang="0">
                  <a:pos x="0" y="485"/>
                </a:cxn>
                <a:cxn ang="0">
                  <a:pos x="0" y="485"/>
                </a:cxn>
              </a:cxnLst>
              <a:rect l="txL" t="txT" r="txR" b="txB"/>
              <a:pathLst>
                <a:path w="1" h="47">
                  <a:moveTo>
                    <a:pt x="0" y="47"/>
                  </a:moveTo>
                  <a:lnTo>
                    <a:pt x="0" y="29"/>
                  </a:lnTo>
                  <a:lnTo>
                    <a:pt x="0" y="47"/>
                  </a:lnTo>
                  <a:close/>
                  <a:moveTo>
                    <a:pt x="0" y="11"/>
                  </a:moveTo>
                  <a:lnTo>
                    <a:pt x="0" y="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5" name="Freeform 24"/>
            <p:cNvSpPr>
              <a:spLocks noEditPoints="1"/>
            </p:cNvSpPr>
            <p:nvPr/>
          </p:nvSpPr>
          <p:spPr>
            <a:xfrm>
              <a:off x="1068" y="3037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896"/>
                </a:cxn>
                <a:cxn ang="0">
                  <a:pos x="0" y="1203"/>
                </a:cxn>
                <a:cxn ang="0">
                  <a:pos x="0" y="1896"/>
                </a:cxn>
                <a:cxn ang="0">
                  <a:pos x="0" y="1896"/>
                </a:cxn>
                <a:cxn ang="0">
                  <a:pos x="0" y="731"/>
                </a:cxn>
                <a:cxn ang="0">
                  <a:pos x="0" y="0"/>
                </a:cxn>
                <a:cxn ang="0">
                  <a:pos x="0" y="731"/>
                </a:cxn>
                <a:cxn ang="0">
                  <a:pos x="0" y="731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0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6" name="Freeform 25"/>
            <p:cNvSpPr>
              <a:spLocks noEditPoints="1"/>
            </p:cNvSpPr>
            <p:nvPr/>
          </p:nvSpPr>
          <p:spPr>
            <a:xfrm>
              <a:off x="1068" y="2962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896"/>
                </a:cxn>
                <a:cxn ang="0">
                  <a:pos x="0" y="1440"/>
                </a:cxn>
                <a:cxn ang="0">
                  <a:pos x="0" y="1896"/>
                </a:cxn>
                <a:cxn ang="0">
                  <a:pos x="0" y="1896"/>
                </a:cxn>
                <a:cxn ang="0">
                  <a:pos x="0" y="731"/>
                </a:cxn>
                <a:cxn ang="0">
                  <a:pos x="0" y="0"/>
                </a:cxn>
                <a:cxn ang="0">
                  <a:pos x="0" y="731"/>
                </a:cxn>
                <a:cxn ang="0">
                  <a:pos x="0" y="731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6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7" name="Freeform 26"/>
            <p:cNvSpPr>
              <a:spLocks noEditPoints="1"/>
            </p:cNvSpPr>
            <p:nvPr/>
          </p:nvSpPr>
          <p:spPr>
            <a:xfrm>
              <a:off x="1068" y="2894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896"/>
                </a:cxn>
                <a:cxn ang="0">
                  <a:pos x="0" y="1203"/>
                </a:cxn>
                <a:cxn ang="0">
                  <a:pos x="0" y="1896"/>
                </a:cxn>
                <a:cxn ang="0">
                  <a:pos x="0" y="1896"/>
                </a:cxn>
                <a:cxn ang="0">
                  <a:pos x="0" y="486"/>
                </a:cxn>
                <a:cxn ang="0">
                  <a:pos x="0" y="0"/>
                </a:cxn>
                <a:cxn ang="0">
                  <a:pos x="0" y="486"/>
                </a:cxn>
                <a:cxn ang="0">
                  <a:pos x="0" y="486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0"/>
                  </a:lnTo>
                  <a:lnTo>
                    <a:pt x="0" y="48"/>
                  </a:lnTo>
                  <a:close/>
                  <a:moveTo>
                    <a:pt x="0" y="12"/>
                  </a:moveTo>
                  <a:lnTo>
                    <a:pt x="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8" name="Freeform 27"/>
            <p:cNvSpPr>
              <a:spLocks noEditPoints="1"/>
            </p:cNvSpPr>
            <p:nvPr/>
          </p:nvSpPr>
          <p:spPr>
            <a:xfrm>
              <a:off x="1068" y="2820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896"/>
                </a:cxn>
                <a:cxn ang="0">
                  <a:pos x="0" y="1440"/>
                </a:cxn>
                <a:cxn ang="0">
                  <a:pos x="0" y="1896"/>
                </a:cxn>
                <a:cxn ang="0">
                  <a:pos x="0" y="1896"/>
                </a:cxn>
                <a:cxn ang="0">
                  <a:pos x="0" y="731"/>
                </a:cxn>
                <a:cxn ang="0">
                  <a:pos x="0" y="0"/>
                </a:cxn>
                <a:cxn ang="0">
                  <a:pos x="0" y="731"/>
                </a:cxn>
                <a:cxn ang="0">
                  <a:pos x="0" y="731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6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9" name="Freeform 28"/>
            <p:cNvSpPr>
              <a:spLocks noEditPoints="1"/>
            </p:cNvSpPr>
            <p:nvPr/>
          </p:nvSpPr>
          <p:spPr>
            <a:xfrm>
              <a:off x="1068" y="2752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896"/>
                </a:cxn>
                <a:cxn ang="0">
                  <a:pos x="0" y="1203"/>
                </a:cxn>
                <a:cxn ang="0">
                  <a:pos x="0" y="1896"/>
                </a:cxn>
                <a:cxn ang="0">
                  <a:pos x="0" y="1896"/>
                </a:cxn>
                <a:cxn ang="0">
                  <a:pos x="0" y="486"/>
                </a:cxn>
                <a:cxn ang="0">
                  <a:pos x="0" y="0"/>
                </a:cxn>
                <a:cxn ang="0">
                  <a:pos x="0" y="486"/>
                </a:cxn>
                <a:cxn ang="0">
                  <a:pos x="0" y="486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0"/>
                  </a:lnTo>
                  <a:lnTo>
                    <a:pt x="0" y="48"/>
                  </a:lnTo>
                  <a:close/>
                  <a:moveTo>
                    <a:pt x="0" y="12"/>
                  </a:moveTo>
                  <a:lnTo>
                    <a:pt x="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0" name="Freeform 29"/>
            <p:cNvSpPr>
              <a:spLocks noEditPoints="1"/>
            </p:cNvSpPr>
            <p:nvPr/>
          </p:nvSpPr>
          <p:spPr>
            <a:xfrm>
              <a:off x="1068" y="2677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896"/>
                </a:cxn>
                <a:cxn ang="0">
                  <a:pos x="0" y="1203"/>
                </a:cxn>
                <a:cxn ang="0">
                  <a:pos x="0" y="1896"/>
                </a:cxn>
                <a:cxn ang="0">
                  <a:pos x="0" y="1896"/>
                </a:cxn>
                <a:cxn ang="0">
                  <a:pos x="0" y="731"/>
                </a:cxn>
                <a:cxn ang="0">
                  <a:pos x="0" y="0"/>
                </a:cxn>
                <a:cxn ang="0">
                  <a:pos x="0" y="731"/>
                </a:cxn>
                <a:cxn ang="0">
                  <a:pos x="0" y="731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0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1" name="Freeform 30"/>
            <p:cNvSpPr>
              <a:spLocks noEditPoints="1"/>
            </p:cNvSpPr>
            <p:nvPr/>
          </p:nvSpPr>
          <p:spPr>
            <a:xfrm>
              <a:off x="1068" y="2603"/>
              <a:ext cx="1" cy="54"/>
            </a:xfrm>
            <a:custGeom>
              <a:avLst/>
              <a:gdLst>
                <a:gd name="txL" fmla="*/ 0 w 1"/>
                <a:gd name="txT" fmla="*/ 0 h 47"/>
                <a:gd name="txR" fmla="*/ 1 w 1"/>
                <a:gd name="txB" fmla="*/ 47 h 47"/>
              </a:gdLst>
              <a:ahLst/>
              <a:cxnLst>
                <a:cxn ang="0">
                  <a:pos x="0" y="1987"/>
                </a:cxn>
                <a:cxn ang="0">
                  <a:pos x="0" y="1487"/>
                </a:cxn>
                <a:cxn ang="0">
                  <a:pos x="0" y="1987"/>
                </a:cxn>
                <a:cxn ang="0">
                  <a:pos x="0" y="1987"/>
                </a:cxn>
                <a:cxn ang="0">
                  <a:pos x="0" y="787"/>
                </a:cxn>
                <a:cxn ang="0">
                  <a:pos x="0" y="0"/>
                </a:cxn>
                <a:cxn ang="0">
                  <a:pos x="0" y="787"/>
                </a:cxn>
                <a:cxn ang="0">
                  <a:pos x="0" y="787"/>
                </a:cxn>
              </a:cxnLst>
              <a:rect l="txL" t="txT" r="txR" b="txB"/>
              <a:pathLst>
                <a:path w="1" h="47">
                  <a:moveTo>
                    <a:pt x="0" y="47"/>
                  </a:moveTo>
                  <a:lnTo>
                    <a:pt x="0" y="35"/>
                  </a:lnTo>
                  <a:lnTo>
                    <a:pt x="0" y="47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2" name="Freeform 31"/>
            <p:cNvSpPr>
              <a:spLocks noEditPoints="1"/>
            </p:cNvSpPr>
            <p:nvPr/>
          </p:nvSpPr>
          <p:spPr>
            <a:xfrm>
              <a:off x="1068" y="2535"/>
              <a:ext cx="1" cy="54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173"/>
                </a:cxn>
                <a:cxn ang="0">
                  <a:pos x="0" y="732"/>
                </a:cxn>
                <a:cxn ang="0">
                  <a:pos x="0" y="1173"/>
                </a:cxn>
                <a:cxn ang="0">
                  <a:pos x="0" y="1173"/>
                </a:cxn>
                <a:cxn ang="0">
                  <a:pos x="0" y="321"/>
                </a:cxn>
                <a:cxn ang="0">
                  <a:pos x="0" y="0"/>
                </a:cxn>
                <a:cxn ang="0">
                  <a:pos x="0" y="321"/>
                </a:cxn>
                <a:cxn ang="0">
                  <a:pos x="0" y="321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0"/>
                  </a:lnTo>
                  <a:lnTo>
                    <a:pt x="0" y="48"/>
                  </a:lnTo>
                  <a:close/>
                  <a:moveTo>
                    <a:pt x="0" y="12"/>
                  </a:moveTo>
                  <a:lnTo>
                    <a:pt x="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3" name="Freeform 32"/>
            <p:cNvSpPr>
              <a:spLocks noEditPoints="1"/>
            </p:cNvSpPr>
            <p:nvPr/>
          </p:nvSpPr>
          <p:spPr>
            <a:xfrm>
              <a:off x="1068" y="2460"/>
              <a:ext cx="1" cy="54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173"/>
                </a:cxn>
                <a:cxn ang="0">
                  <a:pos x="0" y="732"/>
                </a:cxn>
                <a:cxn ang="0">
                  <a:pos x="0" y="1173"/>
                </a:cxn>
                <a:cxn ang="0">
                  <a:pos x="0" y="1173"/>
                </a:cxn>
                <a:cxn ang="0">
                  <a:pos x="0" y="457"/>
                </a:cxn>
                <a:cxn ang="0">
                  <a:pos x="0" y="0"/>
                </a:cxn>
                <a:cxn ang="0">
                  <a:pos x="0" y="457"/>
                </a:cxn>
                <a:cxn ang="0">
                  <a:pos x="0" y="457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0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4" name="Freeform 33"/>
            <p:cNvSpPr>
              <a:spLocks noEditPoints="1"/>
            </p:cNvSpPr>
            <p:nvPr/>
          </p:nvSpPr>
          <p:spPr>
            <a:xfrm>
              <a:off x="1068" y="2386"/>
              <a:ext cx="1" cy="53"/>
            </a:xfrm>
            <a:custGeom>
              <a:avLst/>
              <a:gdLst>
                <a:gd name="txL" fmla="*/ 0 w 1"/>
                <a:gd name="txT" fmla="*/ 0 h 47"/>
                <a:gd name="txR" fmla="*/ 1 w 1"/>
                <a:gd name="txB" fmla="*/ 47 h 47"/>
              </a:gdLst>
              <a:ahLst/>
              <a:cxnLst>
                <a:cxn ang="0">
                  <a:pos x="0" y="1227"/>
                </a:cxn>
                <a:cxn ang="0">
                  <a:pos x="0" y="885"/>
                </a:cxn>
                <a:cxn ang="0">
                  <a:pos x="0" y="1227"/>
                </a:cxn>
                <a:cxn ang="0">
                  <a:pos x="0" y="1227"/>
                </a:cxn>
                <a:cxn ang="0">
                  <a:pos x="0" y="417"/>
                </a:cxn>
                <a:cxn ang="0">
                  <a:pos x="0" y="0"/>
                </a:cxn>
                <a:cxn ang="0">
                  <a:pos x="0" y="417"/>
                </a:cxn>
                <a:cxn ang="0">
                  <a:pos x="0" y="417"/>
                </a:cxn>
              </a:cxnLst>
              <a:rect l="txL" t="txT" r="txR" b="txB"/>
              <a:pathLst>
                <a:path w="1" h="47">
                  <a:moveTo>
                    <a:pt x="0" y="47"/>
                  </a:moveTo>
                  <a:lnTo>
                    <a:pt x="0" y="35"/>
                  </a:lnTo>
                  <a:lnTo>
                    <a:pt x="0" y="47"/>
                  </a:lnTo>
                  <a:close/>
                  <a:moveTo>
                    <a:pt x="0" y="17"/>
                  </a:moveTo>
                  <a:lnTo>
                    <a:pt x="0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5" name="Freeform 34"/>
            <p:cNvSpPr>
              <a:spLocks noEditPoints="1"/>
            </p:cNvSpPr>
            <p:nvPr/>
          </p:nvSpPr>
          <p:spPr>
            <a:xfrm>
              <a:off x="1068" y="2318"/>
              <a:ext cx="1" cy="54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173"/>
                </a:cxn>
                <a:cxn ang="0">
                  <a:pos x="0" y="732"/>
                </a:cxn>
                <a:cxn ang="0">
                  <a:pos x="0" y="1173"/>
                </a:cxn>
                <a:cxn ang="0">
                  <a:pos x="0" y="1173"/>
                </a:cxn>
                <a:cxn ang="0">
                  <a:pos x="0" y="321"/>
                </a:cxn>
                <a:cxn ang="0">
                  <a:pos x="0" y="0"/>
                </a:cxn>
                <a:cxn ang="0">
                  <a:pos x="0" y="321"/>
                </a:cxn>
                <a:cxn ang="0">
                  <a:pos x="0" y="321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0"/>
                  </a:lnTo>
                  <a:lnTo>
                    <a:pt x="0" y="48"/>
                  </a:lnTo>
                  <a:close/>
                  <a:moveTo>
                    <a:pt x="0" y="12"/>
                  </a:moveTo>
                  <a:lnTo>
                    <a:pt x="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6" name="Freeform 35"/>
            <p:cNvSpPr>
              <a:spLocks noEditPoints="1"/>
            </p:cNvSpPr>
            <p:nvPr/>
          </p:nvSpPr>
          <p:spPr>
            <a:xfrm>
              <a:off x="1068" y="2243"/>
              <a:ext cx="1" cy="54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173"/>
                </a:cxn>
                <a:cxn ang="0">
                  <a:pos x="0" y="732"/>
                </a:cxn>
                <a:cxn ang="0">
                  <a:pos x="0" y="1173"/>
                </a:cxn>
                <a:cxn ang="0">
                  <a:pos x="0" y="1173"/>
                </a:cxn>
                <a:cxn ang="0">
                  <a:pos x="0" y="457"/>
                </a:cxn>
                <a:cxn ang="0">
                  <a:pos x="0" y="0"/>
                </a:cxn>
                <a:cxn ang="0">
                  <a:pos x="0" y="457"/>
                </a:cxn>
                <a:cxn ang="0">
                  <a:pos x="0" y="457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0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7" name="Freeform 36"/>
            <p:cNvSpPr>
              <a:spLocks noEditPoints="1"/>
            </p:cNvSpPr>
            <p:nvPr/>
          </p:nvSpPr>
          <p:spPr>
            <a:xfrm>
              <a:off x="1068" y="2168"/>
              <a:ext cx="1" cy="54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173"/>
                </a:cxn>
                <a:cxn ang="0">
                  <a:pos x="0" y="880"/>
                </a:cxn>
                <a:cxn ang="0">
                  <a:pos x="0" y="1173"/>
                </a:cxn>
                <a:cxn ang="0">
                  <a:pos x="0" y="1173"/>
                </a:cxn>
                <a:cxn ang="0">
                  <a:pos x="0" y="457"/>
                </a:cxn>
                <a:cxn ang="0">
                  <a:pos x="0" y="0"/>
                </a:cxn>
                <a:cxn ang="0">
                  <a:pos x="0" y="457"/>
                </a:cxn>
                <a:cxn ang="0">
                  <a:pos x="0" y="457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6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8" name="Freeform 37"/>
            <p:cNvSpPr>
              <a:spLocks noEditPoints="1"/>
            </p:cNvSpPr>
            <p:nvPr/>
          </p:nvSpPr>
          <p:spPr>
            <a:xfrm>
              <a:off x="1068" y="2100"/>
              <a:ext cx="1" cy="54"/>
            </a:xfrm>
            <a:custGeom>
              <a:avLst/>
              <a:gdLst>
                <a:gd name="txL" fmla="*/ 0 w 1"/>
                <a:gd name="txT" fmla="*/ 0 h 47"/>
                <a:gd name="txR" fmla="*/ 1 w 1"/>
                <a:gd name="txB" fmla="*/ 47 h 47"/>
              </a:gdLst>
              <a:ahLst/>
              <a:cxnLst>
                <a:cxn ang="0">
                  <a:pos x="0" y="1987"/>
                </a:cxn>
                <a:cxn ang="0">
                  <a:pos x="0" y="1280"/>
                </a:cxn>
                <a:cxn ang="0">
                  <a:pos x="0" y="1987"/>
                </a:cxn>
                <a:cxn ang="0">
                  <a:pos x="0" y="1987"/>
                </a:cxn>
                <a:cxn ang="0">
                  <a:pos x="0" y="519"/>
                </a:cxn>
                <a:cxn ang="0">
                  <a:pos x="0" y="0"/>
                </a:cxn>
                <a:cxn ang="0">
                  <a:pos x="0" y="519"/>
                </a:cxn>
                <a:cxn ang="0">
                  <a:pos x="0" y="519"/>
                </a:cxn>
              </a:cxnLst>
              <a:rect l="txL" t="txT" r="txR" b="txB"/>
              <a:pathLst>
                <a:path w="1" h="47">
                  <a:moveTo>
                    <a:pt x="0" y="47"/>
                  </a:moveTo>
                  <a:lnTo>
                    <a:pt x="0" y="30"/>
                  </a:lnTo>
                  <a:lnTo>
                    <a:pt x="0" y="47"/>
                  </a:lnTo>
                  <a:close/>
                  <a:moveTo>
                    <a:pt x="0" y="12"/>
                  </a:moveTo>
                  <a:lnTo>
                    <a:pt x="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9" name="Freeform 38"/>
            <p:cNvSpPr>
              <a:spLocks noEditPoints="1"/>
            </p:cNvSpPr>
            <p:nvPr/>
          </p:nvSpPr>
          <p:spPr>
            <a:xfrm>
              <a:off x="1068" y="2025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896"/>
                </a:cxn>
                <a:cxn ang="0">
                  <a:pos x="0" y="1203"/>
                </a:cxn>
                <a:cxn ang="0">
                  <a:pos x="0" y="1896"/>
                </a:cxn>
                <a:cxn ang="0">
                  <a:pos x="0" y="1896"/>
                </a:cxn>
                <a:cxn ang="0">
                  <a:pos x="0" y="731"/>
                </a:cxn>
                <a:cxn ang="0">
                  <a:pos x="0" y="0"/>
                </a:cxn>
                <a:cxn ang="0">
                  <a:pos x="0" y="731"/>
                </a:cxn>
                <a:cxn ang="0">
                  <a:pos x="0" y="731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0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0" name="Freeform 39"/>
            <p:cNvSpPr>
              <a:spLocks noEditPoints="1"/>
            </p:cNvSpPr>
            <p:nvPr/>
          </p:nvSpPr>
          <p:spPr>
            <a:xfrm>
              <a:off x="1068" y="1950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896"/>
                </a:cxn>
                <a:cxn ang="0">
                  <a:pos x="0" y="1440"/>
                </a:cxn>
                <a:cxn ang="0">
                  <a:pos x="0" y="1896"/>
                </a:cxn>
                <a:cxn ang="0">
                  <a:pos x="0" y="1896"/>
                </a:cxn>
                <a:cxn ang="0">
                  <a:pos x="0" y="731"/>
                </a:cxn>
                <a:cxn ang="0">
                  <a:pos x="0" y="0"/>
                </a:cxn>
                <a:cxn ang="0">
                  <a:pos x="0" y="731"/>
                </a:cxn>
                <a:cxn ang="0">
                  <a:pos x="0" y="731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6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1" name="Freeform 40"/>
            <p:cNvSpPr>
              <a:spLocks noEditPoints="1"/>
            </p:cNvSpPr>
            <p:nvPr/>
          </p:nvSpPr>
          <p:spPr>
            <a:xfrm>
              <a:off x="1068" y="1883"/>
              <a:ext cx="1" cy="54"/>
            </a:xfrm>
            <a:custGeom>
              <a:avLst/>
              <a:gdLst>
                <a:gd name="txL" fmla="*/ 0 w 1"/>
                <a:gd name="txT" fmla="*/ 0 h 47"/>
                <a:gd name="txR" fmla="*/ 1 w 1"/>
                <a:gd name="txB" fmla="*/ 47 h 47"/>
              </a:gdLst>
              <a:ahLst/>
              <a:cxnLst>
                <a:cxn ang="0">
                  <a:pos x="0" y="1987"/>
                </a:cxn>
                <a:cxn ang="0">
                  <a:pos x="0" y="1259"/>
                </a:cxn>
                <a:cxn ang="0">
                  <a:pos x="0" y="1987"/>
                </a:cxn>
                <a:cxn ang="0">
                  <a:pos x="0" y="1987"/>
                </a:cxn>
                <a:cxn ang="0">
                  <a:pos x="0" y="519"/>
                </a:cxn>
                <a:cxn ang="0">
                  <a:pos x="0" y="0"/>
                </a:cxn>
                <a:cxn ang="0">
                  <a:pos x="0" y="519"/>
                </a:cxn>
                <a:cxn ang="0">
                  <a:pos x="0" y="519"/>
                </a:cxn>
              </a:cxnLst>
              <a:rect l="txL" t="txT" r="txR" b="txB"/>
              <a:pathLst>
                <a:path w="1" h="47">
                  <a:moveTo>
                    <a:pt x="0" y="47"/>
                  </a:moveTo>
                  <a:lnTo>
                    <a:pt x="0" y="29"/>
                  </a:lnTo>
                  <a:lnTo>
                    <a:pt x="0" y="47"/>
                  </a:lnTo>
                  <a:close/>
                  <a:moveTo>
                    <a:pt x="0" y="12"/>
                  </a:moveTo>
                  <a:lnTo>
                    <a:pt x="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2" name="Freeform 41"/>
            <p:cNvSpPr>
              <a:spLocks noEditPoints="1"/>
            </p:cNvSpPr>
            <p:nvPr/>
          </p:nvSpPr>
          <p:spPr>
            <a:xfrm>
              <a:off x="1068" y="1808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896"/>
                </a:cxn>
                <a:cxn ang="0">
                  <a:pos x="0" y="1203"/>
                </a:cxn>
                <a:cxn ang="0">
                  <a:pos x="0" y="1896"/>
                </a:cxn>
                <a:cxn ang="0">
                  <a:pos x="0" y="1896"/>
                </a:cxn>
                <a:cxn ang="0">
                  <a:pos x="0" y="731"/>
                </a:cxn>
                <a:cxn ang="0">
                  <a:pos x="0" y="0"/>
                </a:cxn>
                <a:cxn ang="0">
                  <a:pos x="0" y="731"/>
                </a:cxn>
                <a:cxn ang="0">
                  <a:pos x="0" y="731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0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3" name="Freeform 42"/>
            <p:cNvSpPr>
              <a:spLocks noEditPoints="1"/>
            </p:cNvSpPr>
            <p:nvPr/>
          </p:nvSpPr>
          <p:spPr>
            <a:xfrm>
              <a:off x="1068" y="1733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896"/>
                </a:cxn>
                <a:cxn ang="0">
                  <a:pos x="0" y="1440"/>
                </a:cxn>
                <a:cxn ang="0">
                  <a:pos x="0" y="1896"/>
                </a:cxn>
                <a:cxn ang="0">
                  <a:pos x="0" y="1896"/>
                </a:cxn>
                <a:cxn ang="0">
                  <a:pos x="0" y="731"/>
                </a:cxn>
                <a:cxn ang="0">
                  <a:pos x="0" y="0"/>
                </a:cxn>
                <a:cxn ang="0">
                  <a:pos x="0" y="731"/>
                </a:cxn>
                <a:cxn ang="0">
                  <a:pos x="0" y="731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6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4" name="Freeform 43"/>
            <p:cNvSpPr>
              <a:spLocks noEditPoints="1"/>
            </p:cNvSpPr>
            <p:nvPr/>
          </p:nvSpPr>
          <p:spPr>
            <a:xfrm>
              <a:off x="1068" y="1666"/>
              <a:ext cx="1" cy="54"/>
            </a:xfrm>
            <a:custGeom>
              <a:avLst/>
              <a:gdLst>
                <a:gd name="txL" fmla="*/ 0 w 1"/>
                <a:gd name="txT" fmla="*/ 0 h 47"/>
                <a:gd name="txR" fmla="*/ 1 w 1"/>
                <a:gd name="txB" fmla="*/ 47 h 47"/>
              </a:gdLst>
              <a:ahLst/>
              <a:cxnLst>
                <a:cxn ang="0">
                  <a:pos x="0" y="1987"/>
                </a:cxn>
                <a:cxn ang="0">
                  <a:pos x="0" y="1259"/>
                </a:cxn>
                <a:cxn ang="0">
                  <a:pos x="0" y="1987"/>
                </a:cxn>
                <a:cxn ang="0">
                  <a:pos x="0" y="1987"/>
                </a:cxn>
                <a:cxn ang="0">
                  <a:pos x="0" y="485"/>
                </a:cxn>
                <a:cxn ang="0">
                  <a:pos x="0" y="0"/>
                </a:cxn>
                <a:cxn ang="0">
                  <a:pos x="0" y="485"/>
                </a:cxn>
                <a:cxn ang="0">
                  <a:pos x="0" y="485"/>
                </a:cxn>
              </a:cxnLst>
              <a:rect l="txL" t="txT" r="txR" b="txB"/>
              <a:pathLst>
                <a:path w="1" h="47">
                  <a:moveTo>
                    <a:pt x="0" y="47"/>
                  </a:moveTo>
                  <a:lnTo>
                    <a:pt x="0" y="29"/>
                  </a:lnTo>
                  <a:lnTo>
                    <a:pt x="0" y="47"/>
                  </a:lnTo>
                  <a:close/>
                  <a:moveTo>
                    <a:pt x="0" y="11"/>
                  </a:moveTo>
                  <a:lnTo>
                    <a:pt x="0" y="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5" name="Freeform 44"/>
            <p:cNvSpPr>
              <a:spLocks noEditPoints="1"/>
            </p:cNvSpPr>
            <p:nvPr/>
          </p:nvSpPr>
          <p:spPr>
            <a:xfrm>
              <a:off x="1068" y="1591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896"/>
                </a:cxn>
                <a:cxn ang="0">
                  <a:pos x="0" y="1203"/>
                </a:cxn>
                <a:cxn ang="0">
                  <a:pos x="0" y="1896"/>
                </a:cxn>
                <a:cxn ang="0">
                  <a:pos x="0" y="1896"/>
                </a:cxn>
                <a:cxn ang="0">
                  <a:pos x="0" y="731"/>
                </a:cxn>
                <a:cxn ang="0">
                  <a:pos x="0" y="0"/>
                </a:cxn>
                <a:cxn ang="0">
                  <a:pos x="0" y="731"/>
                </a:cxn>
                <a:cxn ang="0">
                  <a:pos x="0" y="731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0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6" name="Freeform 45"/>
            <p:cNvSpPr>
              <a:spLocks noEditPoints="1"/>
            </p:cNvSpPr>
            <p:nvPr/>
          </p:nvSpPr>
          <p:spPr>
            <a:xfrm>
              <a:off x="1068" y="1516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896"/>
                </a:cxn>
                <a:cxn ang="0">
                  <a:pos x="0" y="1440"/>
                </a:cxn>
                <a:cxn ang="0">
                  <a:pos x="0" y="1896"/>
                </a:cxn>
                <a:cxn ang="0">
                  <a:pos x="0" y="1896"/>
                </a:cxn>
                <a:cxn ang="0">
                  <a:pos x="0" y="731"/>
                </a:cxn>
                <a:cxn ang="0">
                  <a:pos x="0" y="0"/>
                </a:cxn>
                <a:cxn ang="0">
                  <a:pos x="0" y="731"/>
                </a:cxn>
                <a:cxn ang="0">
                  <a:pos x="0" y="731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6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7" name="Freeform 46"/>
            <p:cNvSpPr>
              <a:spLocks noEditPoints="1"/>
            </p:cNvSpPr>
            <p:nvPr/>
          </p:nvSpPr>
          <p:spPr>
            <a:xfrm>
              <a:off x="1068" y="1448"/>
              <a:ext cx="1" cy="54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173"/>
                </a:cxn>
                <a:cxn ang="0">
                  <a:pos x="0" y="732"/>
                </a:cxn>
                <a:cxn ang="0">
                  <a:pos x="0" y="1173"/>
                </a:cxn>
                <a:cxn ang="0">
                  <a:pos x="0" y="1173"/>
                </a:cxn>
                <a:cxn ang="0">
                  <a:pos x="0" y="321"/>
                </a:cxn>
                <a:cxn ang="0">
                  <a:pos x="0" y="0"/>
                </a:cxn>
                <a:cxn ang="0">
                  <a:pos x="0" y="321"/>
                </a:cxn>
                <a:cxn ang="0">
                  <a:pos x="0" y="321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0"/>
                  </a:lnTo>
                  <a:lnTo>
                    <a:pt x="0" y="48"/>
                  </a:lnTo>
                  <a:close/>
                  <a:moveTo>
                    <a:pt x="0" y="12"/>
                  </a:moveTo>
                  <a:lnTo>
                    <a:pt x="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8" name="Freeform 47"/>
            <p:cNvSpPr>
              <a:spLocks noEditPoints="1"/>
            </p:cNvSpPr>
            <p:nvPr/>
          </p:nvSpPr>
          <p:spPr>
            <a:xfrm>
              <a:off x="1068" y="1374"/>
              <a:ext cx="1" cy="53"/>
            </a:xfrm>
            <a:custGeom>
              <a:avLst/>
              <a:gdLst>
                <a:gd name="txL" fmla="*/ 0 w 1"/>
                <a:gd name="txT" fmla="*/ 0 h 47"/>
                <a:gd name="txR" fmla="*/ 1 w 1"/>
                <a:gd name="txB" fmla="*/ 47 h 47"/>
              </a:gdLst>
              <a:ahLst/>
              <a:cxnLst>
                <a:cxn ang="0">
                  <a:pos x="0" y="1227"/>
                </a:cxn>
                <a:cxn ang="0">
                  <a:pos x="0" y="760"/>
                </a:cxn>
                <a:cxn ang="0">
                  <a:pos x="0" y="1227"/>
                </a:cxn>
                <a:cxn ang="0">
                  <a:pos x="0" y="1227"/>
                </a:cxn>
                <a:cxn ang="0">
                  <a:pos x="0" y="469"/>
                </a:cxn>
                <a:cxn ang="0">
                  <a:pos x="0" y="0"/>
                </a:cxn>
                <a:cxn ang="0">
                  <a:pos x="0" y="469"/>
                </a:cxn>
                <a:cxn ang="0">
                  <a:pos x="0" y="469"/>
                </a:cxn>
              </a:cxnLst>
              <a:rect l="txL" t="txT" r="txR" b="txB"/>
              <a:pathLst>
                <a:path w="1" h="47">
                  <a:moveTo>
                    <a:pt x="0" y="47"/>
                  </a:moveTo>
                  <a:lnTo>
                    <a:pt x="0" y="30"/>
                  </a:lnTo>
                  <a:lnTo>
                    <a:pt x="0" y="47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9" name="Freeform 48"/>
            <p:cNvSpPr>
              <a:spLocks noEditPoints="1"/>
            </p:cNvSpPr>
            <p:nvPr/>
          </p:nvSpPr>
          <p:spPr>
            <a:xfrm>
              <a:off x="1068" y="1299"/>
              <a:ext cx="1" cy="54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173"/>
                </a:cxn>
                <a:cxn ang="0">
                  <a:pos x="0" y="880"/>
                </a:cxn>
                <a:cxn ang="0">
                  <a:pos x="0" y="1173"/>
                </a:cxn>
                <a:cxn ang="0">
                  <a:pos x="0" y="1173"/>
                </a:cxn>
                <a:cxn ang="0">
                  <a:pos x="0" y="457"/>
                </a:cxn>
                <a:cxn ang="0">
                  <a:pos x="0" y="0"/>
                </a:cxn>
                <a:cxn ang="0">
                  <a:pos x="0" y="457"/>
                </a:cxn>
                <a:cxn ang="0">
                  <a:pos x="0" y="457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6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0" name="Freeform 49"/>
            <p:cNvSpPr>
              <a:spLocks noEditPoints="1"/>
            </p:cNvSpPr>
            <p:nvPr/>
          </p:nvSpPr>
          <p:spPr>
            <a:xfrm>
              <a:off x="1068" y="1224"/>
              <a:ext cx="1" cy="54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173"/>
                </a:cxn>
                <a:cxn ang="0">
                  <a:pos x="0" y="880"/>
                </a:cxn>
                <a:cxn ang="0">
                  <a:pos x="0" y="1173"/>
                </a:cxn>
                <a:cxn ang="0">
                  <a:pos x="0" y="1173"/>
                </a:cxn>
                <a:cxn ang="0">
                  <a:pos x="0" y="457"/>
                </a:cxn>
                <a:cxn ang="0">
                  <a:pos x="0" y="0"/>
                </a:cxn>
                <a:cxn ang="0">
                  <a:pos x="0" y="457"/>
                </a:cxn>
                <a:cxn ang="0">
                  <a:pos x="0" y="457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6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1" name="Freeform 50"/>
            <p:cNvSpPr>
              <a:spLocks noEditPoints="1"/>
            </p:cNvSpPr>
            <p:nvPr/>
          </p:nvSpPr>
          <p:spPr>
            <a:xfrm>
              <a:off x="1068" y="1157"/>
              <a:ext cx="1" cy="53"/>
            </a:xfrm>
            <a:custGeom>
              <a:avLst/>
              <a:gdLst>
                <a:gd name="txL" fmla="*/ 0 w 1"/>
                <a:gd name="txT" fmla="*/ 0 h 47"/>
                <a:gd name="txR" fmla="*/ 1 w 1"/>
                <a:gd name="txB" fmla="*/ 47 h 47"/>
              </a:gdLst>
              <a:ahLst/>
              <a:cxnLst>
                <a:cxn ang="0">
                  <a:pos x="0" y="1227"/>
                </a:cxn>
                <a:cxn ang="0">
                  <a:pos x="0" y="759"/>
                </a:cxn>
                <a:cxn ang="0">
                  <a:pos x="0" y="1227"/>
                </a:cxn>
                <a:cxn ang="0">
                  <a:pos x="0" y="1227"/>
                </a:cxn>
                <a:cxn ang="0">
                  <a:pos x="0" y="327"/>
                </a:cxn>
                <a:cxn ang="0">
                  <a:pos x="0" y="0"/>
                </a:cxn>
                <a:cxn ang="0">
                  <a:pos x="0" y="327"/>
                </a:cxn>
                <a:cxn ang="0">
                  <a:pos x="0" y="327"/>
                </a:cxn>
              </a:cxnLst>
              <a:rect l="txL" t="txT" r="txR" b="txB"/>
              <a:pathLst>
                <a:path w="1" h="47">
                  <a:moveTo>
                    <a:pt x="0" y="47"/>
                  </a:moveTo>
                  <a:lnTo>
                    <a:pt x="0" y="29"/>
                  </a:lnTo>
                  <a:lnTo>
                    <a:pt x="0" y="47"/>
                  </a:lnTo>
                  <a:close/>
                  <a:moveTo>
                    <a:pt x="0" y="12"/>
                  </a:moveTo>
                  <a:lnTo>
                    <a:pt x="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2" name="Freeform 51"/>
            <p:cNvSpPr>
              <a:spLocks noEditPoints="1"/>
            </p:cNvSpPr>
            <p:nvPr/>
          </p:nvSpPr>
          <p:spPr>
            <a:xfrm>
              <a:off x="1068" y="1082"/>
              <a:ext cx="1" cy="54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173"/>
                </a:cxn>
                <a:cxn ang="0">
                  <a:pos x="0" y="732"/>
                </a:cxn>
                <a:cxn ang="0">
                  <a:pos x="0" y="1173"/>
                </a:cxn>
                <a:cxn ang="0">
                  <a:pos x="0" y="1173"/>
                </a:cxn>
                <a:cxn ang="0">
                  <a:pos x="0" y="457"/>
                </a:cxn>
                <a:cxn ang="0">
                  <a:pos x="0" y="0"/>
                </a:cxn>
                <a:cxn ang="0">
                  <a:pos x="0" y="457"/>
                </a:cxn>
                <a:cxn ang="0">
                  <a:pos x="0" y="457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0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3" name="Freeform 52"/>
            <p:cNvSpPr>
              <a:spLocks noEditPoints="1"/>
            </p:cNvSpPr>
            <p:nvPr/>
          </p:nvSpPr>
          <p:spPr>
            <a:xfrm>
              <a:off x="1068" y="1007"/>
              <a:ext cx="1" cy="54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173"/>
                </a:cxn>
                <a:cxn ang="0">
                  <a:pos x="0" y="880"/>
                </a:cxn>
                <a:cxn ang="0">
                  <a:pos x="0" y="1173"/>
                </a:cxn>
                <a:cxn ang="0">
                  <a:pos x="0" y="1173"/>
                </a:cxn>
                <a:cxn ang="0">
                  <a:pos x="0" y="457"/>
                </a:cxn>
                <a:cxn ang="0">
                  <a:pos x="0" y="0"/>
                </a:cxn>
                <a:cxn ang="0">
                  <a:pos x="0" y="457"/>
                </a:cxn>
                <a:cxn ang="0">
                  <a:pos x="0" y="457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6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4" name="Freeform 53"/>
            <p:cNvSpPr>
              <a:spLocks noEditPoints="1"/>
            </p:cNvSpPr>
            <p:nvPr/>
          </p:nvSpPr>
          <p:spPr>
            <a:xfrm>
              <a:off x="1068" y="940"/>
              <a:ext cx="1" cy="53"/>
            </a:xfrm>
            <a:custGeom>
              <a:avLst/>
              <a:gdLst>
                <a:gd name="txL" fmla="*/ 0 w 1"/>
                <a:gd name="txT" fmla="*/ 0 h 47"/>
                <a:gd name="txR" fmla="*/ 1 w 1"/>
                <a:gd name="txB" fmla="*/ 47 h 47"/>
              </a:gdLst>
              <a:ahLst/>
              <a:cxnLst>
                <a:cxn ang="0">
                  <a:pos x="0" y="1227"/>
                </a:cxn>
                <a:cxn ang="0">
                  <a:pos x="0" y="759"/>
                </a:cxn>
                <a:cxn ang="0">
                  <a:pos x="0" y="1227"/>
                </a:cxn>
                <a:cxn ang="0">
                  <a:pos x="0" y="1227"/>
                </a:cxn>
                <a:cxn ang="0">
                  <a:pos x="0" y="290"/>
                </a:cxn>
                <a:cxn ang="0">
                  <a:pos x="0" y="0"/>
                </a:cxn>
                <a:cxn ang="0">
                  <a:pos x="0" y="290"/>
                </a:cxn>
                <a:cxn ang="0">
                  <a:pos x="0" y="290"/>
                </a:cxn>
              </a:cxnLst>
              <a:rect l="txL" t="txT" r="txR" b="txB"/>
              <a:pathLst>
                <a:path w="1" h="47">
                  <a:moveTo>
                    <a:pt x="0" y="47"/>
                  </a:moveTo>
                  <a:lnTo>
                    <a:pt x="0" y="29"/>
                  </a:lnTo>
                  <a:lnTo>
                    <a:pt x="0" y="47"/>
                  </a:lnTo>
                  <a:close/>
                  <a:moveTo>
                    <a:pt x="0" y="11"/>
                  </a:moveTo>
                  <a:lnTo>
                    <a:pt x="0" y="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5" name="Freeform 54"/>
            <p:cNvSpPr>
              <a:spLocks noEditPoints="1"/>
            </p:cNvSpPr>
            <p:nvPr/>
          </p:nvSpPr>
          <p:spPr>
            <a:xfrm>
              <a:off x="1068" y="864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896"/>
                </a:cxn>
                <a:cxn ang="0">
                  <a:pos x="0" y="1203"/>
                </a:cxn>
                <a:cxn ang="0">
                  <a:pos x="0" y="1896"/>
                </a:cxn>
                <a:cxn ang="0">
                  <a:pos x="0" y="1896"/>
                </a:cxn>
                <a:cxn ang="0">
                  <a:pos x="0" y="731"/>
                </a:cxn>
                <a:cxn ang="0">
                  <a:pos x="0" y="0"/>
                </a:cxn>
                <a:cxn ang="0">
                  <a:pos x="0" y="731"/>
                </a:cxn>
                <a:cxn ang="0">
                  <a:pos x="0" y="731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0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6" name="Freeform 55"/>
            <p:cNvSpPr>
              <a:spLocks noEditPoints="1"/>
            </p:cNvSpPr>
            <p:nvPr/>
          </p:nvSpPr>
          <p:spPr>
            <a:xfrm>
              <a:off x="1075" y="851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32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2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7" name="Freeform 56"/>
            <p:cNvSpPr>
              <a:spLocks noEditPoints="1"/>
            </p:cNvSpPr>
            <p:nvPr/>
          </p:nvSpPr>
          <p:spPr>
            <a:xfrm>
              <a:off x="1142" y="851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880" y="0"/>
                </a:cxn>
                <a:cxn ang="0">
                  <a:pos x="1173" y="0"/>
                </a:cxn>
                <a:cxn ang="0">
                  <a:pos x="880" y="0"/>
                </a:cxn>
                <a:cxn ang="0">
                  <a:pos x="880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6" y="0"/>
                  </a:moveTo>
                  <a:lnTo>
                    <a:pt x="48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8" name="Freeform 57"/>
            <p:cNvSpPr>
              <a:spLocks noEditPoints="1"/>
            </p:cNvSpPr>
            <p:nvPr/>
          </p:nvSpPr>
          <p:spPr>
            <a:xfrm>
              <a:off x="1217" y="851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9" name="Freeform 58"/>
            <p:cNvSpPr>
              <a:spLocks noEditPoints="1"/>
            </p:cNvSpPr>
            <p:nvPr/>
          </p:nvSpPr>
          <p:spPr>
            <a:xfrm>
              <a:off x="1291" y="851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32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2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40" name="Freeform 59"/>
            <p:cNvSpPr>
              <a:spLocks noEditPoints="1"/>
            </p:cNvSpPr>
            <p:nvPr/>
          </p:nvSpPr>
          <p:spPr>
            <a:xfrm>
              <a:off x="1358" y="851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880" y="0"/>
                </a:cxn>
                <a:cxn ang="0">
                  <a:pos x="1173" y="0"/>
                </a:cxn>
                <a:cxn ang="0">
                  <a:pos x="880" y="0"/>
                </a:cxn>
                <a:cxn ang="0">
                  <a:pos x="880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6" y="0"/>
                  </a:moveTo>
                  <a:lnTo>
                    <a:pt x="48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41" name="Freeform 60"/>
            <p:cNvSpPr>
              <a:spLocks noEditPoints="1"/>
            </p:cNvSpPr>
            <p:nvPr/>
          </p:nvSpPr>
          <p:spPr>
            <a:xfrm>
              <a:off x="1431" y="851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42" name="Freeform 61"/>
            <p:cNvSpPr>
              <a:spLocks noEditPoints="1"/>
            </p:cNvSpPr>
            <p:nvPr/>
          </p:nvSpPr>
          <p:spPr>
            <a:xfrm>
              <a:off x="1505" y="851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32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2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43" name="Freeform 62"/>
            <p:cNvSpPr>
              <a:spLocks noEditPoints="1"/>
            </p:cNvSpPr>
            <p:nvPr/>
          </p:nvSpPr>
          <p:spPr>
            <a:xfrm>
              <a:off x="1573" y="851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880" y="0"/>
                </a:cxn>
                <a:cxn ang="0">
                  <a:pos x="1173" y="0"/>
                </a:cxn>
                <a:cxn ang="0">
                  <a:pos x="880" y="0"/>
                </a:cxn>
                <a:cxn ang="0">
                  <a:pos x="880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6" y="0"/>
                  </a:moveTo>
                  <a:lnTo>
                    <a:pt x="48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44" name="Freeform 63"/>
            <p:cNvSpPr>
              <a:spLocks noEditPoints="1"/>
            </p:cNvSpPr>
            <p:nvPr/>
          </p:nvSpPr>
          <p:spPr>
            <a:xfrm>
              <a:off x="1647" y="851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45" name="Freeform 64"/>
            <p:cNvSpPr>
              <a:spLocks noEditPoints="1"/>
            </p:cNvSpPr>
            <p:nvPr/>
          </p:nvSpPr>
          <p:spPr>
            <a:xfrm>
              <a:off x="1721" y="851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32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2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46" name="Freeform 65"/>
            <p:cNvSpPr>
              <a:spLocks noEditPoints="1"/>
            </p:cNvSpPr>
            <p:nvPr/>
          </p:nvSpPr>
          <p:spPr>
            <a:xfrm>
              <a:off x="1789" y="851"/>
              <a:ext cx="52" cy="1"/>
            </a:xfrm>
            <a:custGeom>
              <a:avLst/>
              <a:gdLst>
                <a:gd name="txL" fmla="*/ 0 w 47"/>
                <a:gd name="txT" fmla="*/ 0 h 1"/>
                <a:gd name="txR" fmla="*/ 47 w 47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254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45" y="0"/>
                </a:cxn>
                <a:cxn ang="0">
                  <a:pos x="722" y="0"/>
                </a:cxn>
                <a:cxn ang="0">
                  <a:pos x="545" y="0"/>
                </a:cxn>
                <a:cxn ang="0">
                  <a:pos x="545" y="0"/>
                </a:cxn>
              </a:cxnLst>
              <a:rect l="txL" t="txT" r="txR" b="txB"/>
              <a:pathLst>
                <a:path w="47" h="1">
                  <a:moveTo>
                    <a:pt x="0" y="0"/>
                  </a:moveTo>
                  <a:lnTo>
                    <a:pt x="17" y="0"/>
                  </a:lnTo>
                  <a:lnTo>
                    <a:pt x="0" y="0"/>
                  </a:lnTo>
                  <a:close/>
                  <a:moveTo>
                    <a:pt x="35" y="0"/>
                  </a:moveTo>
                  <a:lnTo>
                    <a:pt x="47" y="0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47" name="Freeform 66"/>
            <p:cNvSpPr>
              <a:spLocks noEditPoints="1"/>
            </p:cNvSpPr>
            <p:nvPr/>
          </p:nvSpPr>
          <p:spPr>
            <a:xfrm>
              <a:off x="1862" y="851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48" name="Freeform 67"/>
            <p:cNvSpPr>
              <a:spLocks noEditPoints="1"/>
            </p:cNvSpPr>
            <p:nvPr/>
          </p:nvSpPr>
          <p:spPr>
            <a:xfrm>
              <a:off x="1936" y="851"/>
              <a:ext cx="13" cy="7"/>
            </a:xfrm>
            <a:custGeom>
              <a:avLst/>
              <a:gdLst>
                <a:gd name="txL" fmla="*/ 0 w 12"/>
                <a:gd name="txT" fmla="*/ 0 h 6"/>
                <a:gd name="txR" fmla="*/ 12 w 12"/>
                <a:gd name="txB" fmla="*/ 6 h 6"/>
              </a:gdLst>
              <a:ahLst/>
              <a:cxnLst>
                <a:cxn ang="0">
                  <a:pos x="0" y="0"/>
                </a:cxn>
                <a:cxn ang="0">
                  <a:pos x="10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02" y="0"/>
                </a:cxn>
                <a:cxn ang="0">
                  <a:pos x="102" y="411"/>
                </a:cxn>
                <a:cxn ang="0">
                  <a:pos x="102" y="0"/>
                </a:cxn>
                <a:cxn ang="0">
                  <a:pos x="102" y="0"/>
                </a:cxn>
              </a:cxnLst>
              <a:rect l="txL" t="txT" r="txR" b="txB"/>
              <a:pathLst>
                <a:path w="12" h="6">
                  <a:moveTo>
                    <a:pt x="0" y="0"/>
                  </a:moveTo>
                  <a:lnTo>
                    <a:pt x="12" y="0"/>
                  </a:lnTo>
                  <a:lnTo>
                    <a:pt x="0" y="0"/>
                  </a:lnTo>
                  <a:close/>
                  <a:moveTo>
                    <a:pt x="12" y="0"/>
                  </a:moveTo>
                  <a:lnTo>
                    <a:pt x="12" y="6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49" name="Freeform 68"/>
            <p:cNvSpPr>
              <a:spLocks noEditPoints="1"/>
            </p:cNvSpPr>
            <p:nvPr/>
          </p:nvSpPr>
          <p:spPr>
            <a:xfrm>
              <a:off x="1949" y="851"/>
              <a:ext cx="1" cy="48"/>
            </a:xfrm>
            <a:custGeom>
              <a:avLst/>
              <a:gdLst>
                <a:gd name="txL" fmla="*/ 0 w 1"/>
                <a:gd name="txT" fmla="*/ 0 h 42"/>
                <a:gd name="txR" fmla="*/ 1 w 1"/>
                <a:gd name="txB" fmla="*/ 42 h 42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877"/>
                </a:cxn>
                <a:cxn ang="0">
                  <a:pos x="0" y="1544"/>
                </a:cxn>
                <a:cxn ang="0">
                  <a:pos x="0" y="877"/>
                </a:cxn>
                <a:cxn ang="0">
                  <a:pos x="0" y="877"/>
                </a:cxn>
              </a:cxnLst>
              <a:rect l="txL" t="txT" r="txR" b="txB"/>
              <a:pathLst>
                <a:path w="1" h="42">
                  <a:moveTo>
                    <a:pt x="0" y="0"/>
                  </a:moveTo>
                  <a:lnTo>
                    <a:pt x="0" y="0"/>
                  </a:lnTo>
                  <a:close/>
                  <a:moveTo>
                    <a:pt x="0" y="24"/>
                  </a:moveTo>
                  <a:lnTo>
                    <a:pt x="0" y="42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50" name="Freeform 69"/>
            <p:cNvSpPr>
              <a:spLocks noEditPoints="1"/>
            </p:cNvSpPr>
            <p:nvPr/>
          </p:nvSpPr>
          <p:spPr>
            <a:xfrm>
              <a:off x="1949" y="912"/>
              <a:ext cx="1" cy="54"/>
            </a:xfrm>
            <a:custGeom>
              <a:avLst/>
              <a:gdLst>
                <a:gd name="txL" fmla="*/ 0 w 1"/>
                <a:gd name="txT" fmla="*/ 0 h 47"/>
                <a:gd name="txR" fmla="*/ 1 w 1"/>
                <a:gd name="txB" fmla="*/ 47 h 47"/>
              </a:gdLst>
              <a:ahLst/>
              <a:cxnLst>
                <a:cxn ang="0">
                  <a:pos x="0" y="0"/>
                </a:cxn>
                <a:cxn ang="0">
                  <a:pos x="0" y="78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487"/>
                </a:cxn>
                <a:cxn ang="0">
                  <a:pos x="0" y="1987"/>
                </a:cxn>
                <a:cxn ang="0">
                  <a:pos x="0" y="1487"/>
                </a:cxn>
                <a:cxn ang="0">
                  <a:pos x="0" y="1487"/>
                </a:cxn>
              </a:cxnLst>
              <a:rect l="txL" t="txT" r="txR" b="txB"/>
              <a:pathLst>
                <a:path w="1" h="47">
                  <a:moveTo>
                    <a:pt x="0" y="0"/>
                  </a:moveTo>
                  <a:lnTo>
                    <a:pt x="0" y="18"/>
                  </a:lnTo>
                  <a:lnTo>
                    <a:pt x="0" y="0"/>
                  </a:lnTo>
                  <a:close/>
                  <a:moveTo>
                    <a:pt x="0" y="35"/>
                  </a:moveTo>
                  <a:lnTo>
                    <a:pt x="0" y="47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51" name="Freeform 70"/>
            <p:cNvSpPr>
              <a:spLocks noEditPoints="1"/>
            </p:cNvSpPr>
            <p:nvPr/>
          </p:nvSpPr>
          <p:spPr>
            <a:xfrm>
              <a:off x="1949" y="986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0"/>
                </a:cxn>
                <a:cxn ang="0">
                  <a:pos x="0" y="73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203"/>
                </a:cxn>
                <a:cxn ang="0">
                  <a:pos x="0" y="1896"/>
                </a:cxn>
                <a:cxn ang="0">
                  <a:pos x="0" y="1203"/>
                </a:cxn>
                <a:cxn ang="0">
                  <a:pos x="0" y="1203"/>
                </a:cxn>
              </a:cxnLst>
              <a:rect l="txL" t="txT" r="txR" b="txB"/>
              <a:pathLst>
                <a:path w="1" h="48">
                  <a:moveTo>
                    <a:pt x="0" y="0"/>
                  </a:moveTo>
                  <a:lnTo>
                    <a:pt x="0" y="18"/>
                  </a:lnTo>
                  <a:lnTo>
                    <a:pt x="0" y="0"/>
                  </a:lnTo>
                  <a:close/>
                  <a:moveTo>
                    <a:pt x="0" y="30"/>
                  </a:moveTo>
                  <a:lnTo>
                    <a:pt x="0" y="48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52" name="Freeform 71"/>
            <p:cNvSpPr>
              <a:spLocks noEditPoints="1"/>
            </p:cNvSpPr>
            <p:nvPr/>
          </p:nvSpPr>
          <p:spPr>
            <a:xfrm>
              <a:off x="1949" y="1061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0"/>
                </a:cxn>
                <a:cxn ang="0">
                  <a:pos x="0" y="486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203"/>
                </a:cxn>
                <a:cxn ang="0">
                  <a:pos x="0" y="1896"/>
                </a:cxn>
                <a:cxn ang="0">
                  <a:pos x="0" y="1203"/>
                </a:cxn>
                <a:cxn ang="0">
                  <a:pos x="0" y="1203"/>
                </a:cxn>
              </a:cxnLst>
              <a:rect l="txL" t="txT" r="txR" b="txB"/>
              <a:pathLst>
                <a:path w="1" h="48">
                  <a:moveTo>
                    <a:pt x="0" y="0"/>
                  </a:moveTo>
                  <a:lnTo>
                    <a:pt x="0" y="12"/>
                  </a:lnTo>
                  <a:lnTo>
                    <a:pt x="0" y="0"/>
                  </a:lnTo>
                  <a:close/>
                  <a:moveTo>
                    <a:pt x="0" y="30"/>
                  </a:moveTo>
                  <a:lnTo>
                    <a:pt x="0" y="48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53" name="Freeform 72"/>
            <p:cNvSpPr>
              <a:spLocks noEditPoints="1"/>
            </p:cNvSpPr>
            <p:nvPr/>
          </p:nvSpPr>
          <p:spPr>
            <a:xfrm>
              <a:off x="1949" y="1129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0"/>
                </a:cxn>
                <a:cxn ang="0">
                  <a:pos x="0" y="73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440"/>
                </a:cxn>
                <a:cxn ang="0">
                  <a:pos x="0" y="1896"/>
                </a:cxn>
                <a:cxn ang="0">
                  <a:pos x="0" y="1440"/>
                </a:cxn>
                <a:cxn ang="0">
                  <a:pos x="0" y="1440"/>
                </a:cxn>
              </a:cxnLst>
              <a:rect l="txL" t="txT" r="txR" b="txB"/>
              <a:pathLst>
                <a:path w="1" h="48">
                  <a:moveTo>
                    <a:pt x="0" y="0"/>
                  </a:moveTo>
                  <a:lnTo>
                    <a:pt x="0" y="18"/>
                  </a:lnTo>
                  <a:lnTo>
                    <a:pt x="0" y="0"/>
                  </a:lnTo>
                  <a:close/>
                  <a:moveTo>
                    <a:pt x="0" y="36"/>
                  </a:moveTo>
                  <a:lnTo>
                    <a:pt x="0" y="48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54" name="Freeform 73"/>
            <p:cNvSpPr>
              <a:spLocks noEditPoints="1"/>
            </p:cNvSpPr>
            <p:nvPr/>
          </p:nvSpPr>
          <p:spPr>
            <a:xfrm>
              <a:off x="1949" y="1203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0"/>
                </a:cxn>
                <a:cxn ang="0">
                  <a:pos x="0" y="73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203"/>
                </a:cxn>
                <a:cxn ang="0">
                  <a:pos x="0" y="1896"/>
                </a:cxn>
                <a:cxn ang="0">
                  <a:pos x="0" y="1203"/>
                </a:cxn>
                <a:cxn ang="0">
                  <a:pos x="0" y="1203"/>
                </a:cxn>
              </a:cxnLst>
              <a:rect l="txL" t="txT" r="txR" b="txB"/>
              <a:pathLst>
                <a:path w="1" h="48">
                  <a:moveTo>
                    <a:pt x="0" y="0"/>
                  </a:moveTo>
                  <a:lnTo>
                    <a:pt x="0" y="18"/>
                  </a:lnTo>
                  <a:lnTo>
                    <a:pt x="0" y="0"/>
                  </a:lnTo>
                  <a:close/>
                  <a:moveTo>
                    <a:pt x="0" y="30"/>
                  </a:moveTo>
                  <a:lnTo>
                    <a:pt x="0" y="48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55" name="Freeform 74"/>
            <p:cNvSpPr>
              <a:spLocks noEditPoints="1"/>
            </p:cNvSpPr>
            <p:nvPr/>
          </p:nvSpPr>
          <p:spPr>
            <a:xfrm>
              <a:off x="1949" y="1278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0"/>
                </a:cxn>
                <a:cxn ang="0">
                  <a:pos x="0" y="486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203"/>
                </a:cxn>
                <a:cxn ang="0">
                  <a:pos x="0" y="1896"/>
                </a:cxn>
                <a:cxn ang="0">
                  <a:pos x="0" y="1203"/>
                </a:cxn>
                <a:cxn ang="0">
                  <a:pos x="0" y="1203"/>
                </a:cxn>
              </a:cxnLst>
              <a:rect l="txL" t="txT" r="txR" b="txB"/>
              <a:pathLst>
                <a:path w="1" h="48">
                  <a:moveTo>
                    <a:pt x="0" y="0"/>
                  </a:moveTo>
                  <a:lnTo>
                    <a:pt x="0" y="12"/>
                  </a:lnTo>
                  <a:lnTo>
                    <a:pt x="0" y="0"/>
                  </a:lnTo>
                  <a:close/>
                  <a:moveTo>
                    <a:pt x="0" y="30"/>
                  </a:moveTo>
                  <a:lnTo>
                    <a:pt x="0" y="48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56" name="Freeform 75"/>
            <p:cNvSpPr>
              <a:spLocks noEditPoints="1"/>
            </p:cNvSpPr>
            <p:nvPr/>
          </p:nvSpPr>
          <p:spPr>
            <a:xfrm>
              <a:off x="1949" y="1347"/>
              <a:ext cx="1" cy="54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0"/>
                </a:cxn>
                <a:cxn ang="0">
                  <a:pos x="0" y="45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880"/>
                </a:cxn>
                <a:cxn ang="0">
                  <a:pos x="0" y="1173"/>
                </a:cxn>
                <a:cxn ang="0">
                  <a:pos x="0" y="880"/>
                </a:cxn>
                <a:cxn ang="0">
                  <a:pos x="0" y="880"/>
                </a:cxn>
              </a:cxnLst>
              <a:rect l="txL" t="txT" r="txR" b="txB"/>
              <a:pathLst>
                <a:path w="1" h="48">
                  <a:moveTo>
                    <a:pt x="0" y="0"/>
                  </a:moveTo>
                  <a:lnTo>
                    <a:pt x="0" y="18"/>
                  </a:lnTo>
                  <a:lnTo>
                    <a:pt x="0" y="0"/>
                  </a:lnTo>
                  <a:close/>
                  <a:moveTo>
                    <a:pt x="0" y="36"/>
                  </a:moveTo>
                  <a:lnTo>
                    <a:pt x="0" y="48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57" name="Freeform 76"/>
            <p:cNvSpPr>
              <a:spLocks noEditPoints="1"/>
            </p:cNvSpPr>
            <p:nvPr/>
          </p:nvSpPr>
          <p:spPr>
            <a:xfrm>
              <a:off x="1949" y="1422"/>
              <a:ext cx="1" cy="53"/>
            </a:xfrm>
            <a:custGeom>
              <a:avLst/>
              <a:gdLst>
                <a:gd name="txL" fmla="*/ 0 w 1"/>
                <a:gd name="txT" fmla="*/ 0 h 47"/>
                <a:gd name="txR" fmla="*/ 1 w 1"/>
                <a:gd name="txB" fmla="*/ 47 h 47"/>
              </a:gdLst>
              <a:ahLst/>
              <a:cxnLst>
                <a:cxn ang="0">
                  <a:pos x="0" y="0"/>
                </a:cxn>
                <a:cxn ang="0">
                  <a:pos x="0" y="41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759"/>
                </a:cxn>
                <a:cxn ang="0">
                  <a:pos x="0" y="1227"/>
                </a:cxn>
                <a:cxn ang="0">
                  <a:pos x="0" y="759"/>
                </a:cxn>
                <a:cxn ang="0">
                  <a:pos x="0" y="759"/>
                </a:cxn>
              </a:cxnLst>
              <a:rect l="txL" t="txT" r="txR" b="txB"/>
              <a:pathLst>
                <a:path w="1" h="47">
                  <a:moveTo>
                    <a:pt x="0" y="0"/>
                  </a:moveTo>
                  <a:lnTo>
                    <a:pt x="0" y="17"/>
                  </a:lnTo>
                  <a:lnTo>
                    <a:pt x="0" y="0"/>
                  </a:lnTo>
                  <a:close/>
                  <a:moveTo>
                    <a:pt x="0" y="29"/>
                  </a:moveTo>
                  <a:lnTo>
                    <a:pt x="0" y="47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58" name="Freeform 77"/>
            <p:cNvSpPr>
              <a:spLocks noEditPoints="1"/>
            </p:cNvSpPr>
            <p:nvPr/>
          </p:nvSpPr>
          <p:spPr>
            <a:xfrm>
              <a:off x="1949" y="1496"/>
              <a:ext cx="1" cy="54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0"/>
                </a:cxn>
                <a:cxn ang="0">
                  <a:pos x="0" y="32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732"/>
                </a:cxn>
                <a:cxn ang="0">
                  <a:pos x="0" y="1173"/>
                </a:cxn>
                <a:cxn ang="0">
                  <a:pos x="0" y="732"/>
                </a:cxn>
                <a:cxn ang="0">
                  <a:pos x="0" y="732"/>
                </a:cxn>
              </a:cxnLst>
              <a:rect l="txL" t="txT" r="txR" b="txB"/>
              <a:pathLst>
                <a:path w="1" h="48">
                  <a:moveTo>
                    <a:pt x="0" y="0"/>
                  </a:moveTo>
                  <a:lnTo>
                    <a:pt x="0" y="12"/>
                  </a:lnTo>
                  <a:lnTo>
                    <a:pt x="0" y="0"/>
                  </a:lnTo>
                  <a:close/>
                  <a:moveTo>
                    <a:pt x="0" y="30"/>
                  </a:moveTo>
                  <a:lnTo>
                    <a:pt x="0" y="48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59" name="Freeform 78"/>
            <p:cNvSpPr>
              <a:spLocks noEditPoints="1"/>
            </p:cNvSpPr>
            <p:nvPr/>
          </p:nvSpPr>
          <p:spPr>
            <a:xfrm>
              <a:off x="1949" y="1564"/>
              <a:ext cx="1" cy="54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0"/>
                </a:cxn>
                <a:cxn ang="0">
                  <a:pos x="0" y="45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880"/>
                </a:cxn>
                <a:cxn ang="0">
                  <a:pos x="0" y="1173"/>
                </a:cxn>
                <a:cxn ang="0">
                  <a:pos x="0" y="880"/>
                </a:cxn>
                <a:cxn ang="0">
                  <a:pos x="0" y="880"/>
                </a:cxn>
              </a:cxnLst>
              <a:rect l="txL" t="txT" r="txR" b="txB"/>
              <a:pathLst>
                <a:path w="1" h="48">
                  <a:moveTo>
                    <a:pt x="0" y="0"/>
                  </a:moveTo>
                  <a:lnTo>
                    <a:pt x="0" y="18"/>
                  </a:lnTo>
                  <a:lnTo>
                    <a:pt x="0" y="0"/>
                  </a:lnTo>
                  <a:close/>
                  <a:moveTo>
                    <a:pt x="0" y="36"/>
                  </a:moveTo>
                  <a:lnTo>
                    <a:pt x="0" y="48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60" name="Freeform 79"/>
            <p:cNvSpPr>
              <a:spLocks noEditPoints="1"/>
            </p:cNvSpPr>
            <p:nvPr/>
          </p:nvSpPr>
          <p:spPr>
            <a:xfrm>
              <a:off x="1949" y="1639"/>
              <a:ext cx="1" cy="53"/>
            </a:xfrm>
            <a:custGeom>
              <a:avLst/>
              <a:gdLst>
                <a:gd name="txL" fmla="*/ 0 w 1"/>
                <a:gd name="txT" fmla="*/ 0 h 47"/>
                <a:gd name="txR" fmla="*/ 1 w 1"/>
                <a:gd name="txB" fmla="*/ 47 h 47"/>
              </a:gdLst>
              <a:ahLst/>
              <a:cxnLst>
                <a:cxn ang="0">
                  <a:pos x="0" y="0"/>
                </a:cxn>
                <a:cxn ang="0">
                  <a:pos x="0" y="469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759"/>
                </a:cxn>
                <a:cxn ang="0">
                  <a:pos x="0" y="1227"/>
                </a:cxn>
                <a:cxn ang="0">
                  <a:pos x="0" y="759"/>
                </a:cxn>
                <a:cxn ang="0">
                  <a:pos x="0" y="759"/>
                </a:cxn>
              </a:cxnLst>
              <a:rect l="txL" t="txT" r="txR" b="txB"/>
              <a:pathLst>
                <a:path w="1" h="47">
                  <a:moveTo>
                    <a:pt x="0" y="0"/>
                  </a:moveTo>
                  <a:lnTo>
                    <a:pt x="0" y="18"/>
                  </a:lnTo>
                  <a:lnTo>
                    <a:pt x="0" y="0"/>
                  </a:lnTo>
                  <a:close/>
                  <a:moveTo>
                    <a:pt x="0" y="29"/>
                  </a:moveTo>
                  <a:lnTo>
                    <a:pt x="0" y="47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61" name="Freeform 80"/>
            <p:cNvSpPr>
              <a:spLocks noEditPoints="1"/>
            </p:cNvSpPr>
            <p:nvPr/>
          </p:nvSpPr>
          <p:spPr>
            <a:xfrm>
              <a:off x="1949" y="1713"/>
              <a:ext cx="1" cy="54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0"/>
                </a:cxn>
                <a:cxn ang="0">
                  <a:pos x="0" y="32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732"/>
                </a:cxn>
                <a:cxn ang="0">
                  <a:pos x="0" y="1173"/>
                </a:cxn>
                <a:cxn ang="0">
                  <a:pos x="0" y="732"/>
                </a:cxn>
                <a:cxn ang="0">
                  <a:pos x="0" y="732"/>
                </a:cxn>
              </a:cxnLst>
              <a:rect l="txL" t="txT" r="txR" b="txB"/>
              <a:pathLst>
                <a:path w="1" h="48">
                  <a:moveTo>
                    <a:pt x="0" y="0"/>
                  </a:moveTo>
                  <a:lnTo>
                    <a:pt x="0" y="12"/>
                  </a:lnTo>
                  <a:lnTo>
                    <a:pt x="0" y="0"/>
                  </a:lnTo>
                  <a:close/>
                  <a:moveTo>
                    <a:pt x="0" y="30"/>
                  </a:moveTo>
                  <a:lnTo>
                    <a:pt x="0" y="48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62" name="Freeform 81"/>
            <p:cNvSpPr>
              <a:spLocks noEditPoints="1"/>
            </p:cNvSpPr>
            <p:nvPr/>
          </p:nvSpPr>
          <p:spPr>
            <a:xfrm>
              <a:off x="1949" y="1781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0"/>
                </a:cxn>
                <a:cxn ang="0">
                  <a:pos x="0" y="73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440"/>
                </a:cxn>
                <a:cxn ang="0">
                  <a:pos x="0" y="1896"/>
                </a:cxn>
                <a:cxn ang="0">
                  <a:pos x="0" y="1440"/>
                </a:cxn>
                <a:cxn ang="0">
                  <a:pos x="0" y="1440"/>
                </a:cxn>
              </a:cxnLst>
              <a:rect l="txL" t="txT" r="txR" b="txB"/>
              <a:pathLst>
                <a:path w="1" h="48">
                  <a:moveTo>
                    <a:pt x="0" y="0"/>
                  </a:moveTo>
                  <a:lnTo>
                    <a:pt x="0" y="18"/>
                  </a:lnTo>
                  <a:lnTo>
                    <a:pt x="0" y="0"/>
                  </a:lnTo>
                  <a:close/>
                  <a:moveTo>
                    <a:pt x="0" y="36"/>
                  </a:moveTo>
                  <a:lnTo>
                    <a:pt x="0" y="48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63" name="Freeform 82"/>
            <p:cNvSpPr>
              <a:spLocks noEditPoints="1"/>
            </p:cNvSpPr>
            <p:nvPr/>
          </p:nvSpPr>
          <p:spPr>
            <a:xfrm>
              <a:off x="1949" y="1856"/>
              <a:ext cx="1" cy="53"/>
            </a:xfrm>
            <a:custGeom>
              <a:avLst/>
              <a:gdLst>
                <a:gd name="txL" fmla="*/ 0 w 1"/>
                <a:gd name="txT" fmla="*/ 0 h 47"/>
                <a:gd name="txR" fmla="*/ 1 w 1"/>
                <a:gd name="txB" fmla="*/ 47 h 47"/>
              </a:gdLst>
              <a:ahLst/>
              <a:cxnLst>
                <a:cxn ang="0">
                  <a:pos x="0" y="0"/>
                </a:cxn>
                <a:cxn ang="0">
                  <a:pos x="0" y="469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760"/>
                </a:cxn>
                <a:cxn ang="0">
                  <a:pos x="0" y="1227"/>
                </a:cxn>
                <a:cxn ang="0">
                  <a:pos x="0" y="760"/>
                </a:cxn>
                <a:cxn ang="0">
                  <a:pos x="0" y="760"/>
                </a:cxn>
              </a:cxnLst>
              <a:rect l="txL" t="txT" r="txR" b="txB"/>
              <a:pathLst>
                <a:path w="1" h="47">
                  <a:moveTo>
                    <a:pt x="0" y="0"/>
                  </a:moveTo>
                  <a:lnTo>
                    <a:pt x="0" y="18"/>
                  </a:lnTo>
                  <a:lnTo>
                    <a:pt x="0" y="0"/>
                  </a:lnTo>
                  <a:close/>
                  <a:moveTo>
                    <a:pt x="0" y="30"/>
                  </a:moveTo>
                  <a:lnTo>
                    <a:pt x="0" y="47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64" name="Freeform 83"/>
            <p:cNvSpPr>
              <a:spLocks noEditPoints="1"/>
            </p:cNvSpPr>
            <p:nvPr/>
          </p:nvSpPr>
          <p:spPr>
            <a:xfrm>
              <a:off x="1949" y="1930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0"/>
                </a:cxn>
                <a:cxn ang="0">
                  <a:pos x="0" y="486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203"/>
                </a:cxn>
                <a:cxn ang="0">
                  <a:pos x="0" y="1896"/>
                </a:cxn>
                <a:cxn ang="0">
                  <a:pos x="0" y="1203"/>
                </a:cxn>
                <a:cxn ang="0">
                  <a:pos x="0" y="1203"/>
                </a:cxn>
              </a:cxnLst>
              <a:rect l="txL" t="txT" r="txR" b="txB"/>
              <a:pathLst>
                <a:path w="1" h="48">
                  <a:moveTo>
                    <a:pt x="0" y="0"/>
                  </a:moveTo>
                  <a:lnTo>
                    <a:pt x="0" y="12"/>
                  </a:lnTo>
                  <a:lnTo>
                    <a:pt x="0" y="0"/>
                  </a:lnTo>
                  <a:close/>
                  <a:moveTo>
                    <a:pt x="0" y="30"/>
                  </a:moveTo>
                  <a:lnTo>
                    <a:pt x="0" y="48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65" name="Freeform 84"/>
            <p:cNvSpPr>
              <a:spLocks noEditPoints="1"/>
            </p:cNvSpPr>
            <p:nvPr/>
          </p:nvSpPr>
          <p:spPr>
            <a:xfrm>
              <a:off x="1949" y="1998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0"/>
                </a:cxn>
                <a:cxn ang="0">
                  <a:pos x="0" y="73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440"/>
                </a:cxn>
                <a:cxn ang="0">
                  <a:pos x="0" y="1896"/>
                </a:cxn>
                <a:cxn ang="0">
                  <a:pos x="0" y="1440"/>
                </a:cxn>
                <a:cxn ang="0">
                  <a:pos x="0" y="1440"/>
                </a:cxn>
              </a:cxnLst>
              <a:rect l="txL" t="txT" r="txR" b="txB"/>
              <a:pathLst>
                <a:path w="1" h="48">
                  <a:moveTo>
                    <a:pt x="0" y="0"/>
                  </a:moveTo>
                  <a:lnTo>
                    <a:pt x="0" y="18"/>
                  </a:lnTo>
                  <a:lnTo>
                    <a:pt x="0" y="0"/>
                  </a:lnTo>
                  <a:close/>
                  <a:moveTo>
                    <a:pt x="0" y="36"/>
                  </a:moveTo>
                  <a:lnTo>
                    <a:pt x="0" y="48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66" name="Freeform 85"/>
            <p:cNvSpPr>
              <a:spLocks noEditPoints="1"/>
            </p:cNvSpPr>
            <p:nvPr/>
          </p:nvSpPr>
          <p:spPr>
            <a:xfrm>
              <a:off x="1949" y="2073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0"/>
                </a:cxn>
                <a:cxn ang="0">
                  <a:pos x="0" y="73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203"/>
                </a:cxn>
                <a:cxn ang="0">
                  <a:pos x="0" y="1896"/>
                </a:cxn>
                <a:cxn ang="0">
                  <a:pos x="0" y="1203"/>
                </a:cxn>
                <a:cxn ang="0">
                  <a:pos x="0" y="1203"/>
                </a:cxn>
              </a:cxnLst>
              <a:rect l="txL" t="txT" r="txR" b="txB"/>
              <a:pathLst>
                <a:path w="1" h="48">
                  <a:moveTo>
                    <a:pt x="0" y="0"/>
                  </a:moveTo>
                  <a:lnTo>
                    <a:pt x="0" y="18"/>
                  </a:lnTo>
                  <a:lnTo>
                    <a:pt x="0" y="0"/>
                  </a:lnTo>
                  <a:close/>
                  <a:moveTo>
                    <a:pt x="0" y="30"/>
                  </a:moveTo>
                  <a:lnTo>
                    <a:pt x="0" y="48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67" name="Freeform 86"/>
            <p:cNvSpPr>
              <a:spLocks noEditPoints="1"/>
            </p:cNvSpPr>
            <p:nvPr/>
          </p:nvSpPr>
          <p:spPr>
            <a:xfrm>
              <a:off x="1949" y="2148"/>
              <a:ext cx="1" cy="54"/>
            </a:xfrm>
            <a:custGeom>
              <a:avLst/>
              <a:gdLst>
                <a:gd name="txL" fmla="*/ 0 w 1"/>
                <a:gd name="txT" fmla="*/ 0 h 47"/>
                <a:gd name="txR" fmla="*/ 1 w 1"/>
                <a:gd name="txB" fmla="*/ 47 h 47"/>
              </a:gdLst>
              <a:ahLst/>
              <a:cxnLst>
                <a:cxn ang="0">
                  <a:pos x="0" y="0"/>
                </a:cxn>
                <a:cxn ang="0">
                  <a:pos x="0" y="485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259"/>
                </a:cxn>
                <a:cxn ang="0">
                  <a:pos x="0" y="1987"/>
                </a:cxn>
                <a:cxn ang="0">
                  <a:pos x="0" y="1259"/>
                </a:cxn>
                <a:cxn ang="0">
                  <a:pos x="0" y="1259"/>
                </a:cxn>
              </a:cxnLst>
              <a:rect l="txL" t="txT" r="txR" b="txB"/>
              <a:pathLst>
                <a:path w="1" h="47">
                  <a:moveTo>
                    <a:pt x="0" y="0"/>
                  </a:moveTo>
                  <a:lnTo>
                    <a:pt x="0" y="11"/>
                  </a:lnTo>
                  <a:lnTo>
                    <a:pt x="0" y="0"/>
                  </a:lnTo>
                  <a:close/>
                  <a:moveTo>
                    <a:pt x="0" y="29"/>
                  </a:moveTo>
                  <a:lnTo>
                    <a:pt x="0" y="47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68" name="Freeform 87"/>
            <p:cNvSpPr/>
            <p:nvPr/>
          </p:nvSpPr>
          <p:spPr>
            <a:xfrm>
              <a:off x="1949" y="2215"/>
              <a:ext cx="1" cy="14"/>
            </a:xfrm>
            <a:custGeom>
              <a:avLst/>
              <a:gdLst>
                <a:gd name="txL" fmla="*/ 0 w 1"/>
                <a:gd name="txT" fmla="*/ 0 h 12"/>
                <a:gd name="txR" fmla="*/ 1 w 1"/>
                <a:gd name="txB" fmla="*/ 12 h 12"/>
              </a:gdLst>
              <a:ahLst/>
              <a:cxnLst>
                <a:cxn ang="0">
                  <a:pos x="0" y="0"/>
                </a:cxn>
                <a:cxn ang="0">
                  <a:pos x="0" y="775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2">
                  <a:moveTo>
                    <a:pt x="0" y="0"/>
                  </a:moveTo>
                  <a:lnTo>
                    <a:pt x="0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69" name="Freeform 88"/>
            <p:cNvSpPr/>
            <p:nvPr/>
          </p:nvSpPr>
          <p:spPr>
            <a:xfrm>
              <a:off x="1068" y="3350"/>
              <a:ext cx="14" cy="1"/>
            </a:xfrm>
            <a:custGeom>
              <a:avLst/>
              <a:gdLst>
                <a:gd name="txL" fmla="*/ 0 w 12"/>
                <a:gd name="txT" fmla="*/ 0 h 1"/>
                <a:gd name="txR" fmla="*/ 12 w 12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775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2" h="1">
                  <a:moveTo>
                    <a:pt x="0" y="0"/>
                  </a:moveTo>
                  <a:lnTo>
                    <a:pt x="1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70" name="Freeform 89"/>
            <p:cNvSpPr>
              <a:spLocks noEditPoints="1"/>
            </p:cNvSpPr>
            <p:nvPr/>
          </p:nvSpPr>
          <p:spPr>
            <a:xfrm>
              <a:off x="1102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71" name="Freeform 90"/>
            <p:cNvSpPr>
              <a:spLocks noEditPoints="1"/>
            </p:cNvSpPr>
            <p:nvPr/>
          </p:nvSpPr>
          <p:spPr>
            <a:xfrm>
              <a:off x="1176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32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2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72" name="Freeform 91"/>
            <p:cNvSpPr>
              <a:spLocks noEditPoints="1"/>
            </p:cNvSpPr>
            <p:nvPr/>
          </p:nvSpPr>
          <p:spPr>
            <a:xfrm>
              <a:off x="1244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880" y="0"/>
                </a:cxn>
                <a:cxn ang="0">
                  <a:pos x="1173" y="0"/>
                </a:cxn>
                <a:cxn ang="0">
                  <a:pos x="880" y="0"/>
                </a:cxn>
                <a:cxn ang="0">
                  <a:pos x="880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6" y="0"/>
                  </a:moveTo>
                  <a:lnTo>
                    <a:pt x="48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73" name="Freeform 92"/>
            <p:cNvSpPr>
              <a:spLocks noEditPoints="1"/>
            </p:cNvSpPr>
            <p:nvPr/>
          </p:nvSpPr>
          <p:spPr>
            <a:xfrm>
              <a:off x="1318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74" name="Freeform 93"/>
            <p:cNvSpPr>
              <a:spLocks noEditPoints="1"/>
            </p:cNvSpPr>
            <p:nvPr/>
          </p:nvSpPr>
          <p:spPr>
            <a:xfrm>
              <a:off x="1392" y="3350"/>
              <a:ext cx="53" cy="1"/>
            </a:xfrm>
            <a:custGeom>
              <a:avLst/>
              <a:gdLst>
                <a:gd name="txL" fmla="*/ 0 w 47"/>
                <a:gd name="txT" fmla="*/ 0 h 1"/>
                <a:gd name="txR" fmla="*/ 47 w 47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32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60" y="0"/>
                </a:cxn>
                <a:cxn ang="0">
                  <a:pos x="1227" y="0"/>
                </a:cxn>
                <a:cxn ang="0">
                  <a:pos x="760" y="0"/>
                </a:cxn>
                <a:cxn ang="0">
                  <a:pos x="760" y="0"/>
                </a:cxn>
              </a:cxnLst>
              <a:rect l="txL" t="txT" r="txR" b="txB"/>
              <a:pathLst>
                <a:path w="47" h="1">
                  <a:moveTo>
                    <a:pt x="0" y="0"/>
                  </a:moveTo>
                  <a:lnTo>
                    <a:pt x="12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7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75" name="Freeform 94"/>
            <p:cNvSpPr>
              <a:spLocks noEditPoints="1"/>
            </p:cNvSpPr>
            <p:nvPr/>
          </p:nvSpPr>
          <p:spPr>
            <a:xfrm>
              <a:off x="1458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880" y="0"/>
                </a:cxn>
                <a:cxn ang="0">
                  <a:pos x="1173" y="0"/>
                </a:cxn>
                <a:cxn ang="0">
                  <a:pos x="880" y="0"/>
                </a:cxn>
                <a:cxn ang="0">
                  <a:pos x="880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6" y="0"/>
                  </a:moveTo>
                  <a:lnTo>
                    <a:pt x="48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76" name="Freeform 95"/>
            <p:cNvSpPr>
              <a:spLocks noEditPoints="1"/>
            </p:cNvSpPr>
            <p:nvPr/>
          </p:nvSpPr>
          <p:spPr>
            <a:xfrm>
              <a:off x="1532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77" name="Freeform 96"/>
            <p:cNvSpPr>
              <a:spLocks noEditPoints="1"/>
            </p:cNvSpPr>
            <p:nvPr/>
          </p:nvSpPr>
          <p:spPr>
            <a:xfrm>
              <a:off x="1607" y="3350"/>
              <a:ext cx="53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68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430" y="0"/>
                </a:cxn>
                <a:cxn ang="0">
                  <a:pos x="702" y="0"/>
                </a:cxn>
                <a:cxn ang="0">
                  <a:pos x="430" y="0"/>
                </a:cxn>
                <a:cxn ang="0">
                  <a:pos x="430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2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78" name="Freeform 97"/>
            <p:cNvSpPr>
              <a:spLocks noEditPoints="1"/>
            </p:cNvSpPr>
            <p:nvPr/>
          </p:nvSpPr>
          <p:spPr>
            <a:xfrm>
              <a:off x="1674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880" y="0"/>
                </a:cxn>
                <a:cxn ang="0">
                  <a:pos x="1173" y="0"/>
                </a:cxn>
                <a:cxn ang="0">
                  <a:pos x="880" y="0"/>
                </a:cxn>
                <a:cxn ang="0">
                  <a:pos x="880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6" y="0"/>
                  </a:moveTo>
                  <a:lnTo>
                    <a:pt x="48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79" name="Freeform 98"/>
            <p:cNvSpPr>
              <a:spLocks noEditPoints="1"/>
            </p:cNvSpPr>
            <p:nvPr/>
          </p:nvSpPr>
          <p:spPr>
            <a:xfrm>
              <a:off x="1748" y="3350"/>
              <a:ext cx="53" cy="1"/>
            </a:xfrm>
            <a:custGeom>
              <a:avLst/>
              <a:gdLst>
                <a:gd name="txL" fmla="*/ 0 w 47"/>
                <a:gd name="txT" fmla="*/ 0 h 1"/>
                <a:gd name="txR" fmla="*/ 47 w 47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69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60" y="0"/>
                </a:cxn>
                <a:cxn ang="0">
                  <a:pos x="1227" y="0"/>
                </a:cxn>
                <a:cxn ang="0">
                  <a:pos x="760" y="0"/>
                </a:cxn>
                <a:cxn ang="0">
                  <a:pos x="760" y="0"/>
                </a:cxn>
              </a:cxnLst>
              <a:rect l="txL" t="txT" r="txR" b="txB"/>
              <a:pathLst>
                <a:path w="47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7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80" name="Freeform 99"/>
            <p:cNvSpPr>
              <a:spLocks noEditPoints="1"/>
            </p:cNvSpPr>
            <p:nvPr/>
          </p:nvSpPr>
          <p:spPr>
            <a:xfrm>
              <a:off x="1821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32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2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81" name="Freeform 100"/>
            <p:cNvSpPr>
              <a:spLocks noEditPoints="1"/>
            </p:cNvSpPr>
            <p:nvPr/>
          </p:nvSpPr>
          <p:spPr>
            <a:xfrm>
              <a:off x="1889" y="3350"/>
              <a:ext cx="53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26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24" y="0"/>
                </a:cxn>
                <a:cxn ang="0">
                  <a:pos x="702" y="0"/>
                </a:cxn>
                <a:cxn ang="0">
                  <a:pos x="524" y="0"/>
                </a:cxn>
                <a:cxn ang="0">
                  <a:pos x="524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6" y="0"/>
                  </a:moveTo>
                  <a:lnTo>
                    <a:pt x="48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82" name="Freeform 101"/>
            <p:cNvSpPr>
              <a:spLocks noEditPoints="1"/>
            </p:cNvSpPr>
            <p:nvPr/>
          </p:nvSpPr>
          <p:spPr>
            <a:xfrm>
              <a:off x="1963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83" name="Freeform 102"/>
            <p:cNvSpPr>
              <a:spLocks noEditPoints="1"/>
            </p:cNvSpPr>
            <p:nvPr/>
          </p:nvSpPr>
          <p:spPr>
            <a:xfrm>
              <a:off x="2037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32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2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84" name="Freeform 103"/>
            <p:cNvSpPr>
              <a:spLocks noEditPoints="1"/>
            </p:cNvSpPr>
            <p:nvPr/>
          </p:nvSpPr>
          <p:spPr>
            <a:xfrm>
              <a:off x="2104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880" y="0"/>
                </a:cxn>
                <a:cxn ang="0">
                  <a:pos x="1173" y="0"/>
                </a:cxn>
                <a:cxn ang="0">
                  <a:pos x="880" y="0"/>
                </a:cxn>
                <a:cxn ang="0">
                  <a:pos x="880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6" y="0"/>
                  </a:moveTo>
                  <a:lnTo>
                    <a:pt x="48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85" name="Freeform 104"/>
            <p:cNvSpPr>
              <a:spLocks noEditPoints="1"/>
            </p:cNvSpPr>
            <p:nvPr/>
          </p:nvSpPr>
          <p:spPr>
            <a:xfrm>
              <a:off x="2177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86" name="Freeform 105"/>
            <p:cNvSpPr>
              <a:spLocks noEditPoints="1"/>
            </p:cNvSpPr>
            <p:nvPr/>
          </p:nvSpPr>
          <p:spPr>
            <a:xfrm>
              <a:off x="2251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32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2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87" name="Freeform 106"/>
            <p:cNvSpPr>
              <a:spLocks noEditPoints="1"/>
            </p:cNvSpPr>
            <p:nvPr/>
          </p:nvSpPr>
          <p:spPr>
            <a:xfrm>
              <a:off x="2319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880" y="0"/>
                </a:cxn>
                <a:cxn ang="0">
                  <a:pos x="1173" y="0"/>
                </a:cxn>
                <a:cxn ang="0">
                  <a:pos x="880" y="0"/>
                </a:cxn>
                <a:cxn ang="0">
                  <a:pos x="880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6" y="0"/>
                  </a:moveTo>
                  <a:lnTo>
                    <a:pt x="48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88" name="Freeform 107"/>
            <p:cNvSpPr>
              <a:spLocks noEditPoints="1"/>
            </p:cNvSpPr>
            <p:nvPr/>
          </p:nvSpPr>
          <p:spPr>
            <a:xfrm>
              <a:off x="2393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89" name="Freeform 108"/>
            <p:cNvSpPr>
              <a:spLocks noEditPoints="1"/>
            </p:cNvSpPr>
            <p:nvPr/>
          </p:nvSpPr>
          <p:spPr>
            <a:xfrm>
              <a:off x="2467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32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2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90" name="Freeform 109"/>
            <p:cNvSpPr>
              <a:spLocks noEditPoints="1"/>
            </p:cNvSpPr>
            <p:nvPr/>
          </p:nvSpPr>
          <p:spPr>
            <a:xfrm>
              <a:off x="2533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880" y="0"/>
                </a:cxn>
                <a:cxn ang="0">
                  <a:pos x="1173" y="0"/>
                </a:cxn>
                <a:cxn ang="0">
                  <a:pos x="880" y="0"/>
                </a:cxn>
                <a:cxn ang="0">
                  <a:pos x="880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6" y="0"/>
                  </a:moveTo>
                  <a:lnTo>
                    <a:pt x="48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91" name="Freeform 110"/>
            <p:cNvSpPr>
              <a:spLocks noEditPoints="1"/>
            </p:cNvSpPr>
            <p:nvPr/>
          </p:nvSpPr>
          <p:spPr>
            <a:xfrm>
              <a:off x="2608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92" name="Freeform 111"/>
            <p:cNvSpPr>
              <a:spLocks noEditPoints="1"/>
            </p:cNvSpPr>
            <p:nvPr/>
          </p:nvSpPr>
          <p:spPr>
            <a:xfrm>
              <a:off x="2682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32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2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93" name="Freeform 112"/>
            <p:cNvSpPr>
              <a:spLocks noEditPoints="1"/>
            </p:cNvSpPr>
            <p:nvPr/>
          </p:nvSpPr>
          <p:spPr>
            <a:xfrm>
              <a:off x="2749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880" y="0"/>
                </a:cxn>
                <a:cxn ang="0">
                  <a:pos x="1173" y="0"/>
                </a:cxn>
                <a:cxn ang="0">
                  <a:pos x="880" y="0"/>
                </a:cxn>
                <a:cxn ang="0">
                  <a:pos x="880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6" y="0"/>
                  </a:moveTo>
                  <a:lnTo>
                    <a:pt x="48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94" name="Freeform 113"/>
            <p:cNvSpPr>
              <a:spLocks noEditPoints="1"/>
            </p:cNvSpPr>
            <p:nvPr/>
          </p:nvSpPr>
          <p:spPr>
            <a:xfrm>
              <a:off x="2823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95" name="Freeform 114"/>
            <p:cNvSpPr>
              <a:spLocks noEditPoints="1"/>
            </p:cNvSpPr>
            <p:nvPr/>
          </p:nvSpPr>
          <p:spPr>
            <a:xfrm>
              <a:off x="2896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32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2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96" name="Freeform 115"/>
            <p:cNvSpPr>
              <a:spLocks noEditPoints="1"/>
            </p:cNvSpPr>
            <p:nvPr/>
          </p:nvSpPr>
          <p:spPr>
            <a:xfrm>
              <a:off x="2964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880" y="0"/>
                </a:cxn>
                <a:cxn ang="0">
                  <a:pos x="1173" y="0"/>
                </a:cxn>
                <a:cxn ang="0">
                  <a:pos x="880" y="0"/>
                </a:cxn>
                <a:cxn ang="0">
                  <a:pos x="880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6" y="0"/>
                  </a:moveTo>
                  <a:lnTo>
                    <a:pt x="48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97" name="Freeform 116"/>
            <p:cNvSpPr>
              <a:spLocks noEditPoints="1"/>
            </p:cNvSpPr>
            <p:nvPr/>
          </p:nvSpPr>
          <p:spPr>
            <a:xfrm>
              <a:off x="3038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98" name="Freeform 117"/>
            <p:cNvSpPr>
              <a:spLocks noEditPoints="1"/>
            </p:cNvSpPr>
            <p:nvPr/>
          </p:nvSpPr>
          <p:spPr>
            <a:xfrm>
              <a:off x="3112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32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2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99" name="Freeform 118"/>
            <p:cNvSpPr>
              <a:spLocks noEditPoints="1"/>
            </p:cNvSpPr>
            <p:nvPr/>
          </p:nvSpPr>
          <p:spPr>
            <a:xfrm>
              <a:off x="3180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880" y="0"/>
                </a:cxn>
                <a:cxn ang="0">
                  <a:pos x="1173" y="0"/>
                </a:cxn>
                <a:cxn ang="0">
                  <a:pos x="880" y="0"/>
                </a:cxn>
                <a:cxn ang="0">
                  <a:pos x="880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6" y="0"/>
                  </a:moveTo>
                  <a:lnTo>
                    <a:pt x="48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00" name="Freeform 119"/>
            <p:cNvSpPr>
              <a:spLocks noEditPoints="1"/>
            </p:cNvSpPr>
            <p:nvPr/>
          </p:nvSpPr>
          <p:spPr>
            <a:xfrm>
              <a:off x="3254" y="3336"/>
              <a:ext cx="12" cy="14"/>
            </a:xfrm>
            <a:custGeom>
              <a:avLst/>
              <a:gdLst>
                <a:gd name="txL" fmla="*/ 0 w 11"/>
                <a:gd name="txT" fmla="*/ 0 h 12"/>
                <a:gd name="txR" fmla="*/ 11 w 11"/>
                <a:gd name="txB" fmla="*/ 12 h 12"/>
              </a:gdLst>
              <a:ahLst/>
              <a:cxnLst>
                <a:cxn ang="0">
                  <a:pos x="0" y="775"/>
                </a:cxn>
                <a:cxn ang="0">
                  <a:pos x="106" y="775"/>
                </a:cxn>
                <a:cxn ang="0">
                  <a:pos x="0" y="775"/>
                </a:cxn>
                <a:cxn ang="0">
                  <a:pos x="0" y="775"/>
                </a:cxn>
                <a:cxn ang="0">
                  <a:pos x="106" y="775"/>
                </a:cxn>
                <a:cxn ang="0">
                  <a:pos x="106" y="0"/>
                </a:cxn>
                <a:cxn ang="0">
                  <a:pos x="106" y="775"/>
                </a:cxn>
                <a:cxn ang="0">
                  <a:pos x="106" y="775"/>
                </a:cxn>
              </a:cxnLst>
              <a:rect l="txL" t="txT" r="txR" b="txB"/>
              <a:pathLst>
                <a:path w="11" h="12">
                  <a:moveTo>
                    <a:pt x="0" y="12"/>
                  </a:moveTo>
                  <a:lnTo>
                    <a:pt x="11" y="12"/>
                  </a:lnTo>
                  <a:lnTo>
                    <a:pt x="0" y="12"/>
                  </a:lnTo>
                  <a:close/>
                  <a:moveTo>
                    <a:pt x="11" y="12"/>
                  </a:moveTo>
                  <a:lnTo>
                    <a:pt x="11" y="0"/>
                  </a:lnTo>
                  <a:lnTo>
                    <a:pt x="11" y="12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01" name="Freeform 120"/>
            <p:cNvSpPr>
              <a:spLocks noEditPoints="1"/>
            </p:cNvSpPr>
            <p:nvPr/>
          </p:nvSpPr>
          <p:spPr>
            <a:xfrm>
              <a:off x="3266" y="3302"/>
              <a:ext cx="1" cy="48"/>
            </a:xfrm>
            <a:custGeom>
              <a:avLst/>
              <a:gdLst>
                <a:gd name="txL" fmla="*/ 0 w 1"/>
                <a:gd name="txT" fmla="*/ 0 h 42"/>
                <a:gd name="txR" fmla="*/ 1 w 1"/>
                <a:gd name="txB" fmla="*/ 42 h 42"/>
              </a:gdLst>
              <a:ahLst/>
              <a:cxnLst>
                <a:cxn ang="0">
                  <a:pos x="0" y="1544"/>
                </a:cxn>
                <a:cxn ang="0">
                  <a:pos x="0" y="1544"/>
                </a:cxn>
                <a:cxn ang="0">
                  <a:pos x="0" y="1544"/>
                </a:cxn>
                <a:cxn ang="0">
                  <a:pos x="0" y="671"/>
                </a:cxn>
                <a:cxn ang="0">
                  <a:pos x="0" y="0"/>
                </a:cxn>
                <a:cxn ang="0">
                  <a:pos x="0" y="671"/>
                </a:cxn>
                <a:cxn ang="0">
                  <a:pos x="0" y="671"/>
                </a:cxn>
              </a:cxnLst>
              <a:rect l="txL" t="txT" r="txR" b="txB"/>
              <a:pathLst>
                <a:path w="1" h="42">
                  <a:moveTo>
                    <a:pt x="0" y="42"/>
                  </a:moveTo>
                  <a:lnTo>
                    <a:pt x="0" y="42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02" name="Freeform 121"/>
            <p:cNvSpPr>
              <a:spLocks noEditPoints="1"/>
            </p:cNvSpPr>
            <p:nvPr/>
          </p:nvSpPr>
          <p:spPr>
            <a:xfrm>
              <a:off x="3266" y="3227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896"/>
                </a:cxn>
                <a:cxn ang="0">
                  <a:pos x="0" y="1440"/>
                </a:cxn>
                <a:cxn ang="0">
                  <a:pos x="0" y="1896"/>
                </a:cxn>
                <a:cxn ang="0">
                  <a:pos x="0" y="1896"/>
                </a:cxn>
                <a:cxn ang="0">
                  <a:pos x="0" y="731"/>
                </a:cxn>
                <a:cxn ang="0">
                  <a:pos x="0" y="0"/>
                </a:cxn>
                <a:cxn ang="0">
                  <a:pos x="0" y="731"/>
                </a:cxn>
                <a:cxn ang="0">
                  <a:pos x="0" y="731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6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03" name="Freeform 122"/>
            <p:cNvSpPr>
              <a:spLocks noEditPoints="1"/>
            </p:cNvSpPr>
            <p:nvPr/>
          </p:nvSpPr>
          <p:spPr>
            <a:xfrm>
              <a:off x="3266" y="3159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896"/>
                </a:cxn>
                <a:cxn ang="0">
                  <a:pos x="0" y="1203"/>
                </a:cxn>
                <a:cxn ang="0">
                  <a:pos x="0" y="1896"/>
                </a:cxn>
                <a:cxn ang="0">
                  <a:pos x="0" y="1896"/>
                </a:cxn>
                <a:cxn ang="0">
                  <a:pos x="0" y="486"/>
                </a:cxn>
                <a:cxn ang="0">
                  <a:pos x="0" y="0"/>
                </a:cxn>
                <a:cxn ang="0">
                  <a:pos x="0" y="486"/>
                </a:cxn>
                <a:cxn ang="0">
                  <a:pos x="0" y="486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0"/>
                  </a:lnTo>
                  <a:lnTo>
                    <a:pt x="0" y="48"/>
                  </a:lnTo>
                  <a:close/>
                  <a:moveTo>
                    <a:pt x="0" y="12"/>
                  </a:moveTo>
                  <a:lnTo>
                    <a:pt x="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04" name="Freeform 123"/>
            <p:cNvSpPr>
              <a:spLocks noEditPoints="1"/>
            </p:cNvSpPr>
            <p:nvPr/>
          </p:nvSpPr>
          <p:spPr>
            <a:xfrm>
              <a:off x="3266" y="3085"/>
              <a:ext cx="1" cy="54"/>
            </a:xfrm>
            <a:custGeom>
              <a:avLst/>
              <a:gdLst>
                <a:gd name="txL" fmla="*/ 0 w 1"/>
                <a:gd name="txT" fmla="*/ 0 h 47"/>
                <a:gd name="txR" fmla="*/ 1 w 1"/>
                <a:gd name="txB" fmla="*/ 47 h 47"/>
              </a:gdLst>
              <a:ahLst/>
              <a:cxnLst>
                <a:cxn ang="0">
                  <a:pos x="0" y="1987"/>
                </a:cxn>
                <a:cxn ang="0">
                  <a:pos x="0" y="1259"/>
                </a:cxn>
                <a:cxn ang="0">
                  <a:pos x="0" y="1987"/>
                </a:cxn>
                <a:cxn ang="0">
                  <a:pos x="0" y="1987"/>
                </a:cxn>
                <a:cxn ang="0">
                  <a:pos x="0" y="787"/>
                </a:cxn>
                <a:cxn ang="0">
                  <a:pos x="0" y="0"/>
                </a:cxn>
                <a:cxn ang="0">
                  <a:pos x="0" y="787"/>
                </a:cxn>
                <a:cxn ang="0">
                  <a:pos x="0" y="787"/>
                </a:cxn>
              </a:cxnLst>
              <a:rect l="txL" t="txT" r="txR" b="txB"/>
              <a:pathLst>
                <a:path w="1" h="47">
                  <a:moveTo>
                    <a:pt x="0" y="47"/>
                  </a:moveTo>
                  <a:lnTo>
                    <a:pt x="0" y="29"/>
                  </a:lnTo>
                  <a:lnTo>
                    <a:pt x="0" y="47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05" name="Freeform 124"/>
            <p:cNvSpPr>
              <a:spLocks noEditPoints="1"/>
            </p:cNvSpPr>
            <p:nvPr/>
          </p:nvSpPr>
          <p:spPr>
            <a:xfrm>
              <a:off x="3266" y="3010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896"/>
                </a:cxn>
                <a:cxn ang="0">
                  <a:pos x="0" y="1440"/>
                </a:cxn>
                <a:cxn ang="0">
                  <a:pos x="0" y="1896"/>
                </a:cxn>
                <a:cxn ang="0">
                  <a:pos x="0" y="1896"/>
                </a:cxn>
                <a:cxn ang="0">
                  <a:pos x="0" y="731"/>
                </a:cxn>
                <a:cxn ang="0">
                  <a:pos x="0" y="0"/>
                </a:cxn>
                <a:cxn ang="0">
                  <a:pos x="0" y="731"/>
                </a:cxn>
                <a:cxn ang="0">
                  <a:pos x="0" y="731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6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06" name="Freeform 125"/>
            <p:cNvSpPr>
              <a:spLocks noEditPoints="1"/>
            </p:cNvSpPr>
            <p:nvPr/>
          </p:nvSpPr>
          <p:spPr>
            <a:xfrm>
              <a:off x="3266" y="2942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896"/>
                </a:cxn>
                <a:cxn ang="0">
                  <a:pos x="0" y="1203"/>
                </a:cxn>
                <a:cxn ang="0">
                  <a:pos x="0" y="1896"/>
                </a:cxn>
                <a:cxn ang="0">
                  <a:pos x="0" y="1896"/>
                </a:cxn>
                <a:cxn ang="0">
                  <a:pos x="0" y="486"/>
                </a:cxn>
                <a:cxn ang="0">
                  <a:pos x="0" y="0"/>
                </a:cxn>
                <a:cxn ang="0">
                  <a:pos x="0" y="486"/>
                </a:cxn>
                <a:cxn ang="0">
                  <a:pos x="0" y="486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0"/>
                  </a:lnTo>
                  <a:lnTo>
                    <a:pt x="0" y="48"/>
                  </a:lnTo>
                  <a:close/>
                  <a:moveTo>
                    <a:pt x="0" y="12"/>
                  </a:moveTo>
                  <a:lnTo>
                    <a:pt x="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07" name="Freeform 126"/>
            <p:cNvSpPr>
              <a:spLocks noEditPoints="1"/>
            </p:cNvSpPr>
            <p:nvPr/>
          </p:nvSpPr>
          <p:spPr>
            <a:xfrm>
              <a:off x="3266" y="2868"/>
              <a:ext cx="1" cy="53"/>
            </a:xfrm>
            <a:custGeom>
              <a:avLst/>
              <a:gdLst>
                <a:gd name="txL" fmla="*/ 0 w 1"/>
                <a:gd name="txT" fmla="*/ 0 h 47"/>
                <a:gd name="txR" fmla="*/ 1 w 1"/>
                <a:gd name="txB" fmla="*/ 47 h 47"/>
              </a:gdLst>
              <a:ahLst/>
              <a:cxnLst>
                <a:cxn ang="0">
                  <a:pos x="0" y="1227"/>
                </a:cxn>
                <a:cxn ang="0">
                  <a:pos x="0" y="759"/>
                </a:cxn>
                <a:cxn ang="0">
                  <a:pos x="0" y="1227"/>
                </a:cxn>
                <a:cxn ang="0">
                  <a:pos x="0" y="1227"/>
                </a:cxn>
                <a:cxn ang="0">
                  <a:pos x="0" y="417"/>
                </a:cxn>
                <a:cxn ang="0">
                  <a:pos x="0" y="0"/>
                </a:cxn>
                <a:cxn ang="0">
                  <a:pos x="0" y="417"/>
                </a:cxn>
                <a:cxn ang="0">
                  <a:pos x="0" y="417"/>
                </a:cxn>
              </a:cxnLst>
              <a:rect l="txL" t="txT" r="txR" b="txB"/>
              <a:pathLst>
                <a:path w="1" h="47">
                  <a:moveTo>
                    <a:pt x="0" y="47"/>
                  </a:moveTo>
                  <a:lnTo>
                    <a:pt x="0" y="29"/>
                  </a:lnTo>
                  <a:lnTo>
                    <a:pt x="0" y="47"/>
                  </a:lnTo>
                  <a:close/>
                  <a:moveTo>
                    <a:pt x="0" y="17"/>
                  </a:moveTo>
                  <a:lnTo>
                    <a:pt x="0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08" name="Freeform 127"/>
            <p:cNvSpPr>
              <a:spLocks noEditPoints="1"/>
            </p:cNvSpPr>
            <p:nvPr/>
          </p:nvSpPr>
          <p:spPr>
            <a:xfrm>
              <a:off x="3266" y="2793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896"/>
                </a:cxn>
                <a:cxn ang="0">
                  <a:pos x="0" y="1440"/>
                </a:cxn>
                <a:cxn ang="0">
                  <a:pos x="0" y="1896"/>
                </a:cxn>
                <a:cxn ang="0">
                  <a:pos x="0" y="1896"/>
                </a:cxn>
                <a:cxn ang="0">
                  <a:pos x="0" y="731"/>
                </a:cxn>
                <a:cxn ang="0">
                  <a:pos x="0" y="0"/>
                </a:cxn>
                <a:cxn ang="0">
                  <a:pos x="0" y="731"/>
                </a:cxn>
                <a:cxn ang="0">
                  <a:pos x="0" y="731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6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09" name="Freeform 128"/>
            <p:cNvSpPr>
              <a:spLocks noEditPoints="1"/>
            </p:cNvSpPr>
            <p:nvPr/>
          </p:nvSpPr>
          <p:spPr>
            <a:xfrm>
              <a:off x="3266" y="2725"/>
              <a:ext cx="1" cy="54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173"/>
                </a:cxn>
                <a:cxn ang="0">
                  <a:pos x="0" y="732"/>
                </a:cxn>
                <a:cxn ang="0">
                  <a:pos x="0" y="1173"/>
                </a:cxn>
                <a:cxn ang="0">
                  <a:pos x="0" y="1173"/>
                </a:cxn>
                <a:cxn ang="0">
                  <a:pos x="0" y="321"/>
                </a:cxn>
                <a:cxn ang="0">
                  <a:pos x="0" y="0"/>
                </a:cxn>
                <a:cxn ang="0">
                  <a:pos x="0" y="321"/>
                </a:cxn>
                <a:cxn ang="0">
                  <a:pos x="0" y="321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0"/>
                  </a:lnTo>
                  <a:lnTo>
                    <a:pt x="0" y="48"/>
                  </a:lnTo>
                  <a:close/>
                  <a:moveTo>
                    <a:pt x="0" y="12"/>
                  </a:moveTo>
                  <a:lnTo>
                    <a:pt x="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10" name="Freeform 129"/>
            <p:cNvSpPr>
              <a:spLocks noEditPoints="1"/>
            </p:cNvSpPr>
            <p:nvPr/>
          </p:nvSpPr>
          <p:spPr>
            <a:xfrm>
              <a:off x="3266" y="2650"/>
              <a:ext cx="1" cy="54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173"/>
                </a:cxn>
                <a:cxn ang="0">
                  <a:pos x="0" y="732"/>
                </a:cxn>
                <a:cxn ang="0">
                  <a:pos x="0" y="1173"/>
                </a:cxn>
                <a:cxn ang="0">
                  <a:pos x="0" y="1173"/>
                </a:cxn>
                <a:cxn ang="0">
                  <a:pos x="0" y="457"/>
                </a:cxn>
                <a:cxn ang="0">
                  <a:pos x="0" y="0"/>
                </a:cxn>
                <a:cxn ang="0">
                  <a:pos x="0" y="457"/>
                </a:cxn>
                <a:cxn ang="0">
                  <a:pos x="0" y="457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0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11" name="Freeform 130"/>
            <p:cNvSpPr>
              <a:spLocks noEditPoints="1"/>
            </p:cNvSpPr>
            <p:nvPr/>
          </p:nvSpPr>
          <p:spPr>
            <a:xfrm>
              <a:off x="3266" y="2576"/>
              <a:ext cx="1" cy="54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173"/>
                </a:cxn>
                <a:cxn ang="0">
                  <a:pos x="0" y="880"/>
                </a:cxn>
                <a:cxn ang="0">
                  <a:pos x="0" y="1173"/>
                </a:cxn>
                <a:cxn ang="0">
                  <a:pos x="0" y="1173"/>
                </a:cxn>
                <a:cxn ang="0">
                  <a:pos x="0" y="457"/>
                </a:cxn>
                <a:cxn ang="0">
                  <a:pos x="0" y="0"/>
                </a:cxn>
                <a:cxn ang="0">
                  <a:pos x="0" y="457"/>
                </a:cxn>
                <a:cxn ang="0">
                  <a:pos x="0" y="457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6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12" name="Freeform 131"/>
            <p:cNvSpPr>
              <a:spLocks noEditPoints="1"/>
            </p:cNvSpPr>
            <p:nvPr/>
          </p:nvSpPr>
          <p:spPr>
            <a:xfrm>
              <a:off x="3266" y="2508"/>
              <a:ext cx="1" cy="54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173"/>
                </a:cxn>
                <a:cxn ang="0">
                  <a:pos x="0" y="732"/>
                </a:cxn>
                <a:cxn ang="0">
                  <a:pos x="0" y="1173"/>
                </a:cxn>
                <a:cxn ang="0">
                  <a:pos x="0" y="1173"/>
                </a:cxn>
                <a:cxn ang="0">
                  <a:pos x="0" y="321"/>
                </a:cxn>
                <a:cxn ang="0">
                  <a:pos x="0" y="0"/>
                </a:cxn>
                <a:cxn ang="0">
                  <a:pos x="0" y="321"/>
                </a:cxn>
                <a:cxn ang="0">
                  <a:pos x="0" y="321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0"/>
                  </a:lnTo>
                  <a:lnTo>
                    <a:pt x="0" y="48"/>
                  </a:lnTo>
                  <a:close/>
                  <a:moveTo>
                    <a:pt x="0" y="12"/>
                  </a:moveTo>
                  <a:lnTo>
                    <a:pt x="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13" name="Freeform 132"/>
            <p:cNvSpPr>
              <a:spLocks noEditPoints="1"/>
            </p:cNvSpPr>
            <p:nvPr/>
          </p:nvSpPr>
          <p:spPr>
            <a:xfrm>
              <a:off x="3266" y="2433"/>
              <a:ext cx="1" cy="54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173"/>
                </a:cxn>
                <a:cxn ang="0">
                  <a:pos x="0" y="732"/>
                </a:cxn>
                <a:cxn ang="0">
                  <a:pos x="0" y="1173"/>
                </a:cxn>
                <a:cxn ang="0">
                  <a:pos x="0" y="1173"/>
                </a:cxn>
                <a:cxn ang="0">
                  <a:pos x="0" y="457"/>
                </a:cxn>
                <a:cxn ang="0">
                  <a:pos x="0" y="0"/>
                </a:cxn>
                <a:cxn ang="0">
                  <a:pos x="0" y="457"/>
                </a:cxn>
                <a:cxn ang="0">
                  <a:pos x="0" y="457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0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14" name="Freeform 133"/>
            <p:cNvSpPr>
              <a:spLocks noEditPoints="1"/>
            </p:cNvSpPr>
            <p:nvPr/>
          </p:nvSpPr>
          <p:spPr>
            <a:xfrm>
              <a:off x="3266" y="2359"/>
              <a:ext cx="1" cy="53"/>
            </a:xfrm>
            <a:custGeom>
              <a:avLst/>
              <a:gdLst>
                <a:gd name="txL" fmla="*/ 0 w 1"/>
                <a:gd name="txT" fmla="*/ 0 h 47"/>
                <a:gd name="txR" fmla="*/ 1 w 1"/>
                <a:gd name="txB" fmla="*/ 47 h 47"/>
              </a:gdLst>
              <a:ahLst/>
              <a:cxnLst>
                <a:cxn ang="0">
                  <a:pos x="0" y="1227"/>
                </a:cxn>
                <a:cxn ang="0">
                  <a:pos x="0" y="885"/>
                </a:cxn>
                <a:cxn ang="0">
                  <a:pos x="0" y="1227"/>
                </a:cxn>
                <a:cxn ang="0">
                  <a:pos x="0" y="1227"/>
                </a:cxn>
                <a:cxn ang="0">
                  <a:pos x="0" y="469"/>
                </a:cxn>
                <a:cxn ang="0">
                  <a:pos x="0" y="0"/>
                </a:cxn>
                <a:cxn ang="0">
                  <a:pos x="0" y="469"/>
                </a:cxn>
                <a:cxn ang="0">
                  <a:pos x="0" y="469"/>
                </a:cxn>
              </a:cxnLst>
              <a:rect l="txL" t="txT" r="txR" b="txB"/>
              <a:pathLst>
                <a:path w="1" h="47">
                  <a:moveTo>
                    <a:pt x="0" y="47"/>
                  </a:moveTo>
                  <a:lnTo>
                    <a:pt x="0" y="35"/>
                  </a:lnTo>
                  <a:lnTo>
                    <a:pt x="0" y="47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15" name="Freeform 134"/>
            <p:cNvSpPr>
              <a:spLocks noEditPoints="1"/>
            </p:cNvSpPr>
            <p:nvPr/>
          </p:nvSpPr>
          <p:spPr>
            <a:xfrm>
              <a:off x="3266" y="2290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896"/>
                </a:cxn>
                <a:cxn ang="0">
                  <a:pos x="0" y="1203"/>
                </a:cxn>
                <a:cxn ang="0">
                  <a:pos x="0" y="1896"/>
                </a:cxn>
                <a:cxn ang="0">
                  <a:pos x="0" y="1896"/>
                </a:cxn>
                <a:cxn ang="0">
                  <a:pos x="0" y="486"/>
                </a:cxn>
                <a:cxn ang="0">
                  <a:pos x="0" y="0"/>
                </a:cxn>
                <a:cxn ang="0">
                  <a:pos x="0" y="486"/>
                </a:cxn>
                <a:cxn ang="0">
                  <a:pos x="0" y="486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0"/>
                  </a:lnTo>
                  <a:lnTo>
                    <a:pt x="0" y="48"/>
                  </a:lnTo>
                  <a:close/>
                  <a:moveTo>
                    <a:pt x="0" y="12"/>
                  </a:moveTo>
                  <a:lnTo>
                    <a:pt x="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16" name="Freeform 135"/>
            <p:cNvSpPr>
              <a:spLocks noEditPoints="1"/>
            </p:cNvSpPr>
            <p:nvPr/>
          </p:nvSpPr>
          <p:spPr>
            <a:xfrm>
              <a:off x="3266" y="2222"/>
              <a:ext cx="1" cy="48"/>
            </a:xfrm>
            <a:custGeom>
              <a:avLst/>
              <a:gdLst>
                <a:gd name="txL" fmla="*/ 0 w 1"/>
                <a:gd name="txT" fmla="*/ 0 h 42"/>
                <a:gd name="txR" fmla="*/ 1 w 1"/>
                <a:gd name="txB" fmla="*/ 42 h 42"/>
              </a:gdLst>
              <a:ahLst/>
              <a:cxnLst>
                <a:cxn ang="0">
                  <a:pos x="0" y="1544"/>
                </a:cxn>
                <a:cxn ang="0">
                  <a:pos x="0" y="877"/>
                </a:cxn>
                <a:cxn ang="0">
                  <a:pos x="0" y="1544"/>
                </a:cxn>
                <a:cxn ang="0">
                  <a:pos x="0" y="1544"/>
                </a:cxn>
                <a:cxn ang="0">
                  <a:pos x="0" y="450"/>
                </a:cxn>
                <a:cxn ang="0">
                  <a:pos x="0" y="0"/>
                </a:cxn>
                <a:cxn ang="0">
                  <a:pos x="0" y="450"/>
                </a:cxn>
                <a:cxn ang="0">
                  <a:pos x="0" y="450"/>
                </a:cxn>
              </a:cxnLst>
              <a:rect l="txL" t="txT" r="txR" b="txB"/>
              <a:pathLst>
                <a:path w="1" h="42">
                  <a:moveTo>
                    <a:pt x="0" y="42"/>
                  </a:moveTo>
                  <a:lnTo>
                    <a:pt x="0" y="24"/>
                  </a:lnTo>
                  <a:lnTo>
                    <a:pt x="0" y="42"/>
                  </a:lnTo>
                  <a:close/>
                  <a:moveTo>
                    <a:pt x="0" y="12"/>
                  </a:moveTo>
                  <a:lnTo>
                    <a:pt x="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17" name="Freeform 136"/>
            <p:cNvSpPr>
              <a:spLocks noEditPoints="1"/>
            </p:cNvSpPr>
            <p:nvPr/>
          </p:nvSpPr>
          <p:spPr>
            <a:xfrm>
              <a:off x="3254" y="2222"/>
              <a:ext cx="12" cy="1"/>
            </a:xfrm>
            <a:custGeom>
              <a:avLst/>
              <a:gdLst>
                <a:gd name="txL" fmla="*/ 0 w 11"/>
                <a:gd name="txT" fmla="*/ 0 h 1"/>
                <a:gd name="txR" fmla="*/ 11 w 11"/>
                <a:gd name="txB" fmla="*/ 1 h 1"/>
              </a:gdLst>
              <a:ahLst/>
              <a:cxnLst>
                <a:cxn ang="0">
                  <a:pos x="106" y="0"/>
                </a:cxn>
                <a:cxn ang="0">
                  <a:pos x="0" y="0"/>
                </a:cxn>
                <a:cxn ang="0">
                  <a:pos x="106" y="0"/>
                </a:cxn>
                <a:cxn ang="0">
                  <a:pos x="106" y="0"/>
                </a:cxn>
                <a:cxn ang="0">
                  <a:pos x="106" y="0"/>
                </a:cxn>
                <a:cxn ang="0">
                  <a:pos x="106" y="0"/>
                </a:cxn>
                <a:cxn ang="0">
                  <a:pos x="106" y="0"/>
                </a:cxn>
              </a:cxnLst>
              <a:rect l="txL" t="txT" r="txR" b="txB"/>
              <a:pathLst>
                <a:path w="11" h="1">
                  <a:moveTo>
                    <a:pt x="11" y="0"/>
                  </a:moveTo>
                  <a:lnTo>
                    <a:pt x="0" y="0"/>
                  </a:lnTo>
                  <a:lnTo>
                    <a:pt x="11" y="0"/>
                  </a:lnTo>
                  <a:close/>
                  <a:moveTo>
                    <a:pt x="11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18" name="Freeform 137"/>
            <p:cNvSpPr>
              <a:spLocks noEditPoints="1"/>
            </p:cNvSpPr>
            <p:nvPr/>
          </p:nvSpPr>
          <p:spPr>
            <a:xfrm>
              <a:off x="3186" y="2222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1173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1173" y="0"/>
                </a:cxn>
                <a:cxn ang="0">
                  <a:pos x="321" y="0"/>
                </a:cxn>
                <a:cxn ang="0">
                  <a:pos x="0" y="0"/>
                </a:cxn>
                <a:cxn ang="0">
                  <a:pos x="321" y="0"/>
                </a:cxn>
                <a:cxn ang="0">
                  <a:pos x="321" y="0"/>
                </a:cxn>
              </a:cxnLst>
              <a:rect l="txL" t="txT" r="txR" b="txB"/>
              <a:pathLst>
                <a:path w="48" h="1">
                  <a:moveTo>
                    <a:pt x="48" y="0"/>
                  </a:moveTo>
                  <a:lnTo>
                    <a:pt x="30" y="0"/>
                  </a:lnTo>
                  <a:lnTo>
                    <a:pt x="48" y="0"/>
                  </a:lnTo>
                  <a:close/>
                  <a:moveTo>
                    <a:pt x="12" y="0"/>
                  </a:moveTo>
                  <a:lnTo>
                    <a:pt x="0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19" name="Freeform 138"/>
            <p:cNvSpPr>
              <a:spLocks noEditPoints="1"/>
            </p:cNvSpPr>
            <p:nvPr/>
          </p:nvSpPr>
          <p:spPr>
            <a:xfrm>
              <a:off x="3112" y="2222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1173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1173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457" y="0"/>
                </a:cxn>
                <a:cxn ang="0">
                  <a:pos x="457" y="0"/>
                </a:cxn>
              </a:cxnLst>
              <a:rect l="txL" t="txT" r="txR" b="txB"/>
              <a:pathLst>
                <a:path w="48" h="1">
                  <a:moveTo>
                    <a:pt x="48" y="0"/>
                  </a:moveTo>
                  <a:lnTo>
                    <a:pt x="30" y="0"/>
                  </a:lnTo>
                  <a:lnTo>
                    <a:pt x="48" y="0"/>
                  </a:lnTo>
                  <a:close/>
                  <a:moveTo>
                    <a:pt x="18" y="0"/>
                  </a:move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20" name="Freeform 139"/>
            <p:cNvSpPr>
              <a:spLocks noEditPoints="1"/>
            </p:cNvSpPr>
            <p:nvPr/>
          </p:nvSpPr>
          <p:spPr>
            <a:xfrm>
              <a:off x="3038" y="2222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1173" y="0"/>
                </a:cxn>
                <a:cxn ang="0">
                  <a:pos x="880" y="0"/>
                </a:cxn>
                <a:cxn ang="0">
                  <a:pos x="1173" y="0"/>
                </a:cxn>
                <a:cxn ang="0">
                  <a:pos x="1173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457" y="0"/>
                </a:cxn>
                <a:cxn ang="0">
                  <a:pos x="457" y="0"/>
                </a:cxn>
              </a:cxnLst>
              <a:rect l="txL" t="txT" r="txR" b="txB"/>
              <a:pathLst>
                <a:path w="48" h="1">
                  <a:moveTo>
                    <a:pt x="48" y="0"/>
                  </a:moveTo>
                  <a:lnTo>
                    <a:pt x="36" y="0"/>
                  </a:lnTo>
                  <a:lnTo>
                    <a:pt x="48" y="0"/>
                  </a:lnTo>
                  <a:close/>
                  <a:moveTo>
                    <a:pt x="18" y="0"/>
                  </a:move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21" name="Freeform 140"/>
            <p:cNvSpPr>
              <a:spLocks noEditPoints="1"/>
            </p:cNvSpPr>
            <p:nvPr/>
          </p:nvSpPr>
          <p:spPr>
            <a:xfrm>
              <a:off x="2971" y="2222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1173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1173" y="0"/>
                </a:cxn>
                <a:cxn ang="0">
                  <a:pos x="321" y="0"/>
                </a:cxn>
                <a:cxn ang="0">
                  <a:pos x="0" y="0"/>
                </a:cxn>
                <a:cxn ang="0">
                  <a:pos x="321" y="0"/>
                </a:cxn>
                <a:cxn ang="0">
                  <a:pos x="321" y="0"/>
                </a:cxn>
              </a:cxnLst>
              <a:rect l="txL" t="txT" r="txR" b="txB"/>
              <a:pathLst>
                <a:path w="48" h="1">
                  <a:moveTo>
                    <a:pt x="48" y="0"/>
                  </a:moveTo>
                  <a:lnTo>
                    <a:pt x="30" y="0"/>
                  </a:lnTo>
                  <a:lnTo>
                    <a:pt x="48" y="0"/>
                  </a:lnTo>
                  <a:close/>
                  <a:moveTo>
                    <a:pt x="12" y="0"/>
                  </a:moveTo>
                  <a:lnTo>
                    <a:pt x="0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22" name="Freeform 141"/>
            <p:cNvSpPr>
              <a:spLocks noEditPoints="1"/>
            </p:cNvSpPr>
            <p:nvPr/>
          </p:nvSpPr>
          <p:spPr>
            <a:xfrm>
              <a:off x="2896" y="2222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1173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1173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457" y="0"/>
                </a:cxn>
                <a:cxn ang="0">
                  <a:pos x="457" y="0"/>
                </a:cxn>
              </a:cxnLst>
              <a:rect l="txL" t="txT" r="txR" b="txB"/>
              <a:pathLst>
                <a:path w="48" h="1">
                  <a:moveTo>
                    <a:pt x="48" y="0"/>
                  </a:moveTo>
                  <a:lnTo>
                    <a:pt x="30" y="0"/>
                  </a:lnTo>
                  <a:lnTo>
                    <a:pt x="48" y="0"/>
                  </a:lnTo>
                  <a:close/>
                  <a:moveTo>
                    <a:pt x="18" y="0"/>
                  </a:move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23" name="Freeform 142"/>
            <p:cNvSpPr>
              <a:spLocks noEditPoints="1"/>
            </p:cNvSpPr>
            <p:nvPr/>
          </p:nvSpPr>
          <p:spPr>
            <a:xfrm>
              <a:off x="2823" y="2222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1173" y="0"/>
                </a:cxn>
                <a:cxn ang="0">
                  <a:pos x="880" y="0"/>
                </a:cxn>
                <a:cxn ang="0">
                  <a:pos x="1173" y="0"/>
                </a:cxn>
                <a:cxn ang="0">
                  <a:pos x="1173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457" y="0"/>
                </a:cxn>
                <a:cxn ang="0">
                  <a:pos x="457" y="0"/>
                </a:cxn>
              </a:cxnLst>
              <a:rect l="txL" t="txT" r="txR" b="txB"/>
              <a:pathLst>
                <a:path w="48" h="1">
                  <a:moveTo>
                    <a:pt x="48" y="0"/>
                  </a:moveTo>
                  <a:lnTo>
                    <a:pt x="36" y="0"/>
                  </a:lnTo>
                  <a:lnTo>
                    <a:pt x="48" y="0"/>
                  </a:lnTo>
                  <a:close/>
                  <a:moveTo>
                    <a:pt x="18" y="0"/>
                  </a:move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24" name="Freeform 143"/>
            <p:cNvSpPr>
              <a:spLocks noEditPoints="1"/>
            </p:cNvSpPr>
            <p:nvPr/>
          </p:nvSpPr>
          <p:spPr>
            <a:xfrm>
              <a:off x="2756" y="2222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1173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1173" y="0"/>
                </a:cxn>
                <a:cxn ang="0">
                  <a:pos x="321" y="0"/>
                </a:cxn>
                <a:cxn ang="0">
                  <a:pos x="0" y="0"/>
                </a:cxn>
                <a:cxn ang="0">
                  <a:pos x="321" y="0"/>
                </a:cxn>
                <a:cxn ang="0">
                  <a:pos x="321" y="0"/>
                </a:cxn>
              </a:cxnLst>
              <a:rect l="txL" t="txT" r="txR" b="txB"/>
              <a:pathLst>
                <a:path w="48" h="1">
                  <a:moveTo>
                    <a:pt x="48" y="0"/>
                  </a:moveTo>
                  <a:lnTo>
                    <a:pt x="30" y="0"/>
                  </a:lnTo>
                  <a:lnTo>
                    <a:pt x="48" y="0"/>
                  </a:lnTo>
                  <a:close/>
                  <a:moveTo>
                    <a:pt x="12" y="0"/>
                  </a:moveTo>
                  <a:lnTo>
                    <a:pt x="0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25" name="Freeform 144"/>
            <p:cNvSpPr>
              <a:spLocks noEditPoints="1"/>
            </p:cNvSpPr>
            <p:nvPr/>
          </p:nvSpPr>
          <p:spPr>
            <a:xfrm>
              <a:off x="2682" y="2222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1173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1173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457" y="0"/>
                </a:cxn>
                <a:cxn ang="0">
                  <a:pos x="457" y="0"/>
                </a:cxn>
              </a:cxnLst>
              <a:rect l="txL" t="txT" r="txR" b="txB"/>
              <a:pathLst>
                <a:path w="48" h="1">
                  <a:moveTo>
                    <a:pt x="48" y="0"/>
                  </a:moveTo>
                  <a:lnTo>
                    <a:pt x="30" y="0"/>
                  </a:lnTo>
                  <a:lnTo>
                    <a:pt x="48" y="0"/>
                  </a:lnTo>
                  <a:close/>
                  <a:moveTo>
                    <a:pt x="18" y="0"/>
                  </a:move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26" name="Freeform 145"/>
            <p:cNvSpPr>
              <a:spLocks noEditPoints="1"/>
            </p:cNvSpPr>
            <p:nvPr/>
          </p:nvSpPr>
          <p:spPr>
            <a:xfrm>
              <a:off x="2608" y="2222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1173" y="0"/>
                </a:cxn>
                <a:cxn ang="0">
                  <a:pos x="880" y="0"/>
                </a:cxn>
                <a:cxn ang="0">
                  <a:pos x="1173" y="0"/>
                </a:cxn>
                <a:cxn ang="0">
                  <a:pos x="1173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457" y="0"/>
                </a:cxn>
                <a:cxn ang="0">
                  <a:pos x="457" y="0"/>
                </a:cxn>
              </a:cxnLst>
              <a:rect l="txL" t="txT" r="txR" b="txB"/>
              <a:pathLst>
                <a:path w="48" h="1">
                  <a:moveTo>
                    <a:pt x="48" y="0"/>
                  </a:moveTo>
                  <a:lnTo>
                    <a:pt x="36" y="0"/>
                  </a:lnTo>
                  <a:lnTo>
                    <a:pt x="48" y="0"/>
                  </a:lnTo>
                  <a:close/>
                  <a:moveTo>
                    <a:pt x="18" y="0"/>
                  </a:move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27" name="Freeform 146"/>
            <p:cNvSpPr>
              <a:spLocks noEditPoints="1"/>
            </p:cNvSpPr>
            <p:nvPr/>
          </p:nvSpPr>
          <p:spPr>
            <a:xfrm>
              <a:off x="2540" y="2222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1173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1173" y="0"/>
                </a:cxn>
                <a:cxn ang="0">
                  <a:pos x="321" y="0"/>
                </a:cxn>
                <a:cxn ang="0">
                  <a:pos x="0" y="0"/>
                </a:cxn>
                <a:cxn ang="0">
                  <a:pos x="321" y="0"/>
                </a:cxn>
                <a:cxn ang="0">
                  <a:pos x="321" y="0"/>
                </a:cxn>
              </a:cxnLst>
              <a:rect l="txL" t="txT" r="txR" b="txB"/>
              <a:pathLst>
                <a:path w="48" h="1">
                  <a:moveTo>
                    <a:pt x="48" y="0"/>
                  </a:moveTo>
                  <a:lnTo>
                    <a:pt x="30" y="0"/>
                  </a:lnTo>
                  <a:lnTo>
                    <a:pt x="48" y="0"/>
                  </a:lnTo>
                  <a:close/>
                  <a:moveTo>
                    <a:pt x="12" y="0"/>
                  </a:moveTo>
                  <a:lnTo>
                    <a:pt x="0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28" name="Freeform 147"/>
            <p:cNvSpPr>
              <a:spLocks noEditPoints="1"/>
            </p:cNvSpPr>
            <p:nvPr/>
          </p:nvSpPr>
          <p:spPr>
            <a:xfrm>
              <a:off x="2467" y="2222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1173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1173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457" y="0"/>
                </a:cxn>
                <a:cxn ang="0">
                  <a:pos x="457" y="0"/>
                </a:cxn>
              </a:cxnLst>
              <a:rect l="txL" t="txT" r="txR" b="txB"/>
              <a:pathLst>
                <a:path w="48" h="1">
                  <a:moveTo>
                    <a:pt x="48" y="0"/>
                  </a:moveTo>
                  <a:lnTo>
                    <a:pt x="30" y="0"/>
                  </a:lnTo>
                  <a:lnTo>
                    <a:pt x="48" y="0"/>
                  </a:lnTo>
                  <a:close/>
                  <a:moveTo>
                    <a:pt x="18" y="0"/>
                  </a:move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29" name="Freeform 148"/>
            <p:cNvSpPr>
              <a:spLocks noEditPoints="1"/>
            </p:cNvSpPr>
            <p:nvPr/>
          </p:nvSpPr>
          <p:spPr>
            <a:xfrm>
              <a:off x="2393" y="2222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1173" y="0"/>
                </a:cxn>
                <a:cxn ang="0">
                  <a:pos x="880" y="0"/>
                </a:cxn>
                <a:cxn ang="0">
                  <a:pos x="1173" y="0"/>
                </a:cxn>
                <a:cxn ang="0">
                  <a:pos x="1173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457" y="0"/>
                </a:cxn>
                <a:cxn ang="0">
                  <a:pos x="457" y="0"/>
                </a:cxn>
              </a:cxnLst>
              <a:rect l="txL" t="txT" r="txR" b="txB"/>
              <a:pathLst>
                <a:path w="48" h="1">
                  <a:moveTo>
                    <a:pt x="48" y="0"/>
                  </a:moveTo>
                  <a:lnTo>
                    <a:pt x="36" y="0"/>
                  </a:lnTo>
                  <a:lnTo>
                    <a:pt x="48" y="0"/>
                  </a:lnTo>
                  <a:close/>
                  <a:moveTo>
                    <a:pt x="18" y="0"/>
                  </a:move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30" name="Freeform 149"/>
            <p:cNvSpPr>
              <a:spLocks noEditPoints="1"/>
            </p:cNvSpPr>
            <p:nvPr/>
          </p:nvSpPr>
          <p:spPr>
            <a:xfrm>
              <a:off x="2326" y="2222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1173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1173" y="0"/>
                </a:cxn>
                <a:cxn ang="0">
                  <a:pos x="321" y="0"/>
                </a:cxn>
                <a:cxn ang="0">
                  <a:pos x="0" y="0"/>
                </a:cxn>
                <a:cxn ang="0">
                  <a:pos x="321" y="0"/>
                </a:cxn>
                <a:cxn ang="0">
                  <a:pos x="321" y="0"/>
                </a:cxn>
              </a:cxnLst>
              <a:rect l="txL" t="txT" r="txR" b="txB"/>
              <a:pathLst>
                <a:path w="48" h="1">
                  <a:moveTo>
                    <a:pt x="48" y="0"/>
                  </a:moveTo>
                  <a:lnTo>
                    <a:pt x="30" y="0"/>
                  </a:lnTo>
                  <a:lnTo>
                    <a:pt x="48" y="0"/>
                  </a:lnTo>
                  <a:close/>
                  <a:moveTo>
                    <a:pt x="12" y="0"/>
                  </a:moveTo>
                  <a:lnTo>
                    <a:pt x="0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31" name="Freeform 150"/>
            <p:cNvSpPr>
              <a:spLocks noEditPoints="1"/>
            </p:cNvSpPr>
            <p:nvPr/>
          </p:nvSpPr>
          <p:spPr>
            <a:xfrm>
              <a:off x="2251" y="2222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1173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1173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457" y="0"/>
                </a:cxn>
                <a:cxn ang="0">
                  <a:pos x="457" y="0"/>
                </a:cxn>
              </a:cxnLst>
              <a:rect l="txL" t="txT" r="txR" b="txB"/>
              <a:pathLst>
                <a:path w="48" h="1">
                  <a:moveTo>
                    <a:pt x="48" y="0"/>
                  </a:moveTo>
                  <a:lnTo>
                    <a:pt x="30" y="0"/>
                  </a:lnTo>
                  <a:lnTo>
                    <a:pt x="48" y="0"/>
                  </a:lnTo>
                  <a:close/>
                  <a:moveTo>
                    <a:pt x="18" y="0"/>
                  </a:move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32" name="Freeform 151"/>
            <p:cNvSpPr>
              <a:spLocks noEditPoints="1"/>
            </p:cNvSpPr>
            <p:nvPr/>
          </p:nvSpPr>
          <p:spPr>
            <a:xfrm>
              <a:off x="2177" y="2222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1173" y="0"/>
                </a:cxn>
                <a:cxn ang="0">
                  <a:pos x="880" y="0"/>
                </a:cxn>
                <a:cxn ang="0">
                  <a:pos x="1173" y="0"/>
                </a:cxn>
                <a:cxn ang="0">
                  <a:pos x="1173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457" y="0"/>
                </a:cxn>
                <a:cxn ang="0">
                  <a:pos x="457" y="0"/>
                </a:cxn>
              </a:cxnLst>
              <a:rect l="txL" t="txT" r="txR" b="txB"/>
              <a:pathLst>
                <a:path w="48" h="1">
                  <a:moveTo>
                    <a:pt x="48" y="0"/>
                  </a:moveTo>
                  <a:lnTo>
                    <a:pt x="36" y="0"/>
                  </a:lnTo>
                  <a:lnTo>
                    <a:pt x="48" y="0"/>
                  </a:lnTo>
                  <a:close/>
                  <a:moveTo>
                    <a:pt x="18" y="0"/>
                  </a:move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33" name="Freeform 152"/>
            <p:cNvSpPr>
              <a:spLocks noEditPoints="1"/>
            </p:cNvSpPr>
            <p:nvPr/>
          </p:nvSpPr>
          <p:spPr>
            <a:xfrm>
              <a:off x="2111" y="2222"/>
              <a:ext cx="53" cy="1"/>
            </a:xfrm>
            <a:custGeom>
              <a:avLst/>
              <a:gdLst>
                <a:gd name="txL" fmla="*/ 0 w 47"/>
                <a:gd name="txT" fmla="*/ 0 h 1"/>
                <a:gd name="txR" fmla="*/ 47 w 47"/>
                <a:gd name="txB" fmla="*/ 1 h 1"/>
              </a:gdLst>
              <a:ahLst/>
              <a:cxnLst>
                <a:cxn ang="0">
                  <a:pos x="1227" y="0"/>
                </a:cxn>
                <a:cxn ang="0">
                  <a:pos x="760" y="0"/>
                </a:cxn>
                <a:cxn ang="0">
                  <a:pos x="1227" y="0"/>
                </a:cxn>
                <a:cxn ang="0">
                  <a:pos x="1227" y="0"/>
                </a:cxn>
                <a:cxn ang="0">
                  <a:pos x="327" y="0"/>
                </a:cxn>
                <a:cxn ang="0">
                  <a:pos x="0" y="0"/>
                </a:cxn>
                <a:cxn ang="0">
                  <a:pos x="327" y="0"/>
                </a:cxn>
                <a:cxn ang="0">
                  <a:pos x="327" y="0"/>
                </a:cxn>
              </a:cxnLst>
              <a:rect l="txL" t="txT" r="txR" b="txB"/>
              <a:pathLst>
                <a:path w="47" h="1">
                  <a:moveTo>
                    <a:pt x="47" y="0"/>
                  </a:moveTo>
                  <a:lnTo>
                    <a:pt x="30" y="0"/>
                  </a:lnTo>
                  <a:lnTo>
                    <a:pt x="47" y="0"/>
                  </a:lnTo>
                  <a:close/>
                  <a:moveTo>
                    <a:pt x="12" y="0"/>
                  </a:moveTo>
                  <a:lnTo>
                    <a:pt x="0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34" name="Freeform 153"/>
            <p:cNvSpPr>
              <a:spLocks noEditPoints="1"/>
            </p:cNvSpPr>
            <p:nvPr/>
          </p:nvSpPr>
          <p:spPr>
            <a:xfrm>
              <a:off x="2037" y="2222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1173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1173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457" y="0"/>
                </a:cxn>
                <a:cxn ang="0">
                  <a:pos x="457" y="0"/>
                </a:cxn>
              </a:cxnLst>
              <a:rect l="txL" t="txT" r="txR" b="txB"/>
              <a:pathLst>
                <a:path w="48" h="1">
                  <a:moveTo>
                    <a:pt x="48" y="0"/>
                  </a:moveTo>
                  <a:lnTo>
                    <a:pt x="30" y="0"/>
                  </a:lnTo>
                  <a:lnTo>
                    <a:pt x="48" y="0"/>
                  </a:lnTo>
                  <a:close/>
                  <a:moveTo>
                    <a:pt x="18" y="0"/>
                  </a:move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35" name="Freeform 154"/>
            <p:cNvSpPr>
              <a:spLocks noEditPoints="1"/>
            </p:cNvSpPr>
            <p:nvPr/>
          </p:nvSpPr>
          <p:spPr>
            <a:xfrm>
              <a:off x="1963" y="2222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1173" y="0"/>
                </a:cxn>
                <a:cxn ang="0">
                  <a:pos x="880" y="0"/>
                </a:cxn>
                <a:cxn ang="0">
                  <a:pos x="1173" y="0"/>
                </a:cxn>
                <a:cxn ang="0">
                  <a:pos x="1173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457" y="0"/>
                </a:cxn>
                <a:cxn ang="0">
                  <a:pos x="457" y="0"/>
                </a:cxn>
              </a:cxnLst>
              <a:rect l="txL" t="txT" r="txR" b="txB"/>
              <a:pathLst>
                <a:path w="48" h="1">
                  <a:moveTo>
                    <a:pt x="48" y="0"/>
                  </a:moveTo>
                  <a:lnTo>
                    <a:pt x="36" y="0"/>
                  </a:lnTo>
                  <a:lnTo>
                    <a:pt x="48" y="0"/>
                  </a:lnTo>
                  <a:close/>
                  <a:moveTo>
                    <a:pt x="18" y="0"/>
                  </a:move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36" name="Rectangle 155"/>
            <p:cNvSpPr/>
            <p:nvPr/>
          </p:nvSpPr>
          <p:spPr>
            <a:xfrm>
              <a:off x="1949" y="2222"/>
              <a:ext cx="0" cy="0"/>
            </a:xfrm>
            <a:prstGeom prst="rect">
              <a:avLst/>
            </a:prstGeom>
            <a:solidFill>
              <a:srgbClr val="F0027F"/>
            </a:solidFill>
            <a:ln w="9525" cap="flat" cmpd="sng">
              <a:solidFill>
                <a:srgbClr val="0066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aseline="-25000" dirty="0">
                <a:ea typeface="Arial" panose="020B0604020202020204" pitchFamily="34" charset="0"/>
              </a:endParaRPr>
            </a:p>
          </p:txBody>
        </p:sp>
        <p:sp>
          <p:nvSpPr>
            <p:cNvPr id="46237" name="Freeform 156"/>
            <p:cNvSpPr/>
            <p:nvPr/>
          </p:nvSpPr>
          <p:spPr>
            <a:xfrm>
              <a:off x="3482" y="2060"/>
              <a:ext cx="1" cy="1460"/>
            </a:xfrm>
            <a:custGeom>
              <a:avLst/>
              <a:gdLst>
                <a:gd name="txL" fmla="*/ 0 w 1"/>
                <a:gd name="txT" fmla="*/ 0 h 1284"/>
                <a:gd name="txR" fmla="*/ 1 w 1"/>
                <a:gd name="txB" fmla="*/ 1284 h 1284"/>
              </a:gdLst>
              <a:ahLst/>
              <a:cxnLst>
                <a:cxn ang="0">
                  <a:pos x="0" y="0"/>
                </a:cxn>
                <a:cxn ang="0">
                  <a:pos x="0" y="41218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284">
                  <a:moveTo>
                    <a:pt x="0" y="0"/>
                  </a:moveTo>
                  <a:lnTo>
                    <a:pt x="0" y="12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38" name="Freeform 157"/>
            <p:cNvSpPr/>
            <p:nvPr/>
          </p:nvSpPr>
          <p:spPr>
            <a:xfrm>
              <a:off x="4685" y="2636"/>
              <a:ext cx="242" cy="306"/>
            </a:xfrm>
            <a:custGeom>
              <a:avLst/>
              <a:gdLst>
                <a:gd name="txL" fmla="*/ 0 w 215"/>
                <a:gd name="txT" fmla="*/ 0 h 269"/>
                <a:gd name="txR" fmla="*/ 215 w 215"/>
                <a:gd name="txB" fmla="*/ 269 h 269"/>
              </a:gdLst>
              <a:ahLst/>
              <a:cxnLst>
                <a:cxn ang="0">
                  <a:pos x="2592" y="8728"/>
                </a:cxn>
                <a:cxn ang="0">
                  <a:pos x="3631" y="8335"/>
                </a:cxn>
                <a:cxn ang="0">
                  <a:pos x="4500" y="7544"/>
                </a:cxn>
                <a:cxn ang="0">
                  <a:pos x="5079" y="6219"/>
                </a:cxn>
                <a:cxn ang="0">
                  <a:pos x="5227" y="4493"/>
                </a:cxn>
                <a:cxn ang="0">
                  <a:pos x="5079" y="2726"/>
                </a:cxn>
                <a:cxn ang="0">
                  <a:pos x="4500" y="1409"/>
                </a:cxn>
                <a:cxn ang="0">
                  <a:pos x="3631" y="394"/>
                </a:cxn>
                <a:cxn ang="0">
                  <a:pos x="2592" y="0"/>
                </a:cxn>
                <a:cxn ang="0">
                  <a:pos x="1587" y="394"/>
                </a:cxn>
                <a:cxn ang="0">
                  <a:pos x="736" y="1409"/>
                </a:cxn>
                <a:cxn ang="0">
                  <a:pos x="158" y="2726"/>
                </a:cxn>
                <a:cxn ang="0">
                  <a:pos x="0" y="4493"/>
                </a:cxn>
                <a:cxn ang="0">
                  <a:pos x="158" y="6219"/>
                </a:cxn>
                <a:cxn ang="0">
                  <a:pos x="736" y="7544"/>
                </a:cxn>
                <a:cxn ang="0">
                  <a:pos x="1587" y="8335"/>
                </a:cxn>
                <a:cxn ang="0">
                  <a:pos x="2592" y="8728"/>
                </a:cxn>
                <a:cxn ang="0">
                  <a:pos x="2592" y="8728"/>
                </a:cxn>
              </a:cxnLst>
              <a:rect l="txL" t="txT" r="txR" b="txB"/>
              <a:pathLst>
                <a:path w="215" h="269">
                  <a:moveTo>
                    <a:pt x="107" y="269"/>
                  </a:moveTo>
                  <a:lnTo>
                    <a:pt x="149" y="257"/>
                  </a:lnTo>
                  <a:lnTo>
                    <a:pt x="185" y="233"/>
                  </a:lnTo>
                  <a:lnTo>
                    <a:pt x="209" y="192"/>
                  </a:lnTo>
                  <a:lnTo>
                    <a:pt x="215" y="138"/>
                  </a:lnTo>
                  <a:lnTo>
                    <a:pt x="209" y="84"/>
                  </a:lnTo>
                  <a:lnTo>
                    <a:pt x="185" y="42"/>
                  </a:lnTo>
                  <a:lnTo>
                    <a:pt x="149" y="12"/>
                  </a:lnTo>
                  <a:lnTo>
                    <a:pt x="107" y="0"/>
                  </a:lnTo>
                  <a:lnTo>
                    <a:pt x="65" y="12"/>
                  </a:lnTo>
                  <a:lnTo>
                    <a:pt x="30" y="42"/>
                  </a:lnTo>
                  <a:lnTo>
                    <a:pt x="6" y="84"/>
                  </a:lnTo>
                  <a:lnTo>
                    <a:pt x="0" y="138"/>
                  </a:lnTo>
                  <a:lnTo>
                    <a:pt x="6" y="192"/>
                  </a:lnTo>
                  <a:lnTo>
                    <a:pt x="30" y="233"/>
                  </a:lnTo>
                  <a:lnTo>
                    <a:pt x="65" y="257"/>
                  </a:lnTo>
                  <a:lnTo>
                    <a:pt x="107" y="26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39" name="Freeform 158"/>
            <p:cNvSpPr/>
            <p:nvPr/>
          </p:nvSpPr>
          <p:spPr>
            <a:xfrm>
              <a:off x="4805" y="2793"/>
              <a:ext cx="122" cy="149"/>
            </a:xfrm>
            <a:custGeom>
              <a:avLst/>
              <a:gdLst>
                <a:gd name="txL" fmla="*/ 0 w 108"/>
                <a:gd name="txT" fmla="*/ 0 h 131"/>
                <a:gd name="txR" fmla="*/ 108 w 108"/>
                <a:gd name="txB" fmla="*/ 131 h 131"/>
              </a:gdLst>
              <a:ahLst/>
              <a:cxnLst>
                <a:cxn ang="0">
                  <a:pos x="0" y="4217"/>
                </a:cxn>
                <a:cxn ang="0">
                  <a:pos x="1121" y="3833"/>
                </a:cxn>
                <a:cxn ang="0">
                  <a:pos x="2099" y="3078"/>
                </a:cxn>
                <a:cxn ang="0">
                  <a:pos x="2744" y="1713"/>
                </a:cxn>
                <a:cxn ang="0">
                  <a:pos x="2904" y="0"/>
                </a:cxn>
                <a:cxn ang="0">
                  <a:pos x="2904" y="0"/>
                </a:cxn>
                <a:cxn ang="0">
                  <a:pos x="2744" y="1713"/>
                </a:cxn>
                <a:cxn ang="0">
                  <a:pos x="2099" y="3078"/>
                </a:cxn>
                <a:cxn ang="0">
                  <a:pos x="1121" y="3833"/>
                </a:cxn>
                <a:cxn ang="0">
                  <a:pos x="0" y="4217"/>
                </a:cxn>
                <a:cxn ang="0">
                  <a:pos x="0" y="4217"/>
                </a:cxn>
              </a:cxnLst>
              <a:rect l="txL" t="txT" r="txR" b="txB"/>
              <a:pathLst>
                <a:path w="108" h="131">
                  <a:moveTo>
                    <a:pt x="0" y="131"/>
                  </a:moveTo>
                  <a:lnTo>
                    <a:pt x="42" y="119"/>
                  </a:lnTo>
                  <a:lnTo>
                    <a:pt x="78" y="95"/>
                  </a:lnTo>
                  <a:lnTo>
                    <a:pt x="102" y="54"/>
                  </a:lnTo>
                  <a:lnTo>
                    <a:pt x="108" y="0"/>
                  </a:lnTo>
                  <a:lnTo>
                    <a:pt x="102" y="54"/>
                  </a:lnTo>
                  <a:lnTo>
                    <a:pt x="78" y="95"/>
                  </a:lnTo>
                  <a:lnTo>
                    <a:pt x="42" y="119"/>
                  </a:lnTo>
                  <a:lnTo>
                    <a:pt x="0" y="13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40" name="Freeform 159"/>
            <p:cNvSpPr>
              <a:spLocks noEditPoints="1"/>
            </p:cNvSpPr>
            <p:nvPr/>
          </p:nvSpPr>
          <p:spPr>
            <a:xfrm>
              <a:off x="4805" y="2636"/>
              <a:ext cx="122" cy="157"/>
            </a:xfrm>
            <a:custGeom>
              <a:avLst/>
              <a:gdLst>
                <a:gd name="txL" fmla="*/ 0 w 108"/>
                <a:gd name="txT" fmla="*/ 0 h 138"/>
                <a:gd name="txR" fmla="*/ 108 w 108"/>
                <a:gd name="txB" fmla="*/ 138 h 138"/>
              </a:gdLst>
              <a:ahLst/>
              <a:cxnLst>
                <a:cxn ang="0">
                  <a:pos x="2904" y="4502"/>
                </a:cxn>
                <a:cxn ang="0">
                  <a:pos x="2744" y="2736"/>
                </a:cxn>
                <a:cxn ang="0">
                  <a:pos x="2099" y="1410"/>
                </a:cxn>
                <a:cxn ang="0">
                  <a:pos x="1121" y="395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121" y="395"/>
                </a:cxn>
                <a:cxn ang="0">
                  <a:pos x="2099" y="1410"/>
                </a:cxn>
                <a:cxn ang="0">
                  <a:pos x="2744" y="2736"/>
                </a:cxn>
                <a:cxn ang="0">
                  <a:pos x="2904" y="4502"/>
                </a:cxn>
                <a:cxn ang="0">
                  <a:pos x="2904" y="4502"/>
                </a:cxn>
                <a:cxn ang="0">
                  <a:pos x="2904" y="4502"/>
                </a:cxn>
                <a:cxn ang="0">
                  <a:pos x="2904" y="4502"/>
                </a:cxn>
                <a:cxn ang="0">
                  <a:pos x="2904" y="4502"/>
                </a:cxn>
              </a:cxnLst>
              <a:rect l="txL" t="txT" r="txR" b="txB"/>
              <a:pathLst>
                <a:path w="108" h="138">
                  <a:moveTo>
                    <a:pt x="108" y="138"/>
                  </a:moveTo>
                  <a:lnTo>
                    <a:pt x="102" y="84"/>
                  </a:lnTo>
                  <a:lnTo>
                    <a:pt x="78" y="42"/>
                  </a:lnTo>
                  <a:lnTo>
                    <a:pt x="42" y="12"/>
                  </a:lnTo>
                  <a:lnTo>
                    <a:pt x="0" y="0"/>
                  </a:lnTo>
                  <a:lnTo>
                    <a:pt x="42" y="12"/>
                  </a:lnTo>
                  <a:lnTo>
                    <a:pt x="78" y="42"/>
                  </a:lnTo>
                  <a:lnTo>
                    <a:pt x="102" y="84"/>
                  </a:lnTo>
                  <a:lnTo>
                    <a:pt x="108" y="138"/>
                  </a:lnTo>
                  <a:close/>
                  <a:moveTo>
                    <a:pt x="108" y="138"/>
                  </a:moveTo>
                  <a:lnTo>
                    <a:pt x="108" y="13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41" name="Freeform 160"/>
            <p:cNvSpPr>
              <a:spLocks noEditPoints="1"/>
            </p:cNvSpPr>
            <p:nvPr/>
          </p:nvSpPr>
          <p:spPr>
            <a:xfrm>
              <a:off x="4685" y="2636"/>
              <a:ext cx="120" cy="157"/>
            </a:xfrm>
            <a:custGeom>
              <a:avLst/>
              <a:gdLst>
                <a:gd name="txL" fmla="*/ 0 w 107"/>
                <a:gd name="txT" fmla="*/ 0 h 138"/>
                <a:gd name="txR" fmla="*/ 107 w 107"/>
                <a:gd name="txB" fmla="*/ 138 h 138"/>
              </a:gdLst>
              <a:ahLst/>
              <a:cxnLst>
                <a:cxn ang="0">
                  <a:pos x="2376" y="0"/>
                </a:cxn>
                <a:cxn ang="0">
                  <a:pos x="1441" y="395"/>
                </a:cxn>
                <a:cxn ang="0">
                  <a:pos x="673" y="1410"/>
                </a:cxn>
                <a:cxn ang="0">
                  <a:pos x="135" y="2736"/>
                </a:cxn>
                <a:cxn ang="0">
                  <a:pos x="0" y="4502"/>
                </a:cxn>
                <a:cxn ang="0">
                  <a:pos x="0" y="4502"/>
                </a:cxn>
                <a:cxn ang="0">
                  <a:pos x="135" y="2736"/>
                </a:cxn>
                <a:cxn ang="0">
                  <a:pos x="673" y="1410"/>
                </a:cxn>
                <a:cxn ang="0">
                  <a:pos x="1441" y="395"/>
                </a:cxn>
                <a:cxn ang="0">
                  <a:pos x="2376" y="0"/>
                </a:cxn>
                <a:cxn ang="0">
                  <a:pos x="2376" y="0"/>
                </a:cxn>
                <a:cxn ang="0">
                  <a:pos x="2376" y="0"/>
                </a:cxn>
                <a:cxn ang="0">
                  <a:pos x="2376" y="0"/>
                </a:cxn>
                <a:cxn ang="0">
                  <a:pos x="2376" y="0"/>
                </a:cxn>
              </a:cxnLst>
              <a:rect l="txL" t="txT" r="txR" b="txB"/>
              <a:pathLst>
                <a:path w="107" h="138">
                  <a:moveTo>
                    <a:pt x="107" y="0"/>
                  </a:moveTo>
                  <a:lnTo>
                    <a:pt x="65" y="12"/>
                  </a:lnTo>
                  <a:lnTo>
                    <a:pt x="30" y="42"/>
                  </a:lnTo>
                  <a:lnTo>
                    <a:pt x="6" y="84"/>
                  </a:lnTo>
                  <a:lnTo>
                    <a:pt x="0" y="138"/>
                  </a:lnTo>
                  <a:lnTo>
                    <a:pt x="6" y="84"/>
                  </a:lnTo>
                  <a:lnTo>
                    <a:pt x="30" y="42"/>
                  </a:lnTo>
                  <a:lnTo>
                    <a:pt x="65" y="12"/>
                  </a:lnTo>
                  <a:lnTo>
                    <a:pt x="107" y="0"/>
                  </a:lnTo>
                  <a:close/>
                  <a:moveTo>
                    <a:pt x="107" y="0"/>
                  </a:moveTo>
                  <a:lnTo>
                    <a:pt x="107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42" name="Freeform 161"/>
            <p:cNvSpPr>
              <a:spLocks noEditPoints="1"/>
            </p:cNvSpPr>
            <p:nvPr/>
          </p:nvSpPr>
          <p:spPr>
            <a:xfrm>
              <a:off x="4685" y="2793"/>
              <a:ext cx="120" cy="149"/>
            </a:xfrm>
            <a:custGeom>
              <a:avLst/>
              <a:gdLst>
                <a:gd name="txL" fmla="*/ 0 w 107"/>
                <a:gd name="txT" fmla="*/ 0 h 131"/>
                <a:gd name="txR" fmla="*/ 107 w 107"/>
                <a:gd name="txB" fmla="*/ 131 h 131"/>
              </a:gdLst>
              <a:ahLst/>
              <a:cxnLst>
                <a:cxn ang="0">
                  <a:pos x="0" y="0"/>
                </a:cxn>
                <a:cxn ang="0">
                  <a:pos x="135" y="1713"/>
                </a:cxn>
                <a:cxn ang="0">
                  <a:pos x="673" y="3078"/>
                </a:cxn>
                <a:cxn ang="0">
                  <a:pos x="1441" y="3833"/>
                </a:cxn>
                <a:cxn ang="0">
                  <a:pos x="2376" y="4217"/>
                </a:cxn>
                <a:cxn ang="0">
                  <a:pos x="2376" y="4217"/>
                </a:cxn>
                <a:cxn ang="0">
                  <a:pos x="1441" y="3833"/>
                </a:cxn>
                <a:cxn ang="0">
                  <a:pos x="673" y="3078"/>
                </a:cxn>
                <a:cxn ang="0">
                  <a:pos x="135" y="1713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07" h="131">
                  <a:moveTo>
                    <a:pt x="0" y="0"/>
                  </a:moveTo>
                  <a:lnTo>
                    <a:pt x="6" y="54"/>
                  </a:lnTo>
                  <a:lnTo>
                    <a:pt x="30" y="95"/>
                  </a:lnTo>
                  <a:lnTo>
                    <a:pt x="65" y="119"/>
                  </a:lnTo>
                  <a:lnTo>
                    <a:pt x="107" y="131"/>
                  </a:lnTo>
                  <a:lnTo>
                    <a:pt x="65" y="119"/>
                  </a:lnTo>
                  <a:lnTo>
                    <a:pt x="30" y="95"/>
                  </a:lnTo>
                  <a:lnTo>
                    <a:pt x="6" y="54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43" name="Freeform 162"/>
            <p:cNvSpPr/>
            <p:nvPr/>
          </p:nvSpPr>
          <p:spPr>
            <a:xfrm>
              <a:off x="4805" y="2942"/>
              <a:ext cx="2" cy="1"/>
            </a:xfrm>
            <a:custGeom>
              <a:avLst/>
              <a:gdLst>
                <a:gd name="txL" fmla="*/ 0 w 2"/>
                <a:gd name="txT" fmla="*/ 0 h 1"/>
                <a:gd name="txR" fmla="*/ 2 w 2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44" name="Freeform 163"/>
            <p:cNvSpPr/>
            <p:nvPr/>
          </p:nvSpPr>
          <p:spPr>
            <a:xfrm>
              <a:off x="4765" y="2691"/>
              <a:ext cx="74" cy="88"/>
            </a:xfrm>
            <a:custGeom>
              <a:avLst/>
              <a:gdLst>
                <a:gd name="txL" fmla="*/ 0 w 66"/>
                <a:gd name="txT" fmla="*/ 0 h 78"/>
                <a:gd name="txR" fmla="*/ 66 w 66"/>
                <a:gd name="txB" fmla="*/ 78 h 78"/>
              </a:gdLst>
              <a:ahLst/>
              <a:cxnLst>
                <a:cxn ang="0">
                  <a:pos x="666" y="963"/>
                </a:cxn>
                <a:cxn ang="0">
                  <a:pos x="0" y="963"/>
                </a:cxn>
                <a:cxn ang="0">
                  <a:pos x="0" y="1241"/>
                </a:cxn>
                <a:cxn ang="0">
                  <a:pos x="666" y="1241"/>
                </a:cxn>
                <a:cxn ang="0">
                  <a:pos x="666" y="2009"/>
                </a:cxn>
                <a:cxn ang="0">
                  <a:pos x="787" y="2009"/>
                </a:cxn>
                <a:cxn ang="0">
                  <a:pos x="787" y="1241"/>
                </a:cxn>
                <a:cxn ang="0">
                  <a:pos x="1447" y="1241"/>
                </a:cxn>
                <a:cxn ang="0">
                  <a:pos x="1447" y="963"/>
                </a:cxn>
                <a:cxn ang="0">
                  <a:pos x="787" y="963"/>
                </a:cxn>
                <a:cxn ang="0">
                  <a:pos x="787" y="0"/>
                </a:cxn>
                <a:cxn ang="0">
                  <a:pos x="666" y="0"/>
                </a:cxn>
                <a:cxn ang="0">
                  <a:pos x="666" y="963"/>
                </a:cxn>
              </a:cxnLst>
              <a:rect l="txL" t="txT" r="txR" b="txB"/>
              <a:pathLst>
                <a:path w="66" h="78">
                  <a:moveTo>
                    <a:pt x="30" y="36"/>
                  </a:moveTo>
                  <a:lnTo>
                    <a:pt x="0" y="36"/>
                  </a:lnTo>
                  <a:lnTo>
                    <a:pt x="0" y="48"/>
                  </a:lnTo>
                  <a:lnTo>
                    <a:pt x="30" y="48"/>
                  </a:lnTo>
                  <a:lnTo>
                    <a:pt x="30" y="78"/>
                  </a:lnTo>
                  <a:lnTo>
                    <a:pt x="36" y="78"/>
                  </a:lnTo>
                  <a:lnTo>
                    <a:pt x="36" y="48"/>
                  </a:lnTo>
                  <a:lnTo>
                    <a:pt x="66" y="48"/>
                  </a:lnTo>
                  <a:lnTo>
                    <a:pt x="66" y="36"/>
                  </a:lnTo>
                  <a:lnTo>
                    <a:pt x="36" y="36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30" y="3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45" name="Rectangle 164"/>
            <p:cNvSpPr/>
            <p:nvPr/>
          </p:nvSpPr>
          <p:spPr>
            <a:xfrm>
              <a:off x="4765" y="2854"/>
              <a:ext cx="74" cy="14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aseline="-25000" dirty="0">
                <a:ea typeface="Arial" panose="020B0604020202020204" pitchFamily="34" charset="0"/>
              </a:endParaRPr>
            </a:p>
          </p:txBody>
        </p:sp>
        <p:sp>
          <p:nvSpPr>
            <p:cNvPr id="46246" name="Freeform 165"/>
            <p:cNvSpPr/>
            <p:nvPr/>
          </p:nvSpPr>
          <p:spPr>
            <a:xfrm>
              <a:off x="1378" y="1916"/>
              <a:ext cx="242" cy="306"/>
            </a:xfrm>
            <a:custGeom>
              <a:avLst/>
              <a:gdLst>
                <a:gd name="txL" fmla="*/ 0 w 215"/>
                <a:gd name="txT" fmla="*/ 0 h 269"/>
                <a:gd name="txR" fmla="*/ 215 w 215"/>
                <a:gd name="txB" fmla="*/ 269 h 269"/>
              </a:gdLst>
              <a:ahLst/>
              <a:cxnLst>
                <a:cxn ang="0">
                  <a:pos x="0" y="4307"/>
                </a:cxn>
                <a:cxn ang="0">
                  <a:pos x="158" y="6051"/>
                </a:cxn>
                <a:cxn ang="0">
                  <a:pos x="736" y="7330"/>
                </a:cxn>
                <a:cxn ang="0">
                  <a:pos x="1587" y="8335"/>
                </a:cxn>
                <a:cxn ang="0">
                  <a:pos x="2592" y="8728"/>
                </a:cxn>
                <a:cxn ang="0">
                  <a:pos x="3631" y="8335"/>
                </a:cxn>
                <a:cxn ang="0">
                  <a:pos x="4500" y="7330"/>
                </a:cxn>
                <a:cxn ang="0">
                  <a:pos x="5079" y="6051"/>
                </a:cxn>
                <a:cxn ang="0">
                  <a:pos x="5227" y="4307"/>
                </a:cxn>
                <a:cxn ang="0">
                  <a:pos x="5079" y="2726"/>
                </a:cxn>
                <a:cxn ang="0">
                  <a:pos x="4500" y="1409"/>
                </a:cxn>
                <a:cxn ang="0">
                  <a:pos x="3631" y="394"/>
                </a:cxn>
                <a:cxn ang="0">
                  <a:pos x="2592" y="0"/>
                </a:cxn>
                <a:cxn ang="0">
                  <a:pos x="1587" y="394"/>
                </a:cxn>
                <a:cxn ang="0">
                  <a:pos x="736" y="1409"/>
                </a:cxn>
                <a:cxn ang="0">
                  <a:pos x="158" y="2726"/>
                </a:cxn>
                <a:cxn ang="0">
                  <a:pos x="0" y="4307"/>
                </a:cxn>
                <a:cxn ang="0">
                  <a:pos x="0" y="4307"/>
                </a:cxn>
              </a:cxnLst>
              <a:rect l="txL" t="txT" r="txR" b="txB"/>
              <a:pathLst>
                <a:path w="215" h="269">
                  <a:moveTo>
                    <a:pt x="0" y="132"/>
                  </a:moveTo>
                  <a:lnTo>
                    <a:pt x="6" y="186"/>
                  </a:lnTo>
                  <a:lnTo>
                    <a:pt x="30" y="227"/>
                  </a:lnTo>
                  <a:lnTo>
                    <a:pt x="65" y="257"/>
                  </a:lnTo>
                  <a:lnTo>
                    <a:pt x="107" y="269"/>
                  </a:lnTo>
                  <a:lnTo>
                    <a:pt x="149" y="257"/>
                  </a:lnTo>
                  <a:lnTo>
                    <a:pt x="185" y="227"/>
                  </a:lnTo>
                  <a:lnTo>
                    <a:pt x="209" y="186"/>
                  </a:lnTo>
                  <a:lnTo>
                    <a:pt x="215" y="132"/>
                  </a:lnTo>
                  <a:lnTo>
                    <a:pt x="209" y="84"/>
                  </a:lnTo>
                  <a:lnTo>
                    <a:pt x="185" y="42"/>
                  </a:lnTo>
                  <a:lnTo>
                    <a:pt x="149" y="12"/>
                  </a:lnTo>
                  <a:lnTo>
                    <a:pt x="107" y="0"/>
                  </a:lnTo>
                  <a:lnTo>
                    <a:pt x="65" y="12"/>
                  </a:lnTo>
                  <a:lnTo>
                    <a:pt x="30" y="42"/>
                  </a:lnTo>
                  <a:lnTo>
                    <a:pt x="6" y="84"/>
                  </a:lnTo>
                  <a:lnTo>
                    <a:pt x="0" y="13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47" name="Freeform 166"/>
            <p:cNvSpPr/>
            <p:nvPr/>
          </p:nvSpPr>
          <p:spPr>
            <a:xfrm>
              <a:off x="1378" y="2066"/>
              <a:ext cx="121" cy="156"/>
            </a:xfrm>
            <a:custGeom>
              <a:avLst/>
              <a:gdLst>
                <a:gd name="txL" fmla="*/ 0 w 107"/>
                <a:gd name="txT" fmla="*/ 0 h 137"/>
                <a:gd name="txR" fmla="*/ 107 w 107"/>
                <a:gd name="txB" fmla="*/ 137 h 137"/>
              </a:gdLst>
              <a:ahLst/>
              <a:cxnLst>
                <a:cxn ang="0">
                  <a:pos x="0" y="0"/>
                </a:cxn>
                <a:cxn ang="0">
                  <a:pos x="161" y="1771"/>
                </a:cxn>
                <a:cxn ang="0">
                  <a:pos x="815" y="3154"/>
                </a:cxn>
                <a:cxn ang="0">
                  <a:pos x="1805" y="4171"/>
                </a:cxn>
                <a:cxn ang="0">
                  <a:pos x="2951" y="4568"/>
                </a:cxn>
                <a:cxn ang="0">
                  <a:pos x="2951" y="4568"/>
                </a:cxn>
                <a:cxn ang="0">
                  <a:pos x="1805" y="4171"/>
                </a:cxn>
                <a:cxn ang="0">
                  <a:pos x="815" y="3154"/>
                </a:cxn>
                <a:cxn ang="0">
                  <a:pos x="161" y="1771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07" h="137">
                  <a:moveTo>
                    <a:pt x="0" y="0"/>
                  </a:moveTo>
                  <a:lnTo>
                    <a:pt x="6" y="54"/>
                  </a:lnTo>
                  <a:lnTo>
                    <a:pt x="30" y="95"/>
                  </a:lnTo>
                  <a:lnTo>
                    <a:pt x="65" y="125"/>
                  </a:lnTo>
                  <a:lnTo>
                    <a:pt x="107" y="137"/>
                  </a:lnTo>
                  <a:lnTo>
                    <a:pt x="65" y="125"/>
                  </a:lnTo>
                  <a:lnTo>
                    <a:pt x="30" y="95"/>
                  </a:lnTo>
                  <a:lnTo>
                    <a:pt x="6" y="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48" name="Freeform 167"/>
            <p:cNvSpPr>
              <a:spLocks noEditPoints="1"/>
            </p:cNvSpPr>
            <p:nvPr/>
          </p:nvSpPr>
          <p:spPr>
            <a:xfrm>
              <a:off x="1499" y="2066"/>
              <a:ext cx="128" cy="156"/>
            </a:xfrm>
            <a:custGeom>
              <a:avLst/>
              <a:gdLst>
                <a:gd name="txL" fmla="*/ 0 w 114"/>
                <a:gd name="txT" fmla="*/ 0 h 137"/>
                <a:gd name="txR" fmla="*/ 114 w 114"/>
                <a:gd name="txB" fmla="*/ 137 h 137"/>
              </a:gdLst>
              <a:ahLst/>
              <a:cxnLst>
                <a:cxn ang="0">
                  <a:pos x="0" y="4568"/>
                </a:cxn>
                <a:cxn ang="0">
                  <a:pos x="954" y="4171"/>
                </a:cxn>
                <a:cxn ang="0">
                  <a:pos x="1788" y="3154"/>
                </a:cxn>
                <a:cxn ang="0">
                  <a:pos x="2332" y="1771"/>
                </a:cxn>
                <a:cxn ang="0">
                  <a:pos x="2609" y="0"/>
                </a:cxn>
                <a:cxn ang="0">
                  <a:pos x="2481" y="0"/>
                </a:cxn>
                <a:cxn ang="0">
                  <a:pos x="2332" y="1771"/>
                </a:cxn>
                <a:cxn ang="0">
                  <a:pos x="1788" y="3154"/>
                </a:cxn>
                <a:cxn ang="0">
                  <a:pos x="954" y="4171"/>
                </a:cxn>
                <a:cxn ang="0">
                  <a:pos x="0" y="4568"/>
                </a:cxn>
                <a:cxn ang="0">
                  <a:pos x="0" y="4568"/>
                </a:cxn>
                <a:cxn ang="0">
                  <a:pos x="0" y="4568"/>
                </a:cxn>
                <a:cxn ang="0">
                  <a:pos x="0" y="4568"/>
                </a:cxn>
                <a:cxn ang="0">
                  <a:pos x="0" y="4568"/>
                </a:cxn>
              </a:cxnLst>
              <a:rect l="txL" t="txT" r="txR" b="txB"/>
              <a:pathLst>
                <a:path w="114" h="137">
                  <a:moveTo>
                    <a:pt x="0" y="137"/>
                  </a:moveTo>
                  <a:lnTo>
                    <a:pt x="42" y="125"/>
                  </a:lnTo>
                  <a:lnTo>
                    <a:pt x="78" y="95"/>
                  </a:lnTo>
                  <a:lnTo>
                    <a:pt x="102" y="54"/>
                  </a:lnTo>
                  <a:lnTo>
                    <a:pt x="114" y="0"/>
                  </a:lnTo>
                  <a:lnTo>
                    <a:pt x="108" y="0"/>
                  </a:lnTo>
                  <a:lnTo>
                    <a:pt x="102" y="54"/>
                  </a:lnTo>
                  <a:lnTo>
                    <a:pt x="78" y="95"/>
                  </a:lnTo>
                  <a:lnTo>
                    <a:pt x="42" y="125"/>
                  </a:lnTo>
                  <a:lnTo>
                    <a:pt x="0" y="137"/>
                  </a:lnTo>
                  <a:close/>
                  <a:moveTo>
                    <a:pt x="0" y="137"/>
                  </a:moveTo>
                  <a:lnTo>
                    <a:pt x="0" y="13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49" name="Freeform 168"/>
            <p:cNvSpPr>
              <a:spLocks noEditPoints="1"/>
            </p:cNvSpPr>
            <p:nvPr/>
          </p:nvSpPr>
          <p:spPr>
            <a:xfrm>
              <a:off x="1499" y="1916"/>
              <a:ext cx="128" cy="150"/>
            </a:xfrm>
            <a:custGeom>
              <a:avLst/>
              <a:gdLst>
                <a:gd name="txL" fmla="*/ 0 w 114"/>
                <a:gd name="txT" fmla="*/ 0 h 132"/>
                <a:gd name="txR" fmla="*/ 114 w 114"/>
                <a:gd name="txB" fmla="*/ 132 h 132"/>
              </a:gdLst>
              <a:ahLst/>
              <a:cxnLst>
                <a:cxn ang="0">
                  <a:pos x="2481" y="4157"/>
                </a:cxn>
                <a:cxn ang="0">
                  <a:pos x="2332" y="2655"/>
                </a:cxn>
                <a:cxn ang="0">
                  <a:pos x="1788" y="1360"/>
                </a:cxn>
                <a:cxn ang="0">
                  <a:pos x="954" y="39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954" y="390"/>
                </a:cxn>
                <a:cxn ang="0">
                  <a:pos x="1788" y="1360"/>
                </a:cxn>
                <a:cxn ang="0">
                  <a:pos x="2332" y="2655"/>
                </a:cxn>
                <a:cxn ang="0">
                  <a:pos x="2609" y="4157"/>
                </a:cxn>
                <a:cxn ang="0">
                  <a:pos x="2481" y="4157"/>
                </a:cxn>
                <a:cxn ang="0">
                  <a:pos x="2481" y="4157"/>
                </a:cxn>
                <a:cxn ang="0">
                  <a:pos x="2481" y="4157"/>
                </a:cxn>
                <a:cxn ang="0">
                  <a:pos x="2481" y="4157"/>
                </a:cxn>
              </a:cxnLst>
              <a:rect l="txL" t="txT" r="txR" b="txB"/>
              <a:pathLst>
                <a:path w="114" h="132">
                  <a:moveTo>
                    <a:pt x="108" y="132"/>
                  </a:moveTo>
                  <a:lnTo>
                    <a:pt x="102" y="84"/>
                  </a:lnTo>
                  <a:lnTo>
                    <a:pt x="78" y="42"/>
                  </a:lnTo>
                  <a:lnTo>
                    <a:pt x="42" y="12"/>
                  </a:lnTo>
                  <a:lnTo>
                    <a:pt x="0" y="0"/>
                  </a:lnTo>
                  <a:lnTo>
                    <a:pt x="42" y="12"/>
                  </a:lnTo>
                  <a:lnTo>
                    <a:pt x="78" y="42"/>
                  </a:lnTo>
                  <a:lnTo>
                    <a:pt x="102" y="84"/>
                  </a:lnTo>
                  <a:lnTo>
                    <a:pt x="114" y="132"/>
                  </a:lnTo>
                  <a:lnTo>
                    <a:pt x="108" y="132"/>
                  </a:lnTo>
                  <a:close/>
                  <a:moveTo>
                    <a:pt x="108" y="132"/>
                  </a:moveTo>
                  <a:lnTo>
                    <a:pt x="108" y="13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50" name="Freeform 169"/>
            <p:cNvSpPr>
              <a:spLocks noEditPoints="1"/>
            </p:cNvSpPr>
            <p:nvPr/>
          </p:nvSpPr>
          <p:spPr>
            <a:xfrm>
              <a:off x="1378" y="1916"/>
              <a:ext cx="121" cy="150"/>
            </a:xfrm>
            <a:custGeom>
              <a:avLst/>
              <a:gdLst>
                <a:gd name="txL" fmla="*/ 0 w 107"/>
                <a:gd name="txT" fmla="*/ 0 h 132"/>
                <a:gd name="txR" fmla="*/ 107 w 107"/>
                <a:gd name="txB" fmla="*/ 132 h 132"/>
              </a:gdLst>
              <a:ahLst/>
              <a:cxnLst>
                <a:cxn ang="0">
                  <a:pos x="2951" y="0"/>
                </a:cxn>
                <a:cxn ang="0">
                  <a:pos x="1805" y="390"/>
                </a:cxn>
                <a:cxn ang="0">
                  <a:pos x="815" y="1360"/>
                </a:cxn>
                <a:cxn ang="0">
                  <a:pos x="161" y="2655"/>
                </a:cxn>
                <a:cxn ang="0">
                  <a:pos x="0" y="4157"/>
                </a:cxn>
                <a:cxn ang="0">
                  <a:pos x="0" y="4157"/>
                </a:cxn>
                <a:cxn ang="0">
                  <a:pos x="161" y="2655"/>
                </a:cxn>
                <a:cxn ang="0">
                  <a:pos x="815" y="1360"/>
                </a:cxn>
                <a:cxn ang="0">
                  <a:pos x="1805" y="390"/>
                </a:cxn>
                <a:cxn ang="0">
                  <a:pos x="2951" y="0"/>
                </a:cxn>
                <a:cxn ang="0">
                  <a:pos x="2951" y="0"/>
                </a:cxn>
                <a:cxn ang="0">
                  <a:pos x="2951" y="0"/>
                </a:cxn>
                <a:cxn ang="0">
                  <a:pos x="2951" y="0"/>
                </a:cxn>
                <a:cxn ang="0">
                  <a:pos x="2951" y="0"/>
                </a:cxn>
              </a:cxnLst>
              <a:rect l="txL" t="txT" r="txR" b="txB"/>
              <a:pathLst>
                <a:path w="107" h="132">
                  <a:moveTo>
                    <a:pt x="107" y="0"/>
                  </a:moveTo>
                  <a:lnTo>
                    <a:pt x="65" y="12"/>
                  </a:lnTo>
                  <a:lnTo>
                    <a:pt x="30" y="42"/>
                  </a:lnTo>
                  <a:lnTo>
                    <a:pt x="6" y="84"/>
                  </a:lnTo>
                  <a:lnTo>
                    <a:pt x="0" y="132"/>
                  </a:lnTo>
                  <a:lnTo>
                    <a:pt x="6" y="84"/>
                  </a:lnTo>
                  <a:lnTo>
                    <a:pt x="30" y="42"/>
                  </a:lnTo>
                  <a:lnTo>
                    <a:pt x="65" y="12"/>
                  </a:lnTo>
                  <a:lnTo>
                    <a:pt x="107" y="0"/>
                  </a:lnTo>
                  <a:close/>
                  <a:moveTo>
                    <a:pt x="107" y="0"/>
                  </a:moveTo>
                  <a:lnTo>
                    <a:pt x="107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51" name="Freeform 170"/>
            <p:cNvSpPr/>
            <p:nvPr/>
          </p:nvSpPr>
          <p:spPr>
            <a:xfrm>
              <a:off x="1378" y="2066"/>
              <a:ext cx="2" cy="2"/>
            </a:xfrm>
            <a:custGeom>
              <a:avLst/>
              <a:gdLst>
                <a:gd name="txL" fmla="*/ 0 w 2"/>
                <a:gd name="txT" fmla="*/ 0 h 2"/>
                <a:gd name="txR" fmla="*/ 2 w 2"/>
                <a:gd name="txB" fmla="*/ 2 h 2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52" name="Freeform 171"/>
            <p:cNvSpPr/>
            <p:nvPr/>
          </p:nvSpPr>
          <p:spPr>
            <a:xfrm>
              <a:off x="1405" y="2066"/>
              <a:ext cx="100" cy="2"/>
            </a:xfrm>
            <a:custGeom>
              <a:avLst/>
              <a:gdLst>
                <a:gd name="txL" fmla="*/ 0 w 89"/>
                <a:gd name="txT" fmla="*/ 0 h 2"/>
                <a:gd name="txR" fmla="*/ 89 w 89"/>
                <a:gd name="txB" fmla="*/ 2 h 2"/>
              </a:gdLst>
              <a:ahLst/>
              <a:cxnLst>
                <a:cxn ang="0">
                  <a:pos x="0" y="0"/>
                </a:cxn>
                <a:cxn ang="0">
                  <a:pos x="2074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89" h="2">
                  <a:moveTo>
                    <a:pt x="0" y="0"/>
                  </a:moveTo>
                  <a:lnTo>
                    <a:pt x="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53" name="Freeform 172"/>
            <p:cNvSpPr/>
            <p:nvPr/>
          </p:nvSpPr>
          <p:spPr>
            <a:xfrm>
              <a:off x="1485" y="2025"/>
              <a:ext cx="108" cy="75"/>
            </a:xfrm>
            <a:custGeom>
              <a:avLst/>
              <a:gdLst>
                <a:gd name="txL" fmla="*/ 0 w 96"/>
                <a:gd name="txT" fmla="*/ 0 h 66"/>
                <a:gd name="txR" fmla="*/ 96 w 96"/>
                <a:gd name="txB" fmla="*/ 66 h 66"/>
              </a:gdLst>
              <a:ahLst/>
              <a:cxnLst>
                <a:cxn ang="0">
                  <a:pos x="0" y="2080"/>
                </a:cxn>
                <a:cxn ang="0">
                  <a:pos x="2315" y="1149"/>
                </a:cxn>
                <a:cxn ang="0">
                  <a:pos x="0" y="0"/>
                </a:cxn>
                <a:cxn ang="0">
                  <a:pos x="0" y="2080"/>
                </a:cxn>
                <a:cxn ang="0">
                  <a:pos x="0" y="2080"/>
                </a:cxn>
              </a:cxnLst>
              <a:rect l="txL" t="txT" r="txR" b="txB"/>
              <a:pathLst>
                <a:path w="96" h="66">
                  <a:moveTo>
                    <a:pt x="0" y="66"/>
                  </a:moveTo>
                  <a:lnTo>
                    <a:pt x="96" y="36"/>
                  </a:lnTo>
                  <a:lnTo>
                    <a:pt x="0" y="0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54" name="Freeform 173"/>
            <p:cNvSpPr/>
            <p:nvPr/>
          </p:nvSpPr>
          <p:spPr>
            <a:xfrm>
              <a:off x="2003" y="2583"/>
              <a:ext cx="323" cy="407"/>
            </a:xfrm>
            <a:custGeom>
              <a:avLst/>
              <a:gdLst>
                <a:gd name="txL" fmla="*/ 0 w 287"/>
                <a:gd name="txT" fmla="*/ 0 h 358"/>
                <a:gd name="txR" fmla="*/ 287 w 287"/>
                <a:gd name="txB" fmla="*/ 358 h 358"/>
              </a:gdLst>
              <a:ahLst/>
              <a:cxnLst>
                <a:cxn ang="0">
                  <a:pos x="0" y="5734"/>
                </a:cxn>
                <a:cxn ang="0">
                  <a:pos x="3484" y="11435"/>
                </a:cxn>
                <a:cxn ang="0">
                  <a:pos x="6970" y="5734"/>
                </a:cxn>
                <a:cxn ang="0">
                  <a:pos x="3484" y="0"/>
                </a:cxn>
                <a:cxn ang="0">
                  <a:pos x="0" y="5734"/>
                </a:cxn>
                <a:cxn ang="0">
                  <a:pos x="0" y="5734"/>
                </a:cxn>
              </a:cxnLst>
              <a:rect l="txL" t="txT" r="txR" b="txB"/>
              <a:pathLst>
                <a:path w="287" h="358">
                  <a:moveTo>
                    <a:pt x="0" y="179"/>
                  </a:moveTo>
                  <a:lnTo>
                    <a:pt x="143" y="358"/>
                  </a:lnTo>
                  <a:lnTo>
                    <a:pt x="287" y="179"/>
                  </a:lnTo>
                  <a:lnTo>
                    <a:pt x="143" y="0"/>
                  </a:lnTo>
                  <a:lnTo>
                    <a:pt x="0" y="17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55" name="Freeform 174"/>
            <p:cNvSpPr/>
            <p:nvPr/>
          </p:nvSpPr>
          <p:spPr>
            <a:xfrm>
              <a:off x="2003" y="2786"/>
              <a:ext cx="161" cy="204"/>
            </a:xfrm>
            <a:custGeom>
              <a:avLst/>
              <a:gdLst>
                <a:gd name="txL" fmla="*/ 0 w 143"/>
                <a:gd name="txT" fmla="*/ 0 h 179"/>
                <a:gd name="txR" fmla="*/ 143 w 143"/>
                <a:gd name="txB" fmla="*/ 179 h 179"/>
              </a:gdLst>
              <a:ahLst/>
              <a:cxnLst>
                <a:cxn ang="0">
                  <a:pos x="0" y="0"/>
                </a:cxn>
                <a:cxn ang="0">
                  <a:pos x="3515" y="6088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43" h="179">
                  <a:moveTo>
                    <a:pt x="0" y="0"/>
                  </a:moveTo>
                  <a:lnTo>
                    <a:pt x="143" y="1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56" name="Freeform 175"/>
            <p:cNvSpPr>
              <a:spLocks noEditPoints="1"/>
            </p:cNvSpPr>
            <p:nvPr/>
          </p:nvSpPr>
          <p:spPr>
            <a:xfrm>
              <a:off x="2164" y="2786"/>
              <a:ext cx="162" cy="204"/>
            </a:xfrm>
            <a:custGeom>
              <a:avLst/>
              <a:gdLst>
                <a:gd name="txL" fmla="*/ 0 w 144"/>
                <a:gd name="txT" fmla="*/ 0 h 179"/>
                <a:gd name="txR" fmla="*/ 144 w 144"/>
                <a:gd name="txB" fmla="*/ 179 h 179"/>
              </a:gdLst>
              <a:ahLst/>
              <a:cxnLst>
                <a:cxn ang="0">
                  <a:pos x="0" y="6088"/>
                </a:cxn>
                <a:cxn ang="0">
                  <a:pos x="3483" y="0"/>
                </a:cxn>
                <a:cxn ang="0">
                  <a:pos x="0" y="6088"/>
                </a:cxn>
                <a:cxn ang="0">
                  <a:pos x="0" y="6088"/>
                </a:cxn>
                <a:cxn ang="0">
                  <a:pos x="0" y="6088"/>
                </a:cxn>
                <a:cxn ang="0">
                  <a:pos x="0" y="6088"/>
                </a:cxn>
                <a:cxn ang="0">
                  <a:pos x="0" y="6088"/>
                </a:cxn>
              </a:cxnLst>
              <a:rect l="txL" t="txT" r="txR" b="txB"/>
              <a:pathLst>
                <a:path w="144" h="179">
                  <a:moveTo>
                    <a:pt x="0" y="179"/>
                  </a:moveTo>
                  <a:lnTo>
                    <a:pt x="144" y="0"/>
                  </a:lnTo>
                  <a:lnTo>
                    <a:pt x="0" y="179"/>
                  </a:lnTo>
                  <a:close/>
                  <a:moveTo>
                    <a:pt x="0" y="179"/>
                  </a:moveTo>
                  <a:lnTo>
                    <a:pt x="0" y="17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57" name="Freeform 176"/>
            <p:cNvSpPr>
              <a:spLocks noEditPoints="1"/>
            </p:cNvSpPr>
            <p:nvPr/>
          </p:nvSpPr>
          <p:spPr>
            <a:xfrm>
              <a:off x="2164" y="2583"/>
              <a:ext cx="162" cy="203"/>
            </a:xfrm>
            <a:custGeom>
              <a:avLst/>
              <a:gdLst>
                <a:gd name="txL" fmla="*/ 0 w 144"/>
                <a:gd name="txT" fmla="*/ 0 h 179"/>
                <a:gd name="txR" fmla="*/ 144 w 144"/>
                <a:gd name="txB" fmla="*/ 179 h 179"/>
              </a:gdLst>
              <a:ahLst/>
              <a:cxnLst>
                <a:cxn ang="0">
                  <a:pos x="3483" y="5362"/>
                </a:cxn>
                <a:cxn ang="0">
                  <a:pos x="0" y="0"/>
                </a:cxn>
                <a:cxn ang="0">
                  <a:pos x="3483" y="5362"/>
                </a:cxn>
                <a:cxn ang="0">
                  <a:pos x="3483" y="5362"/>
                </a:cxn>
                <a:cxn ang="0">
                  <a:pos x="3483" y="5362"/>
                </a:cxn>
                <a:cxn ang="0">
                  <a:pos x="3483" y="5362"/>
                </a:cxn>
                <a:cxn ang="0">
                  <a:pos x="3483" y="5362"/>
                </a:cxn>
              </a:cxnLst>
              <a:rect l="txL" t="txT" r="txR" b="txB"/>
              <a:pathLst>
                <a:path w="144" h="179">
                  <a:moveTo>
                    <a:pt x="144" y="179"/>
                  </a:moveTo>
                  <a:lnTo>
                    <a:pt x="0" y="0"/>
                  </a:lnTo>
                  <a:lnTo>
                    <a:pt x="144" y="179"/>
                  </a:lnTo>
                  <a:close/>
                  <a:moveTo>
                    <a:pt x="144" y="179"/>
                  </a:moveTo>
                  <a:lnTo>
                    <a:pt x="144" y="17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58" name="Freeform 177"/>
            <p:cNvSpPr>
              <a:spLocks noEditPoints="1"/>
            </p:cNvSpPr>
            <p:nvPr/>
          </p:nvSpPr>
          <p:spPr>
            <a:xfrm>
              <a:off x="2003" y="2583"/>
              <a:ext cx="161" cy="203"/>
            </a:xfrm>
            <a:custGeom>
              <a:avLst/>
              <a:gdLst>
                <a:gd name="txL" fmla="*/ 0 w 143"/>
                <a:gd name="txT" fmla="*/ 0 h 179"/>
                <a:gd name="txR" fmla="*/ 143 w 143"/>
                <a:gd name="txB" fmla="*/ 179 h 179"/>
              </a:gdLst>
              <a:ahLst/>
              <a:cxnLst>
                <a:cxn ang="0">
                  <a:pos x="3515" y="0"/>
                </a:cxn>
                <a:cxn ang="0">
                  <a:pos x="0" y="5362"/>
                </a:cxn>
                <a:cxn ang="0">
                  <a:pos x="3515" y="0"/>
                </a:cxn>
                <a:cxn ang="0">
                  <a:pos x="3515" y="0"/>
                </a:cxn>
                <a:cxn ang="0">
                  <a:pos x="3515" y="0"/>
                </a:cxn>
                <a:cxn ang="0">
                  <a:pos x="3515" y="0"/>
                </a:cxn>
                <a:cxn ang="0">
                  <a:pos x="3515" y="0"/>
                </a:cxn>
              </a:cxnLst>
              <a:rect l="txL" t="txT" r="txR" b="txB"/>
              <a:pathLst>
                <a:path w="143" h="179">
                  <a:moveTo>
                    <a:pt x="143" y="0"/>
                  </a:moveTo>
                  <a:lnTo>
                    <a:pt x="0" y="179"/>
                  </a:lnTo>
                  <a:lnTo>
                    <a:pt x="143" y="0"/>
                  </a:lnTo>
                  <a:close/>
                  <a:moveTo>
                    <a:pt x="143" y="0"/>
                  </a:moveTo>
                  <a:lnTo>
                    <a:pt x="143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59" name="Freeform 178"/>
            <p:cNvSpPr/>
            <p:nvPr/>
          </p:nvSpPr>
          <p:spPr>
            <a:xfrm>
              <a:off x="2003" y="2786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60" name="Freeform 179"/>
            <p:cNvSpPr/>
            <p:nvPr/>
          </p:nvSpPr>
          <p:spPr>
            <a:xfrm>
              <a:off x="2164" y="2670"/>
              <a:ext cx="1" cy="123"/>
            </a:xfrm>
            <a:custGeom>
              <a:avLst/>
              <a:gdLst>
                <a:gd name="txL" fmla="*/ 0 w 1"/>
                <a:gd name="txT" fmla="*/ 0 h 108"/>
                <a:gd name="txR" fmla="*/ 1 w 1"/>
                <a:gd name="txB" fmla="*/ 108 h 108"/>
              </a:gdLst>
              <a:ahLst/>
              <a:cxnLst>
                <a:cxn ang="0">
                  <a:pos x="0" y="0"/>
                </a:cxn>
                <a:cxn ang="0">
                  <a:pos x="0" y="3602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08">
                  <a:moveTo>
                    <a:pt x="0" y="0"/>
                  </a:moveTo>
                  <a:lnTo>
                    <a:pt x="0" y="1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61" name="Freeform 180"/>
            <p:cNvSpPr/>
            <p:nvPr/>
          </p:nvSpPr>
          <p:spPr>
            <a:xfrm>
              <a:off x="2138" y="2766"/>
              <a:ext cx="60" cy="142"/>
            </a:xfrm>
            <a:custGeom>
              <a:avLst/>
              <a:gdLst>
                <a:gd name="txL" fmla="*/ 0 w 53"/>
                <a:gd name="txT" fmla="*/ 0 h 125"/>
                <a:gd name="txR" fmla="*/ 53 w 53"/>
                <a:gd name="txB" fmla="*/ 125 h 125"/>
              </a:gdLst>
              <a:ahLst/>
              <a:cxnLst>
                <a:cxn ang="0">
                  <a:pos x="0" y="0"/>
                </a:cxn>
                <a:cxn ang="0">
                  <a:pos x="648" y="3893"/>
                </a:cxn>
                <a:cxn ang="0">
                  <a:pos x="1508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53" h="125">
                  <a:moveTo>
                    <a:pt x="0" y="0"/>
                  </a:moveTo>
                  <a:lnTo>
                    <a:pt x="23" y="125"/>
                  </a:lnTo>
                  <a:lnTo>
                    <a:pt x="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62" name="Freeform 181"/>
            <p:cNvSpPr/>
            <p:nvPr/>
          </p:nvSpPr>
          <p:spPr>
            <a:xfrm>
              <a:off x="833" y="2610"/>
              <a:ext cx="34" cy="366"/>
            </a:xfrm>
            <a:custGeom>
              <a:avLst/>
              <a:gdLst>
                <a:gd name="txL" fmla="*/ 0 w 30"/>
                <a:gd name="txT" fmla="*/ 0 h 322"/>
                <a:gd name="txR" fmla="*/ 30 w 30"/>
                <a:gd name="txB" fmla="*/ 322 h 322"/>
              </a:gdLst>
              <a:ahLst/>
              <a:cxnLst>
                <a:cxn ang="0">
                  <a:pos x="0" y="0"/>
                </a:cxn>
                <a:cxn ang="0">
                  <a:pos x="902" y="0"/>
                </a:cxn>
                <a:cxn ang="0">
                  <a:pos x="902" y="10249"/>
                </a:cxn>
                <a:cxn ang="0">
                  <a:pos x="0" y="10249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30" h="322">
                  <a:moveTo>
                    <a:pt x="0" y="0"/>
                  </a:moveTo>
                  <a:lnTo>
                    <a:pt x="30" y="0"/>
                  </a:lnTo>
                  <a:lnTo>
                    <a:pt x="30" y="322"/>
                  </a:lnTo>
                  <a:lnTo>
                    <a:pt x="0" y="3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63" name="Freeform 182"/>
            <p:cNvSpPr/>
            <p:nvPr/>
          </p:nvSpPr>
          <p:spPr>
            <a:xfrm>
              <a:off x="807" y="2956"/>
              <a:ext cx="40" cy="27"/>
            </a:xfrm>
            <a:custGeom>
              <a:avLst/>
              <a:gdLst>
                <a:gd name="txL" fmla="*/ 0 w 36"/>
                <a:gd name="txT" fmla="*/ 0 h 24"/>
                <a:gd name="txR" fmla="*/ 36 w 36"/>
                <a:gd name="txB" fmla="*/ 24 h 24"/>
              </a:gdLst>
              <a:ahLst/>
              <a:cxnLst>
                <a:cxn ang="0">
                  <a:pos x="603" y="579"/>
                </a:cxn>
                <a:cxn ang="0">
                  <a:pos x="0" y="0"/>
                </a:cxn>
                <a:cxn ang="0">
                  <a:pos x="603" y="579"/>
                </a:cxn>
                <a:cxn ang="0">
                  <a:pos x="603" y="579"/>
                </a:cxn>
              </a:cxnLst>
              <a:rect l="txL" t="txT" r="txR" b="txB"/>
              <a:pathLst>
                <a:path w="36" h="24">
                  <a:moveTo>
                    <a:pt x="36" y="24"/>
                  </a:moveTo>
                  <a:lnTo>
                    <a:pt x="0" y="0"/>
                  </a:lnTo>
                  <a:lnTo>
                    <a:pt x="36" y="24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64" name="Freeform 183"/>
            <p:cNvSpPr>
              <a:spLocks noEditPoints="1"/>
            </p:cNvSpPr>
            <p:nvPr/>
          </p:nvSpPr>
          <p:spPr>
            <a:xfrm>
              <a:off x="807" y="2935"/>
              <a:ext cx="40" cy="21"/>
            </a:xfrm>
            <a:custGeom>
              <a:avLst/>
              <a:gdLst>
                <a:gd name="txL" fmla="*/ 0 w 36"/>
                <a:gd name="txT" fmla="*/ 0 h 18"/>
                <a:gd name="txR" fmla="*/ 36 w 36"/>
                <a:gd name="txB" fmla="*/ 18 h 18"/>
              </a:gdLst>
              <a:ahLst/>
              <a:cxnLst>
                <a:cxn ang="0">
                  <a:pos x="0" y="1210"/>
                </a:cxn>
                <a:cxn ang="0">
                  <a:pos x="603" y="0"/>
                </a:cxn>
                <a:cxn ang="0">
                  <a:pos x="0" y="1210"/>
                </a:cxn>
                <a:cxn ang="0">
                  <a:pos x="0" y="1210"/>
                </a:cxn>
                <a:cxn ang="0">
                  <a:pos x="0" y="1210"/>
                </a:cxn>
                <a:cxn ang="0">
                  <a:pos x="0" y="1210"/>
                </a:cxn>
                <a:cxn ang="0">
                  <a:pos x="0" y="1210"/>
                </a:cxn>
              </a:cxnLst>
              <a:rect l="txL" t="txT" r="txR" b="txB"/>
              <a:pathLst>
                <a:path w="36" h="18">
                  <a:moveTo>
                    <a:pt x="0" y="18"/>
                  </a:moveTo>
                  <a:lnTo>
                    <a:pt x="36" y="0"/>
                  </a:lnTo>
                  <a:lnTo>
                    <a:pt x="0" y="18"/>
                  </a:lnTo>
                  <a:close/>
                  <a:moveTo>
                    <a:pt x="0" y="18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65" name="Freeform 184"/>
            <p:cNvSpPr>
              <a:spLocks noEditPoints="1"/>
            </p:cNvSpPr>
            <p:nvPr/>
          </p:nvSpPr>
          <p:spPr>
            <a:xfrm>
              <a:off x="847" y="2908"/>
              <a:ext cx="47" cy="27"/>
            </a:xfrm>
            <a:custGeom>
              <a:avLst/>
              <a:gdLst>
                <a:gd name="txL" fmla="*/ 0 w 42"/>
                <a:gd name="txT" fmla="*/ 0 h 24"/>
                <a:gd name="txR" fmla="*/ 42 w 42"/>
                <a:gd name="txB" fmla="*/ 24 h 24"/>
              </a:gdLst>
              <a:ahLst/>
              <a:cxnLst>
                <a:cxn ang="0">
                  <a:pos x="0" y="579"/>
                </a:cxn>
                <a:cxn ang="0">
                  <a:pos x="873" y="0"/>
                </a:cxn>
                <a:cxn ang="0">
                  <a:pos x="0" y="579"/>
                </a:cxn>
                <a:cxn ang="0">
                  <a:pos x="0" y="579"/>
                </a:cxn>
                <a:cxn ang="0">
                  <a:pos x="0" y="579"/>
                </a:cxn>
                <a:cxn ang="0">
                  <a:pos x="0" y="579"/>
                </a:cxn>
                <a:cxn ang="0">
                  <a:pos x="0" y="579"/>
                </a:cxn>
              </a:cxnLst>
              <a:rect l="txL" t="txT" r="txR" b="txB"/>
              <a:pathLst>
                <a:path w="42" h="24">
                  <a:moveTo>
                    <a:pt x="0" y="24"/>
                  </a:moveTo>
                  <a:lnTo>
                    <a:pt x="42" y="0"/>
                  </a:lnTo>
                  <a:lnTo>
                    <a:pt x="0" y="24"/>
                  </a:lnTo>
                  <a:close/>
                  <a:moveTo>
                    <a:pt x="0" y="24"/>
                  </a:moveTo>
                  <a:lnTo>
                    <a:pt x="0" y="24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66" name="Freeform 185"/>
            <p:cNvSpPr>
              <a:spLocks noEditPoints="1"/>
            </p:cNvSpPr>
            <p:nvPr/>
          </p:nvSpPr>
          <p:spPr>
            <a:xfrm>
              <a:off x="847" y="2887"/>
              <a:ext cx="47" cy="21"/>
            </a:xfrm>
            <a:custGeom>
              <a:avLst/>
              <a:gdLst>
                <a:gd name="txL" fmla="*/ 0 w 42"/>
                <a:gd name="txT" fmla="*/ 0 h 18"/>
                <a:gd name="txR" fmla="*/ 42 w 42"/>
                <a:gd name="txB" fmla="*/ 18 h 18"/>
              </a:gdLst>
              <a:ahLst/>
              <a:cxnLst>
                <a:cxn ang="0">
                  <a:pos x="873" y="1210"/>
                </a:cxn>
                <a:cxn ang="0">
                  <a:pos x="0" y="0"/>
                </a:cxn>
                <a:cxn ang="0">
                  <a:pos x="873" y="1210"/>
                </a:cxn>
                <a:cxn ang="0">
                  <a:pos x="873" y="1210"/>
                </a:cxn>
                <a:cxn ang="0">
                  <a:pos x="873" y="1210"/>
                </a:cxn>
                <a:cxn ang="0">
                  <a:pos x="873" y="1210"/>
                </a:cxn>
                <a:cxn ang="0">
                  <a:pos x="873" y="1210"/>
                </a:cxn>
              </a:cxnLst>
              <a:rect l="txL" t="txT" r="txR" b="txB"/>
              <a:pathLst>
                <a:path w="42" h="18">
                  <a:moveTo>
                    <a:pt x="42" y="18"/>
                  </a:moveTo>
                  <a:lnTo>
                    <a:pt x="0" y="0"/>
                  </a:lnTo>
                  <a:lnTo>
                    <a:pt x="42" y="18"/>
                  </a:lnTo>
                  <a:close/>
                  <a:moveTo>
                    <a:pt x="42" y="18"/>
                  </a:moveTo>
                  <a:lnTo>
                    <a:pt x="42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67" name="Freeform 186"/>
            <p:cNvSpPr>
              <a:spLocks noEditPoints="1"/>
            </p:cNvSpPr>
            <p:nvPr/>
          </p:nvSpPr>
          <p:spPr>
            <a:xfrm>
              <a:off x="847" y="2887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68" name="Freeform 187"/>
            <p:cNvSpPr>
              <a:spLocks noEditPoints="1"/>
            </p:cNvSpPr>
            <p:nvPr/>
          </p:nvSpPr>
          <p:spPr>
            <a:xfrm>
              <a:off x="807" y="2861"/>
              <a:ext cx="40" cy="26"/>
            </a:xfrm>
            <a:custGeom>
              <a:avLst/>
              <a:gdLst>
                <a:gd name="txL" fmla="*/ 0 w 36"/>
                <a:gd name="txT" fmla="*/ 0 h 23"/>
                <a:gd name="txR" fmla="*/ 36 w 36"/>
                <a:gd name="txB" fmla="*/ 23 h 23"/>
              </a:gdLst>
              <a:ahLst/>
              <a:cxnLst>
                <a:cxn ang="0">
                  <a:pos x="603" y="610"/>
                </a:cxn>
                <a:cxn ang="0">
                  <a:pos x="0" y="0"/>
                </a:cxn>
                <a:cxn ang="0">
                  <a:pos x="603" y="610"/>
                </a:cxn>
                <a:cxn ang="0">
                  <a:pos x="603" y="610"/>
                </a:cxn>
                <a:cxn ang="0">
                  <a:pos x="603" y="610"/>
                </a:cxn>
                <a:cxn ang="0">
                  <a:pos x="603" y="610"/>
                </a:cxn>
                <a:cxn ang="0">
                  <a:pos x="603" y="610"/>
                </a:cxn>
              </a:cxnLst>
              <a:rect l="txL" t="txT" r="txR" b="txB"/>
              <a:pathLst>
                <a:path w="36" h="23">
                  <a:moveTo>
                    <a:pt x="36" y="23"/>
                  </a:moveTo>
                  <a:lnTo>
                    <a:pt x="0" y="0"/>
                  </a:lnTo>
                  <a:lnTo>
                    <a:pt x="36" y="23"/>
                  </a:lnTo>
                  <a:close/>
                  <a:moveTo>
                    <a:pt x="36" y="23"/>
                  </a:moveTo>
                  <a:lnTo>
                    <a:pt x="36" y="23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69" name="Freeform 188"/>
            <p:cNvSpPr>
              <a:spLocks noEditPoints="1"/>
            </p:cNvSpPr>
            <p:nvPr/>
          </p:nvSpPr>
          <p:spPr>
            <a:xfrm>
              <a:off x="807" y="2841"/>
              <a:ext cx="40" cy="20"/>
            </a:xfrm>
            <a:custGeom>
              <a:avLst/>
              <a:gdLst>
                <a:gd name="txL" fmla="*/ 0 w 36"/>
                <a:gd name="txT" fmla="*/ 0 h 18"/>
                <a:gd name="txR" fmla="*/ 36 w 36"/>
                <a:gd name="txB" fmla="*/ 18 h 18"/>
              </a:gdLst>
              <a:ahLst/>
              <a:cxnLst>
                <a:cxn ang="0">
                  <a:pos x="0" y="308"/>
                </a:cxn>
                <a:cxn ang="0">
                  <a:pos x="603" y="0"/>
                </a:cxn>
                <a:cxn ang="0">
                  <a:pos x="0" y="308"/>
                </a:cxn>
                <a:cxn ang="0">
                  <a:pos x="0" y="308"/>
                </a:cxn>
                <a:cxn ang="0">
                  <a:pos x="0" y="308"/>
                </a:cxn>
                <a:cxn ang="0">
                  <a:pos x="0" y="308"/>
                </a:cxn>
                <a:cxn ang="0">
                  <a:pos x="0" y="308"/>
                </a:cxn>
              </a:cxnLst>
              <a:rect l="txL" t="txT" r="txR" b="txB"/>
              <a:pathLst>
                <a:path w="36" h="18">
                  <a:moveTo>
                    <a:pt x="0" y="18"/>
                  </a:moveTo>
                  <a:lnTo>
                    <a:pt x="36" y="0"/>
                  </a:lnTo>
                  <a:lnTo>
                    <a:pt x="0" y="18"/>
                  </a:lnTo>
                  <a:close/>
                  <a:moveTo>
                    <a:pt x="0" y="18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70" name="Freeform 189"/>
            <p:cNvSpPr>
              <a:spLocks noEditPoints="1"/>
            </p:cNvSpPr>
            <p:nvPr/>
          </p:nvSpPr>
          <p:spPr>
            <a:xfrm>
              <a:off x="847" y="2813"/>
              <a:ext cx="47" cy="28"/>
            </a:xfrm>
            <a:custGeom>
              <a:avLst/>
              <a:gdLst>
                <a:gd name="txL" fmla="*/ 0 w 42"/>
                <a:gd name="txT" fmla="*/ 0 h 24"/>
                <a:gd name="txR" fmla="*/ 42 w 42"/>
                <a:gd name="txB" fmla="*/ 24 h 24"/>
              </a:gdLst>
              <a:ahLst/>
              <a:cxnLst>
                <a:cxn ang="0">
                  <a:pos x="0" y="1611"/>
                </a:cxn>
                <a:cxn ang="0">
                  <a:pos x="873" y="0"/>
                </a:cxn>
                <a:cxn ang="0">
                  <a:pos x="0" y="1611"/>
                </a:cxn>
                <a:cxn ang="0">
                  <a:pos x="0" y="1611"/>
                </a:cxn>
                <a:cxn ang="0">
                  <a:pos x="0" y="1611"/>
                </a:cxn>
                <a:cxn ang="0">
                  <a:pos x="0" y="1611"/>
                </a:cxn>
                <a:cxn ang="0">
                  <a:pos x="0" y="1611"/>
                </a:cxn>
              </a:cxnLst>
              <a:rect l="txL" t="txT" r="txR" b="txB"/>
              <a:pathLst>
                <a:path w="42" h="24">
                  <a:moveTo>
                    <a:pt x="0" y="24"/>
                  </a:moveTo>
                  <a:lnTo>
                    <a:pt x="42" y="0"/>
                  </a:lnTo>
                  <a:lnTo>
                    <a:pt x="0" y="24"/>
                  </a:lnTo>
                  <a:close/>
                  <a:moveTo>
                    <a:pt x="0" y="24"/>
                  </a:moveTo>
                  <a:lnTo>
                    <a:pt x="0" y="24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71" name="Freeform 190"/>
            <p:cNvSpPr>
              <a:spLocks noEditPoints="1"/>
            </p:cNvSpPr>
            <p:nvPr/>
          </p:nvSpPr>
          <p:spPr>
            <a:xfrm>
              <a:off x="847" y="2793"/>
              <a:ext cx="47" cy="20"/>
            </a:xfrm>
            <a:custGeom>
              <a:avLst/>
              <a:gdLst>
                <a:gd name="txL" fmla="*/ 0 w 42"/>
                <a:gd name="txT" fmla="*/ 0 h 18"/>
                <a:gd name="txR" fmla="*/ 42 w 42"/>
                <a:gd name="txB" fmla="*/ 18 h 18"/>
              </a:gdLst>
              <a:ahLst/>
              <a:cxnLst>
                <a:cxn ang="0">
                  <a:pos x="873" y="308"/>
                </a:cxn>
                <a:cxn ang="0">
                  <a:pos x="0" y="0"/>
                </a:cxn>
                <a:cxn ang="0">
                  <a:pos x="873" y="308"/>
                </a:cxn>
                <a:cxn ang="0">
                  <a:pos x="873" y="308"/>
                </a:cxn>
                <a:cxn ang="0">
                  <a:pos x="873" y="308"/>
                </a:cxn>
                <a:cxn ang="0">
                  <a:pos x="873" y="308"/>
                </a:cxn>
                <a:cxn ang="0">
                  <a:pos x="873" y="308"/>
                </a:cxn>
              </a:cxnLst>
              <a:rect l="txL" t="txT" r="txR" b="txB"/>
              <a:pathLst>
                <a:path w="42" h="18">
                  <a:moveTo>
                    <a:pt x="42" y="18"/>
                  </a:moveTo>
                  <a:lnTo>
                    <a:pt x="0" y="0"/>
                  </a:lnTo>
                  <a:lnTo>
                    <a:pt x="42" y="18"/>
                  </a:lnTo>
                  <a:close/>
                  <a:moveTo>
                    <a:pt x="42" y="18"/>
                  </a:moveTo>
                  <a:lnTo>
                    <a:pt x="42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72" name="Freeform 191"/>
            <p:cNvSpPr>
              <a:spLocks noEditPoints="1"/>
            </p:cNvSpPr>
            <p:nvPr/>
          </p:nvSpPr>
          <p:spPr>
            <a:xfrm>
              <a:off x="807" y="2766"/>
              <a:ext cx="40" cy="27"/>
            </a:xfrm>
            <a:custGeom>
              <a:avLst/>
              <a:gdLst>
                <a:gd name="txL" fmla="*/ 0 w 36"/>
                <a:gd name="txT" fmla="*/ 0 h 24"/>
                <a:gd name="txR" fmla="*/ 36 w 36"/>
                <a:gd name="txB" fmla="*/ 24 h 24"/>
              </a:gdLst>
              <a:ahLst/>
              <a:cxnLst>
                <a:cxn ang="0">
                  <a:pos x="603" y="579"/>
                </a:cxn>
                <a:cxn ang="0">
                  <a:pos x="0" y="0"/>
                </a:cxn>
                <a:cxn ang="0">
                  <a:pos x="603" y="579"/>
                </a:cxn>
                <a:cxn ang="0">
                  <a:pos x="603" y="579"/>
                </a:cxn>
                <a:cxn ang="0">
                  <a:pos x="603" y="579"/>
                </a:cxn>
                <a:cxn ang="0">
                  <a:pos x="603" y="579"/>
                </a:cxn>
                <a:cxn ang="0">
                  <a:pos x="603" y="579"/>
                </a:cxn>
              </a:cxnLst>
              <a:rect l="txL" t="txT" r="txR" b="txB"/>
              <a:pathLst>
                <a:path w="36" h="24">
                  <a:moveTo>
                    <a:pt x="36" y="24"/>
                  </a:moveTo>
                  <a:lnTo>
                    <a:pt x="0" y="0"/>
                  </a:lnTo>
                  <a:lnTo>
                    <a:pt x="36" y="24"/>
                  </a:lnTo>
                  <a:close/>
                  <a:moveTo>
                    <a:pt x="36" y="24"/>
                  </a:moveTo>
                  <a:lnTo>
                    <a:pt x="36" y="24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73" name="Freeform 192"/>
            <p:cNvSpPr>
              <a:spLocks noEditPoints="1"/>
            </p:cNvSpPr>
            <p:nvPr/>
          </p:nvSpPr>
          <p:spPr>
            <a:xfrm>
              <a:off x="807" y="2745"/>
              <a:ext cx="40" cy="21"/>
            </a:xfrm>
            <a:custGeom>
              <a:avLst/>
              <a:gdLst>
                <a:gd name="txL" fmla="*/ 0 w 36"/>
                <a:gd name="txT" fmla="*/ 0 h 18"/>
                <a:gd name="txR" fmla="*/ 36 w 36"/>
                <a:gd name="txB" fmla="*/ 18 h 18"/>
              </a:gdLst>
              <a:ahLst/>
              <a:cxnLst>
                <a:cxn ang="0">
                  <a:pos x="0" y="1210"/>
                </a:cxn>
                <a:cxn ang="0">
                  <a:pos x="603" y="0"/>
                </a:cxn>
                <a:cxn ang="0">
                  <a:pos x="0" y="1210"/>
                </a:cxn>
                <a:cxn ang="0">
                  <a:pos x="0" y="1210"/>
                </a:cxn>
                <a:cxn ang="0">
                  <a:pos x="0" y="1210"/>
                </a:cxn>
                <a:cxn ang="0">
                  <a:pos x="0" y="1210"/>
                </a:cxn>
                <a:cxn ang="0">
                  <a:pos x="0" y="1210"/>
                </a:cxn>
              </a:cxnLst>
              <a:rect l="txL" t="txT" r="txR" b="txB"/>
              <a:pathLst>
                <a:path w="36" h="18">
                  <a:moveTo>
                    <a:pt x="0" y="18"/>
                  </a:moveTo>
                  <a:lnTo>
                    <a:pt x="36" y="0"/>
                  </a:lnTo>
                  <a:lnTo>
                    <a:pt x="0" y="18"/>
                  </a:lnTo>
                  <a:close/>
                  <a:moveTo>
                    <a:pt x="0" y="18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74" name="Freeform 193"/>
            <p:cNvSpPr>
              <a:spLocks noEditPoints="1"/>
            </p:cNvSpPr>
            <p:nvPr/>
          </p:nvSpPr>
          <p:spPr>
            <a:xfrm>
              <a:off x="847" y="2725"/>
              <a:ext cx="47" cy="20"/>
            </a:xfrm>
            <a:custGeom>
              <a:avLst/>
              <a:gdLst>
                <a:gd name="txL" fmla="*/ 0 w 42"/>
                <a:gd name="txT" fmla="*/ 0 h 18"/>
                <a:gd name="txR" fmla="*/ 42 w 42"/>
                <a:gd name="txB" fmla="*/ 18 h 18"/>
              </a:gdLst>
              <a:ahLst/>
              <a:cxnLst>
                <a:cxn ang="0">
                  <a:pos x="0" y="308"/>
                </a:cxn>
                <a:cxn ang="0">
                  <a:pos x="873" y="0"/>
                </a:cxn>
                <a:cxn ang="0">
                  <a:pos x="0" y="308"/>
                </a:cxn>
                <a:cxn ang="0">
                  <a:pos x="0" y="308"/>
                </a:cxn>
                <a:cxn ang="0">
                  <a:pos x="0" y="308"/>
                </a:cxn>
                <a:cxn ang="0">
                  <a:pos x="0" y="308"/>
                </a:cxn>
                <a:cxn ang="0">
                  <a:pos x="0" y="308"/>
                </a:cxn>
              </a:cxnLst>
              <a:rect l="txL" t="txT" r="txR" b="txB"/>
              <a:pathLst>
                <a:path w="42" h="18">
                  <a:moveTo>
                    <a:pt x="0" y="18"/>
                  </a:moveTo>
                  <a:lnTo>
                    <a:pt x="42" y="0"/>
                  </a:lnTo>
                  <a:lnTo>
                    <a:pt x="0" y="18"/>
                  </a:lnTo>
                  <a:close/>
                  <a:moveTo>
                    <a:pt x="0" y="18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75" name="Freeform 194"/>
            <p:cNvSpPr>
              <a:spLocks noEditPoints="1"/>
            </p:cNvSpPr>
            <p:nvPr/>
          </p:nvSpPr>
          <p:spPr>
            <a:xfrm>
              <a:off x="847" y="2697"/>
              <a:ext cx="47" cy="28"/>
            </a:xfrm>
            <a:custGeom>
              <a:avLst/>
              <a:gdLst>
                <a:gd name="txL" fmla="*/ 0 w 42"/>
                <a:gd name="txT" fmla="*/ 0 h 24"/>
                <a:gd name="txR" fmla="*/ 42 w 42"/>
                <a:gd name="txB" fmla="*/ 24 h 24"/>
              </a:gdLst>
              <a:ahLst/>
              <a:cxnLst>
                <a:cxn ang="0">
                  <a:pos x="873" y="1611"/>
                </a:cxn>
                <a:cxn ang="0">
                  <a:pos x="0" y="0"/>
                </a:cxn>
                <a:cxn ang="0">
                  <a:pos x="873" y="1611"/>
                </a:cxn>
                <a:cxn ang="0">
                  <a:pos x="873" y="1611"/>
                </a:cxn>
                <a:cxn ang="0">
                  <a:pos x="873" y="1611"/>
                </a:cxn>
                <a:cxn ang="0">
                  <a:pos x="873" y="1611"/>
                </a:cxn>
                <a:cxn ang="0">
                  <a:pos x="873" y="1611"/>
                </a:cxn>
              </a:cxnLst>
              <a:rect l="txL" t="txT" r="txR" b="txB"/>
              <a:pathLst>
                <a:path w="42" h="24">
                  <a:moveTo>
                    <a:pt x="42" y="24"/>
                  </a:moveTo>
                  <a:lnTo>
                    <a:pt x="0" y="0"/>
                  </a:lnTo>
                  <a:lnTo>
                    <a:pt x="42" y="24"/>
                  </a:lnTo>
                  <a:close/>
                  <a:moveTo>
                    <a:pt x="42" y="24"/>
                  </a:moveTo>
                  <a:lnTo>
                    <a:pt x="42" y="24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76" name="Freeform 195"/>
            <p:cNvSpPr>
              <a:spLocks noEditPoints="1"/>
            </p:cNvSpPr>
            <p:nvPr/>
          </p:nvSpPr>
          <p:spPr>
            <a:xfrm>
              <a:off x="807" y="2677"/>
              <a:ext cx="40" cy="20"/>
            </a:xfrm>
            <a:custGeom>
              <a:avLst/>
              <a:gdLst>
                <a:gd name="txL" fmla="*/ 0 w 36"/>
                <a:gd name="txT" fmla="*/ 0 h 18"/>
                <a:gd name="txR" fmla="*/ 36 w 36"/>
                <a:gd name="txB" fmla="*/ 18 h 18"/>
              </a:gdLst>
              <a:ahLst/>
              <a:cxnLst>
                <a:cxn ang="0">
                  <a:pos x="603" y="308"/>
                </a:cxn>
                <a:cxn ang="0">
                  <a:pos x="0" y="0"/>
                </a:cxn>
                <a:cxn ang="0">
                  <a:pos x="603" y="308"/>
                </a:cxn>
                <a:cxn ang="0">
                  <a:pos x="603" y="308"/>
                </a:cxn>
                <a:cxn ang="0">
                  <a:pos x="603" y="308"/>
                </a:cxn>
                <a:cxn ang="0">
                  <a:pos x="603" y="308"/>
                </a:cxn>
                <a:cxn ang="0">
                  <a:pos x="603" y="308"/>
                </a:cxn>
              </a:cxnLst>
              <a:rect l="txL" t="txT" r="txR" b="txB"/>
              <a:pathLst>
                <a:path w="36" h="18">
                  <a:moveTo>
                    <a:pt x="36" y="18"/>
                  </a:moveTo>
                  <a:lnTo>
                    <a:pt x="0" y="0"/>
                  </a:lnTo>
                  <a:lnTo>
                    <a:pt x="36" y="18"/>
                  </a:lnTo>
                  <a:close/>
                  <a:moveTo>
                    <a:pt x="36" y="18"/>
                  </a:moveTo>
                  <a:lnTo>
                    <a:pt x="36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77" name="Freeform 196"/>
            <p:cNvSpPr>
              <a:spLocks noEditPoints="1"/>
            </p:cNvSpPr>
            <p:nvPr/>
          </p:nvSpPr>
          <p:spPr>
            <a:xfrm>
              <a:off x="807" y="2650"/>
              <a:ext cx="40" cy="27"/>
            </a:xfrm>
            <a:custGeom>
              <a:avLst/>
              <a:gdLst>
                <a:gd name="txL" fmla="*/ 0 w 36"/>
                <a:gd name="txT" fmla="*/ 0 h 24"/>
                <a:gd name="txR" fmla="*/ 36 w 36"/>
                <a:gd name="txB" fmla="*/ 24 h 24"/>
              </a:gdLst>
              <a:ahLst/>
              <a:cxnLst>
                <a:cxn ang="0">
                  <a:pos x="0" y="579"/>
                </a:cxn>
                <a:cxn ang="0">
                  <a:pos x="603" y="0"/>
                </a:cxn>
                <a:cxn ang="0">
                  <a:pos x="0" y="579"/>
                </a:cxn>
                <a:cxn ang="0">
                  <a:pos x="0" y="579"/>
                </a:cxn>
                <a:cxn ang="0">
                  <a:pos x="0" y="579"/>
                </a:cxn>
                <a:cxn ang="0">
                  <a:pos x="0" y="579"/>
                </a:cxn>
                <a:cxn ang="0">
                  <a:pos x="0" y="579"/>
                </a:cxn>
              </a:cxnLst>
              <a:rect l="txL" t="txT" r="txR" b="txB"/>
              <a:pathLst>
                <a:path w="36" h="24">
                  <a:moveTo>
                    <a:pt x="0" y="24"/>
                  </a:moveTo>
                  <a:lnTo>
                    <a:pt x="36" y="0"/>
                  </a:lnTo>
                  <a:lnTo>
                    <a:pt x="0" y="24"/>
                  </a:lnTo>
                  <a:close/>
                  <a:moveTo>
                    <a:pt x="0" y="24"/>
                  </a:moveTo>
                  <a:lnTo>
                    <a:pt x="0" y="24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78" name="Freeform 197"/>
            <p:cNvSpPr>
              <a:spLocks noEditPoints="1"/>
            </p:cNvSpPr>
            <p:nvPr/>
          </p:nvSpPr>
          <p:spPr>
            <a:xfrm>
              <a:off x="847" y="2630"/>
              <a:ext cx="47" cy="20"/>
            </a:xfrm>
            <a:custGeom>
              <a:avLst/>
              <a:gdLst>
                <a:gd name="txL" fmla="*/ 0 w 42"/>
                <a:gd name="txT" fmla="*/ 0 h 17"/>
                <a:gd name="txR" fmla="*/ 42 w 42"/>
                <a:gd name="txB" fmla="*/ 17 h 17"/>
              </a:gdLst>
              <a:ahLst/>
              <a:cxnLst>
                <a:cxn ang="0">
                  <a:pos x="0" y="1396"/>
                </a:cxn>
                <a:cxn ang="0">
                  <a:pos x="873" y="0"/>
                </a:cxn>
                <a:cxn ang="0">
                  <a:pos x="0" y="1396"/>
                </a:cxn>
                <a:cxn ang="0">
                  <a:pos x="0" y="1396"/>
                </a:cxn>
                <a:cxn ang="0">
                  <a:pos x="0" y="1396"/>
                </a:cxn>
                <a:cxn ang="0">
                  <a:pos x="0" y="1396"/>
                </a:cxn>
                <a:cxn ang="0">
                  <a:pos x="0" y="1396"/>
                </a:cxn>
              </a:cxnLst>
              <a:rect l="txL" t="txT" r="txR" b="txB"/>
              <a:pathLst>
                <a:path w="42" h="17">
                  <a:moveTo>
                    <a:pt x="0" y="17"/>
                  </a:moveTo>
                  <a:lnTo>
                    <a:pt x="42" y="0"/>
                  </a:lnTo>
                  <a:lnTo>
                    <a:pt x="0" y="17"/>
                  </a:lnTo>
                  <a:close/>
                  <a:moveTo>
                    <a:pt x="0" y="17"/>
                  </a:moveTo>
                  <a:lnTo>
                    <a:pt x="0" y="17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79" name="Freeform 198"/>
            <p:cNvSpPr>
              <a:spLocks noEditPoints="1"/>
            </p:cNvSpPr>
            <p:nvPr/>
          </p:nvSpPr>
          <p:spPr>
            <a:xfrm>
              <a:off x="847" y="2603"/>
              <a:ext cx="47" cy="27"/>
            </a:xfrm>
            <a:custGeom>
              <a:avLst/>
              <a:gdLst>
                <a:gd name="txL" fmla="*/ 0 w 42"/>
                <a:gd name="txT" fmla="*/ 0 h 24"/>
                <a:gd name="txR" fmla="*/ 42 w 42"/>
                <a:gd name="txB" fmla="*/ 24 h 24"/>
              </a:gdLst>
              <a:ahLst/>
              <a:cxnLst>
                <a:cxn ang="0">
                  <a:pos x="873" y="579"/>
                </a:cxn>
                <a:cxn ang="0">
                  <a:pos x="0" y="0"/>
                </a:cxn>
                <a:cxn ang="0">
                  <a:pos x="873" y="579"/>
                </a:cxn>
                <a:cxn ang="0">
                  <a:pos x="873" y="579"/>
                </a:cxn>
                <a:cxn ang="0">
                  <a:pos x="873" y="579"/>
                </a:cxn>
                <a:cxn ang="0">
                  <a:pos x="873" y="579"/>
                </a:cxn>
                <a:cxn ang="0">
                  <a:pos x="873" y="579"/>
                </a:cxn>
              </a:cxnLst>
              <a:rect l="txL" t="txT" r="txR" b="txB"/>
              <a:pathLst>
                <a:path w="42" h="24">
                  <a:moveTo>
                    <a:pt x="42" y="24"/>
                  </a:moveTo>
                  <a:lnTo>
                    <a:pt x="0" y="0"/>
                  </a:lnTo>
                  <a:lnTo>
                    <a:pt x="42" y="24"/>
                  </a:lnTo>
                  <a:close/>
                  <a:moveTo>
                    <a:pt x="42" y="24"/>
                  </a:moveTo>
                  <a:lnTo>
                    <a:pt x="42" y="24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80" name="Freeform 199"/>
            <p:cNvSpPr/>
            <p:nvPr/>
          </p:nvSpPr>
          <p:spPr>
            <a:xfrm>
              <a:off x="3462" y="2610"/>
              <a:ext cx="40" cy="366"/>
            </a:xfrm>
            <a:custGeom>
              <a:avLst/>
              <a:gdLst>
                <a:gd name="txL" fmla="*/ 0 w 36"/>
                <a:gd name="txT" fmla="*/ 0 h 322"/>
                <a:gd name="txR" fmla="*/ 36 w 36"/>
                <a:gd name="txB" fmla="*/ 322 h 322"/>
              </a:gdLst>
              <a:ahLst/>
              <a:cxnLst>
                <a:cxn ang="0">
                  <a:pos x="0" y="0"/>
                </a:cxn>
                <a:cxn ang="0">
                  <a:pos x="603" y="0"/>
                </a:cxn>
                <a:cxn ang="0">
                  <a:pos x="603" y="10249"/>
                </a:cxn>
                <a:cxn ang="0">
                  <a:pos x="0" y="10249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36" h="322">
                  <a:moveTo>
                    <a:pt x="0" y="0"/>
                  </a:moveTo>
                  <a:lnTo>
                    <a:pt x="36" y="0"/>
                  </a:lnTo>
                  <a:lnTo>
                    <a:pt x="36" y="322"/>
                  </a:lnTo>
                  <a:lnTo>
                    <a:pt x="0" y="3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81" name="Freeform 200"/>
            <p:cNvSpPr/>
            <p:nvPr/>
          </p:nvSpPr>
          <p:spPr>
            <a:xfrm>
              <a:off x="3441" y="2956"/>
              <a:ext cx="41" cy="27"/>
            </a:xfrm>
            <a:custGeom>
              <a:avLst/>
              <a:gdLst>
                <a:gd name="txL" fmla="*/ 0 w 36"/>
                <a:gd name="txT" fmla="*/ 0 h 24"/>
                <a:gd name="txR" fmla="*/ 36 w 36"/>
                <a:gd name="txB" fmla="*/ 24 h 24"/>
              </a:gdLst>
              <a:ahLst/>
              <a:cxnLst>
                <a:cxn ang="0">
                  <a:pos x="1257" y="579"/>
                </a:cxn>
                <a:cxn ang="0">
                  <a:pos x="0" y="0"/>
                </a:cxn>
                <a:cxn ang="0">
                  <a:pos x="1257" y="579"/>
                </a:cxn>
                <a:cxn ang="0">
                  <a:pos x="1257" y="579"/>
                </a:cxn>
              </a:cxnLst>
              <a:rect l="txL" t="txT" r="txR" b="txB"/>
              <a:pathLst>
                <a:path w="36" h="24">
                  <a:moveTo>
                    <a:pt x="36" y="24"/>
                  </a:moveTo>
                  <a:lnTo>
                    <a:pt x="0" y="0"/>
                  </a:lnTo>
                  <a:lnTo>
                    <a:pt x="36" y="24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82" name="Freeform 201"/>
            <p:cNvSpPr>
              <a:spLocks noEditPoints="1"/>
            </p:cNvSpPr>
            <p:nvPr/>
          </p:nvSpPr>
          <p:spPr>
            <a:xfrm>
              <a:off x="3441" y="2935"/>
              <a:ext cx="41" cy="21"/>
            </a:xfrm>
            <a:custGeom>
              <a:avLst/>
              <a:gdLst>
                <a:gd name="txL" fmla="*/ 0 w 36"/>
                <a:gd name="txT" fmla="*/ 0 h 18"/>
                <a:gd name="txR" fmla="*/ 36 w 36"/>
                <a:gd name="txB" fmla="*/ 18 h 18"/>
              </a:gdLst>
              <a:ahLst/>
              <a:cxnLst>
                <a:cxn ang="0">
                  <a:pos x="0" y="1210"/>
                </a:cxn>
                <a:cxn ang="0">
                  <a:pos x="1257" y="0"/>
                </a:cxn>
                <a:cxn ang="0">
                  <a:pos x="0" y="1210"/>
                </a:cxn>
                <a:cxn ang="0">
                  <a:pos x="0" y="1210"/>
                </a:cxn>
                <a:cxn ang="0">
                  <a:pos x="0" y="1210"/>
                </a:cxn>
                <a:cxn ang="0">
                  <a:pos x="0" y="1210"/>
                </a:cxn>
                <a:cxn ang="0">
                  <a:pos x="0" y="1210"/>
                </a:cxn>
              </a:cxnLst>
              <a:rect l="txL" t="txT" r="txR" b="txB"/>
              <a:pathLst>
                <a:path w="36" h="18">
                  <a:moveTo>
                    <a:pt x="0" y="18"/>
                  </a:moveTo>
                  <a:lnTo>
                    <a:pt x="36" y="0"/>
                  </a:lnTo>
                  <a:lnTo>
                    <a:pt x="0" y="18"/>
                  </a:lnTo>
                  <a:close/>
                  <a:moveTo>
                    <a:pt x="0" y="18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83" name="Freeform 202"/>
            <p:cNvSpPr>
              <a:spLocks noEditPoints="1"/>
            </p:cNvSpPr>
            <p:nvPr/>
          </p:nvSpPr>
          <p:spPr>
            <a:xfrm>
              <a:off x="3482" y="2908"/>
              <a:ext cx="47" cy="27"/>
            </a:xfrm>
            <a:custGeom>
              <a:avLst/>
              <a:gdLst>
                <a:gd name="txL" fmla="*/ 0 w 42"/>
                <a:gd name="txT" fmla="*/ 0 h 24"/>
                <a:gd name="txR" fmla="*/ 42 w 42"/>
                <a:gd name="txB" fmla="*/ 24 h 24"/>
              </a:gdLst>
              <a:ahLst/>
              <a:cxnLst>
                <a:cxn ang="0">
                  <a:pos x="0" y="579"/>
                </a:cxn>
                <a:cxn ang="0">
                  <a:pos x="873" y="0"/>
                </a:cxn>
                <a:cxn ang="0">
                  <a:pos x="0" y="579"/>
                </a:cxn>
                <a:cxn ang="0">
                  <a:pos x="0" y="579"/>
                </a:cxn>
                <a:cxn ang="0">
                  <a:pos x="0" y="579"/>
                </a:cxn>
                <a:cxn ang="0">
                  <a:pos x="0" y="579"/>
                </a:cxn>
                <a:cxn ang="0">
                  <a:pos x="0" y="579"/>
                </a:cxn>
              </a:cxnLst>
              <a:rect l="txL" t="txT" r="txR" b="txB"/>
              <a:pathLst>
                <a:path w="42" h="24">
                  <a:moveTo>
                    <a:pt x="0" y="24"/>
                  </a:moveTo>
                  <a:lnTo>
                    <a:pt x="42" y="0"/>
                  </a:lnTo>
                  <a:lnTo>
                    <a:pt x="0" y="24"/>
                  </a:lnTo>
                  <a:close/>
                  <a:moveTo>
                    <a:pt x="0" y="24"/>
                  </a:moveTo>
                  <a:lnTo>
                    <a:pt x="0" y="24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84" name="Freeform 203"/>
            <p:cNvSpPr>
              <a:spLocks noEditPoints="1"/>
            </p:cNvSpPr>
            <p:nvPr/>
          </p:nvSpPr>
          <p:spPr>
            <a:xfrm>
              <a:off x="3482" y="2887"/>
              <a:ext cx="47" cy="21"/>
            </a:xfrm>
            <a:custGeom>
              <a:avLst/>
              <a:gdLst>
                <a:gd name="txL" fmla="*/ 0 w 42"/>
                <a:gd name="txT" fmla="*/ 0 h 18"/>
                <a:gd name="txR" fmla="*/ 42 w 42"/>
                <a:gd name="txB" fmla="*/ 18 h 18"/>
              </a:gdLst>
              <a:ahLst/>
              <a:cxnLst>
                <a:cxn ang="0">
                  <a:pos x="873" y="1210"/>
                </a:cxn>
                <a:cxn ang="0">
                  <a:pos x="0" y="0"/>
                </a:cxn>
                <a:cxn ang="0">
                  <a:pos x="873" y="1210"/>
                </a:cxn>
                <a:cxn ang="0">
                  <a:pos x="873" y="1210"/>
                </a:cxn>
                <a:cxn ang="0">
                  <a:pos x="873" y="1210"/>
                </a:cxn>
                <a:cxn ang="0">
                  <a:pos x="873" y="1210"/>
                </a:cxn>
                <a:cxn ang="0">
                  <a:pos x="873" y="1210"/>
                </a:cxn>
              </a:cxnLst>
              <a:rect l="txL" t="txT" r="txR" b="txB"/>
              <a:pathLst>
                <a:path w="42" h="18">
                  <a:moveTo>
                    <a:pt x="42" y="18"/>
                  </a:moveTo>
                  <a:lnTo>
                    <a:pt x="0" y="0"/>
                  </a:lnTo>
                  <a:lnTo>
                    <a:pt x="42" y="18"/>
                  </a:lnTo>
                  <a:close/>
                  <a:moveTo>
                    <a:pt x="42" y="18"/>
                  </a:moveTo>
                  <a:lnTo>
                    <a:pt x="42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85" name="Freeform 204"/>
            <p:cNvSpPr>
              <a:spLocks noEditPoints="1"/>
            </p:cNvSpPr>
            <p:nvPr/>
          </p:nvSpPr>
          <p:spPr>
            <a:xfrm>
              <a:off x="3482" y="2887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86" name="Freeform 205"/>
            <p:cNvSpPr>
              <a:spLocks noEditPoints="1"/>
            </p:cNvSpPr>
            <p:nvPr/>
          </p:nvSpPr>
          <p:spPr>
            <a:xfrm>
              <a:off x="3441" y="2861"/>
              <a:ext cx="41" cy="26"/>
            </a:xfrm>
            <a:custGeom>
              <a:avLst/>
              <a:gdLst>
                <a:gd name="txL" fmla="*/ 0 w 36"/>
                <a:gd name="txT" fmla="*/ 0 h 23"/>
                <a:gd name="txR" fmla="*/ 36 w 36"/>
                <a:gd name="txB" fmla="*/ 23 h 23"/>
              </a:gdLst>
              <a:ahLst/>
              <a:cxnLst>
                <a:cxn ang="0">
                  <a:pos x="1257" y="610"/>
                </a:cxn>
                <a:cxn ang="0">
                  <a:pos x="0" y="0"/>
                </a:cxn>
                <a:cxn ang="0">
                  <a:pos x="1257" y="610"/>
                </a:cxn>
                <a:cxn ang="0">
                  <a:pos x="1257" y="610"/>
                </a:cxn>
                <a:cxn ang="0">
                  <a:pos x="1257" y="610"/>
                </a:cxn>
                <a:cxn ang="0">
                  <a:pos x="1257" y="610"/>
                </a:cxn>
                <a:cxn ang="0">
                  <a:pos x="1257" y="610"/>
                </a:cxn>
              </a:cxnLst>
              <a:rect l="txL" t="txT" r="txR" b="txB"/>
              <a:pathLst>
                <a:path w="36" h="23">
                  <a:moveTo>
                    <a:pt x="36" y="23"/>
                  </a:moveTo>
                  <a:lnTo>
                    <a:pt x="0" y="0"/>
                  </a:lnTo>
                  <a:lnTo>
                    <a:pt x="36" y="23"/>
                  </a:lnTo>
                  <a:close/>
                  <a:moveTo>
                    <a:pt x="36" y="23"/>
                  </a:moveTo>
                  <a:lnTo>
                    <a:pt x="36" y="23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87" name="Freeform 206"/>
            <p:cNvSpPr>
              <a:spLocks noEditPoints="1"/>
            </p:cNvSpPr>
            <p:nvPr/>
          </p:nvSpPr>
          <p:spPr>
            <a:xfrm>
              <a:off x="3441" y="2841"/>
              <a:ext cx="41" cy="20"/>
            </a:xfrm>
            <a:custGeom>
              <a:avLst/>
              <a:gdLst>
                <a:gd name="txL" fmla="*/ 0 w 36"/>
                <a:gd name="txT" fmla="*/ 0 h 18"/>
                <a:gd name="txR" fmla="*/ 36 w 36"/>
                <a:gd name="txB" fmla="*/ 18 h 18"/>
              </a:gdLst>
              <a:ahLst/>
              <a:cxnLst>
                <a:cxn ang="0">
                  <a:pos x="0" y="308"/>
                </a:cxn>
                <a:cxn ang="0">
                  <a:pos x="1257" y="0"/>
                </a:cxn>
                <a:cxn ang="0">
                  <a:pos x="0" y="308"/>
                </a:cxn>
                <a:cxn ang="0">
                  <a:pos x="0" y="308"/>
                </a:cxn>
                <a:cxn ang="0">
                  <a:pos x="0" y="308"/>
                </a:cxn>
                <a:cxn ang="0">
                  <a:pos x="0" y="308"/>
                </a:cxn>
                <a:cxn ang="0">
                  <a:pos x="0" y="308"/>
                </a:cxn>
              </a:cxnLst>
              <a:rect l="txL" t="txT" r="txR" b="txB"/>
              <a:pathLst>
                <a:path w="36" h="18">
                  <a:moveTo>
                    <a:pt x="0" y="18"/>
                  </a:moveTo>
                  <a:lnTo>
                    <a:pt x="36" y="0"/>
                  </a:lnTo>
                  <a:lnTo>
                    <a:pt x="0" y="18"/>
                  </a:lnTo>
                  <a:close/>
                  <a:moveTo>
                    <a:pt x="0" y="18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88" name="Freeform 207"/>
            <p:cNvSpPr>
              <a:spLocks noEditPoints="1"/>
            </p:cNvSpPr>
            <p:nvPr/>
          </p:nvSpPr>
          <p:spPr>
            <a:xfrm>
              <a:off x="3482" y="2813"/>
              <a:ext cx="47" cy="28"/>
            </a:xfrm>
            <a:custGeom>
              <a:avLst/>
              <a:gdLst>
                <a:gd name="txL" fmla="*/ 0 w 42"/>
                <a:gd name="txT" fmla="*/ 0 h 24"/>
                <a:gd name="txR" fmla="*/ 42 w 42"/>
                <a:gd name="txB" fmla="*/ 24 h 24"/>
              </a:gdLst>
              <a:ahLst/>
              <a:cxnLst>
                <a:cxn ang="0">
                  <a:pos x="0" y="1611"/>
                </a:cxn>
                <a:cxn ang="0">
                  <a:pos x="873" y="0"/>
                </a:cxn>
                <a:cxn ang="0">
                  <a:pos x="0" y="1611"/>
                </a:cxn>
                <a:cxn ang="0">
                  <a:pos x="0" y="1611"/>
                </a:cxn>
                <a:cxn ang="0">
                  <a:pos x="0" y="1611"/>
                </a:cxn>
                <a:cxn ang="0">
                  <a:pos x="0" y="1611"/>
                </a:cxn>
                <a:cxn ang="0">
                  <a:pos x="0" y="1611"/>
                </a:cxn>
              </a:cxnLst>
              <a:rect l="txL" t="txT" r="txR" b="txB"/>
              <a:pathLst>
                <a:path w="42" h="24">
                  <a:moveTo>
                    <a:pt x="0" y="24"/>
                  </a:moveTo>
                  <a:lnTo>
                    <a:pt x="42" y="0"/>
                  </a:lnTo>
                  <a:lnTo>
                    <a:pt x="0" y="24"/>
                  </a:lnTo>
                  <a:close/>
                  <a:moveTo>
                    <a:pt x="0" y="24"/>
                  </a:moveTo>
                  <a:lnTo>
                    <a:pt x="0" y="24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89" name="Freeform 208"/>
            <p:cNvSpPr>
              <a:spLocks noEditPoints="1"/>
            </p:cNvSpPr>
            <p:nvPr/>
          </p:nvSpPr>
          <p:spPr>
            <a:xfrm>
              <a:off x="3482" y="2793"/>
              <a:ext cx="47" cy="20"/>
            </a:xfrm>
            <a:custGeom>
              <a:avLst/>
              <a:gdLst>
                <a:gd name="txL" fmla="*/ 0 w 42"/>
                <a:gd name="txT" fmla="*/ 0 h 18"/>
                <a:gd name="txR" fmla="*/ 42 w 42"/>
                <a:gd name="txB" fmla="*/ 18 h 18"/>
              </a:gdLst>
              <a:ahLst/>
              <a:cxnLst>
                <a:cxn ang="0">
                  <a:pos x="873" y="308"/>
                </a:cxn>
                <a:cxn ang="0">
                  <a:pos x="0" y="0"/>
                </a:cxn>
                <a:cxn ang="0">
                  <a:pos x="873" y="308"/>
                </a:cxn>
                <a:cxn ang="0">
                  <a:pos x="873" y="308"/>
                </a:cxn>
                <a:cxn ang="0">
                  <a:pos x="873" y="308"/>
                </a:cxn>
                <a:cxn ang="0">
                  <a:pos x="873" y="308"/>
                </a:cxn>
                <a:cxn ang="0">
                  <a:pos x="873" y="308"/>
                </a:cxn>
              </a:cxnLst>
              <a:rect l="txL" t="txT" r="txR" b="txB"/>
              <a:pathLst>
                <a:path w="42" h="18">
                  <a:moveTo>
                    <a:pt x="42" y="18"/>
                  </a:moveTo>
                  <a:lnTo>
                    <a:pt x="0" y="0"/>
                  </a:lnTo>
                  <a:lnTo>
                    <a:pt x="42" y="18"/>
                  </a:lnTo>
                  <a:close/>
                  <a:moveTo>
                    <a:pt x="42" y="18"/>
                  </a:moveTo>
                  <a:lnTo>
                    <a:pt x="42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90" name="Freeform 209"/>
            <p:cNvSpPr>
              <a:spLocks noEditPoints="1"/>
            </p:cNvSpPr>
            <p:nvPr/>
          </p:nvSpPr>
          <p:spPr>
            <a:xfrm>
              <a:off x="3441" y="2766"/>
              <a:ext cx="41" cy="27"/>
            </a:xfrm>
            <a:custGeom>
              <a:avLst/>
              <a:gdLst>
                <a:gd name="txL" fmla="*/ 0 w 36"/>
                <a:gd name="txT" fmla="*/ 0 h 24"/>
                <a:gd name="txR" fmla="*/ 36 w 36"/>
                <a:gd name="txB" fmla="*/ 24 h 24"/>
              </a:gdLst>
              <a:ahLst/>
              <a:cxnLst>
                <a:cxn ang="0">
                  <a:pos x="1257" y="579"/>
                </a:cxn>
                <a:cxn ang="0">
                  <a:pos x="0" y="0"/>
                </a:cxn>
                <a:cxn ang="0">
                  <a:pos x="1257" y="579"/>
                </a:cxn>
                <a:cxn ang="0">
                  <a:pos x="1257" y="579"/>
                </a:cxn>
                <a:cxn ang="0">
                  <a:pos x="1257" y="579"/>
                </a:cxn>
                <a:cxn ang="0">
                  <a:pos x="1257" y="579"/>
                </a:cxn>
                <a:cxn ang="0">
                  <a:pos x="1257" y="579"/>
                </a:cxn>
              </a:cxnLst>
              <a:rect l="txL" t="txT" r="txR" b="txB"/>
              <a:pathLst>
                <a:path w="36" h="24">
                  <a:moveTo>
                    <a:pt x="36" y="24"/>
                  </a:moveTo>
                  <a:lnTo>
                    <a:pt x="0" y="0"/>
                  </a:lnTo>
                  <a:lnTo>
                    <a:pt x="36" y="24"/>
                  </a:lnTo>
                  <a:close/>
                  <a:moveTo>
                    <a:pt x="36" y="24"/>
                  </a:moveTo>
                  <a:lnTo>
                    <a:pt x="36" y="24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91" name="Freeform 210"/>
            <p:cNvSpPr>
              <a:spLocks noEditPoints="1"/>
            </p:cNvSpPr>
            <p:nvPr/>
          </p:nvSpPr>
          <p:spPr>
            <a:xfrm>
              <a:off x="3441" y="2745"/>
              <a:ext cx="41" cy="21"/>
            </a:xfrm>
            <a:custGeom>
              <a:avLst/>
              <a:gdLst>
                <a:gd name="txL" fmla="*/ 0 w 36"/>
                <a:gd name="txT" fmla="*/ 0 h 18"/>
                <a:gd name="txR" fmla="*/ 36 w 36"/>
                <a:gd name="txB" fmla="*/ 18 h 18"/>
              </a:gdLst>
              <a:ahLst/>
              <a:cxnLst>
                <a:cxn ang="0">
                  <a:pos x="0" y="1210"/>
                </a:cxn>
                <a:cxn ang="0">
                  <a:pos x="1257" y="0"/>
                </a:cxn>
                <a:cxn ang="0">
                  <a:pos x="0" y="1210"/>
                </a:cxn>
                <a:cxn ang="0">
                  <a:pos x="0" y="1210"/>
                </a:cxn>
                <a:cxn ang="0">
                  <a:pos x="0" y="1210"/>
                </a:cxn>
                <a:cxn ang="0">
                  <a:pos x="0" y="1210"/>
                </a:cxn>
                <a:cxn ang="0">
                  <a:pos x="0" y="1210"/>
                </a:cxn>
              </a:cxnLst>
              <a:rect l="txL" t="txT" r="txR" b="txB"/>
              <a:pathLst>
                <a:path w="36" h="18">
                  <a:moveTo>
                    <a:pt x="0" y="18"/>
                  </a:moveTo>
                  <a:lnTo>
                    <a:pt x="36" y="0"/>
                  </a:lnTo>
                  <a:lnTo>
                    <a:pt x="0" y="18"/>
                  </a:lnTo>
                  <a:close/>
                  <a:moveTo>
                    <a:pt x="0" y="18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92" name="Freeform 211"/>
            <p:cNvSpPr>
              <a:spLocks noEditPoints="1"/>
            </p:cNvSpPr>
            <p:nvPr/>
          </p:nvSpPr>
          <p:spPr>
            <a:xfrm>
              <a:off x="3482" y="2725"/>
              <a:ext cx="47" cy="20"/>
            </a:xfrm>
            <a:custGeom>
              <a:avLst/>
              <a:gdLst>
                <a:gd name="txL" fmla="*/ 0 w 42"/>
                <a:gd name="txT" fmla="*/ 0 h 18"/>
                <a:gd name="txR" fmla="*/ 42 w 42"/>
                <a:gd name="txB" fmla="*/ 18 h 18"/>
              </a:gdLst>
              <a:ahLst/>
              <a:cxnLst>
                <a:cxn ang="0">
                  <a:pos x="0" y="308"/>
                </a:cxn>
                <a:cxn ang="0">
                  <a:pos x="873" y="0"/>
                </a:cxn>
                <a:cxn ang="0">
                  <a:pos x="0" y="308"/>
                </a:cxn>
                <a:cxn ang="0">
                  <a:pos x="0" y="308"/>
                </a:cxn>
                <a:cxn ang="0">
                  <a:pos x="0" y="308"/>
                </a:cxn>
                <a:cxn ang="0">
                  <a:pos x="0" y="308"/>
                </a:cxn>
                <a:cxn ang="0">
                  <a:pos x="0" y="308"/>
                </a:cxn>
              </a:cxnLst>
              <a:rect l="txL" t="txT" r="txR" b="txB"/>
              <a:pathLst>
                <a:path w="42" h="18">
                  <a:moveTo>
                    <a:pt x="0" y="18"/>
                  </a:moveTo>
                  <a:lnTo>
                    <a:pt x="42" y="0"/>
                  </a:lnTo>
                  <a:lnTo>
                    <a:pt x="0" y="18"/>
                  </a:lnTo>
                  <a:close/>
                  <a:moveTo>
                    <a:pt x="0" y="18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93" name="Freeform 212"/>
            <p:cNvSpPr>
              <a:spLocks noEditPoints="1"/>
            </p:cNvSpPr>
            <p:nvPr/>
          </p:nvSpPr>
          <p:spPr>
            <a:xfrm>
              <a:off x="3482" y="2697"/>
              <a:ext cx="47" cy="28"/>
            </a:xfrm>
            <a:custGeom>
              <a:avLst/>
              <a:gdLst>
                <a:gd name="txL" fmla="*/ 0 w 42"/>
                <a:gd name="txT" fmla="*/ 0 h 24"/>
                <a:gd name="txR" fmla="*/ 42 w 42"/>
                <a:gd name="txB" fmla="*/ 24 h 24"/>
              </a:gdLst>
              <a:ahLst/>
              <a:cxnLst>
                <a:cxn ang="0">
                  <a:pos x="873" y="1611"/>
                </a:cxn>
                <a:cxn ang="0">
                  <a:pos x="0" y="0"/>
                </a:cxn>
                <a:cxn ang="0">
                  <a:pos x="873" y="1611"/>
                </a:cxn>
                <a:cxn ang="0">
                  <a:pos x="873" y="1611"/>
                </a:cxn>
                <a:cxn ang="0">
                  <a:pos x="873" y="1611"/>
                </a:cxn>
                <a:cxn ang="0">
                  <a:pos x="873" y="1611"/>
                </a:cxn>
                <a:cxn ang="0">
                  <a:pos x="873" y="1611"/>
                </a:cxn>
              </a:cxnLst>
              <a:rect l="txL" t="txT" r="txR" b="txB"/>
              <a:pathLst>
                <a:path w="42" h="24">
                  <a:moveTo>
                    <a:pt x="42" y="24"/>
                  </a:moveTo>
                  <a:lnTo>
                    <a:pt x="0" y="0"/>
                  </a:lnTo>
                  <a:lnTo>
                    <a:pt x="42" y="24"/>
                  </a:lnTo>
                  <a:close/>
                  <a:moveTo>
                    <a:pt x="42" y="24"/>
                  </a:moveTo>
                  <a:lnTo>
                    <a:pt x="42" y="24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94" name="Freeform 213"/>
            <p:cNvSpPr>
              <a:spLocks noEditPoints="1"/>
            </p:cNvSpPr>
            <p:nvPr/>
          </p:nvSpPr>
          <p:spPr>
            <a:xfrm>
              <a:off x="3441" y="2677"/>
              <a:ext cx="41" cy="20"/>
            </a:xfrm>
            <a:custGeom>
              <a:avLst/>
              <a:gdLst>
                <a:gd name="txL" fmla="*/ 0 w 36"/>
                <a:gd name="txT" fmla="*/ 0 h 18"/>
                <a:gd name="txR" fmla="*/ 36 w 36"/>
                <a:gd name="txB" fmla="*/ 18 h 18"/>
              </a:gdLst>
              <a:ahLst/>
              <a:cxnLst>
                <a:cxn ang="0">
                  <a:pos x="1257" y="308"/>
                </a:cxn>
                <a:cxn ang="0">
                  <a:pos x="0" y="0"/>
                </a:cxn>
                <a:cxn ang="0">
                  <a:pos x="1257" y="308"/>
                </a:cxn>
                <a:cxn ang="0">
                  <a:pos x="1257" y="308"/>
                </a:cxn>
                <a:cxn ang="0">
                  <a:pos x="1257" y="308"/>
                </a:cxn>
                <a:cxn ang="0">
                  <a:pos x="1257" y="308"/>
                </a:cxn>
                <a:cxn ang="0">
                  <a:pos x="1257" y="308"/>
                </a:cxn>
              </a:cxnLst>
              <a:rect l="txL" t="txT" r="txR" b="txB"/>
              <a:pathLst>
                <a:path w="36" h="18">
                  <a:moveTo>
                    <a:pt x="36" y="18"/>
                  </a:moveTo>
                  <a:lnTo>
                    <a:pt x="0" y="0"/>
                  </a:lnTo>
                  <a:lnTo>
                    <a:pt x="36" y="18"/>
                  </a:lnTo>
                  <a:close/>
                  <a:moveTo>
                    <a:pt x="36" y="18"/>
                  </a:moveTo>
                  <a:lnTo>
                    <a:pt x="36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95" name="Freeform 214"/>
            <p:cNvSpPr>
              <a:spLocks noEditPoints="1"/>
            </p:cNvSpPr>
            <p:nvPr/>
          </p:nvSpPr>
          <p:spPr>
            <a:xfrm>
              <a:off x="3441" y="2650"/>
              <a:ext cx="41" cy="27"/>
            </a:xfrm>
            <a:custGeom>
              <a:avLst/>
              <a:gdLst>
                <a:gd name="txL" fmla="*/ 0 w 36"/>
                <a:gd name="txT" fmla="*/ 0 h 24"/>
                <a:gd name="txR" fmla="*/ 36 w 36"/>
                <a:gd name="txB" fmla="*/ 24 h 24"/>
              </a:gdLst>
              <a:ahLst/>
              <a:cxnLst>
                <a:cxn ang="0">
                  <a:pos x="0" y="579"/>
                </a:cxn>
                <a:cxn ang="0">
                  <a:pos x="1257" y="0"/>
                </a:cxn>
                <a:cxn ang="0">
                  <a:pos x="0" y="579"/>
                </a:cxn>
                <a:cxn ang="0">
                  <a:pos x="0" y="579"/>
                </a:cxn>
                <a:cxn ang="0">
                  <a:pos x="0" y="579"/>
                </a:cxn>
                <a:cxn ang="0">
                  <a:pos x="0" y="579"/>
                </a:cxn>
                <a:cxn ang="0">
                  <a:pos x="0" y="579"/>
                </a:cxn>
              </a:cxnLst>
              <a:rect l="txL" t="txT" r="txR" b="txB"/>
              <a:pathLst>
                <a:path w="36" h="24">
                  <a:moveTo>
                    <a:pt x="0" y="24"/>
                  </a:moveTo>
                  <a:lnTo>
                    <a:pt x="36" y="0"/>
                  </a:lnTo>
                  <a:lnTo>
                    <a:pt x="0" y="24"/>
                  </a:lnTo>
                  <a:close/>
                  <a:moveTo>
                    <a:pt x="0" y="24"/>
                  </a:moveTo>
                  <a:lnTo>
                    <a:pt x="0" y="24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96" name="Freeform 215"/>
            <p:cNvSpPr>
              <a:spLocks noEditPoints="1"/>
            </p:cNvSpPr>
            <p:nvPr/>
          </p:nvSpPr>
          <p:spPr>
            <a:xfrm>
              <a:off x="3482" y="2630"/>
              <a:ext cx="47" cy="20"/>
            </a:xfrm>
            <a:custGeom>
              <a:avLst/>
              <a:gdLst>
                <a:gd name="txL" fmla="*/ 0 w 42"/>
                <a:gd name="txT" fmla="*/ 0 h 17"/>
                <a:gd name="txR" fmla="*/ 42 w 42"/>
                <a:gd name="txB" fmla="*/ 17 h 17"/>
              </a:gdLst>
              <a:ahLst/>
              <a:cxnLst>
                <a:cxn ang="0">
                  <a:pos x="0" y="1396"/>
                </a:cxn>
                <a:cxn ang="0">
                  <a:pos x="873" y="0"/>
                </a:cxn>
                <a:cxn ang="0">
                  <a:pos x="0" y="1396"/>
                </a:cxn>
                <a:cxn ang="0">
                  <a:pos x="0" y="1396"/>
                </a:cxn>
                <a:cxn ang="0">
                  <a:pos x="0" y="1396"/>
                </a:cxn>
                <a:cxn ang="0">
                  <a:pos x="0" y="1396"/>
                </a:cxn>
                <a:cxn ang="0">
                  <a:pos x="0" y="1396"/>
                </a:cxn>
              </a:cxnLst>
              <a:rect l="txL" t="txT" r="txR" b="txB"/>
              <a:pathLst>
                <a:path w="42" h="17">
                  <a:moveTo>
                    <a:pt x="0" y="17"/>
                  </a:moveTo>
                  <a:lnTo>
                    <a:pt x="42" y="0"/>
                  </a:lnTo>
                  <a:lnTo>
                    <a:pt x="0" y="17"/>
                  </a:lnTo>
                  <a:close/>
                  <a:moveTo>
                    <a:pt x="0" y="17"/>
                  </a:moveTo>
                  <a:lnTo>
                    <a:pt x="0" y="1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97" name="Freeform 216"/>
            <p:cNvSpPr>
              <a:spLocks noEditPoints="1"/>
            </p:cNvSpPr>
            <p:nvPr/>
          </p:nvSpPr>
          <p:spPr>
            <a:xfrm>
              <a:off x="3482" y="2603"/>
              <a:ext cx="47" cy="27"/>
            </a:xfrm>
            <a:custGeom>
              <a:avLst/>
              <a:gdLst>
                <a:gd name="txL" fmla="*/ 0 w 42"/>
                <a:gd name="txT" fmla="*/ 0 h 24"/>
                <a:gd name="txR" fmla="*/ 42 w 42"/>
                <a:gd name="txB" fmla="*/ 24 h 24"/>
              </a:gdLst>
              <a:ahLst/>
              <a:cxnLst>
                <a:cxn ang="0">
                  <a:pos x="873" y="579"/>
                </a:cxn>
                <a:cxn ang="0">
                  <a:pos x="0" y="0"/>
                </a:cxn>
                <a:cxn ang="0">
                  <a:pos x="873" y="579"/>
                </a:cxn>
                <a:cxn ang="0">
                  <a:pos x="873" y="579"/>
                </a:cxn>
                <a:cxn ang="0">
                  <a:pos x="873" y="579"/>
                </a:cxn>
                <a:cxn ang="0">
                  <a:pos x="873" y="579"/>
                </a:cxn>
                <a:cxn ang="0">
                  <a:pos x="873" y="579"/>
                </a:cxn>
              </a:cxnLst>
              <a:rect l="txL" t="txT" r="txR" b="txB"/>
              <a:pathLst>
                <a:path w="42" h="24">
                  <a:moveTo>
                    <a:pt x="42" y="24"/>
                  </a:moveTo>
                  <a:lnTo>
                    <a:pt x="0" y="0"/>
                  </a:lnTo>
                  <a:lnTo>
                    <a:pt x="42" y="24"/>
                  </a:lnTo>
                  <a:close/>
                  <a:moveTo>
                    <a:pt x="42" y="24"/>
                  </a:moveTo>
                  <a:lnTo>
                    <a:pt x="42" y="24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98" name="Freeform 217"/>
            <p:cNvSpPr/>
            <p:nvPr/>
          </p:nvSpPr>
          <p:spPr>
            <a:xfrm>
              <a:off x="1627" y="1333"/>
              <a:ext cx="47" cy="265"/>
            </a:xfrm>
            <a:custGeom>
              <a:avLst/>
              <a:gdLst>
                <a:gd name="txL" fmla="*/ 0 w 42"/>
                <a:gd name="txT" fmla="*/ 0 h 233"/>
                <a:gd name="txR" fmla="*/ 42 w 42"/>
                <a:gd name="txB" fmla="*/ 233 h 233"/>
              </a:gdLst>
              <a:ahLst/>
              <a:cxnLst>
                <a:cxn ang="0">
                  <a:pos x="0" y="7516"/>
                </a:cxn>
                <a:cxn ang="0">
                  <a:pos x="643" y="5777"/>
                </a:cxn>
                <a:cxn ang="0">
                  <a:pos x="873" y="3829"/>
                </a:cxn>
                <a:cxn ang="0">
                  <a:pos x="741" y="1940"/>
                </a:cxn>
                <a:cxn ang="0">
                  <a:pos x="261" y="0"/>
                </a:cxn>
                <a:cxn ang="0">
                  <a:pos x="261" y="0"/>
                </a:cxn>
                <a:cxn ang="0">
                  <a:pos x="741" y="1940"/>
                </a:cxn>
                <a:cxn ang="0">
                  <a:pos x="873" y="3829"/>
                </a:cxn>
                <a:cxn ang="0">
                  <a:pos x="643" y="5777"/>
                </a:cxn>
                <a:cxn ang="0">
                  <a:pos x="0" y="7516"/>
                </a:cxn>
                <a:cxn ang="0">
                  <a:pos x="0" y="7516"/>
                </a:cxn>
              </a:cxnLst>
              <a:rect l="txL" t="txT" r="txR" b="txB"/>
              <a:pathLst>
                <a:path w="42" h="233">
                  <a:moveTo>
                    <a:pt x="0" y="233"/>
                  </a:moveTo>
                  <a:lnTo>
                    <a:pt x="30" y="179"/>
                  </a:lnTo>
                  <a:lnTo>
                    <a:pt x="42" y="119"/>
                  </a:lnTo>
                  <a:lnTo>
                    <a:pt x="36" y="60"/>
                  </a:lnTo>
                  <a:lnTo>
                    <a:pt x="12" y="0"/>
                  </a:lnTo>
                  <a:lnTo>
                    <a:pt x="36" y="60"/>
                  </a:lnTo>
                  <a:lnTo>
                    <a:pt x="42" y="119"/>
                  </a:lnTo>
                  <a:lnTo>
                    <a:pt x="30" y="179"/>
                  </a:lnTo>
                  <a:lnTo>
                    <a:pt x="0" y="233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99" name="Freeform 218"/>
            <p:cNvSpPr>
              <a:spLocks noEditPoints="1"/>
            </p:cNvSpPr>
            <p:nvPr/>
          </p:nvSpPr>
          <p:spPr>
            <a:xfrm>
              <a:off x="1405" y="1251"/>
              <a:ext cx="235" cy="82"/>
            </a:xfrm>
            <a:custGeom>
              <a:avLst/>
              <a:gdLst>
                <a:gd name="txL" fmla="*/ 0 w 209"/>
                <a:gd name="txT" fmla="*/ 0 h 72"/>
                <a:gd name="txR" fmla="*/ 209 w 209"/>
                <a:gd name="txB" fmla="*/ 72 h 72"/>
              </a:gdLst>
              <a:ahLst/>
              <a:cxnLst>
                <a:cxn ang="0">
                  <a:pos x="4969" y="2411"/>
                </a:cxn>
                <a:cxn ang="0">
                  <a:pos x="4534" y="1433"/>
                </a:cxn>
                <a:cxn ang="0">
                  <a:pos x="3943" y="790"/>
                </a:cxn>
                <a:cxn ang="0">
                  <a:pos x="3250" y="203"/>
                </a:cxn>
                <a:cxn ang="0">
                  <a:pos x="2670" y="0"/>
                </a:cxn>
                <a:cxn ang="0">
                  <a:pos x="1992" y="0"/>
                </a:cxn>
                <a:cxn ang="0">
                  <a:pos x="1248" y="203"/>
                </a:cxn>
                <a:cxn ang="0">
                  <a:pos x="550" y="609"/>
                </a:cxn>
                <a:cxn ang="0">
                  <a:pos x="0" y="1257"/>
                </a:cxn>
                <a:cxn ang="0">
                  <a:pos x="0" y="1257"/>
                </a:cxn>
                <a:cxn ang="0">
                  <a:pos x="550" y="609"/>
                </a:cxn>
                <a:cxn ang="0">
                  <a:pos x="1248" y="203"/>
                </a:cxn>
                <a:cxn ang="0">
                  <a:pos x="1992" y="0"/>
                </a:cxn>
                <a:cxn ang="0">
                  <a:pos x="2670" y="0"/>
                </a:cxn>
                <a:cxn ang="0">
                  <a:pos x="3250" y="203"/>
                </a:cxn>
                <a:cxn ang="0">
                  <a:pos x="3943" y="790"/>
                </a:cxn>
                <a:cxn ang="0">
                  <a:pos x="4534" y="1433"/>
                </a:cxn>
                <a:cxn ang="0">
                  <a:pos x="4969" y="2411"/>
                </a:cxn>
                <a:cxn ang="0">
                  <a:pos x="4969" y="2411"/>
                </a:cxn>
                <a:cxn ang="0">
                  <a:pos x="4969" y="2411"/>
                </a:cxn>
                <a:cxn ang="0">
                  <a:pos x="4969" y="2411"/>
                </a:cxn>
                <a:cxn ang="0">
                  <a:pos x="4969" y="2411"/>
                </a:cxn>
              </a:cxnLst>
              <a:rect l="txL" t="txT" r="txR" b="txB"/>
              <a:pathLst>
                <a:path w="209" h="72">
                  <a:moveTo>
                    <a:pt x="209" y="72"/>
                  </a:moveTo>
                  <a:lnTo>
                    <a:pt x="191" y="42"/>
                  </a:lnTo>
                  <a:lnTo>
                    <a:pt x="167" y="24"/>
                  </a:lnTo>
                  <a:lnTo>
                    <a:pt x="137" y="6"/>
                  </a:lnTo>
                  <a:lnTo>
                    <a:pt x="113" y="0"/>
                  </a:lnTo>
                  <a:lnTo>
                    <a:pt x="83" y="0"/>
                  </a:lnTo>
                  <a:lnTo>
                    <a:pt x="53" y="6"/>
                  </a:lnTo>
                  <a:lnTo>
                    <a:pt x="23" y="18"/>
                  </a:lnTo>
                  <a:lnTo>
                    <a:pt x="0" y="36"/>
                  </a:lnTo>
                  <a:lnTo>
                    <a:pt x="23" y="18"/>
                  </a:lnTo>
                  <a:lnTo>
                    <a:pt x="53" y="6"/>
                  </a:lnTo>
                  <a:lnTo>
                    <a:pt x="83" y="0"/>
                  </a:lnTo>
                  <a:lnTo>
                    <a:pt x="113" y="0"/>
                  </a:lnTo>
                  <a:lnTo>
                    <a:pt x="137" y="6"/>
                  </a:lnTo>
                  <a:lnTo>
                    <a:pt x="167" y="24"/>
                  </a:lnTo>
                  <a:lnTo>
                    <a:pt x="191" y="42"/>
                  </a:lnTo>
                  <a:lnTo>
                    <a:pt x="209" y="72"/>
                  </a:lnTo>
                  <a:close/>
                  <a:moveTo>
                    <a:pt x="209" y="72"/>
                  </a:moveTo>
                  <a:lnTo>
                    <a:pt x="209" y="7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00" name="Freeform 219"/>
            <p:cNvSpPr>
              <a:spLocks noEditPoints="1"/>
            </p:cNvSpPr>
            <p:nvPr/>
          </p:nvSpPr>
          <p:spPr>
            <a:xfrm>
              <a:off x="1338" y="1292"/>
              <a:ext cx="67" cy="224"/>
            </a:xfrm>
            <a:custGeom>
              <a:avLst/>
              <a:gdLst>
                <a:gd name="txL" fmla="*/ 0 w 60"/>
                <a:gd name="txT" fmla="*/ 0 h 197"/>
                <a:gd name="txR" fmla="*/ 60 w 60"/>
                <a:gd name="txB" fmla="*/ 197 h 197"/>
              </a:gdLst>
              <a:ahLst/>
              <a:cxnLst>
                <a:cxn ang="0">
                  <a:pos x="1186" y="0"/>
                </a:cxn>
                <a:cxn ang="0">
                  <a:pos x="600" y="1402"/>
                </a:cxn>
                <a:cxn ang="0">
                  <a:pos x="121" y="2870"/>
                </a:cxn>
                <a:cxn ang="0">
                  <a:pos x="0" y="4576"/>
                </a:cxn>
                <a:cxn ang="0">
                  <a:pos x="121" y="6308"/>
                </a:cxn>
                <a:cxn ang="0">
                  <a:pos x="121" y="6308"/>
                </a:cxn>
                <a:cxn ang="0">
                  <a:pos x="0" y="4576"/>
                </a:cxn>
                <a:cxn ang="0">
                  <a:pos x="121" y="2870"/>
                </a:cxn>
                <a:cxn ang="0">
                  <a:pos x="600" y="1402"/>
                </a:cxn>
                <a:cxn ang="0">
                  <a:pos x="1186" y="0"/>
                </a:cxn>
                <a:cxn ang="0">
                  <a:pos x="1186" y="0"/>
                </a:cxn>
                <a:cxn ang="0">
                  <a:pos x="1186" y="0"/>
                </a:cxn>
                <a:cxn ang="0">
                  <a:pos x="1186" y="0"/>
                </a:cxn>
                <a:cxn ang="0">
                  <a:pos x="1186" y="0"/>
                </a:cxn>
              </a:cxnLst>
              <a:rect l="txL" t="txT" r="txR" b="txB"/>
              <a:pathLst>
                <a:path w="60" h="197">
                  <a:moveTo>
                    <a:pt x="60" y="0"/>
                  </a:moveTo>
                  <a:lnTo>
                    <a:pt x="30" y="42"/>
                  </a:lnTo>
                  <a:lnTo>
                    <a:pt x="6" y="90"/>
                  </a:lnTo>
                  <a:lnTo>
                    <a:pt x="0" y="143"/>
                  </a:lnTo>
                  <a:lnTo>
                    <a:pt x="6" y="197"/>
                  </a:lnTo>
                  <a:lnTo>
                    <a:pt x="0" y="143"/>
                  </a:lnTo>
                  <a:lnTo>
                    <a:pt x="6" y="90"/>
                  </a:lnTo>
                  <a:lnTo>
                    <a:pt x="30" y="42"/>
                  </a:lnTo>
                  <a:lnTo>
                    <a:pt x="60" y="0"/>
                  </a:lnTo>
                  <a:close/>
                  <a:moveTo>
                    <a:pt x="60" y="0"/>
                  </a:moveTo>
                  <a:lnTo>
                    <a:pt x="6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01" name="Freeform 220"/>
            <p:cNvSpPr/>
            <p:nvPr/>
          </p:nvSpPr>
          <p:spPr>
            <a:xfrm>
              <a:off x="1566" y="1557"/>
              <a:ext cx="101" cy="122"/>
            </a:xfrm>
            <a:custGeom>
              <a:avLst/>
              <a:gdLst>
                <a:gd name="txL" fmla="*/ 0 w 90"/>
                <a:gd name="txT" fmla="*/ 0 h 107"/>
                <a:gd name="txR" fmla="*/ 90 w 90"/>
                <a:gd name="txB" fmla="*/ 107 h 107"/>
              </a:gdLst>
              <a:ahLst/>
              <a:cxnLst>
                <a:cxn ang="0">
                  <a:pos x="1078" y="0"/>
                </a:cxn>
                <a:cxn ang="0">
                  <a:pos x="0" y="3685"/>
                </a:cxn>
                <a:cxn ang="0">
                  <a:pos x="2028" y="1459"/>
                </a:cxn>
                <a:cxn ang="0">
                  <a:pos x="1078" y="0"/>
                </a:cxn>
                <a:cxn ang="0">
                  <a:pos x="1078" y="0"/>
                </a:cxn>
              </a:cxnLst>
              <a:rect l="txL" t="txT" r="txR" b="txB"/>
              <a:pathLst>
                <a:path w="90" h="107">
                  <a:moveTo>
                    <a:pt x="48" y="0"/>
                  </a:moveTo>
                  <a:lnTo>
                    <a:pt x="0" y="107"/>
                  </a:lnTo>
                  <a:lnTo>
                    <a:pt x="90" y="4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02" name="Freeform 221"/>
            <p:cNvSpPr/>
            <p:nvPr/>
          </p:nvSpPr>
          <p:spPr>
            <a:xfrm>
              <a:off x="1627" y="2670"/>
              <a:ext cx="47" cy="272"/>
            </a:xfrm>
            <a:custGeom>
              <a:avLst/>
              <a:gdLst>
                <a:gd name="txL" fmla="*/ 0 w 42"/>
                <a:gd name="txT" fmla="*/ 0 h 239"/>
                <a:gd name="txR" fmla="*/ 42 w 42"/>
                <a:gd name="txB" fmla="*/ 239 h 239"/>
              </a:gdLst>
              <a:ahLst/>
              <a:cxnLst>
                <a:cxn ang="0">
                  <a:pos x="0" y="7870"/>
                </a:cxn>
                <a:cxn ang="0">
                  <a:pos x="643" y="6096"/>
                </a:cxn>
                <a:cxn ang="0">
                  <a:pos x="873" y="3970"/>
                </a:cxn>
                <a:cxn ang="0">
                  <a:pos x="741" y="1953"/>
                </a:cxn>
                <a:cxn ang="0">
                  <a:pos x="261" y="0"/>
                </a:cxn>
                <a:cxn ang="0">
                  <a:pos x="261" y="0"/>
                </a:cxn>
                <a:cxn ang="0">
                  <a:pos x="741" y="1953"/>
                </a:cxn>
                <a:cxn ang="0">
                  <a:pos x="873" y="3970"/>
                </a:cxn>
                <a:cxn ang="0">
                  <a:pos x="643" y="6096"/>
                </a:cxn>
                <a:cxn ang="0">
                  <a:pos x="0" y="7870"/>
                </a:cxn>
                <a:cxn ang="0">
                  <a:pos x="0" y="7870"/>
                </a:cxn>
              </a:cxnLst>
              <a:rect l="txL" t="txT" r="txR" b="txB"/>
              <a:pathLst>
                <a:path w="42" h="239">
                  <a:moveTo>
                    <a:pt x="0" y="239"/>
                  </a:moveTo>
                  <a:lnTo>
                    <a:pt x="30" y="185"/>
                  </a:lnTo>
                  <a:lnTo>
                    <a:pt x="42" y="120"/>
                  </a:lnTo>
                  <a:lnTo>
                    <a:pt x="36" y="60"/>
                  </a:lnTo>
                  <a:lnTo>
                    <a:pt x="12" y="0"/>
                  </a:lnTo>
                  <a:lnTo>
                    <a:pt x="36" y="60"/>
                  </a:lnTo>
                  <a:lnTo>
                    <a:pt x="42" y="120"/>
                  </a:lnTo>
                  <a:lnTo>
                    <a:pt x="30" y="185"/>
                  </a:lnTo>
                  <a:lnTo>
                    <a:pt x="0" y="23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03" name="Freeform 222"/>
            <p:cNvSpPr>
              <a:spLocks noEditPoints="1"/>
            </p:cNvSpPr>
            <p:nvPr/>
          </p:nvSpPr>
          <p:spPr>
            <a:xfrm>
              <a:off x="1405" y="2589"/>
              <a:ext cx="235" cy="81"/>
            </a:xfrm>
            <a:custGeom>
              <a:avLst/>
              <a:gdLst>
                <a:gd name="txL" fmla="*/ 0 w 209"/>
                <a:gd name="txT" fmla="*/ 0 h 71"/>
                <a:gd name="txR" fmla="*/ 209 w 209"/>
                <a:gd name="txB" fmla="*/ 71 h 71"/>
              </a:gdLst>
              <a:ahLst/>
              <a:cxnLst>
                <a:cxn ang="0">
                  <a:pos x="4969" y="2487"/>
                </a:cxn>
                <a:cxn ang="0">
                  <a:pos x="4534" y="1675"/>
                </a:cxn>
                <a:cxn ang="0">
                  <a:pos x="3943" y="819"/>
                </a:cxn>
                <a:cxn ang="0">
                  <a:pos x="3250" y="423"/>
                </a:cxn>
                <a:cxn ang="0">
                  <a:pos x="2670" y="0"/>
                </a:cxn>
                <a:cxn ang="0">
                  <a:pos x="1992" y="0"/>
                </a:cxn>
                <a:cxn ang="0">
                  <a:pos x="1248" y="209"/>
                </a:cxn>
                <a:cxn ang="0">
                  <a:pos x="550" y="629"/>
                </a:cxn>
                <a:cxn ang="0">
                  <a:pos x="0" y="1287"/>
                </a:cxn>
                <a:cxn ang="0">
                  <a:pos x="0" y="1287"/>
                </a:cxn>
                <a:cxn ang="0">
                  <a:pos x="550" y="629"/>
                </a:cxn>
                <a:cxn ang="0">
                  <a:pos x="1248" y="209"/>
                </a:cxn>
                <a:cxn ang="0">
                  <a:pos x="1992" y="0"/>
                </a:cxn>
                <a:cxn ang="0">
                  <a:pos x="2670" y="0"/>
                </a:cxn>
                <a:cxn ang="0">
                  <a:pos x="3250" y="423"/>
                </a:cxn>
                <a:cxn ang="0">
                  <a:pos x="3943" y="819"/>
                </a:cxn>
                <a:cxn ang="0">
                  <a:pos x="4534" y="1675"/>
                </a:cxn>
                <a:cxn ang="0">
                  <a:pos x="4969" y="2487"/>
                </a:cxn>
                <a:cxn ang="0">
                  <a:pos x="4969" y="2487"/>
                </a:cxn>
                <a:cxn ang="0">
                  <a:pos x="4969" y="2487"/>
                </a:cxn>
                <a:cxn ang="0">
                  <a:pos x="4969" y="2487"/>
                </a:cxn>
                <a:cxn ang="0">
                  <a:pos x="4969" y="2487"/>
                </a:cxn>
              </a:cxnLst>
              <a:rect l="txL" t="txT" r="txR" b="txB"/>
              <a:pathLst>
                <a:path w="209" h="71">
                  <a:moveTo>
                    <a:pt x="209" y="71"/>
                  </a:moveTo>
                  <a:lnTo>
                    <a:pt x="191" y="47"/>
                  </a:lnTo>
                  <a:lnTo>
                    <a:pt x="167" y="24"/>
                  </a:lnTo>
                  <a:lnTo>
                    <a:pt x="137" y="12"/>
                  </a:lnTo>
                  <a:lnTo>
                    <a:pt x="113" y="0"/>
                  </a:lnTo>
                  <a:lnTo>
                    <a:pt x="83" y="0"/>
                  </a:lnTo>
                  <a:lnTo>
                    <a:pt x="53" y="6"/>
                  </a:lnTo>
                  <a:lnTo>
                    <a:pt x="23" y="18"/>
                  </a:lnTo>
                  <a:lnTo>
                    <a:pt x="0" y="36"/>
                  </a:lnTo>
                  <a:lnTo>
                    <a:pt x="23" y="18"/>
                  </a:lnTo>
                  <a:lnTo>
                    <a:pt x="53" y="6"/>
                  </a:lnTo>
                  <a:lnTo>
                    <a:pt x="83" y="0"/>
                  </a:lnTo>
                  <a:lnTo>
                    <a:pt x="113" y="0"/>
                  </a:lnTo>
                  <a:lnTo>
                    <a:pt x="137" y="12"/>
                  </a:lnTo>
                  <a:lnTo>
                    <a:pt x="167" y="24"/>
                  </a:lnTo>
                  <a:lnTo>
                    <a:pt x="191" y="47"/>
                  </a:lnTo>
                  <a:lnTo>
                    <a:pt x="209" y="71"/>
                  </a:lnTo>
                  <a:close/>
                  <a:moveTo>
                    <a:pt x="209" y="71"/>
                  </a:moveTo>
                  <a:lnTo>
                    <a:pt x="209" y="7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04" name="Freeform 223"/>
            <p:cNvSpPr>
              <a:spLocks noEditPoints="1"/>
            </p:cNvSpPr>
            <p:nvPr/>
          </p:nvSpPr>
          <p:spPr>
            <a:xfrm>
              <a:off x="1338" y="2630"/>
              <a:ext cx="67" cy="231"/>
            </a:xfrm>
            <a:custGeom>
              <a:avLst/>
              <a:gdLst>
                <a:gd name="txL" fmla="*/ 0 w 60"/>
                <a:gd name="txT" fmla="*/ 0 h 203"/>
                <a:gd name="txR" fmla="*/ 60 w 60"/>
                <a:gd name="txB" fmla="*/ 203 h 203"/>
              </a:gdLst>
              <a:ahLst/>
              <a:cxnLst>
                <a:cxn ang="0">
                  <a:pos x="1186" y="0"/>
                </a:cxn>
                <a:cxn ang="0">
                  <a:pos x="600" y="1325"/>
                </a:cxn>
                <a:cxn ang="0">
                  <a:pos x="121" y="3102"/>
                </a:cxn>
                <a:cxn ang="0">
                  <a:pos x="0" y="4885"/>
                </a:cxn>
                <a:cxn ang="0">
                  <a:pos x="121" y="6643"/>
                </a:cxn>
                <a:cxn ang="0">
                  <a:pos x="121" y="6643"/>
                </a:cxn>
                <a:cxn ang="0">
                  <a:pos x="0" y="4885"/>
                </a:cxn>
                <a:cxn ang="0">
                  <a:pos x="121" y="3102"/>
                </a:cxn>
                <a:cxn ang="0">
                  <a:pos x="600" y="1325"/>
                </a:cxn>
                <a:cxn ang="0">
                  <a:pos x="1186" y="0"/>
                </a:cxn>
                <a:cxn ang="0">
                  <a:pos x="1186" y="0"/>
                </a:cxn>
                <a:cxn ang="0">
                  <a:pos x="1186" y="0"/>
                </a:cxn>
                <a:cxn ang="0">
                  <a:pos x="1186" y="0"/>
                </a:cxn>
                <a:cxn ang="0">
                  <a:pos x="1186" y="0"/>
                </a:cxn>
              </a:cxnLst>
              <a:rect l="txL" t="txT" r="txR" b="txB"/>
              <a:pathLst>
                <a:path w="60" h="203">
                  <a:moveTo>
                    <a:pt x="60" y="0"/>
                  </a:moveTo>
                  <a:lnTo>
                    <a:pt x="30" y="41"/>
                  </a:lnTo>
                  <a:lnTo>
                    <a:pt x="6" y="95"/>
                  </a:lnTo>
                  <a:lnTo>
                    <a:pt x="0" y="149"/>
                  </a:lnTo>
                  <a:lnTo>
                    <a:pt x="6" y="203"/>
                  </a:lnTo>
                  <a:lnTo>
                    <a:pt x="0" y="149"/>
                  </a:lnTo>
                  <a:lnTo>
                    <a:pt x="6" y="95"/>
                  </a:lnTo>
                  <a:lnTo>
                    <a:pt x="30" y="41"/>
                  </a:lnTo>
                  <a:lnTo>
                    <a:pt x="60" y="0"/>
                  </a:lnTo>
                  <a:close/>
                  <a:moveTo>
                    <a:pt x="60" y="0"/>
                  </a:moveTo>
                  <a:lnTo>
                    <a:pt x="6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05" name="Freeform 224"/>
            <p:cNvSpPr/>
            <p:nvPr/>
          </p:nvSpPr>
          <p:spPr>
            <a:xfrm>
              <a:off x="1566" y="2894"/>
              <a:ext cx="101" cy="130"/>
            </a:xfrm>
            <a:custGeom>
              <a:avLst/>
              <a:gdLst>
                <a:gd name="txL" fmla="*/ 0 w 90"/>
                <a:gd name="txT" fmla="*/ 0 h 114"/>
                <a:gd name="txR" fmla="*/ 90 w 90"/>
                <a:gd name="txB" fmla="*/ 114 h 114"/>
              </a:gdLst>
              <a:ahLst/>
              <a:cxnLst>
                <a:cxn ang="0">
                  <a:pos x="1078" y="0"/>
                </a:cxn>
                <a:cxn ang="0">
                  <a:pos x="0" y="3954"/>
                </a:cxn>
                <a:cxn ang="0">
                  <a:pos x="2028" y="1690"/>
                </a:cxn>
                <a:cxn ang="0">
                  <a:pos x="1078" y="0"/>
                </a:cxn>
                <a:cxn ang="0">
                  <a:pos x="1078" y="0"/>
                </a:cxn>
              </a:cxnLst>
              <a:rect l="txL" t="txT" r="txR" b="txB"/>
              <a:pathLst>
                <a:path w="90" h="114">
                  <a:moveTo>
                    <a:pt x="48" y="0"/>
                  </a:moveTo>
                  <a:lnTo>
                    <a:pt x="0" y="114"/>
                  </a:lnTo>
                  <a:lnTo>
                    <a:pt x="90" y="48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06" name="Freeform 225"/>
            <p:cNvSpPr/>
            <p:nvPr/>
          </p:nvSpPr>
          <p:spPr>
            <a:xfrm>
              <a:off x="2998" y="2670"/>
              <a:ext cx="47" cy="272"/>
            </a:xfrm>
            <a:custGeom>
              <a:avLst/>
              <a:gdLst>
                <a:gd name="txL" fmla="*/ 0 w 42"/>
                <a:gd name="txT" fmla="*/ 0 h 239"/>
                <a:gd name="txR" fmla="*/ 42 w 42"/>
                <a:gd name="txB" fmla="*/ 239 h 239"/>
              </a:gdLst>
              <a:ahLst/>
              <a:cxnLst>
                <a:cxn ang="0">
                  <a:pos x="0" y="7870"/>
                </a:cxn>
                <a:cxn ang="0">
                  <a:pos x="643" y="6096"/>
                </a:cxn>
                <a:cxn ang="0">
                  <a:pos x="873" y="3970"/>
                </a:cxn>
                <a:cxn ang="0">
                  <a:pos x="741" y="1953"/>
                </a:cxn>
                <a:cxn ang="0">
                  <a:pos x="261" y="0"/>
                </a:cxn>
                <a:cxn ang="0">
                  <a:pos x="261" y="0"/>
                </a:cxn>
                <a:cxn ang="0">
                  <a:pos x="741" y="1953"/>
                </a:cxn>
                <a:cxn ang="0">
                  <a:pos x="873" y="3970"/>
                </a:cxn>
                <a:cxn ang="0">
                  <a:pos x="643" y="6096"/>
                </a:cxn>
                <a:cxn ang="0">
                  <a:pos x="0" y="7870"/>
                </a:cxn>
                <a:cxn ang="0">
                  <a:pos x="0" y="7870"/>
                </a:cxn>
              </a:cxnLst>
              <a:rect l="txL" t="txT" r="txR" b="txB"/>
              <a:pathLst>
                <a:path w="42" h="239">
                  <a:moveTo>
                    <a:pt x="0" y="239"/>
                  </a:moveTo>
                  <a:lnTo>
                    <a:pt x="30" y="185"/>
                  </a:lnTo>
                  <a:lnTo>
                    <a:pt x="42" y="120"/>
                  </a:lnTo>
                  <a:lnTo>
                    <a:pt x="36" y="60"/>
                  </a:lnTo>
                  <a:lnTo>
                    <a:pt x="12" y="0"/>
                  </a:lnTo>
                  <a:lnTo>
                    <a:pt x="36" y="60"/>
                  </a:lnTo>
                  <a:lnTo>
                    <a:pt x="42" y="120"/>
                  </a:lnTo>
                  <a:lnTo>
                    <a:pt x="30" y="185"/>
                  </a:lnTo>
                  <a:lnTo>
                    <a:pt x="0" y="23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07" name="Freeform 226"/>
            <p:cNvSpPr>
              <a:spLocks noEditPoints="1"/>
            </p:cNvSpPr>
            <p:nvPr/>
          </p:nvSpPr>
          <p:spPr>
            <a:xfrm>
              <a:off x="2776" y="2589"/>
              <a:ext cx="235" cy="81"/>
            </a:xfrm>
            <a:custGeom>
              <a:avLst/>
              <a:gdLst>
                <a:gd name="txL" fmla="*/ 0 w 209"/>
                <a:gd name="txT" fmla="*/ 0 h 71"/>
                <a:gd name="txR" fmla="*/ 209 w 209"/>
                <a:gd name="txB" fmla="*/ 71 h 71"/>
              </a:gdLst>
              <a:ahLst/>
              <a:cxnLst>
                <a:cxn ang="0">
                  <a:pos x="4969" y="2487"/>
                </a:cxn>
                <a:cxn ang="0">
                  <a:pos x="4534" y="1675"/>
                </a:cxn>
                <a:cxn ang="0">
                  <a:pos x="3943" y="819"/>
                </a:cxn>
                <a:cxn ang="0">
                  <a:pos x="3250" y="423"/>
                </a:cxn>
                <a:cxn ang="0">
                  <a:pos x="2670" y="0"/>
                </a:cxn>
                <a:cxn ang="0">
                  <a:pos x="1995" y="0"/>
                </a:cxn>
                <a:cxn ang="0">
                  <a:pos x="1314" y="209"/>
                </a:cxn>
                <a:cxn ang="0">
                  <a:pos x="579" y="629"/>
                </a:cxn>
                <a:cxn ang="0">
                  <a:pos x="0" y="1287"/>
                </a:cxn>
                <a:cxn ang="0">
                  <a:pos x="0" y="1287"/>
                </a:cxn>
                <a:cxn ang="0">
                  <a:pos x="579" y="629"/>
                </a:cxn>
                <a:cxn ang="0">
                  <a:pos x="1314" y="209"/>
                </a:cxn>
                <a:cxn ang="0">
                  <a:pos x="1995" y="0"/>
                </a:cxn>
                <a:cxn ang="0">
                  <a:pos x="2670" y="0"/>
                </a:cxn>
                <a:cxn ang="0">
                  <a:pos x="3250" y="423"/>
                </a:cxn>
                <a:cxn ang="0">
                  <a:pos x="3943" y="819"/>
                </a:cxn>
                <a:cxn ang="0">
                  <a:pos x="4534" y="1675"/>
                </a:cxn>
                <a:cxn ang="0">
                  <a:pos x="4969" y="2487"/>
                </a:cxn>
                <a:cxn ang="0">
                  <a:pos x="4969" y="2487"/>
                </a:cxn>
                <a:cxn ang="0">
                  <a:pos x="4969" y="2487"/>
                </a:cxn>
                <a:cxn ang="0">
                  <a:pos x="4969" y="2487"/>
                </a:cxn>
                <a:cxn ang="0">
                  <a:pos x="4969" y="2487"/>
                </a:cxn>
              </a:cxnLst>
              <a:rect l="txL" t="txT" r="txR" b="txB"/>
              <a:pathLst>
                <a:path w="209" h="71">
                  <a:moveTo>
                    <a:pt x="209" y="71"/>
                  </a:moveTo>
                  <a:lnTo>
                    <a:pt x="191" y="47"/>
                  </a:lnTo>
                  <a:lnTo>
                    <a:pt x="167" y="24"/>
                  </a:lnTo>
                  <a:lnTo>
                    <a:pt x="137" y="12"/>
                  </a:lnTo>
                  <a:lnTo>
                    <a:pt x="113" y="0"/>
                  </a:lnTo>
                  <a:lnTo>
                    <a:pt x="84" y="0"/>
                  </a:lnTo>
                  <a:lnTo>
                    <a:pt x="54" y="6"/>
                  </a:lnTo>
                  <a:lnTo>
                    <a:pt x="24" y="18"/>
                  </a:lnTo>
                  <a:lnTo>
                    <a:pt x="0" y="36"/>
                  </a:lnTo>
                  <a:lnTo>
                    <a:pt x="24" y="18"/>
                  </a:lnTo>
                  <a:lnTo>
                    <a:pt x="54" y="6"/>
                  </a:lnTo>
                  <a:lnTo>
                    <a:pt x="84" y="0"/>
                  </a:lnTo>
                  <a:lnTo>
                    <a:pt x="113" y="0"/>
                  </a:lnTo>
                  <a:lnTo>
                    <a:pt x="137" y="12"/>
                  </a:lnTo>
                  <a:lnTo>
                    <a:pt x="167" y="24"/>
                  </a:lnTo>
                  <a:lnTo>
                    <a:pt x="191" y="47"/>
                  </a:lnTo>
                  <a:lnTo>
                    <a:pt x="209" y="71"/>
                  </a:lnTo>
                  <a:close/>
                  <a:moveTo>
                    <a:pt x="209" y="71"/>
                  </a:moveTo>
                  <a:lnTo>
                    <a:pt x="209" y="7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08" name="Freeform 227"/>
            <p:cNvSpPr>
              <a:spLocks noEditPoints="1"/>
            </p:cNvSpPr>
            <p:nvPr/>
          </p:nvSpPr>
          <p:spPr>
            <a:xfrm>
              <a:off x="2709" y="2630"/>
              <a:ext cx="67" cy="231"/>
            </a:xfrm>
            <a:custGeom>
              <a:avLst/>
              <a:gdLst>
                <a:gd name="txL" fmla="*/ 0 w 60"/>
                <a:gd name="txT" fmla="*/ 0 h 203"/>
                <a:gd name="txR" fmla="*/ 60 w 60"/>
                <a:gd name="txB" fmla="*/ 203 h 203"/>
              </a:gdLst>
              <a:ahLst/>
              <a:cxnLst>
                <a:cxn ang="0">
                  <a:pos x="1186" y="0"/>
                </a:cxn>
                <a:cxn ang="0">
                  <a:pos x="600" y="1325"/>
                </a:cxn>
                <a:cxn ang="0">
                  <a:pos x="236" y="3102"/>
                </a:cxn>
                <a:cxn ang="0">
                  <a:pos x="0" y="4885"/>
                </a:cxn>
                <a:cxn ang="0">
                  <a:pos x="121" y="6643"/>
                </a:cxn>
                <a:cxn ang="0">
                  <a:pos x="121" y="6643"/>
                </a:cxn>
                <a:cxn ang="0">
                  <a:pos x="0" y="4885"/>
                </a:cxn>
                <a:cxn ang="0">
                  <a:pos x="236" y="3102"/>
                </a:cxn>
                <a:cxn ang="0">
                  <a:pos x="600" y="1325"/>
                </a:cxn>
                <a:cxn ang="0">
                  <a:pos x="1186" y="0"/>
                </a:cxn>
                <a:cxn ang="0">
                  <a:pos x="1186" y="0"/>
                </a:cxn>
                <a:cxn ang="0">
                  <a:pos x="1186" y="0"/>
                </a:cxn>
                <a:cxn ang="0">
                  <a:pos x="1186" y="0"/>
                </a:cxn>
                <a:cxn ang="0">
                  <a:pos x="1186" y="0"/>
                </a:cxn>
              </a:cxnLst>
              <a:rect l="txL" t="txT" r="txR" b="txB"/>
              <a:pathLst>
                <a:path w="60" h="203">
                  <a:moveTo>
                    <a:pt x="60" y="0"/>
                  </a:moveTo>
                  <a:lnTo>
                    <a:pt x="30" y="41"/>
                  </a:lnTo>
                  <a:lnTo>
                    <a:pt x="12" y="95"/>
                  </a:lnTo>
                  <a:lnTo>
                    <a:pt x="0" y="149"/>
                  </a:lnTo>
                  <a:lnTo>
                    <a:pt x="6" y="203"/>
                  </a:lnTo>
                  <a:lnTo>
                    <a:pt x="0" y="149"/>
                  </a:lnTo>
                  <a:lnTo>
                    <a:pt x="12" y="95"/>
                  </a:lnTo>
                  <a:lnTo>
                    <a:pt x="30" y="41"/>
                  </a:lnTo>
                  <a:lnTo>
                    <a:pt x="60" y="0"/>
                  </a:lnTo>
                  <a:close/>
                  <a:moveTo>
                    <a:pt x="60" y="0"/>
                  </a:moveTo>
                  <a:lnTo>
                    <a:pt x="6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09" name="Freeform 228"/>
            <p:cNvSpPr/>
            <p:nvPr/>
          </p:nvSpPr>
          <p:spPr>
            <a:xfrm>
              <a:off x="2937" y="2894"/>
              <a:ext cx="101" cy="130"/>
            </a:xfrm>
            <a:custGeom>
              <a:avLst/>
              <a:gdLst>
                <a:gd name="txL" fmla="*/ 0 w 90"/>
                <a:gd name="txT" fmla="*/ 0 h 114"/>
                <a:gd name="txR" fmla="*/ 90 w 90"/>
                <a:gd name="txB" fmla="*/ 114 h 114"/>
              </a:gdLst>
              <a:ahLst/>
              <a:cxnLst>
                <a:cxn ang="0">
                  <a:pos x="1078" y="0"/>
                </a:cxn>
                <a:cxn ang="0">
                  <a:pos x="0" y="3954"/>
                </a:cxn>
                <a:cxn ang="0">
                  <a:pos x="2028" y="1690"/>
                </a:cxn>
                <a:cxn ang="0">
                  <a:pos x="1078" y="0"/>
                </a:cxn>
                <a:cxn ang="0">
                  <a:pos x="1078" y="0"/>
                </a:cxn>
              </a:cxnLst>
              <a:rect l="txL" t="txT" r="txR" b="txB"/>
              <a:pathLst>
                <a:path w="90" h="114">
                  <a:moveTo>
                    <a:pt x="48" y="0"/>
                  </a:moveTo>
                  <a:lnTo>
                    <a:pt x="0" y="114"/>
                  </a:lnTo>
                  <a:lnTo>
                    <a:pt x="90" y="48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10" name="Freeform 229"/>
            <p:cNvSpPr/>
            <p:nvPr/>
          </p:nvSpPr>
          <p:spPr>
            <a:xfrm>
              <a:off x="4343" y="2670"/>
              <a:ext cx="46" cy="272"/>
            </a:xfrm>
            <a:custGeom>
              <a:avLst/>
              <a:gdLst>
                <a:gd name="txL" fmla="*/ 0 w 41"/>
                <a:gd name="txT" fmla="*/ 0 h 239"/>
                <a:gd name="txR" fmla="*/ 41 w 41"/>
                <a:gd name="txB" fmla="*/ 239 h 239"/>
              </a:gdLst>
              <a:ahLst/>
              <a:cxnLst>
                <a:cxn ang="0">
                  <a:pos x="0" y="7870"/>
                </a:cxn>
                <a:cxn ang="0">
                  <a:pos x="656" y="6096"/>
                </a:cxn>
                <a:cxn ang="0">
                  <a:pos x="919" y="3970"/>
                </a:cxn>
                <a:cxn ang="0">
                  <a:pos x="788" y="1953"/>
                </a:cxn>
                <a:cxn ang="0">
                  <a:pos x="239" y="0"/>
                </a:cxn>
                <a:cxn ang="0">
                  <a:pos x="239" y="0"/>
                </a:cxn>
                <a:cxn ang="0">
                  <a:pos x="788" y="1953"/>
                </a:cxn>
                <a:cxn ang="0">
                  <a:pos x="919" y="3970"/>
                </a:cxn>
                <a:cxn ang="0">
                  <a:pos x="656" y="6096"/>
                </a:cxn>
                <a:cxn ang="0">
                  <a:pos x="0" y="7870"/>
                </a:cxn>
                <a:cxn ang="0">
                  <a:pos x="0" y="7870"/>
                </a:cxn>
              </a:cxnLst>
              <a:rect l="txL" t="txT" r="txR" b="txB"/>
              <a:pathLst>
                <a:path w="41" h="239">
                  <a:moveTo>
                    <a:pt x="0" y="239"/>
                  </a:moveTo>
                  <a:lnTo>
                    <a:pt x="29" y="185"/>
                  </a:lnTo>
                  <a:lnTo>
                    <a:pt x="41" y="120"/>
                  </a:lnTo>
                  <a:lnTo>
                    <a:pt x="35" y="60"/>
                  </a:lnTo>
                  <a:lnTo>
                    <a:pt x="11" y="0"/>
                  </a:lnTo>
                  <a:lnTo>
                    <a:pt x="35" y="60"/>
                  </a:lnTo>
                  <a:lnTo>
                    <a:pt x="41" y="120"/>
                  </a:lnTo>
                  <a:lnTo>
                    <a:pt x="29" y="185"/>
                  </a:lnTo>
                  <a:lnTo>
                    <a:pt x="0" y="23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11" name="Freeform 230"/>
            <p:cNvSpPr>
              <a:spLocks noEditPoints="1"/>
            </p:cNvSpPr>
            <p:nvPr/>
          </p:nvSpPr>
          <p:spPr>
            <a:xfrm>
              <a:off x="4120" y="2589"/>
              <a:ext cx="235" cy="81"/>
            </a:xfrm>
            <a:custGeom>
              <a:avLst/>
              <a:gdLst>
                <a:gd name="txL" fmla="*/ 0 w 209"/>
                <a:gd name="txT" fmla="*/ 0 h 71"/>
                <a:gd name="txR" fmla="*/ 209 w 209"/>
                <a:gd name="txB" fmla="*/ 71 h 71"/>
              </a:gdLst>
              <a:ahLst/>
              <a:cxnLst>
                <a:cxn ang="0">
                  <a:pos x="4969" y="2487"/>
                </a:cxn>
                <a:cxn ang="0">
                  <a:pos x="4419" y="1675"/>
                </a:cxn>
                <a:cxn ang="0">
                  <a:pos x="3848" y="819"/>
                </a:cxn>
                <a:cxn ang="0">
                  <a:pos x="3264" y="423"/>
                </a:cxn>
                <a:cxn ang="0">
                  <a:pos x="2539" y="0"/>
                </a:cxn>
                <a:cxn ang="0">
                  <a:pos x="1995" y="0"/>
                </a:cxn>
                <a:cxn ang="0">
                  <a:pos x="1314" y="209"/>
                </a:cxn>
                <a:cxn ang="0">
                  <a:pos x="579" y="629"/>
                </a:cxn>
                <a:cxn ang="0">
                  <a:pos x="0" y="1287"/>
                </a:cxn>
                <a:cxn ang="0">
                  <a:pos x="0" y="1287"/>
                </a:cxn>
                <a:cxn ang="0">
                  <a:pos x="579" y="629"/>
                </a:cxn>
                <a:cxn ang="0">
                  <a:pos x="1314" y="209"/>
                </a:cxn>
                <a:cxn ang="0">
                  <a:pos x="1995" y="0"/>
                </a:cxn>
                <a:cxn ang="0">
                  <a:pos x="2539" y="0"/>
                </a:cxn>
                <a:cxn ang="0">
                  <a:pos x="3264" y="423"/>
                </a:cxn>
                <a:cxn ang="0">
                  <a:pos x="3848" y="819"/>
                </a:cxn>
                <a:cxn ang="0">
                  <a:pos x="4419" y="1675"/>
                </a:cxn>
                <a:cxn ang="0">
                  <a:pos x="4969" y="2487"/>
                </a:cxn>
                <a:cxn ang="0">
                  <a:pos x="4969" y="2487"/>
                </a:cxn>
                <a:cxn ang="0">
                  <a:pos x="4969" y="2487"/>
                </a:cxn>
                <a:cxn ang="0">
                  <a:pos x="4969" y="2487"/>
                </a:cxn>
                <a:cxn ang="0">
                  <a:pos x="4969" y="2487"/>
                </a:cxn>
              </a:cxnLst>
              <a:rect l="txL" t="txT" r="txR" b="txB"/>
              <a:pathLst>
                <a:path w="209" h="71">
                  <a:moveTo>
                    <a:pt x="209" y="71"/>
                  </a:moveTo>
                  <a:lnTo>
                    <a:pt x="186" y="47"/>
                  </a:lnTo>
                  <a:lnTo>
                    <a:pt x="162" y="24"/>
                  </a:lnTo>
                  <a:lnTo>
                    <a:pt x="138" y="12"/>
                  </a:lnTo>
                  <a:lnTo>
                    <a:pt x="108" y="0"/>
                  </a:lnTo>
                  <a:lnTo>
                    <a:pt x="84" y="0"/>
                  </a:lnTo>
                  <a:lnTo>
                    <a:pt x="54" y="6"/>
                  </a:lnTo>
                  <a:lnTo>
                    <a:pt x="24" y="18"/>
                  </a:lnTo>
                  <a:lnTo>
                    <a:pt x="0" y="36"/>
                  </a:lnTo>
                  <a:lnTo>
                    <a:pt x="24" y="18"/>
                  </a:lnTo>
                  <a:lnTo>
                    <a:pt x="54" y="6"/>
                  </a:lnTo>
                  <a:lnTo>
                    <a:pt x="84" y="0"/>
                  </a:lnTo>
                  <a:lnTo>
                    <a:pt x="108" y="0"/>
                  </a:lnTo>
                  <a:lnTo>
                    <a:pt x="138" y="12"/>
                  </a:lnTo>
                  <a:lnTo>
                    <a:pt x="162" y="24"/>
                  </a:lnTo>
                  <a:lnTo>
                    <a:pt x="186" y="47"/>
                  </a:lnTo>
                  <a:lnTo>
                    <a:pt x="209" y="71"/>
                  </a:lnTo>
                  <a:close/>
                  <a:moveTo>
                    <a:pt x="209" y="71"/>
                  </a:moveTo>
                  <a:lnTo>
                    <a:pt x="209" y="7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12" name="Freeform 231"/>
            <p:cNvSpPr>
              <a:spLocks noEditPoints="1"/>
            </p:cNvSpPr>
            <p:nvPr/>
          </p:nvSpPr>
          <p:spPr>
            <a:xfrm>
              <a:off x="4053" y="2630"/>
              <a:ext cx="67" cy="231"/>
            </a:xfrm>
            <a:custGeom>
              <a:avLst/>
              <a:gdLst>
                <a:gd name="txL" fmla="*/ 0 w 60"/>
                <a:gd name="txT" fmla="*/ 0 h 203"/>
                <a:gd name="txR" fmla="*/ 60 w 60"/>
                <a:gd name="txB" fmla="*/ 203 h 203"/>
              </a:gdLst>
              <a:ahLst/>
              <a:cxnLst>
                <a:cxn ang="0">
                  <a:pos x="1186" y="0"/>
                </a:cxn>
                <a:cxn ang="0">
                  <a:pos x="481" y="1325"/>
                </a:cxn>
                <a:cxn ang="0">
                  <a:pos x="121" y="3102"/>
                </a:cxn>
                <a:cxn ang="0">
                  <a:pos x="0" y="4885"/>
                </a:cxn>
                <a:cxn ang="0">
                  <a:pos x="121" y="6643"/>
                </a:cxn>
                <a:cxn ang="0">
                  <a:pos x="121" y="6643"/>
                </a:cxn>
                <a:cxn ang="0">
                  <a:pos x="0" y="4885"/>
                </a:cxn>
                <a:cxn ang="0">
                  <a:pos x="121" y="3102"/>
                </a:cxn>
                <a:cxn ang="0">
                  <a:pos x="481" y="1325"/>
                </a:cxn>
                <a:cxn ang="0">
                  <a:pos x="1186" y="0"/>
                </a:cxn>
                <a:cxn ang="0">
                  <a:pos x="1186" y="0"/>
                </a:cxn>
                <a:cxn ang="0">
                  <a:pos x="1186" y="0"/>
                </a:cxn>
                <a:cxn ang="0">
                  <a:pos x="1186" y="0"/>
                </a:cxn>
                <a:cxn ang="0">
                  <a:pos x="1186" y="0"/>
                </a:cxn>
              </a:cxnLst>
              <a:rect l="txL" t="txT" r="txR" b="txB"/>
              <a:pathLst>
                <a:path w="60" h="203">
                  <a:moveTo>
                    <a:pt x="60" y="0"/>
                  </a:moveTo>
                  <a:lnTo>
                    <a:pt x="24" y="41"/>
                  </a:lnTo>
                  <a:lnTo>
                    <a:pt x="6" y="95"/>
                  </a:lnTo>
                  <a:lnTo>
                    <a:pt x="0" y="149"/>
                  </a:lnTo>
                  <a:lnTo>
                    <a:pt x="6" y="203"/>
                  </a:lnTo>
                  <a:lnTo>
                    <a:pt x="0" y="149"/>
                  </a:lnTo>
                  <a:lnTo>
                    <a:pt x="6" y="95"/>
                  </a:lnTo>
                  <a:lnTo>
                    <a:pt x="24" y="41"/>
                  </a:lnTo>
                  <a:lnTo>
                    <a:pt x="60" y="0"/>
                  </a:lnTo>
                  <a:close/>
                  <a:moveTo>
                    <a:pt x="60" y="0"/>
                  </a:moveTo>
                  <a:lnTo>
                    <a:pt x="6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13" name="Freeform 232"/>
            <p:cNvSpPr/>
            <p:nvPr/>
          </p:nvSpPr>
          <p:spPr>
            <a:xfrm>
              <a:off x="4282" y="2894"/>
              <a:ext cx="93" cy="130"/>
            </a:xfrm>
            <a:custGeom>
              <a:avLst/>
              <a:gdLst>
                <a:gd name="txL" fmla="*/ 0 w 83"/>
                <a:gd name="txT" fmla="*/ 0 h 114"/>
                <a:gd name="txR" fmla="*/ 83 w 83"/>
                <a:gd name="txB" fmla="*/ 114 h 114"/>
              </a:gdLst>
              <a:ahLst/>
              <a:cxnLst>
                <a:cxn ang="0">
                  <a:pos x="1032" y="0"/>
                </a:cxn>
                <a:cxn ang="0">
                  <a:pos x="0" y="3954"/>
                </a:cxn>
                <a:cxn ang="0">
                  <a:pos x="1792" y="1690"/>
                </a:cxn>
                <a:cxn ang="0">
                  <a:pos x="1032" y="0"/>
                </a:cxn>
                <a:cxn ang="0">
                  <a:pos x="1032" y="0"/>
                </a:cxn>
              </a:cxnLst>
              <a:rect l="txL" t="txT" r="txR" b="txB"/>
              <a:pathLst>
                <a:path w="83" h="114">
                  <a:moveTo>
                    <a:pt x="48" y="0"/>
                  </a:moveTo>
                  <a:lnTo>
                    <a:pt x="0" y="114"/>
                  </a:lnTo>
                  <a:lnTo>
                    <a:pt x="83" y="48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14" name="Freeform 233"/>
            <p:cNvSpPr/>
            <p:nvPr/>
          </p:nvSpPr>
          <p:spPr>
            <a:xfrm>
              <a:off x="1358" y="654"/>
              <a:ext cx="296" cy="48"/>
            </a:xfrm>
            <a:custGeom>
              <a:avLst/>
              <a:gdLst>
                <a:gd name="txL" fmla="*/ 0 w 263"/>
                <a:gd name="txT" fmla="*/ 0 h 42"/>
                <a:gd name="txR" fmla="*/ 263 w 263"/>
                <a:gd name="txB" fmla="*/ 42 h 42"/>
              </a:gdLst>
              <a:ahLst/>
              <a:cxnLst>
                <a:cxn ang="0">
                  <a:pos x="0" y="1544"/>
                </a:cxn>
                <a:cxn ang="0">
                  <a:pos x="0" y="0"/>
                </a:cxn>
                <a:cxn ang="0">
                  <a:pos x="6416" y="0"/>
                </a:cxn>
                <a:cxn ang="0">
                  <a:pos x="6416" y="1544"/>
                </a:cxn>
                <a:cxn ang="0">
                  <a:pos x="0" y="1544"/>
                </a:cxn>
                <a:cxn ang="0">
                  <a:pos x="0" y="1544"/>
                </a:cxn>
              </a:cxnLst>
              <a:rect l="txL" t="txT" r="txR" b="txB"/>
              <a:pathLst>
                <a:path w="263" h="42">
                  <a:moveTo>
                    <a:pt x="0" y="42"/>
                  </a:moveTo>
                  <a:lnTo>
                    <a:pt x="0" y="0"/>
                  </a:lnTo>
                  <a:lnTo>
                    <a:pt x="263" y="0"/>
                  </a:lnTo>
                  <a:lnTo>
                    <a:pt x="263" y="42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15" name="Freeform 234"/>
            <p:cNvSpPr/>
            <p:nvPr/>
          </p:nvSpPr>
          <p:spPr>
            <a:xfrm>
              <a:off x="1640" y="675"/>
              <a:ext cx="20" cy="60"/>
            </a:xfrm>
            <a:custGeom>
              <a:avLst/>
              <a:gdLst>
                <a:gd name="txL" fmla="*/ 0 w 18"/>
                <a:gd name="txT" fmla="*/ 0 h 53"/>
                <a:gd name="txR" fmla="*/ 18 w 18"/>
                <a:gd name="txB" fmla="*/ 53 h 53"/>
              </a:gdLst>
              <a:ahLst/>
              <a:cxnLst>
                <a:cxn ang="0">
                  <a:pos x="308" y="0"/>
                </a:cxn>
                <a:cxn ang="0">
                  <a:pos x="0" y="1508"/>
                </a:cxn>
                <a:cxn ang="0">
                  <a:pos x="308" y="0"/>
                </a:cxn>
                <a:cxn ang="0">
                  <a:pos x="308" y="0"/>
                </a:cxn>
              </a:cxnLst>
              <a:rect l="txL" t="txT" r="txR" b="txB"/>
              <a:pathLst>
                <a:path w="18" h="53">
                  <a:moveTo>
                    <a:pt x="18" y="0"/>
                  </a:moveTo>
                  <a:lnTo>
                    <a:pt x="0" y="53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16" name="Freeform 235"/>
            <p:cNvSpPr>
              <a:spLocks noEditPoints="1"/>
            </p:cNvSpPr>
            <p:nvPr/>
          </p:nvSpPr>
          <p:spPr>
            <a:xfrm>
              <a:off x="1620" y="675"/>
              <a:ext cx="20" cy="60"/>
            </a:xfrm>
            <a:custGeom>
              <a:avLst/>
              <a:gdLst>
                <a:gd name="txL" fmla="*/ 0 w 18"/>
                <a:gd name="txT" fmla="*/ 0 h 53"/>
                <a:gd name="txR" fmla="*/ 18 w 18"/>
                <a:gd name="txB" fmla="*/ 53 h 53"/>
              </a:gdLst>
              <a:ahLst/>
              <a:cxnLst>
                <a:cxn ang="0">
                  <a:pos x="308" y="1508"/>
                </a:cxn>
                <a:cxn ang="0">
                  <a:pos x="0" y="0"/>
                </a:cxn>
                <a:cxn ang="0">
                  <a:pos x="308" y="1508"/>
                </a:cxn>
                <a:cxn ang="0">
                  <a:pos x="308" y="1508"/>
                </a:cxn>
                <a:cxn ang="0">
                  <a:pos x="308" y="1508"/>
                </a:cxn>
                <a:cxn ang="0">
                  <a:pos x="308" y="1508"/>
                </a:cxn>
                <a:cxn ang="0">
                  <a:pos x="308" y="1508"/>
                </a:cxn>
              </a:cxnLst>
              <a:rect l="txL" t="txT" r="txR" b="txB"/>
              <a:pathLst>
                <a:path w="18" h="53">
                  <a:moveTo>
                    <a:pt x="18" y="53"/>
                  </a:moveTo>
                  <a:lnTo>
                    <a:pt x="0" y="0"/>
                  </a:lnTo>
                  <a:lnTo>
                    <a:pt x="18" y="53"/>
                  </a:lnTo>
                  <a:close/>
                  <a:moveTo>
                    <a:pt x="18" y="53"/>
                  </a:moveTo>
                  <a:lnTo>
                    <a:pt x="18" y="53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17" name="Freeform 236"/>
            <p:cNvSpPr>
              <a:spLocks noEditPoints="1"/>
            </p:cNvSpPr>
            <p:nvPr/>
          </p:nvSpPr>
          <p:spPr>
            <a:xfrm>
              <a:off x="1600" y="620"/>
              <a:ext cx="20" cy="55"/>
            </a:xfrm>
            <a:custGeom>
              <a:avLst/>
              <a:gdLst>
                <a:gd name="txL" fmla="*/ 0 w 18"/>
                <a:gd name="txT" fmla="*/ 0 h 48"/>
                <a:gd name="txR" fmla="*/ 18 w 18"/>
                <a:gd name="txB" fmla="*/ 48 h 48"/>
              </a:gdLst>
              <a:ahLst/>
              <a:cxnLst>
                <a:cxn ang="0">
                  <a:pos x="308" y="1896"/>
                </a:cxn>
                <a:cxn ang="0">
                  <a:pos x="0" y="0"/>
                </a:cxn>
                <a:cxn ang="0">
                  <a:pos x="308" y="1896"/>
                </a:cxn>
                <a:cxn ang="0">
                  <a:pos x="308" y="1896"/>
                </a:cxn>
                <a:cxn ang="0">
                  <a:pos x="308" y="1896"/>
                </a:cxn>
                <a:cxn ang="0">
                  <a:pos x="308" y="1896"/>
                </a:cxn>
                <a:cxn ang="0">
                  <a:pos x="308" y="1896"/>
                </a:cxn>
              </a:cxnLst>
              <a:rect l="txL" t="txT" r="txR" b="txB"/>
              <a:pathLst>
                <a:path w="18" h="48">
                  <a:moveTo>
                    <a:pt x="18" y="48"/>
                  </a:moveTo>
                  <a:lnTo>
                    <a:pt x="0" y="0"/>
                  </a:lnTo>
                  <a:lnTo>
                    <a:pt x="18" y="48"/>
                  </a:lnTo>
                  <a:close/>
                  <a:moveTo>
                    <a:pt x="18" y="48"/>
                  </a:moveTo>
                  <a:lnTo>
                    <a:pt x="18" y="4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18" name="Freeform 237"/>
            <p:cNvSpPr>
              <a:spLocks noEditPoints="1"/>
            </p:cNvSpPr>
            <p:nvPr/>
          </p:nvSpPr>
          <p:spPr>
            <a:xfrm>
              <a:off x="1580" y="620"/>
              <a:ext cx="20" cy="55"/>
            </a:xfrm>
            <a:custGeom>
              <a:avLst/>
              <a:gdLst>
                <a:gd name="txL" fmla="*/ 0 w 18"/>
                <a:gd name="txT" fmla="*/ 0 h 48"/>
                <a:gd name="txR" fmla="*/ 18 w 18"/>
                <a:gd name="txB" fmla="*/ 48 h 48"/>
              </a:gdLst>
              <a:ahLst/>
              <a:cxnLst>
                <a:cxn ang="0">
                  <a:pos x="308" y="0"/>
                </a:cxn>
                <a:cxn ang="0">
                  <a:pos x="0" y="1896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</a:cxnLst>
              <a:rect l="txL" t="txT" r="txR" b="txB"/>
              <a:pathLst>
                <a:path w="18" h="48">
                  <a:moveTo>
                    <a:pt x="18" y="0"/>
                  </a:moveTo>
                  <a:lnTo>
                    <a:pt x="0" y="48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19" name="Freeform 238"/>
            <p:cNvSpPr>
              <a:spLocks noEditPoints="1"/>
            </p:cNvSpPr>
            <p:nvPr/>
          </p:nvSpPr>
          <p:spPr>
            <a:xfrm>
              <a:off x="1580" y="675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20" name="Freeform 239"/>
            <p:cNvSpPr>
              <a:spLocks noEditPoints="1"/>
            </p:cNvSpPr>
            <p:nvPr/>
          </p:nvSpPr>
          <p:spPr>
            <a:xfrm>
              <a:off x="1566" y="675"/>
              <a:ext cx="14" cy="60"/>
            </a:xfrm>
            <a:custGeom>
              <a:avLst/>
              <a:gdLst>
                <a:gd name="txL" fmla="*/ 0 w 12"/>
                <a:gd name="txT" fmla="*/ 0 h 53"/>
                <a:gd name="txR" fmla="*/ 12 w 12"/>
                <a:gd name="txB" fmla="*/ 53 h 53"/>
              </a:gdLst>
              <a:ahLst/>
              <a:cxnLst>
                <a:cxn ang="0">
                  <a:pos x="775" y="0"/>
                </a:cxn>
                <a:cxn ang="0">
                  <a:pos x="0" y="1508"/>
                </a:cxn>
                <a:cxn ang="0">
                  <a:pos x="775" y="0"/>
                </a:cxn>
                <a:cxn ang="0">
                  <a:pos x="775" y="0"/>
                </a:cxn>
                <a:cxn ang="0">
                  <a:pos x="775" y="0"/>
                </a:cxn>
                <a:cxn ang="0">
                  <a:pos x="775" y="0"/>
                </a:cxn>
                <a:cxn ang="0">
                  <a:pos x="775" y="0"/>
                </a:cxn>
              </a:cxnLst>
              <a:rect l="txL" t="txT" r="txR" b="txB"/>
              <a:pathLst>
                <a:path w="12" h="53">
                  <a:moveTo>
                    <a:pt x="12" y="0"/>
                  </a:moveTo>
                  <a:lnTo>
                    <a:pt x="0" y="53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21" name="Freeform 240"/>
            <p:cNvSpPr>
              <a:spLocks noEditPoints="1"/>
            </p:cNvSpPr>
            <p:nvPr/>
          </p:nvSpPr>
          <p:spPr>
            <a:xfrm>
              <a:off x="1546" y="675"/>
              <a:ext cx="20" cy="60"/>
            </a:xfrm>
            <a:custGeom>
              <a:avLst/>
              <a:gdLst>
                <a:gd name="txL" fmla="*/ 0 w 18"/>
                <a:gd name="txT" fmla="*/ 0 h 53"/>
                <a:gd name="txR" fmla="*/ 18 w 18"/>
                <a:gd name="txB" fmla="*/ 53 h 53"/>
              </a:gdLst>
              <a:ahLst/>
              <a:cxnLst>
                <a:cxn ang="0">
                  <a:pos x="308" y="1508"/>
                </a:cxn>
                <a:cxn ang="0">
                  <a:pos x="0" y="0"/>
                </a:cxn>
                <a:cxn ang="0">
                  <a:pos x="308" y="1508"/>
                </a:cxn>
                <a:cxn ang="0">
                  <a:pos x="308" y="1508"/>
                </a:cxn>
                <a:cxn ang="0">
                  <a:pos x="308" y="1508"/>
                </a:cxn>
                <a:cxn ang="0">
                  <a:pos x="308" y="1508"/>
                </a:cxn>
                <a:cxn ang="0">
                  <a:pos x="308" y="1508"/>
                </a:cxn>
              </a:cxnLst>
              <a:rect l="txL" t="txT" r="txR" b="txB"/>
              <a:pathLst>
                <a:path w="18" h="53">
                  <a:moveTo>
                    <a:pt x="18" y="53"/>
                  </a:moveTo>
                  <a:lnTo>
                    <a:pt x="0" y="0"/>
                  </a:lnTo>
                  <a:lnTo>
                    <a:pt x="18" y="53"/>
                  </a:lnTo>
                  <a:close/>
                  <a:moveTo>
                    <a:pt x="18" y="53"/>
                  </a:moveTo>
                  <a:lnTo>
                    <a:pt x="18" y="53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22" name="Freeform 241"/>
            <p:cNvSpPr>
              <a:spLocks noEditPoints="1"/>
            </p:cNvSpPr>
            <p:nvPr/>
          </p:nvSpPr>
          <p:spPr>
            <a:xfrm>
              <a:off x="1526" y="620"/>
              <a:ext cx="20" cy="55"/>
            </a:xfrm>
            <a:custGeom>
              <a:avLst/>
              <a:gdLst>
                <a:gd name="txL" fmla="*/ 0 w 18"/>
                <a:gd name="txT" fmla="*/ 0 h 48"/>
                <a:gd name="txR" fmla="*/ 18 w 18"/>
                <a:gd name="txB" fmla="*/ 48 h 48"/>
              </a:gdLst>
              <a:ahLst/>
              <a:cxnLst>
                <a:cxn ang="0">
                  <a:pos x="308" y="1896"/>
                </a:cxn>
                <a:cxn ang="0">
                  <a:pos x="0" y="0"/>
                </a:cxn>
                <a:cxn ang="0">
                  <a:pos x="308" y="1896"/>
                </a:cxn>
                <a:cxn ang="0">
                  <a:pos x="308" y="1896"/>
                </a:cxn>
                <a:cxn ang="0">
                  <a:pos x="308" y="1896"/>
                </a:cxn>
                <a:cxn ang="0">
                  <a:pos x="308" y="1896"/>
                </a:cxn>
                <a:cxn ang="0">
                  <a:pos x="308" y="1896"/>
                </a:cxn>
              </a:cxnLst>
              <a:rect l="txL" t="txT" r="txR" b="txB"/>
              <a:pathLst>
                <a:path w="18" h="48">
                  <a:moveTo>
                    <a:pt x="18" y="48"/>
                  </a:moveTo>
                  <a:lnTo>
                    <a:pt x="0" y="0"/>
                  </a:lnTo>
                  <a:lnTo>
                    <a:pt x="18" y="48"/>
                  </a:lnTo>
                  <a:close/>
                  <a:moveTo>
                    <a:pt x="18" y="48"/>
                  </a:moveTo>
                  <a:lnTo>
                    <a:pt x="18" y="4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23" name="Freeform 242"/>
            <p:cNvSpPr>
              <a:spLocks noEditPoints="1"/>
            </p:cNvSpPr>
            <p:nvPr/>
          </p:nvSpPr>
          <p:spPr>
            <a:xfrm>
              <a:off x="1505" y="620"/>
              <a:ext cx="21" cy="55"/>
            </a:xfrm>
            <a:custGeom>
              <a:avLst/>
              <a:gdLst>
                <a:gd name="txL" fmla="*/ 0 w 18"/>
                <a:gd name="txT" fmla="*/ 0 h 48"/>
                <a:gd name="txR" fmla="*/ 18 w 18"/>
                <a:gd name="txB" fmla="*/ 48 h 48"/>
              </a:gdLst>
              <a:ahLst/>
              <a:cxnLst>
                <a:cxn ang="0">
                  <a:pos x="1210" y="0"/>
                </a:cxn>
                <a:cxn ang="0">
                  <a:pos x="0" y="1896"/>
                </a:cxn>
                <a:cxn ang="0">
                  <a:pos x="1210" y="0"/>
                </a:cxn>
                <a:cxn ang="0">
                  <a:pos x="1210" y="0"/>
                </a:cxn>
                <a:cxn ang="0">
                  <a:pos x="1210" y="0"/>
                </a:cxn>
                <a:cxn ang="0">
                  <a:pos x="1210" y="0"/>
                </a:cxn>
                <a:cxn ang="0">
                  <a:pos x="1210" y="0"/>
                </a:cxn>
              </a:cxnLst>
              <a:rect l="txL" t="txT" r="txR" b="txB"/>
              <a:pathLst>
                <a:path w="18" h="48">
                  <a:moveTo>
                    <a:pt x="18" y="0"/>
                  </a:moveTo>
                  <a:lnTo>
                    <a:pt x="0" y="48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24" name="Freeform 243"/>
            <p:cNvSpPr>
              <a:spLocks noEditPoints="1"/>
            </p:cNvSpPr>
            <p:nvPr/>
          </p:nvSpPr>
          <p:spPr>
            <a:xfrm>
              <a:off x="1485" y="675"/>
              <a:ext cx="20" cy="60"/>
            </a:xfrm>
            <a:custGeom>
              <a:avLst/>
              <a:gdLst>
                <a:gd name="txL" fmla="*/ 0 w 18"/>
                <a:gd name="txT" fmla="*/ 0 h 53"/>
                <a:gd name="txR" fmla="*/ 18 w 18"/>
                <a:gd name="txB" fmla="*/ 53 h 53"/>
              </a:gdLst>
              <a:ahLst/>
              <a:cxnLst>
                <a:cxn ang="0">
                  <a:pos x="308" y="0"/>
                </a:cxn>
                <a:cxn ang="0">
                  <a:pos x="0" y="1508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</a:cxnLst>
              <a:rect l="txL" t="txT" r="txR" b="txB"/>
              <a:pathLst>
                <a:path w="18" h="53">
                  <a:moveTo>
                    <a:pt x="18" y="0"/>
                  </a:moveTo>
                  <a:lnTo>
                    <a:pt x="0" y="53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25" name="Freeform 244"/>
            <p:cNvSpPr>
              <a:spLocks noEditPoints="1"/>
            </p:cNvSpPr>
            <p:nvPr/>
          </p:nvSpPr>
          <p:spPr>
            <a:xfrm>
              <a:off x="1472" y="675"/>
              <a:ext cx="13" cy="60"/>
            </a:xfrm>
            <a:custGeom>
              <a:avLst/>
              <a:gdLst>
                <a:gd name="txL" fmla="*/ 0 w 12"/>
                <a:gd name="txT" fmla="*/ 0 h 53"/>
                <a:gd name="txR" fmla="*/ 12 w 12"/>
                <a:gd name="txB" fmla="*/ 53 h 53"/>
              </a:gdLst>
              <a:ahLst/>
              <a:cxnLst>
                <a:cxn ang="0">
                  <a:pos x="102" y="1508"/>
                </a:cxn>
                <a:cxn ang="0">
                  <a:pos x="0" y="0"/>
                </a:cxn>
                <a:cxn ang="0">
                  <a:pos x="102" y="1508"/>
                </a:cxn>
                <a:cxn ang="0">
                  <a:pos x="102" y="1508"/>
                </a:cxn>
                <a:cxn ang="0">
                  <a:pos x="102" y="1508"/>
                </a:cxn>
                <a:cxn ang="0">
                  <a:pos x="102" y="1508"/>
                </a:cxn>
                <a:cxn ang="0">
                  <a:pos x="102" y="1508"/>
                </a:cxn>
              </a:cxnLst>
              <a:rect l="txL" t="txT" r="txR" b="txB"/>
              <a:pathLst>
                <a:path w="12" h="53">
                  <a:moveTo>
                    <a:pt x="12" y="53"/>
                  </a:moveTo>
                  <a:lnTo>
                    <a:pt x="0" y="0"/>
                  </a:lnTo>
                  <a:lnTo>
                    <a:pt x="12" y="53"/>
                  </a:lnTo>
                  <a:close/>
                  <a:moveTo>
                    <a:pt x="12" y="53"/>
                  </a:moveTo>
                  <a:lnTo>
                    <a:pt x="12" y="53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26" name="Freeform 245"/>
            <p:cNvSpPr>
              <a:spLocks noEditPoints="1"/>
            </p:cNvSpPr>
            <p:nvPr/>
          </p:nvSpPr>
          <p:spPr>
            <a:xfrm>
              <a:off x="1451" y="620"/>
              <a:ext cx="21" cy="55"/>
            </a:xfrm>
            <a:custGeom>
              <a:avLst/>
              <a:gdLst>
                <a:gd name="txL" fmla="*/ 0 w 18"/>
                <a:gd name="txT" fmla="*/ 0 h 48"/>
                <a:gd name="txR" fmla="*/ 18 w 18"/>
                <a:gd name="txB" fmla="*/ 48 h 48"/>
              </a:gdLst>
              <a:ahLst/>
              <a:cxnLst>
                <a:cxn ang="0">
                  <a:pos x="1210" y="1896"/>
                </a:cxn>
                <a:cxn ang="0">
                  <a:pos x="0" y="0"/>
                </a:cxn>
                <a:cxn ang="0">
                  <a:pos x="1210" y="1896"/>
                </a:cxn>
                <a:cxn ang="0">
                  <a:pos x="1210" y="1896"/>
                </a:cxn>
                <a:cxn ang="0">
                  <a:pos x="1210" y="1896"/>
                </a:cxn>
                <a:cxn ang="0">
                  <a:pos x="1210" y="1896"/>
                </a:cxn>
                <a:cxn ang="0">
                  <a:pos x="1210" y="1896"/>
                </a:cxn>
              </a:cxnLst>
              <a:rect l="txL" t="txT" r="txR" b="txB"/>
              <a:pathLst>
                <a:path w="18" h="48">
                  <a:moveTo>
                    <a:pt x="18" y="48"/>
                  </a:moveTo>
                  <a:lnTo>
                    <a:pt x="0" y="0"/>
                  </a:lnTo>
                  <a:lnTo>
                    <a:pt x="18" y="48"/>
                  </a:lnTo>
                  <a:close/>
                  <a:moveTo>
                    <a:pt x="18" y="48"/>
                  </a:moveTo>
                  <a:lnTo>
                    <a:pt x="18" y="4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27" name="Freeform 246"/>
            <p:cNvSpPr>
              <a:spLocks noEditPoints="1"/>
            </p:cNvSpPr>
            <p:nvPr/>
          </p:nvSpPr>
          <p:spPr>
            <a:xfrm>
              <a:off x="1431" y="620"/>
              <a:ext cx="20" cy="55"/>
            </a:xfrm>
            <a:custGeom>
              <a:avLst/>
              <a:gdLst>
                <a:gd name="txL" fmla="*/ 0 w 18"/>
                <a:gd name="txT" fmla="*/ 0 h 48"/>
                <a:gd name="txR" fmla="*/ 18 w 18"/>
                <a:gd name="txB" fmla="*/ 48 h 48"/>
              </a:gdLst>
              <a:ahLst/>
              <a:cxnLst>
                <a:cxn ang="0">
                  <a:pos x="308" y="0"/>
                </a:cxn>
                <a:cxn ang="0">
                  <a:pos x="0" y="1896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</a:cxnLst>
              <a:rect l="txL" t="txT" r="txR" b="txB"/>
              <a:pathLst>
                <a:path w="18" h="48">
                  <a:moveTo>
                    <a:pt x="18" y="0"/>
                  </a:moveTo>
                  <a:lnTo>
                    <a:pt x="0" y="48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28" name="Freeform 247"/>
            <p:cNvSpPr>
              <a:spLocks noEditPoints="1"/>
            </p:cNvSpPr>
            <p:nvPr/>
          </p:nvSpPr>
          <p:spPr>
            <a:xfrm>
              <a:off x="1412" y="675"/>
              <a:ext cx="19" cy="60"/>
            </a:xfrm>
            <a:custGeom>
              <a:avLst/>
              <a:gdLst>
                <a:gd name="txL" fmla="*/ 0 w 17"/>
                <a:gd name="txT" fmla="*/ 0 h 53"/>
                <a:gd name="txR" fmla="*/ 17 w 17"/>
                <a:gd name="txB" fmla="*/ 53 h 53"/>
              </a:gdLst>
              <a:ahLst/>
              <a:cxnLst>
                <a:cxn ang="0">
                  <a:pos x="330" y="0"/>
                </a:cxn>
                <a:cxn ang="0">
                  <a:pos x="0" y="1508"/>
                </a:cxn>
                <a:cxn ang="0">
                  <a:pos x="330" y="0"/>
                </a:cxn>
                <a:cxn ang="0">
                  <a:pos x="330" y="0"/>
                </a:cxn>
                <a:cxn ang="0">
                  <a:pos x="330" y="0"/>
                </a:cxn>
                <a:cxn ang="0">
                  <a:pos x="330" y="0"/>
                </a:cxn>
                <a:cxn ang="0">
                  <a:pos x="330" y="0"/>
                </a:cxn>
              </a:cxnLst>
              <a:rect l="txL" t="txT" r="txR" b="txB"/>
              <a:pathLst>
                <a:path w="17" h="53">
                  <a:moveTo>
                    <a:pt x="17" y="0"/>
                  </a:moveTo>
                  <a:lnTo>
                    <a:pt x="0" y="53"/>
                  </a:lnTo>
                  <a:lnTo>
                    <a:pt x="17" y="0"/>
                  </a:lnTo>
                  <a:close/>
                  <a:moveTo>
                    <a:pt x="17" y="0"/>
                  </a:moveTo>
                  <a:lnTo>
                    <a:pt x="17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29" name="Freeform 248"/>
            <p:cNvSpPr>
              <a:spLocks noEditPoints="1"/>
            </p:cNvSpPr>
            <p:nvPr/>
          </p:nvSpPr>
          <p:spPr>
            <a:xfrm>
              <a:off x="1392" y="675"/>
              <a:ext cx="20" cy="60"/>
            </a:xfrm>
            <a:custGeom>
              <a:avLst/>
              <a:gdLst>
                <a:gd name="txL" fmla="*/ 0 w 18"/>
                <a:gd name="txT" fmla="*/ 0 h 53"/>
                <a:gd name="txR" fmla="*/ 18 w 18"/>
                <a:gd name="txB" fmla="*/ 53 h 53"/>
              </a:gdLst>
              <a:ahLst/>
              <a:cxnLst>
                <a:cxn ang="0">
                  <a:pos x="308" y="1508"/>
                </a:cxn>
                <a:cxn ang="0">
                  <a:pos x="0" y="0"/>
                </a:cxn>
                <a:cxn ang="0">
                  <a:pos x="308" y="1508"/>
                </a:cxn>
                <a:cxn ang="0">
                  <a:pos x="308" y="1508"/>
                </a:cxn>
                <a:cxn ang="0">
                  <a:pos x="308" y="1508"/>
                </a:cxn>
                <a:cxn ang="0">
                  <a:pos x="308" y="1508"/>
                </a:cxn>
                <a:cxn ang="0">
                  <a:pos x="308" y="1508"/>
                </a:cxn>
              </a:cxnLst>
              <a:rect l="txL" t="txT" r="txR" b="txB"/>
              <a:pathLst>
                <a:path w="18" h="53">
                  <a:moveTo>
                    <a:pt x="18" y="53"/>
                  </a:moveTo>
                  <a:lnTo>
                    <a:pt x="0" y="0"/>
                  </a:lnTo>
                  <a:lnTo>
                    <a:pt x="18" y="53"/>
                  </a:lnTo>
                  <a:close/>
                  <a:moveTo>
                    <a:pt x="18" y="53"/>
                  </a:moveTo>
                  <a:lnTo>
                    <a:pt x="18" y="53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30" name="Freeform 249"/>
            <p:cNvSpPr>
              <a:spLocks noEditPoints="1"/>
            </p:cNvSpPr>
            <p:nvPr/>
          </p:nvSpPr>
          <p:spPr>
            <a:xfrm>
              <a:off x="1378" y="620"/>
              <a:ext cx="14" cy="55"/>
            </a:xfrm>
            <a:custGeom>
              <a:avLst/>
              <a:gdLst>
                <a:gd name="txL" fmla="*/ 0 w 12"/>
                <a:gd name="txT" fmla="*/ 0 h 48"/>
                <a:gd name="txR" fmla="*/ 12 w 12"/>
                <a:gd name="txB" fmla="*/ 48 h 48"/>
              </a:gdLst>
              <a:ahLst/>
              <a:cxnLst>
                <a:cxn ang="0">
                  <a:pos x="775" y="1896"/>
                </a:cxn>
                <a:cxn ang="0">
                  <a:pos x="0" y="0"/>
                </a:cxn>
                <a:cxn ang="0">
                  <a:pos x="775" y="1896"/>
                </a:cxn>
                <a:cxn ang="0">
                  <a:pos x="775" y="1896"/>
                </a:cxn>
                <a:cxn ang="0">
                  <a:pos x="775" y="1896"/>
                </a:cxn>
                <a:cxn ang="0">
                  <a:pos x="775" y="1896"/>
                </a:cxn>
                <a:cxn ang="0">
                  <a:pos x="775" y="1896"/>
                </a:cxn>
              </a:cxnLst>
              <a:rect l="txL" t="txT" r="txR" b="txB"/>
              <a:pathLst>
                <a:path w="12" h="48">
                  <a:moveTo>
                    <a:pt x="12" y="48"/>
                  </a:moveTo>
                  <a:lnTo>
                    <a:pt x="0" y="0"/>
                  </a:lnTo>
                  <a:lnTo>
                    <a:pt x="12" y="48"/>
                  </a:lnTo>
                  <a:close/>
                  <a:moveTo>
                    <a:pt x="12" y="48"/>
                  </a:moveTo>
                  <a:lnTo>
                    <a:pt x="12" y="4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31" name="Freeform 250"/>
            <p:cNvSpPr>
              <a:spLocks noEditPoints="1"/>
            </p:cNvSpPr>
            <p:nvPr/>
          </p:nvSpPr>
          <p:spPr>
            <a:xfrm>
              <a:off x="1358" y="620"/>
              <a:ext cx="20" cy="61"/>
            </a:xfrm>
            <a:custGeom>
              <a:avLst/>
              <a:gdLst>
                <a:gd name="txL" fmla="*/ 0 w 18"/>
                <a:gd name="txT" fmla="*/ 0 h 54"/>
                <a:gd name="txR" fmla="*/ 18 w 18"/>
                <a:gd name="txB" fmla="*/ 54 h 54"/>
              </a:gdLst>
              <a:ahLst/>
              <a:cxnLst>
                <a:cxn ang="0">
                  <a:pos x="308" y="0"/>
                </a:cxn>
                <a:cxn ang="0">
                  <a:pos x="0" y="1456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</a:cxnLst>
              <a:rect l="txL" t="txT" r="txR" b="txB"/>
              <a:pathLst>
                <a:path w="18" h="54">
                  <a:moveTo>
                    <a:pt x="18" y="0"/>
                  </a:moveTo>
                  <a:lnTo>
                    <a:pt x="0" y="54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32" name="Freeform 251"/>
            <p:cNvSpPr/>
            <p:nvPr/>
          </p:nvSpPr>
          <p:spPr>
            <a:xfrm>
              <a:off x="5001" y="2732"/>
              <a:ext cx="40" cy="122"/>
            </a:xfrm>
            <a:custGeom>
              <a:avLst/>
              <a:gdLst>
                <a:gd name="txL" fmla="*/ 0 w 36"/>
                <a:gd name="txT" fmla="*/ 0 h 108"/>
                <a:gd name="txR" fmla="*/ 36 w 36"/>
                <a:gd name="txB" fmla="*/ 108 h 108"/>
              </a:gdLst>
              <a:ahLst/>
              <a:cxnLst>
                <a:cxn ang="0">
                  <a:pos x="0" y="2904"/>
                </a:cxn>
                <a:cxn ang="0">
                  <a:pos x="603" y="2904"/>
                </a:cxn>
                <a:cxn ang="0">
                  <a:pos x="603" y="2744"/>
                </a:cxn>
                <a:cxn ang="0">
                  <a:pos x="422" y="2744"/>
                </a:cxn>
                <a:cxn ang="0">
                  <a:pos x="422" y="2571"/>
                </a:cxn>
                <a:cxn ang="0">
                  <a:pos x="422" y="0"/>
                </a:cxn>
                <a:cxn ang="0">
                  <a:pos x="422" y="0"/>
                </a:cxn>
                <a:cxn ang="0">
                  <a:pos x="0" y="331"/>
                </a:cxn>
                <a:cxn ang="0">
                  <a:pos x="0" y="477"/>
                </a:cxn>
                <a:cxn ang="0">
                  <a:pos x="108" y="331"/>
                </a:cxn>
                <a:cxn ang="0">
                  <a:pos x="108" y="331"/>
                </a:cxn>
                <a:cxn ang="0">
                  <a:pos x="202" y="477"/>
                </a:cxn>
                <a:cxn ang="0">
                  <a:pos x="202" y="477"/>
                </a:cxn>
                <a:cxn ang="0">
                  <a:pos x="202" y="2429"/>
                </a:cxn>
                <a:cxn ang="0">
                  <a:pos x="108" y="2744"/>
                </a:cxn>
                <a:cxn ang="0">
                  <a:pos x="0" y="2744"/>
                </a:cxn>
                <a:cxn ang="0">
                  <a:pos x="0" y="2904"/>
                </a:cxn>
              </a:cxnLst>
              <a:rect l="txL" t="txT" r="txR" b="txB"/>
              <a:pathLst>
                <a:path w="36" h="108">
                  <a:moveTo>
                    <a:pt x="0" y="108"/>
                  </a:moveTo>
                  <a:lnTo>
                    <a:pt x="36" y="108"/>
                  </a:lnTo>
                  <a:lnTo>
                    <a:pt x="36" y="102"/>
                  </a:lnTo>
                  <a:lnTo>
                    <a:pt x="24" y="102"/>
                  </a:lnTo>
                  <a:lnTo>
                    <a:pt x="24" y="96"/>
                  </a:lnTo>
                  <a:lnTo>
                    <a:pt x="24" y="0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6" y="12"/>
                  </a:lnTo>
                  <a:lnTo>
                    <a:pt x="12" y="18"/>
                  </a:lnTo>
                  <a:lnTo>
                    <a:pt x="12" y="90"/>
                  </a:lnTo>
                  <a:lnTo>
                    <a:pt x="6" y="102"/>
                  </a:lnTo>
                  <a:lnTo>
                    <a:pt x="0" y="102"/>
                  </a:lnTo>
                  <a:lnTo>
                    <a:pt x="0" y="10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33" name="Freeform 252"/>
            <p:cNvSpPr>
              <a:spLocks noEditPoints="1"/>
            </p:cNvSpPr>
            <p:nvPr/>
          </p:nvSpPr>
          <p:spPr>
            <a:xfrm>
              <a:off x="5062" y="2732"/>
              <a:ext cx="59" cy="122"/>
            </a:xfrm>
            <a:custGeom>
              <a:avLst/>
              <a:gdLst>
                <a:gd name="txL" fmla="*/ 0 w 53"/>
                <a:gd name="txT" fmla="*/ 0 h 108"/>
                <a:gd name="txR" fmla="*/ 53 w 53"/>
                <a:gd name="txB" fmla="*/ 108 h 108"/>
              </a:gdLst>
              <a:ahLst/>
              <a:cxnLst>
                <a:cxn ang="0">
                  <a:pos x="434" y="0"/>
                </a:cxn>
                <a:cxn ang="0">
                  <a:pos x="621" y="159"/>
                </a:cxn>
                <a:cxn ang="0">
                  <a:pos x="745" y="673"/>
                </a:cxn>
                <a:cxn ang="0">
                  <a:pos x="745" y="1121"/>
                </a:cxn>
                <a:cxn ang="0">
                  <a:pos x="745" y="1456"/>
                </a:cxn>
                <a:cxn ang="0">
                  <a:pos x="745" y="1784"/>
                </a:cxn>
                <a:cxn ang="0">
                  <a:pos x="745" y="2266"/>
                </a:cxn>
                <a:cxn ang="0">
                  <a:pos x="621" y="2571"/>
                </a:cxn>
                <a:cxn ang="0">
                  <a:pos x="434" y="2744"/>
                </a:cxn>
                <a:cxn ang="0">
                  <a:pos x="316" y="2571"/>
                </a:cxn>
                <a:cxn ang="0">
                  <a:pos x="206" y="2266"/>
                </a:cxn>
                <a:cxn ang="0">
                  <a:pos x="206" y="1784"/>
                </a:cxn>
                <a:cxn ang="0">
                  <a:pos x="206" y="1456"/>
                </a:cxn>
                <a:cxn ang="0">
                  <a:pos x="206" y="1121"/>
                </a:cxn>
                <a:cxn ang="0">
                  <a:pos x="206" y="673"/>
                </a:cxn>
                <a:cxn ang="0">
                  <a:pos x="316" y="159"/>
                </a:cxn>
                <a:cxn ang="0">
                  <a:pos x="434" y="0"/>
                </a:cxn>
                <a:cxn ang="0">
                  <a:pos x="434" y="0"/>
                </a:cxn>
                <a:cxn ang="0">
                  <a:pos x="434" y="0"/>
                </a:cxn>
                <a:cxn ang="0">
                  <a:pos x="206" y="159"/>
                </a:cxn>
                <a:cxn ang="0">
                  <a:pos x="108" y="477"/>
                </a:cxn>
                <a:cxn ang="0">
                  <a:pos x="0" y="977"/>
                </a:cxn>
                <a:cxn ang="0">
                  <a:pos x="0" y="1456"/>
                </a:cxn>
                <a:cxn ang="0">
                  <a:pos x="0" y="1926"/>
                </a:cxn>
                <a:cxn ang="0">
                  <a:pos x="108" y="2429"/>
                </a:cxn>
                <a:cxn ang="0">
                  <a:pos x="206" y="2744"/>
                </a:cxn>
                <a:cxn ang="0">
                  <a:pos x="434" y="2904"/>
                </a:cxn>
                <a:cxn ang="0">
                  <a:pos x="745" y="2744"/>
                </a:cxn>
                <a:cxn ang="0">
                  <a:pos x="838" y="2429"/>
                </a:cxn>
                <a:cxn ang="0">
                  <a:pos x="953" y="1926"/>
                </a:cxn>
                <a:cxn ang="0">
                  <a:pos x="953" y="1456"/>
                </a:cxn>
                <a:cxn ang="0">
                  <a:pos x="953" y="977"/>
                </a:cxn>
                <a:cxn ang="0">
                  <a:pos x="838" y="477"/>
                </a:cxn>
                <a:cxn ang="0">
                  <a:pos x="745" y="159"/>
                </a:cxn>
                <a:cxn ang="0">
                  <a:pos x="434" y="0"/>
                </a:cxn>
                <a:cxn ang="0">
                  <a:pos x="434" y="0"/>
                </a:cxn>
              </a:cxnLst>
              <a:rect l="txL" t="txT" r="txR" b="txB"/>
              <a:pathLst>
                <a:path w="53" h="108">
                  <a:moveTo>
                    <a:pt x="23" y="0"/>
                  </a:moveTo>
                  <a:lnTo>
                    <a:pt x="35" y="6"/>
                  </a:lnTo>
                  <a:lnTo>
                    <a:pt x="41" y="24"/>
                  </a:lnTo>
                  <a:lnTo>
                    <a:pt x="41" y="42"/>
                  </a:lnTo>
                  <a:lnTo>
                    <a:pt x="41" y="54"/>
                  </a:lnTo>
                  <a:lnTo>
                    <a:pt x="41" y="66"/>
                  </a:lnTo>
                  <a:lnTo>
                    <a:pt x="41" y="84"/>
                  </a:lnTo>
                  <a:lnTo>
                    <a:pt x="35" y="96"/>
                  </a:lnTo>
                  <a:lnTo>
                    <a:pt x="23" y="102"/>
                  </a:lnTo>
                  <a:lnTo>
                    <a:pt x="18" y="96"/>
                  </a:lnTo>
                  <a:lnTo>
                    <a:pt x="12" y="84"/>
                  </a:lnTo>
                  <a:lnTo>
                    <a:pt x="12" y="66"/>
                  </a:lnTo>
                  <a:lnTo>
                    <a:pt x="12" y="54"/>
                  </a:lnTo>
                  <a:lnTo>
                    <a:pt x="12" y="42"/>
                  </a:lnTo>
                  <a:lnTo>
                    <a:pt x="12" y="24"/>
                  </a:lnTo>
                  <a:lnTo>
                    <a:pt x="18" y="6"/>
                  </a:lnTo>
                  <a:lnTo>
                    <a:pt x="23" y="0"/>
                  </a:lnTo>
                  <a:close/>
                  <a:moveTo>
                    <a:pt x="23" y="0"/>
                  </a:moveTo>
                  <a:lnTo>
                    <a:pt x="12" y="6"/>
                  </a:lnTo>
                  <a:lnTo>
                    <a:pt x="6" y="18"/>
                  </a:lnTo>
                  <a:lnTo>
                    <a:pt x="0" y="36"/>
                  </a:lnTo>
                  <a:lnTo>
                    <a:pt x="0" y="54"/>
                  </a:lnTo>
                  <a:lnTo>
                    <a:pt x="0" y="72"/>
                  </a:lnTo>
                  <a:lnTo>
                    <a:pt x="6" y="90"/>
                  </a:lnTo>
                  <a:lnTo>
                    <a:pt x="12" y="102"/>
                  </a:lnTo>
                  <a:lnTo>
                    <a:pt x="23" y="108"/>
                  </a:lnTo>
                  <a:lnTo>
                    <a:pt x="41" y="102"/>
                  </a:lnTo>
                  <a:lnTo>
                    <a:pt x="47" y="90"/>
                  </a:lnTo>
                  <a:lnTo>
                    <a:pt x="53" y="72"/>
                  </a:lnTo>
                  <a:lnTo>
                    <a:pt x="53" y="54"/>
                  </a:lnTo>
                  <a:lnTo>
                    <a:pt x="53" y="36"/>
                  </a:lnTo>
                  <a:lnTo>
                    <a:pt x="47" y="18"/>
                  </a:lnTo>
                  <a:lnTo>
                    <a:pt x="41" y="6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34" name="Freeform 253"/>
            <p:cNvSpPr/>
            <p:nvPr/>
          </p:nvSpPr>
          <p:spPr>
            <a:xfrm>
              <a:off x="5162" y="2732"/>
              <a:ext cx="94" cy="122"/>
            </a:xfrm>
            <a:custGeom>
              <a:avLst/>
              <a:gdLst>
                <a:gd name="txL" fmla="*/ 0 w 84"/>
                <a:gd name="txT" fmla="*/ 0 h 108"/>
                <a:gd name="txR" fmla="*/ 84 w 84"/>
                <a:gd name="txB" fmla="*/ 108 h 108"/>
              </a:gdLst>
              <a:ahLst/>
              <a:cxnLst>
                <a:cxn ang="0">
                  <a:pos x="1769" y="0"/>
                </a:cxn>
                <a:cxn ang="0">
                  <a:pos x="1263" y="0"/>
                </a:cxn>
                <a:cxn ang="0">
                  <a:pos x="1263" y="159"/>
                </a:cxn>
                <a:cxn ang="0">
                  <a:pos x="1369" y="159"/>
                </a:cxn>
                <a:cxn ang="0">
                  <a:pos x="1369" y="331"/>
                </a:cxn>
                <a:cxn ang="0">
                  <a:pos x="1369" y="477"/>
                </a:cxn>
                <a:cxn ang="0">
                  <a:pos x="1369" y="673"/>
                </a:cxn>
                <a:cxn ang="0">
                  <a:pos x="1009" y="2099"/>
                </a:cxn>
                <a:cxn ang="0">
                  <a:pos x="643" y="673"/>
                </a:cxn>
                <a:cxn ang="0">
                  <a:pos x="514" y="477"/>
                </a:cxn>
                <a:cxn ang="0">
                  <a:pos x="514" y="331"/>
                </a:cxn>
                <a:cxn ang="0">
                  <a:pos x="514" y="159"/>
                </a:cxn>
                <a:cxn ang="0">
                  <a:pos x="643" y="159"/>
                </a:cxn>
                <a:cxn ang="0">
                  <a:pos x="643" y="0"/>
                </a:cxn>
                <a:cxn ang="0">
                  <a:pos x="0" y="0"/>
                </a:cxn>
                <a:cxn ang="0">
                  <a:pos x="0" y="159"/>
                </a:cxn>
                <a:cxn ang="0">
                  <a:pos x="132" y="159"/>
                </a:cxn>
                <a:cxn ang="0">
                  <a:pos x="261" y="477"/>
                </a:cxn>
                <a:cxn ang="0">
                  <a:pos x="873" y="2904"/>
                </a:cxn>
                <a:cxn ang="0">
                  <a:pos x="873" y="2904"/>
                </a:cxn>
                <a:cxn ang="0">
                  <a:pos x="1516" y="477"/>
                </a:cxn>
                <a:cxn ang="0">
                  <a:pos x="1620" y="159"/>
                </a:cxn>
                <a:cxn ang="0">
                  <a:pos x="1769" y="159"/>
                </a:cxn>
                <a:cxn ang="0">
                  <a:pos x="1769" y="0"/>
                </a:cxn>
              </a:cxnLst>
              <a:rect l="txL" t="txT" r="txR" b="txB"/>
              <a:pathLst>
                <a:path w="84" h="108">
                  <a:moveTo>
                    <a:pt x="84" y="0"/>
                  </a:moveTo>
                  <a:lnTo>
                    <a:pt x="60" y="0"/>
                  </a:lnTo>
                  <a:lnTo>
                    <a:pt x="60" y="6"/>
                  </a:lnTo>
                  <a:lnTo>
                    <a:pt x="66" y="6"/>
                  </a:lnTo>
                  <a:lnTo>
                    <a:pt x="66" y="12"/>
                  </a:lnTo>
                  <a:lnTo>
                    <a:pt x="66" y="18"/>
                  </a:lnTo>
                  <a:lnTo>
                    <a:pt x="66" y="24"/>
                  </a:lnTo>
                  <a:lnTo>
                    <a:pt x="48" y="78"/>
                  </a:lnTo>
                  <a:lnTo>
                    <a:pt x="30" y="24"/>
                  </a:lnTo>
                  <a:lnTo>
                    <a:pt x="24" y="18"/>
                  </a:lnTo>
                  <a:lnTo>
                    <a:pt x="24" y="12"/>
                  </a:lnTo>
                  <a:lnTo>
                    <a:pt x="24" y="6"/>
                  </a:lnTo>
                  <a:lnTo>
                    <a:pt x="30" y="6"/>
                  </a:lnTo>
                  <a:lnTo>
                    <a:pt x="30" y="0"/>
                  </a:ln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12" y="18"/>
                  </a:lnTo>
                  <a:lnTo>
                    <a:pt x="42" y="108"/>
                  </a:lnTo>
                  <a:lnTo>
                    <a:pt x="72" y="18"/>
                  </a:lnTo>
                  <a:lnTo>
                    <a:pt x="78" y="6"/>
                  </a:lnTo>
                  <a:lnTo>
                    <a:pt x="84" y="6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35" name="Freeform 254"/>
            <p:cNvSpPr>
              <a:spLocks noEditPoints="1"/>
            </p:cNvSpPr>
            <p:nvPr/>
          </p:nvSpPr>
          <p:spPr>
            <a:xfrm>
              <a:off x="511" y="2732"/>
              <a:ext cx="67" cy="122"/>
            </a:xfrm>
            <a:custGeom>
              <a:avLst/>
              <a:gdLst>
                <a:gd name="txL" fmla="*/ 0 w 60"/>
                <a:gd name="txT" fmla="*/ 0 h 108"/>
                <a:gd name="txR" fmla="*/ 60 w 60"/>
                <a:gd name="txB" fmla="*/ 108 h 108"/>
              </a:gdLst>
              <a:ahLst/>
              <a:cxnLst>
                <a:cxn ang="0">
                  <a:pos x="1062" y="0"/>
                </a:cxn>
                <a:cxn ang="0">
                  <a:pos x="712" y="159"/>
                </a:cxn>
                <a:cxn ang="0">
                  <a:pos x="355" y="477"/>
                </a:cxn>
                <a:cxn ang="0">
                  <a:pos x="121" y="977"/>
                </a:cxn>
                <a:cxn ang="0">
                  <a:pos x="0" y="1615"/>
                </a:cxn>
                <a:cxn ang="0">
                  <a:pos x="0" y="2266"/>
                </a:cxn>
                <a:cxn ang="0">
                  <a:pos x="121" y="2571"/>
                </a:cxn>
                <a:cxn ang="0">
                  <a:pos x="355" y="2904"/>
                </a:cxn>
                <a:cxn ang="0">
                  <a:pos x="600" y="2904"/>
                </a:cxn>
                <a:cxn ang="0">
                  <a:pos x="951" y="2744"/>
                </a:cxn>
                <a:cxn ang="0">
                  <a:pos x="1062" y="2571"/>
                </a:cxn>
                <a:cxn ang="0">
                  <a:pos x="1186" y="1926"/>
                </a:cxn>
                <a:cxn ang="0">
                  <a:pos x="1062" y="1289"/>
                </a:cxn>
                <a:cxn ang="0">
                  <a:pos x="712" y="1121"/>
                </a:cxn>
                <a:cxn ang="0">
                  <a:pos x="481" y="1121"/>
                </a:cxn>
                <a:cxn ang="0">
                  <a:pos x="355" y="1289"/>
                </a:cxn>
                <a:cxn ang="0">
                  <a:pos x="600" y="477"/>
                </a:cxn>
                <a:cxn ang="0">
                  <a:pos x="712" y="159"/>
                </a:cxn>
                <a:cxn ang="0">
                  <a:pos x="1062" y="0"/>
                </a:cxn>
                <a:cxn ang="0">
                  <a:pos x="1062" y="0"/>
                </a:cxn>
                <a:cxn ang="0">
                  <a:pos x="600" y="1289"/>
                </a:cxn>
                <a:cxn ang="0">
                  <a:pos x="712" y="1456"/>
                </a:cxn>
                <a:cxn ang="0">
                  <a:pos x="835" y="1615"/>
                </a:cxn>
                <a:cxn ang="0">
                  <a:pos x="951" y="2099"/>
                </a:cxn>
                <a:cxn ang="0">
                  <a:pos x="835" y="2744"/>
                </a:cxn>
                <a:cxn ang="0">
                  <a:pos x="600" y="2904"/>
                </a:cxn>
                <a:cxn ang="0">
                  <a:pos x="355" y="2571"/>
                </a:cxn>
                <a:cxn ang="0">
                  <a:pos x="236" y="2266"/>
                </a:cxn>
                <a:cxn ang="0">
                  <a:pos x="236" y="1784"/>
                </a:cxn>
                <a:cxn ang="0">
                  <a:pos x="236" y="1615"/>
                </a:cxn>
                <a:cxn ang="0">
                  <a:pos x="355" y="1456"/>
                </a:cxn>
                <a:cxn ang="0">
                  <a:pos x="481" y="1289"/>
                </a:cxn>
                <a:cxn ang="0">
                  <a:pos x="600" y="1289"/>
                </a:cxn>
                <a:cxn ang="0">
                  <a:pos x="600" y="1289"/>
                </a:cxn>
              </a:cxnLst>
              <a:rect l="txL" t="txT" r="txR" b="txB"/>
              <a:pathLst>
                <a:path w="60" h="108">
                  <a:moveTo>
                    <a:pt x="54" y="0"/>
                  </a:moveTo>
                  <a:lnTo>
                    <a:pt x="36" y="6"/>
                  </a:lnTo>
                  <a:lnTo>
                    <a:pt x="18" y="18"/>
                  </a:lnTo>
                  <a:lnTo>
                    <a:pt x="6" y="36"/>
                  </a:lnTo>
                  <a:lnTo>
                    <a:pt x="0" y="60"/>
                  </a:lnTo>
                  <a:lnTo>
                    <a:pt x="0" y="84"/>
                  </a:lnTo>
                  <a:lnTo>
                    <a:pt x="6" y="96"/>
                  </a:lnTo>
                  <a:lnTo>
                    <a:pt x="18" y="108"/>
                  </a:lnTo>
                  <a:lnTo>
                    <a:pt x="30" y="108"/>
                  </a:lnTo>
                  <a:lnTo>
                    <a:pt x="48" y="102"/>
                  </a:lnTo>
                  <a:lnTo>
                    <a:pt x="54" y="96"/>
                  </a:lnTo>
                  <a:lnTo>
                    <a:pt x="60" y="72"/>
                  </a:lnTo>
                  <a:lnTo>
                    <a:pt x="54" y="48"/>
                  </a:lnTo>
                  <a:lnTo>
                    <a:pt x="36" y="42"/>
                  </a:lnTo>
                  <a:lnTo>
                    <a:pt x="24" y="42"/>
                  </a:lnTo>
                  <a:lnTo>
                    <a:pt x="18" y="48"/>
                  </a:lnTo>
                  <a:lnTo>
                    <a:pt x="30" y="18"/>
                  </a:lnTo>
                  <a:lnTo>
                    <a:pt x="36" y="6"/>
                  </a:lnTo>
                  <a:lnTo>
                    <a:pt x="54" y="0"/>
                  </a:lnTo>
                  <a:close/>
                  <a:moveTo>
                    <a:pt x="30" y="48"/>
                  </a:moveTo>
                  <a:lnTo>
                    <a:pt x="36" y="54"/>
                  </a:lnTo>
                  <a:lnTo>
                    <a:pt x="42" y="60"/>
                  </a:lnTo>
                  <a:lnTo>
                    <a:pt x="48" y="78"/>
                  </a:lnTo>
                  <a:lnTo>
                    <a:pt x="42" y="102"/>
                  </a:lnTo>
                  <a:lnTo>
                    <a:pt x="30" y="108"/>
                  </a:lnTo>
                  <a:lnTo>
                    <a:pt x="18" y="96"/>
                  </a:lnTo>
                  <a:lnTo>
                    <a:pt x="12" y="84"/>
                  </a:lnTo>
                  <a:lnTo>
                    <a:pt x="12" y="66"/>
                  </a:lnTo>
                  <a:lnTo>
                    <a:pt x="12" y="60"/>
                  </a:lnTo>
                  <a:lnTo>
                    <a:pt x="18" y="54"/>
                  </a:lnTo>
                  <a:lnTo>
                    <a:pt x="24" y="48"/>
                  </a:lnTo>
                  <a:lnTo>
                    <a:pt x="30" y="4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36" name="Freeform 255"/>
            <p:cNvSpPr/>
            <p:nvPr/>
          </p:nvSpPr>
          <p:spPr>
            <a:xfrm>
              <a:off x="619" y="2732"/>
              <a:ext cx="107" cy="122"/>
            </a:xfrm>
            <a:custGeom>
              <a:avLst/>
              <a:gdLst>
                <a:gd name="txL" fmla="*/ 0 w 95"/>
                <a:gd name="txT" fmla="*/ 0 h 108"/>
                <a:gd name="txR" fmla="*/ 95 w 95"/>
                <a:gd name="txB" fmla="*/ 108 h 108"/>
              </a:gdLst>
              <a:ahLst/>
              <a:cxnLst>
                <a:cxn ang="0">
                  <a:pos x="891" y="2266"/>
                </a:cxn>
                <a:cxn ang="0">
                  <a:pos x="755" y="2099"/>
                </a:cxn>
                <a:cxn ang="0">
                  <a:pos x="595" y="1784"/>
                </a:cxn>
                <a:cxn ang="0">
                  <a:pos x="460" y="1456"/>
                </a:cxn>
                <a:cxn ang="0">
                  <a:pos x="460" y="1121"/>
                </a:cxn>
                <a:cxn ang="0">
                  <a:pos x="595" y="673"/>
                </a:cxn>
                <a:cxn ang="0">
                  <a:pos x="755" y="331"/>
                </a:cxn>
                <a:cxn ang="0">
                  <a:pos x="1056" y="159"/>
                </a:cxn>
                <a:cxn ang="0">
                  <a:pos x="1214" y="159"/>
                </a:cxn>
                <a:cxn ang="0">
                  <a:pos x="1508" y="159"/>
                </a:cxn>
                <a:cxn ang="0">
                  <a:pos x="1616" y="331"/>
                </a:cxn>
                <a:cxn ang="0">
                  <a:pos x="1747" y="673"/>
                </a:cxn>
                <a:cxn ang="0">
                  <a:pos x="1912" y="1121"/>
                </a:cxn>
                <a:cxn ang="0">
                  <a:pos x="1912" y="1456"/>
                </a:cxn>
                <a:cxn ang="0">
                  <a:pos x="1747" y="1784"/>
                </a:cxn>
                <a:cxn ang="0">
                  <a:pos x="1616" y="2099"/>
                </a:cxn>
                <a:cxn ang="0">
                  <a:pos x="1508" y="2266"/>
                </a:cxn>
                <a:cxn ang="0">
                  <a:pos x="1367" y="2904"/>
                </a:cxn>
                <a:cxn ang="0">
                  <a:pos x="2372" y="2904"/>
                </a:cxn>
                <a:cxn ang="0">
                  <a:pos x="2372" y="2266"/>
                </a:cxn>
                <a:cxn ang="0">
                  <a:pos x="2209" y="2266"/>
                </a:cxn>
                <a:cxn ang="0">
                  <a:pos x="2209" y="2429"/>
                </a:cxn>
                <a:cxn ang="0">
                  <a:pos x="2050" y="2429"/>
                </a:cxn>
                <a:cxn ang="0">
                  <a:pos x="1508" y="2429"/>
                </a:cxn>
                <a:cxn ang="0">
                  <a:pos x="1508" y="2429"/>
                </a:cxn>
                <a:cxn ang="0">
                  <a:pos x="1747" y="2266"/>
                </a:cxn>
                <a:cxn ang="0">
                  <a:pos x="2050" y="1926"/>
                </a:cxn>
                <a:cxn ang="0">
                  <a:pos x="2209" y="1615"/>
                </a:cxn>
                <a:cxn ang="0">
                  <a:pos x="2209" y="1289"/>
                </a:cxn>
                <a:cxn ang="0">
                  <a:pos x="2050" y="673"/>
                </a:cxn>
                <a:cxn ang="0">
                  <a:pos x="1912" y="331"/>
                </a:cxn>
                <a:cxn ang="0">
                  <a:pos x="1747" y="159"/>
                </a:cxn>
                <a:cxn ang="0">
                  <a:pos x="1508" y="0"/>
                </a:cxn>
                <a:cxn ang="0">
                  <a:pos x="1214" y="0"/>
                </a:cxn>
                <a:cxn ang="0">
                  <a:pos x="891" y="0"/>
                </a:cxn>
                <a:cxn ang="0">
                  <a:pos x="595" y="159"/>
                </a:cxn>
                <a:cxn ang="0">
                  <a:pos x="460" y="331"/>
                </a:cxn>
                <a:cxn ang="0">
                  <a:pos x="321" y="673"/>
                </a:cxn>
                <a:cxn ang="0">
                  <a:pos x="158" y="1289"/>
                </a:cxn>
                <a:cxn ang="0">
                  <a:pos x="158" y="1615"/>
                </a:cxn>
                <a:cxn ang="0">
                  <a:pos x="321" y="1926"/>
                </a:cxn>
                <a:cxn ang="0">
                  <a:pos x="595" y="2266"/>
                </a:cxn>
                <a:cxn ang="0">
                  <a:pos x="891" y="2429"/>
                </a:cxn>
                <a:cxn ang="0">
                  <a:pos x="891" y="2429"/>
                </a:cxn>
                <a:cxn ang="0">
                  <a:pos x="321" y="2429"/>
                </a:cxn>
                <a:cxn ang="0">
                  <a:pos x="158" y="2429"/>
                </a:cxn>
                <a:cxn ang="0">
                  <a:pos x="158" y="2266"/>
                </a:cxn>
                <a:cxn ang="0">
                  <a:pos x="0" y="2266"/>
                </a:cxn>
                <a:cxn ang="0">
                  <a:pos x="0" y="2904"/>
                </a:cxn>
                <a:cxn ang="0">
                  <a:pos x="1056" y="2904"/>
                </a:cxn>
                <a:cxn ang="0">
                  <a:pos x="891" y="2266"/>
                </a:cxn>
              </a:cxnLst>
              <a:rect l="txL" t="txT" r="txR" b="txB"/>
              <a:pathLst>
                <a:path w="95" h="108">
                  <a:moveTo>
                    <a:pt x="36" y="84"/>
                  </a:moveTo>
                  <a:lnTo>
                    <a:pt x="30" y="78"/>
                  </a:lnTo>
                  <a:lnTo>
                    <a:pt x="24" y="66"/>
                  </a:lnTo>
                  <a:lnTo>
                    <a:pt x="18" y="54"/>
                  </a:lnTo>
                  <a:lnTo>
                    <a:pt x="18" y="42"/>
                  </a:lnTo>
                  <a:lnTo>
                    <a:pt x="24" y="24"/>
                  </a:lnTo>
                  <a:lnTo>
                    <a:pt x="30" y="12"/>
                  </a:lnTo>
                  <a:lnTo>
                    <a:pt x="42" y="6"/>
                  </a:lnTo>
                  <a:lnTo>
                    <a:pt x="48" y="6"/>
                  </a:lnTo>
                  <a:lnTo>
                    <a:pt x="60" y="6"/>
                  </a:lnTo>
                  <a:lnTo>
                    <a:pt x="66" y="12"/>
                  </a:lnTo>
                  <a:lnTo>
                    <a:pt x="71" y="24"/>
                  </a:lnTo>
                  <a:lnTo>
                    <a:pt x="77" y="42"/>
                  </a:lnTo>
                  <a:lnTo>
                    <a:pt x="77" y="54"/>
                  </a:lnTo>
                  <a:lnTo>
                    <a:pt x="71" y="66"/>
                  </a:lnTo>
                  <a:lnTo>
                    <a:pt x="66" y="78"/>
                  </a:lnTo>
                  <a:lnTo>
                    <a:pt x="60" y="84"/>
                  </a:lnTo>
                  <a:lnTo>
                    <a:pt x="54" y="108"/>
                  </a:lnTo>
                  <a:lnTo>
                    <a:pt x="95" y="108"/>
                  </a:lnTo>
                  <a:lnTo>
                    <a:pt x="95" y="84"/>
                  </a:lnTo>
                  <a:lnTo>
                    <a:pt x="89" y="84"/>
                  </a:lnTo>
                  <a:lnTo>
                    <a:pt x="89" y="90"/>
                  </a:lnTo>
                  <a:lnTo>
                    <a:pt x="83" y="90"/>
                  </a:lnTo>
                  <a:lnTo>
                    <a:pt x="60" y="90"/>
                  </a:lnTo>
                  <a:lnTo>
                    <a:pt x="71" y="84"/>
                  </a:lnTo>
                  <a:lnTo>
                    <a:pt x="83" y="72"/>
                  </a:lnTo>
                  <a:lnTo>
                    <a:pt x="89" y="60"/>
                  </a:lnTo>
                  <a:lnTo>
                    <a:pt x="89" y="48"/>
                  </a:lnTo>
                  <a:lnTo>
                    <a:pt x="83" y="24"/>
                  </a:lnTo>
                  <a:lnTo>
                    <a:pt x="77" y="12"/>
                  </a:lnTo>
                  <a:lnTo>
                    <a:pt x="71" y="6"/>
                  </a:lnTo>
                  <a:lnTo>
                    <a:pt x="60" y="0"/>
                  </a:lnTo>
                  <a:lnTo>
                    <a:pt x="48" y="0"/>
                  </a:lnTo>
                  <a:lnTo>
                    <a:pt x="36" y="0"/>
                  </a:lnTo>
                  <a:lnTo>
                    <a:pt x="24" y="6"/>
                  </a:lnTo>
                  <a:lnTo>
                    <a:pt x="18" y="12"/>
                  </a:lnTo>
                  <a:lnTo>
                    <a:pt x="12" y="24"/>
                  </a:lnTo>
                  <a:lnTo>
                    <a:pt x="6" y="48"/>
                  </a:lnTo>
                  <a:lnTo>
                    <a:pt x="6" y="60"/>
                  </a:lnTo>
                  <a:lnTo>
                    <a:pt x="12" y="72"/>
                  </a:lnTo>
                  <a:lnTo>
                    <a:pt x="24" y="84"/>
                  </a:lnTo>
                  <a:lnTo>
                    <a:pt x="36" y="90"/>
                  </a:lnTo>
                  <a:lnTo>
                    <a:pt x="12" y="90"/>
                  </a:lnTo>
                  <a:lnTo>
                    <a:pt x="6" y="90"/>
                  </a:lnTo>
                  <a:lnTo>
                    <a:pt x="6" y="84"/>
                  </a:lnTo>
                  <a:lnTo>
                    <a:pt x="0" y="84"/>
                  </a:lnTo>
                  <a:lnTo>
                    <a:pt x="0" y="108"/>
                  </a:lnTo>
                  <a:lnTo>
                    <a:pt x="42" y="108"/>
                  </a:lnTo>
                  <a:lnTo>
                    <a:pt x="36" y="8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37" name="Freeform 256"/>
            <p:cNvSpPr>
              <a:spLocks noEditPoints="1"/>
            </p:cNvSpPr>
            <p:nvPr/>
          </p:nvSpPr>
          <p:spPr>
            <a:xfrm>
              <a:off x="3610" y="2732"/>
              <a:ext cx="53" cy="122"/>
            </a:xfrm>
            <a:custGeom>
              <a:avLst/>
              <a:gdLst>
                <a:gd name="txL" fmla="*/ 0 w 47"/>
                <a:gd name="txT" fmla="*/ 0 h 108"/>
                <a:gd name="txR" fmla="*/ 47 w 47"/>
                <a:gd name="txB" fmla="*/ 108 h 108"/>
              </a:gdLst>
              <a:ahLst/>
              <a:cxnLst>
                <a:cxn ang="0">
                  <a:pos x="417" y="1615"/>
                </a:cxn>
                <a:cxn ang="0">
                  <a:pos x="885" y="2099"/>
                </a:cxn>
                <a:cxn ang="0">
                  <a:pos x="1079" y="2429"/>
                </a:cxn>
                <a:cxn ang="0">
                  <a:pos x="885" y="2744"/>
                </a:cxn>
                <a:cxn ang="0">
                  <a:pos x="597" y="2904"/>
                </a:cxn>
                <a:cxn ang="0">
                  <a:pos x="417" y="2744"/>
                </a:cxn>
                <a:cxn ang="0">
                  <a:pos x="290" y="2266"/>
                </a:cxn>
                <a:cxn ang="0">
                  <a:pos x="417" y="1784"/>
                </a:cxn>
                <a:cxn ang="0">
                  <a:pos x="417" y="1615"/>
                </a:cxn>
                <a:cxn ang="0">
                  <a:pos x="417" y="1615"/>
                </a:cxn>
                <a:cxn ang="0">
                  <a:pos x="0" y="2266"/>
                </a:cxn>
                <a:cxn ang="0">
                  <a:pos x="159" y="2744"/>
                </a:cxn>
                <a:cxn ang="0">
                  <a:pos x="597" y="2904"/>
                </a:cxn>
                <a:cxn ang="0">
                  <a:pos x="885" y="2904"/>
                </a:cxn>
                <a:cxn ang="0">
                  <a:pos x="1227" y="2571"/>
                </a:cxn>
                <a:cxn ang="0">
                  <a:pos x="1227" y="2266"/>
                </a:cxn>
                <a:cxn ang="0">
                  <a:pos x="1227" y="1784"/>
                </a:cxn>
                <a:cxn ang="0">
                  <a:pos x="1079" y="1615"/>
                </a:cxn>
                <a:cxn ang="0">
                  <a:pos x="759" y="1289"/>
                </a:cxn>
                <a:cxn ang="0">
                  <a:pos x="1079" y="977"/>
                </a:cxn>
                <a:cxn ang="0">
                  <a:pos x="1227" y="673"/>
                </a:cxn>
                <a:cxn ang="0">
                  <a:pos x="1079" y="159"/>
                </a:cxn>
                <a:cxn ang="0">
                  <a:pos x="597" y="0"/>
                </a:cxn>
                <a:cxn ang="0">
                  <a:pos x="159" y="159"/>
                </a:cxn>
                <a:cxn ang="0">
                  <a:pos x="0" y="673"/>
                </a:cxn>
                <a:cxn ang="0">
                  <a:pos x="159" y="1121"/>
                </a:cxn>
                <a:cxn ang="0">
                  <a:pos x="417" y="1456"/>
                </a:cxn>
                <a:cxn ang="0">
                  <a:pos x="159" y="1926"/>
                </a:cxn>
                <a:cxn ang="0">
                  <a:pos x="0" y="2266"/>
                </a:cxn>
                <a:cxn ang="0">
                  <a:pos x="0" y="2266"/>
                </a:cxn>
                <a:cxn ang="0">
                  <a:pos x="290" y="477"/>
                </a:cxn>
                <a:cxn ang="0">
                  <a:pos x="417" y="331"/>
                </a:cxn>
                <a:cxn ang="0">
                  <a:pos x="597" y="159"/>
                </a:cxn>
                <a:cxn ang="0">
                  <a:pos x="885" y="331"/>
                </a:cxn>
                <a:cxn ang="0">
                  <a:pos x="1079" y="673"/>
                </a:cxn>
                <a:cxn ang="0">
                  <a:pos x="885" y="977"/>
                </a:cxn>
                <a:cxn ang="0">
                  <a:pos x="759" y="1289"/>
                </a:cxn>
                <a:cxn ang="0">
                  <a:pos x="417" y="977"/>
                </a:cxn>
                <a:cxn ang="0">
                  <a:pos x="290" y="477"/>
                </a:cxn>
                <a:cxn ang="0">
                  <a:pos x="290" y="477"/>
                </a:cxn>
              </a:cxnLst>
              <a:rect l="txL" t="txT" r="txR" b="txB"/>
              <a:pathLst>
                <a:path w="47" h="108">
                  <a:moveTo>
                    <a:pt x="17" y="60"/>
                  </a:moveTo>
                  <a:lnTo>
                    <a:pt x="35" y="78"/>
                  </a:lnTo>
                  <a:lnTo>
                    <a:pt x="41" y="90"/>
                  </a:lnTo>
                  <a:lnTo>
                    <a:pt x="35" y="102"/>
                  </a:lnTo>
                  <a:lnTo>
                    <a:pt x="23" y="108"/>
                  </a:lnTo>
                  <a:lnTo>
                    <a:pt x="17" y="102"/>
                  </a:lnTo>
                  <a:lnTo>
                    <a:pt x="11" y="84"/>
                  </a:lnTo>
                  <a:lnTo>
                    <a:pt x="17" y="66"/>
                  </a:lnTo>
                  <a:lnTo>
                    <a:pt x="17" y="60"/>
                  </a:lnTo>
                  <a:close/>
                  <a:moveTo>
                    <a:pt x="0" y="84"/>
                  </a:moveTo>
                  <a:lnTo>
                    <a:pt x="6" y="102"/>
                  </a:lnTo>
                  <a:lnTo>
                    <a:pt x="23" y="108"/>
                  </a:lnTo>
                  <a:lnTo>
                    <a:pt x="35" y="108"/>
                  </a:lnTo>
                  <a:lnTo>
                    <a:pt x="47" y="96"/>
                  </a:lnTo>
                  <a:lnTo>
                    <a:pt x="47" y="84"/>
                  </a:lnTo>
                  <a:lnTo>
                    <a:pt x="47" y="66"/>
                  </a:lnTo>
                  <a:lnTo>
                    <a:pt x="41" y="60"/>
                  </a:lnTo>
                  <a:lnTo>
                    <a:pt x="29" y="48"/>
                  </a:lnTo>
                  <a:lnTo>
                    <a:pt x="41" y="36"/>
                  </a:lnTo>
                  <a:lnTo>
                    <a:pt x="47" y="24"/>
                  </a:lnTo>
                  <a:lnTo>
                    <a:pt x="41" y="6"/>
                  </a:lnTo>
                  <a:lnTo>
                    <a:pt x="23" y="0"/>
                  </a:lnTo>
                  <a:lnTo>
                    <a:pt x="6" y="6"/>
                  </a:lnTo>
                  <a:lnTo>
                    <a:pt x="0" y="24"/>
                  </a:lnTo>
                  <a:lnTo>
                    <a:pt x="6" y="42"/>
                  </a:lnTo>
                  <a:lnTo>
                    <a:pt x="17" y="54"/>
                  </a:lnTo>
                  <a:lnTo>
                    <a:pt x="6" y="72"/>
                  </a:lnTo>
                  <a:lnTo>
                    <a:pt x="0" y="84"/>
                  </a:lnTo>
                  <a:close/>
                  <a:moveTo>
                    <a:pt x="11" y="18"/>
                  </a:moveTo>
                  <a:lnTo>
                    <a:pt x="17" y="12"/>
                  </a:lnTo>
                  <a:lnTo>
                    <a:pt x="23" y="6"/>
                  </a:lnTo>
                  <a:lnTo>
                    <a:pt x="35" y="12"/>
                  </a:lnTo>
                  <a:lnTo>
                    <a:pt x="41" y="24"/>
                  </a:lnTo>
                  <a:lnTo>
                    <a:pt x="35" y="36"/>
                  </a:lnTo>
                  <a:lnTo>
                    <a:pt x="29" y="48"/>
                  </a:lnTo>
                  <a:lnTo>
                    <a:pt x="17" y="36"/>
                  </a:lnTo>
                  <a:lnTo>
                    <a:pt x="11" y="1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38" name="Freeform 257"/>
            <p:cNvSpPr/>
            <p:nvPr/>
          </p:nvSpPr>
          <p:spPr>
            <a:xfrm>
              <a:off x="3717" y="2732"/>
              <a:ext cx="101" cy="122"/>
            </a:xfrm>
            <a:custGeom>
              <a:avLst/>
              <a:gdLst>
                <a:gd name="txL" fmla="*/ 0 w 90"/>
                <a:gd name="txT" fmla="*/ 0 h 108"/>
                <a:gd name="txR" fmla="*/ 90 w 90"/>
                <a:gd name="txB" fmla="*/ 108 h 108"/>
              </a:gdLst>
              <a:ahLst/>
              <a:cxnLst>
                <a:cxn ang="0">
                  <a:pos x="812" y="2266"/>
                </a:cxn>
                <a:cxn ang="0">
                  <a:pos x="680" y="2099"/>
                </a:cxn>
                <a:cxn ang="0">
                  <a:pos x="397" y="1784"/>
                </a:cxn>
                <a:cxn ang="0">
                  <a:pos x="397" y="1456"/>
                </a:cxn>
                <a:cxn ang="0">
                  <a:pos x="397" y="1121"/>
                </a:cxn>
                <a:cxn ang="0">
                  <a:pos x="397" y="673"/>
                </a:cxn>
                <a:cxn ang="0">
                  <a:pos x="540" y="331"/>
                </a:cxn>
                <a:cxn ang="0">
                  <a:pos x="812" y="159"/>
                </a:cxn>
                <a:cxn ang="0">
                  <a:pos x="929" y="159"/>
                </a:cxn>
                <a:cxn ang="0">
                  <a:pos x="1210" y="159"/>
                </a:cxn>
                <a:cxn ang="0">
                  <a:pos x="1473" y="331"/>
                </a:cxn>
                <a:cxn ang="0">
                  <a:pos x="1620" y="673"/>
                </a:cxn>
                <a:cxn ang="0">
                  <a:pos x="1620" y="1121"/>
                </a:cxn>
                <a:cxn ang="0">
                  <a:pos x="1620" y="1456"/>
                </a:cxn>
                <a:cxn ang="0">
                  <a:pos x="1620" y="1784"/>
                </a:cxn>
                <a:cxn ang="0">
                  <a:pos x="1473" y="2099"/>
                </a:cxn>
                <a:cxn ang="0">
                  <a:pos x="1210" y="2266"/>
                </a:cxn>
                <a:cxn ang="0">
                  <a:pos x="1210" y="2904"/>
                </a:cxn>
                <a:cxn ang="0">
                  <a:pos x="2028" y="2904"/>
                </a:cxn>
                <a:cxn ang="0">
                  <a:pos x="2028" y="2266"/>
                </a:cxn>
                <a:cxn ang="0">
                  <a:pos x="2028" y="2266"/>
                </a:cxn>
                <a:cxn ang="0">
                  <a:pos x="1873" y="2429"/>
                </a:cxn>
                <a:cxn ang="0">
                  <a:pos x="1764" y="2429"/>
                </a:cxn>
                <a:cxn ang="0">
                  <a:pos x="1325" y="2429"/>
                </a:cxn>
                <a:cxn ang="0">
                  <a:pos x="1325" y="2429"/>
                </a:cxn>
                <a:cxn ang="0">
                  <a:pos x="1620" y="2266"/>
                </a:cxn>
                <a:cxn ang="0">
                  <a:pos x="1764" y="1926"/>
                </a:cxn>
                <a:cxn ang="0">
                  <a:pos x="2028" y="1289"/>
                </a:cxn>
                <a:cxn ang="0">
                  <a:pos x="1873" y="673"/>
                </a:cxn>
                <a:cxn ang="0">
                  <a:pos x="1764" y="331"/>
                </a:cxn>
                <a:cxn ang="0">
                  <a:pos x="1473" y="159"/>
                </a:cxn>
                <a:cxn ang="0">
                  <a:pos x="1210" y="0"/>
                </a:cxn>
                <a:cxn ang="0">
                  <a:pos x="929" y="0"/>
                </a:cxn>
                <a:cxn ang="0">
                  <a:pos x="680" y="0"/>
                </a:cxn>
                <a:cxn ang="0">
                  <a:pos x="397" y="159"/>
                </a:cxn>
                <a:cxn ang="0">
                  <a:pos x="270" y="331"/>
                </a:cxn>
                <a:cxn ang="0">
                  <a:pos x="135" y="673"/>
                </a:cxn>
                <a:cxn ang="0">
                  <a:pos x="0" y="1289"/>
                </a:cxn>
                <a:cxn ang="0">
                  <a:pos x="135" y="1926"/>
                </a:cxn>
                <a:cxn ang="0">
                  <a:pos x="397" y="2266"/>
                </a:cxn>
                <a:cxn ang="0">
                  <a:pos x="680" y="2429"/>
                </a:cxn>
                <a:cxn ang="0">
                  <a:pos x="680" y="2429"/>
                </a:cxn>
                <a:cxn ang="0">
                  <a:pos x="270" y="2429"/>
                </a:cxn>
                <a:cxn ang="0">
                  <a:pos x="135" y="2429"/>
                </a:cxn>
                <a:cxn ang="0">
                  <a:pos x="0" y="2266"/>
                </a:cxn>
                <a:cxn ang="0">
                  <a:pos x="0" y="2266"/>
                </a:cxn>
                <a:cxn ang="0">
                  <a:pos x="0" y="2904"/>
                </a:cxn>
                <a:cxn ang="0">
                  <a:pos x="812" y="2904"/>
                </a:cxn>
                <a:cxn ang="0">
                  <a:pos x="812" y="2266"/>
                </a:cxn>
              </a:cxnLst>
              <a:rect l="txL" t="txT" r="txR" b="txB"/>
              <a:pathLst>
                <a:path w="90" h="108">
                  <a:moveTo>
                    <a:pt x="36" y="84"/>
                  </a:moveTo>
                  <a:lnTo>
                    <a:pt x="30" y="78"/>
                  </a:lnTo>
                  <a:lnTo>
                    <a:pt x="18" y="66"/>
                  </a:lnTo>
                  <a:lnTo>
                    <a:pt x="18" y="54"/>
                  </a:lnTo>
                  <a:lnTo>
                    <a:pt x="18" y="42"/>
                  </a:lnTo>
                  <a:lnTo>
                    <a:pt x="18" y="24"/>
                  </a:lnTo>
                  <a:lnTo>
                    <a:pt x="24" y="12"/>
                  </a:lnTo>
                  <a:lnTo>
                    <a:pt x="36" y="6"/>
                  </a:lnTo>
                  <a:lnTo>
                    <a:pt x="42" y="6"/>
                  </a:lnTo>
                  <a:lnTo>
                    <a:pt x="54" y="6"/>
                  </a:lnTo>
                  <a:lnTo>
                    <a:pt x="66" y="12"/>
                  </a:lnTo>
                  <a:lnTo>
                    <a:pt x="72" y="24"/>
                  </a:lnTo>
                  <a:lnTo>
                    <a:pt x="72" y="42"/>
                  </a:lnTo>
                  <a:lnTo>
                    <a:pt x="72" y="54"/>
                  </a:lnTo>
                  <a:lnTo>
                    <a:pt x="72" y="66"/>
                  </a:lnTo>
                  <a:lnTo>
                    <a:pt x="66" y="78"/>
                  </a:lnTo>
                  <a:lnTo>
                    <a:pt x="54" y="84"/>
                  </a:lnTo>
                  <a:lnTo>
                    <a:pt x="54" y="108"/>
                  </a:lnTo>
                  <a:lnTo>
                    <a:pt x="90" y="108"/>
                  </a:lnTo>
                  <a:lnTo>
                    <a:pt x="90" y="84"/>
                  </a:lnTo>
                  <a:lnTo>
                    <a:pt x="84" y="90"/>
                  </a:lnTo>
                  <a:lnTo>
                    <a:pt x="78" y="90"/>
                  </a:lnTo>
                  <a:lnTo>
                    <a:pt x="60" y="90"/>
                  </a:lnTo>
                  <a:lnTo>
                    <a:pt x="72" y="84"/>
                  </a:lnTo>
                  <a:lnTo>
                    <a:pt x="78" y="72"/>
                  </a:lnTo>
                  <a:lnTo>
                    <a:pt x="90" y="48"/>
                  </a:lnTo>
                  <a:lnTo>
                    <a:pt x="84" y="24"/>
                  </a:lnTo>
                  <a:lnTo>
                    <a:pt x="78" y="12"/>
                  </a:lnTo>
                  <a:lnTo>
                    <a:pt x="66" y="6"/>
                  </a:lnTo>
                  <a:lnTo>
                    <a:pt x="54" y="0"/>
                  </a:lnTo>
                  <a:lnTo>
                    <a:pt x="42" y="0"/>
                  </a:lnTo>
                  <a:lnTo>
                    <a:pt x="30" y="0"/>
                  </a:lnTo>
                  <a:lnTo>
                    <a:pt x="18" y="6"/>
                  </a:lnTo>
                  <a:lnTo>
                    <a:pt x="12" y="12"/>
                  </a:lnTo>
                  <a:lnTo>
                    <a:pt x="6" y="24"/>
                  </a:lnTo>
                  <a:lnTo>
                    <a:pt x="0" y="48"/>
                  </a:lnTo>
                  <a:lnTo>
                    <a:pt x="6" y="72"/>
                  </a:lnTo>
                  <a:lnTo>
                    <a:pt x="18" y="84"/>
                  </a:lnTo>
                  <a:lnTo>
                    <a:pt x="30" y="90"/>
                  </a:lnTo>
                  <a:lnTo>
                    <a:pt x="12" y="90"/>
                  </a:lnTo>
                  <a:lnTo>
                    <a:pt x="6" y="90"/>
                  </a:lnTo>
                  <a:lnTo>
                    <a:pt x="0" y="84"/>
                  </a:lnTo>
                  <a:lnTo>
                    <a:pt x="0" y="108"/>
                  </a:lnTo>
                  <a:lnTo>
                    <a:pt x="36" y="108"/>
                  </a:lnTo>
                  <a:lnTo>
                    <a:pt x="36" y="8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39" name="Freeform 258"/>
            <p:cNvSpPr/>
            <p:nvPr/>
          </p:nvSpPr>
          <p:spPr>
            <a:xfrm>
              <a:off x="4039" y="1781"/>
              <a:ext cx="68" cy="123"/>
            </a:xfrm>
            <a:custGeom>
              <a:avLst/>
              <a:gdLst>
                <a:gd name="txL" fmla="*/ 0 w 60"/>
                <a:gd name="txT" fmla="*/ 0 h 108"/>
                <a:gd name="txR" fmla="*/ 60 w 60"/>
                <a:gd name="txB" fmla="*/ 108 h 108"/>
              </a:gdLst>
              <a:ahLst/>
              <a:cxnLst>
                <a:cxn ang="0">
                  <a:pos x="1761" y="2811"/>
                </a:cxn>
                <a:cxn ang="0">
                  <a:pos x="1569" y="2811"/>
                </a:cxn>
                <a:cxn ang="0">
                  <a:pos x="1384" y="3201"/>
                </a:cxn>
                <a:cxn ang="0">
                  <a:pos x="1221" y="3201"/>
                </a:cxn>
                <a:cxn ang="0">
                  <a:pos x="348" y="3201"/>
                </a:cxn>
                <a:cxn ang="0">
                  <a:pos x="1047" y="2184"/>
                </a:cxn>
                <a:cxn ang="0">
                  <a:pos x="1221" y="1858"/>
                </a:cxn>
                <a:cxn ang="0">
                  <a:pos x="1384" y="993"/>
                </a:cxn>
                <a:cxn ang="0">
                  <a:pos x="1221" y="203"/>
                </a:cxn>
                <a:cxn ang="0">
                  <a:pos x="902" y="0"/>
                </a:cxn>
                <a:cxn ang="0">
                  <a:pos x="348" y="203"/>
                </a:cxn>
                <a:cxn ang="0">
                  <a:pos x="164" y="609"/>
                </a:cxn>
                <a:cxn ang="0">
                  <a:pos x="0" y="993"/>
                </a:cxn>
                <a:cxn ang="0">
                  <a:pos x="0" y="993"/>
                </a:cxn>
                <a:cxn ang="0">
                  <a:pos x="348" y="609"/>
                </a:cxn>
                <a:cxn ang="0">
                  <a:pos x="716" y="413"/>
                </a:cxn>
                <a:cxn ang="0">
                  <a:pos x="1047" y="609"/>
                </a:cxn>
                <a:cxn ang="0">
                  <a:pos x="1221" y="1257"/>
                </a:cxn>
                <a:cxn ang="0">
                  <a:pos x="1047" y="1858"/>
                </a:cxn>
                <a:cxn ang="0">
                  <a:pos x="716" y="2617"/>
                </a:cxn>
                <a:cxn ang="0">
                  <a:pos x="0" y="3602"/>
                </a:cxn>
                <a:cxn ang="0">
                  <a:pos x="0" y="3602"/>
                </a:cxn>
                <a:cxn ang="0">
                  <a:pos x="1384" y="3602"/>
                </a:cxn>
                <a:cxn ang="0">
                  <a:pos x="1761" y="2811"/>
                </a:cxn>
              </a:cxnLst>
              <a:rect l="txL" t="txT" r="txR" b="txB"/>
              <a:pathLst>
                <a:path w="60" h="108">
                  <a:moveTo>
                    <a:pt x="60" y="84"/>
                  </a:moveTo>
                  <a:lnTo>
                    <a:pt x="54" y="84"/>
                  </a:lnTo>
                  <a:lnTo>
                    <a:pt x="48" y="96"/>
                  </a:lnTo>
                  <a:lnTo>
                    <a:pt x="42" y="96"/>
                  </a:lnTo>
                  <a:lnTo>
                    <a:pt x="12" y="96"/>
                  </a:lnTo>
                  <a:lnTo>
                    <a:pt x="36" y="66"/>
                  </a:lnTo>
                  <a:lnTo>
                    <a:pt x="42" y="54"/>
                  </a:lnTo>
                  <a:lnTo>
                    <a:pt x="48" y="30"/>
                  </a:lnTo>
                  <a:lnTo>
                    <a:pt x="42" y="6"/>
                  </a:lnTo>
                  <a:lnTo>
                    <a:pt x="30" y="0"/>
                  </a:lnTo>
                  <a:lnTo>
                    <a:pt x="12" y="6"/>
                  </a:lnTo>
                  <a:lnTo>
                    <a:pt x="6" y="18"/>
                  </a:lnTo>
                  <a:lnTo>
                    <a:pt x="0" y="30"/>
                  </a:lnTo>
                  <a:lnTo>
                    <a:pt x="12" y="18"/>
                  </a:lnTo>
                  <a:lnTo>
                    <a:pt x="24" y="12"/>
                  </a:lnTo>
                  <a:lnTo>
                    <a:pt x="36" y="18"/>
                  </a:lnTo>
                  <a:lnTo>
                    <a:pt x="42" y="36"/>
                  </a:lnTo>
                  <a:lnTo>
                    <a:pt x="36" y="54"/>
                  </a:lnTo>
                  <a:lnTo>
                    <a:pt x="24" y="78"/>
                  </a:lnTo>
                  <a:lnTo>
                    <a:pt x="0" y="108"/>
                  </a:lnTo>
                  <a:lnTo>
                    <a:pt x="48" y="108"/>
                  </a:lnTo>
                  <a:lnTo>
                    <a:pt x="60" y="8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40" name="Freeform 259"/>
            <p:cNvSpPr/>
            <p:nvPr/>
          </p:nvSpPr>
          <p:spPr>
            <a:xfrm>
              <a:off x="4147" y="1781"/>
              <a:ext cx="101" cy="123"/>
            </a:xfrm>
            <a:custGeom>
              <a:avLst/>
              <a:gdLst>
                <a:gd name="txL" fmla="*/ 0 w 90"/>
                <a:gd name="txT" fmla="*/ 0 h 108"/>
                <a:gd name="txR" fmla="*/ 90 w 90"/>
                <a:gd name="txB" fmla="*/ 108 h 108"/>
              </a:gdLst>
              <a:ahLst/>
              <a:cxnLst>
                <a:cxn ang="0">
                  <a:pos x="812" y="2811"/>
                </a:cxn>
                <a:cxn ang="0">
                  <a:pos x="680" y="2617"/>
                </a:cxn>
                <a:cxn ang="0">
                  <a:pos x="540" y="2184"/>
                </a:cxn>
                <a:cxn ang="0">
                  <a:pos x="397" y="1858"/>
                </a:cxn>
                <a:cxn ang="0">
                  <a:pos x="397" y="1433"/>
                </a:cxn>
                <a:cxn ang="0">
                  <a:pos x="540" y="790"/>
                </a:cxn>
                <a:cxn ang="0">
                  <a:pos x="680" y="413"/>
                </a:cxn>
                <a:cxn ang="0">
                  <a:pos x="929" y="203"/>
                </a:cxn>
                <a:cxn ang="0">
                  <a:pos x="1078" y="203"/>
                </a:cxn>
                <a:cxn ang="0">
                  <a:pos x="1325" y="203"/>
                </a:cxn>
                <a:cxn ang="0">
                  <a:pos x="1473" y="413"/>
                </a:cxn>
                <a:cxn ang="0">
                  <a:pos x="1620" y="790"/>
                </a:cxn>
                <a:cxn ang="0">
                  <a:pos x="1764" y="1433"/>
                </a:cxn>
                <a:cxn ang="0">
                  <a:pos x="1764" y="1858"/>
                </a:cxn>
                <a:cxn ang="0">
                  <a:pos x="1620" y="2184"/>
                </a:cxn>
                <a:cxn ang="0">
                  <a:pos x="1473" y="2617"/>
                </a:cxn>
                <a:cxn ang="0">
                  <a:pos x="1210" y="2811"/>
                </a:cxn>
                <a:cxn ang="0">
                  <a:pos x="1210" y="3602"/>
                </a:cxn>
                <a:cxn ang="0">
                  <a:pos x="2028" y="3602"/>
                </a:cxn>
                <a:cxn ang="0">
                  <a:pos x="2028" y="2811"/>
                </a:cxn>
                <a:cxn ang="0">
                  <a:pos x="2028" y="2811"/>
                </a:cxn>
                <a:cxn ang="0">
                  <a:pos x="2028" y="3009"/>
                </a:cxn>
                <a:cxn ang="0">
                  <a:pos x="1873" y="3009"/>
                </a:cxn>
                <a:cxn ang="0">
                  <a:pos x="1325" y="3009"/>
                </a:cxn>
                <a:cxn ang="0">
                  <a:pos x="1325" y="3009"/>
                </a:cxn>
                <a:cxn ang="0">
                  <a:pos x="1620" y="2811"/>
                </a:cxn>
                <a:cxn ang="0">
                  <a:pos x="1873" y="2411"/>
                </a:cxn>
                <a:cxn ang="0">
                  <a:pos x="2028" y="1632"/>
                </a:cxn>
                <a:cxn ang="0">
                  <a:pos x="1873" y="790"/>
                </a:cxn>
                <a:cxn ang="0">
                  <a:pos x="1764" y="413"/>
                </a:cxn>
                <a:cxn ang="0">
                  <a:pos x="1620" y="203"/>
                </a:cxn>
                <a:cxn ang="0">
                  <a:pos x="1325" y="0"/>
                </a:cxn>
                <a:cxn ang="0">
                  <a:pos x="1078" y="0"/>
                </a:cxn>
                <a:cxn ang="0">
                  <a:pos x="812" y="0"/>
                </a:cxn>
                <a:cxn ang="0">
                  <a:pos x="540" y="203"/>
                </a:cxn>
                <a:cxn ang="0">
                  <a:pos x="397" y="413"/>
                </a:cxn>
                <a:cxn ang="0">
                  <a:pos x="135" y="790"/>
                </a:cxn>
                <a:cxn ang="0">
                  <a:pos x="135" y="1632"/>
                </a:cxn>
                <a:cxn ang="0">
                  <a:pos x="135" y="1991"/>
                </a:cxn>
                <a:cxn ang="0">
                  <a:pos x="270" y="2411"/>
                </a:cxn>
                <a:cxn ang="0">
                  <a:pos x="680" y="3009"/>
                </a:cxn>
                <a:cxn ang="0">
                  <a:pos x="680" y="3009"/>
                </a:cxn>
                <a:cxn ang="0">
                  <a:pos x="270" y="3009"/>
                </a:cxn>
                <a:cxn ang="0">
                  <a:pos x="135" y="3009"/>
                </a:cxn>
                <a:cxn ang="0">
                  <a:pos x="135" y="2811"/>
                </a:cxn>
                <a:cxn ang="0">
                  <a:pos x="0" y="2811"/>
                </a:cxn>
                <a:cxn ang="0">
                  <a:pos x="0" y="3602"/>
                </a:cxn>
                <a:cxn ang="0">
                  <a:pos x="929" y="3602"/>
                </a:cxn>
                <a:cxn ang="0">
                  <a:pos x="812" y="2811"/>
                </a:cxn>
              </a:cxnLst>
              <a:rect l="txL" t="txT" r="txR" b="txB"/>
              <a:pathLst>
                <a:path w="90" h="108">
                  <a:moveTo>
                    <a:pt x="36" y="84"/>
                  </a:moveTo>
                  <a:lnTo>
                    <a:pt x="30" y="78"/>
                  </a:lnTo>
                  <a:lnTo>
                    <a:pt x="24" y="66"/>
                  </a:lnTo>
                  <a:lnTo>
                    <a:pt x="18" y="54"/>
                  </a:lnTo>
                  <a:lnTo>
                    <a:pt x="18" y="42"/>
                  </a:lnTo>
                  <a:lnTo>
                    <a:pt x="24" y="24"/>
                  </a:lnTo>
                  <a:lnTo>
                    <a:pt x="30" y="12"/>
                  </a:lnTo>
                  <a:lnTo>
                    <a:pt x="42" y="6"/>
                  </a:lnTo>
                  <a:lnTo>
                    <a:pt x="48" y="6"/>
                  </a:lnTo>
                  <a:lnTo>
                    <a:pt x="60" y="6"/>
                  </a:lnTo>
                  <a:lnTo>
                    <a:pt x="66" y="12"/>
                  </a:lnTo>
                  <a:lnTo>
                    <a:pt x="72" y="24"/>
                  </a:lnTo>
                  <a:lnTo>
                    <a:pt x="78" y="42"/>
                  </a:lnTo>
                  <a:lnTo>
                    <a:pt x="78" y="54"/>
                  </a:lnTo>
                  <a:lnTo>
                    <a:pt x="72" y="66"/>
                  </a:lnTo>
                  <a:lnTo>
                    <a:pt x="66" y="78"/>
                  </a:lnTo>
                  <a:lnTo>
                    <a:pt x="54" y="84"/>
                  </a:lnTo>
                  <a:lnTo>
                    <a:pt x="54" y="108"/>
                  </a:lnTo>
                  <a:lnTo>
                    <a:pt x="90" y="108"/>
                  </a:lnTo>
                  <a:lnTo>
                    <a:pt x="90" y="84"/>
                  </a:lnTo>
                  <a:lnTo>
                    <a:pt x="90" y="90"/>
                  </a:lnTo>
                  <a:lnTo>
                    <a:pt x="84" y="90"/>
                  </a:lnTo>
                  <a:lnTo>
                    <a:pt x="60" y="90"/>
                  </a:lnTo>
                  <a:lnTo>
                    <a:pt x="72" y="84"/>
                  </a:lnTo>
                  <a:lnTo>
                    <a:pt x="84" y="72"/>
                  </a:lnTo>
                  <a:lnTo>
                    <a:pt x="90" y="48"/>
                  </a:lnTo>
                  <a:lnTo>
                    <a:pt x="84" y="24"/>
                  </a:lnTo>
                  <a:lnTo>
                    <a:pt x="78" y="12"/>
                  </a:lnTo>
                  <a:lnTo>
                    <a:pt x="72" y="6"/>
                  </a:lnTo>
                  <a:lnTo>
                    <a:pt x="60" y="0"/>
                  </a:lnTo>
                  <a:lnTo>
                    <a:pt x="48" y="0"/>
                  </a:lnTo>
                  <a:lnTo>
                    <a:pt x="36" y="0"/>
                  </a:lnTo>
                  <a:lnTo>
                    <a:pt x="24" y="6"/>
                  </a:lnTo>
                  <a:lnTo>
                    <a:pt x="18" y="12"/>
                  </a:lnTo>
                  <a:lnTo>
                    <a:pt x="6" y="24"/>
                  </a:lnTo>
                  <a:lnTo>
                    <a:pt x="6" y="48"/>
                  </a:lnTo>
                  <a:lnTo>
                    <a:pt x="6" y="60"/>
                  </a:lnTo>
                  <a:lnTo>
                    <a:pt x="12" y="72"/>
                  </a:lnTo>
                  <a:lnTo>
                    <a:pt x="30" y="90"/>
                  </a:lnTo>
                  <a:lnTo>
                    <a:pt x="12" y="90"/>
                  </a:lnTo>
                  <a:lnTo>
                    <a:pt x="6" y="90"/>
                  </a:lnTo>
                  <a:lnTo>
                    <a:pt x="6" y="84"/>
                  </a:lnTo>
                  <a:lnTo>
                    <a:pt x="0" y="84"/>
                  </a:lnTo>
                  <a:lnTo>
                    <a:pt x="0" y="108"/>
                  </a:lnTo>
                  <a:lnTo>
                    <a:pt x="42" y="108"/>
                  </a:lnTo>
                  <a:lnTo>
                    <a:pt x="36" y="8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41" name="Freeform 260"/>
            <p:cNvSpPr>
              <a:spLocks noEditPoints="1"/>
            </p:cNvSpPr>
            <p:nvPr/>
          </p:nvSpPr>
          <p:spPr>
            <a:xfrm>
              <a:off x="2722" y="1781"/>
              <a:ext cx="68" cy="123"/>
            </a:xfrm>
            <a:custGeom>
              <a:avLst/>
              <a:gdLst>
                <a:gd name="txL" fmla="*/ 0 w 60"/>
                <a:gd name="txT" fmla="*/ 0 h 108"/>
                <a:gd name="txR" fmla="*/ 60 w 60"/>
                <a:gd name="txB" fmla="*/ 108 h 108"/>
              </a:gdLst>
              <a:ahLst/>
              <a:cxnLst>
                <a:cxn ang="0">
                  <a:pos x="1761" y="2411"/>
                </a:cxn>
                <a:cxn ang="0">
                  <a:pos x="1384" y="2411"/>
                </a:cxn>
                <a:cxn ang="0">
                  <a:pos x="1384" y="0"/>
                </a:cxn>
                <a:cxn ang="0">
                  <a:pos x="1221" y="0"/>
                </a:cxn>
                <a:cxn ang="0">
                  <a:pos x="0" y="2411"/>
                </a:cxn>
                <a:cxn ang="0">
                  <a:pos x="0" y="2811"/>
                </a:cxn>
                <a:cxn ang="0">
                  <a:pos x="1047" y="2811"/>
                </a:cxn>
                <a:cxn ang="0">
                  <a:pos x="1047" y="3602"/>
                </a:cxn>
                <a:cxn ang="0">
                  <a:pos x="1384" y="3602"/>
                </a:cxn>
                <a:cxn ang="0">
                  <a:pos x="1384" y="2811"/>
                </a:cxn>
                <a:cxn ang="0">
                  <a:pos x="1761" y="2811"/>
                </a:cxn>
                <a:cxn ang="0">
                  <a:pos x="1761" y="2411"/>
                </a:cxn>
                <a:cxn ang="0">
                  <a:pos x="1047" y="2411"/>
                </a:cxn>
                <a:cxn ang="0">
                  <a:pos x="164" y="2411"/>
                </a:cxn>
                <a:cxn ang="0">
                  <a:pos x="1047" y="609"/>
                </a:cxn>
                <a:cxn ang="0">
                  <a:pos x="1047" y="609"/>
                </a:cxn>
                <a:cxn ang="0">
                  <a:pos x="1047" y="2411"/>
                </a:cxn>
              </a:cxnLst>
              <a:rect l="txL" t="txT" r="txR" b="txB"/>
              <a:pathLst>
                <a:path w="60" h="108">
                  <a:moveTo>
                    <a:pt x="60" y="72"/>
                  </a:moveTo>
                  <a:lnTo>
                    <a:pt x="48" y="72"/>
                  </a:lnTo>
                  <a:lnTo>
                    <a:pt x="48" y="0"/>
                  </a:lnTo>
                  <a:lnTo>
                    <a:pt x="42" y="0"/>
                  </a:lnTo>
                  <a:lnTo>
                    <a:pt x="0" y="72"/>
                  </a:lnTo>
                  <a:lnTo>
                    <a:pt x="0" y="84"/>
                  </a:lnTo>
                  <a:lnTo>
                    <a:pt x="36" y="84"/>
                  </a:lnTo>
                  <a:lnTo>
                    <a:pt x="36" y="108"/>
                  </a:lnTo>
                  <a:lnTo>
                    <a:pt x="48" y="108"/>
                  </a:lnTo>
                  <a:lnTo>
                    <a:pt x="48" y="84"/>
                  </a:lnTo>
                  <a:lnTo>
                    <a:pt x="60" y="84"/>
                  </a:lnTo>
                  <a:lnTo>
                    <a:pt x="60" y="72"/>
                  </a:lnTo>
                  <a:close/>
                  <a:moveTo>
                    <a:pt x="36" y="72"/>
                  </a:moveTo>
                  <a:lnTo>
                    <a:pt x="6" y="72"/>
                  </a:lnTo>
                  <a:lnTo>
                    <a:pt x="36" y="18"/>
                  </a:lnTo>
                  <a:lnTo>
                    <a:pt x="36" y="7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42" name="Freeform 261"/>
            <p:cNvSpPr/>
            <p:nvPr/>
          </p:nvSpPr>
          <p:spPr>
            <a:xfrm>
              <a:off x="2837" y="1781"/>
              <a:ext cx="100" cy="123"/>
            </a:xfrm>
            <a:custGeom>
              <a:avLst/>
              <a:gdLst>
                <a:gd name="txL" fmla="*/ 0 w 89"/>
                <a:gd name="txT" fmla="*/ 0 h 108"/>
                <a:gd name="txR" fmla="*/ 89 w 89"/>
                <a:gd name="txB" fmla="*/ 108 h 108"/>
              </a:gdLst>
              <a:ahLst/>
              <a:cxnLst>
                <a:cxn ang="0">
                  <a:pos x="836" y="2811"/>
                </a:cxn>
                <a:cxn ang="0">
                  <a:pos x="712" y="2617"/>
                </a:cxn>
                <a:cxn ang="0">
                  <a:pos x="407" y="2184"/>
                </a:cxn>
                <a:cxn ang="0">
                  <a:pos x="280" y="1858"/>
                </a:cxn>
                <a:cxn ang="0">
                  <a:pos x="280" y="1433"/>
                </a:cxn>
                <a:cxn ang="0">
                  <a:pos x="407" y="790"/>
                </a:cxn>
                <a:cxn ang="0">
                  <a:pos x="564" y="413"/>
                </a:cxn>
                <a:cxn ang="0">
                  <a:pos x="836" y="203"/>
                </a:cxn>
                <a:cxn ang="0">
                  <a:pos x="983" y="203"/>
                </a:cxn>
                <a:cxn ang="0">
                  <a:pos x="1240" y="203"/>
                </a:cxn>
                <a:cxn ang="0">
                  <a:pos x="1349" y="413"/>
                </a:cxn>
                <a:cxn ang="0">
                  <a:pos x="1503" y="790"/>
                </a:cxn>
                <a:cxn ang="0">
                  <a:pos x="1662" y="1433"/>
                </a:cxn>
                <a:cxn ang="0">
                  <a:pos x="1662" y="1858"/>
                </a:cxn>
                <a:cxn ang="0">
                  <a:pos x="1503" y="2184"/>
                </a:cxn>
                <a:cxn ang="0">
                  <a:pos x="1349" y="2617"/>
                </a:cxn>
                <a:cxn ang="0">
                  <a:pos x="1240" y="2811"/>
                </a:cxn>
                <a:cxn ang="0">
                  <a:pos x="1135" y="3602"/>
                </a:cxn>
                <a:cxn ang="0">
                  <a:pos x="2074" y="3602"/>
                </a:cxn>
                <a:cxn ang="0">
                  <a:pos x="2074" y="2811"/>
                </a:cxn>
                <a:cxn ang="0">
                  <a:pos x="2074" y="2811"/>
                </a:cxn>
                <a:cxn ang="0">
                  <a:pos x="1913" y="3009"/>
                </a:cxn>
                <a:cxn ang="0">
                  <a:pos x="1802" y="3009"/>
                </a:cxn>
                <a:cxn ang="0">
                  <a:pos x="1349" y="3009"/>
                </a:cxn>
                <a:cxn ang="0">
                  <a:pos x="1349" y="3009"/>
                </a:cxn>
                <a:cxn ang="0">
                  <a:pos x="1802" y="2411"/>
                </a:cxn>
                <a:cxn ang="0">
                  <a:pos x="2074" y="1632"/>
                </a:cxn>
                <a:cxn ang="0">
                  <a:pos x="1913" y="790"/>
                </a:cxn>
                <a:cxn ang="0">
                  <a:pos x="1802" y="413"/>
                </a:cxn>
                <a:cxn ang="0">
                  <a:pos x="1503" y="203"/>
                </a:cxn>
                <a:cxn ang="0">
                  <a:pos x="1240" y="0"/>
                </a:cxn>
                <a:cxn ang="0">
                  <a:pos x="983" y="0"/>
                </a:cxn>
                <a:cxn ang="0">
                  <a:pos x="712" y="0"/>
                </a:cxn>
                <a:cxn ang="0">
                  <a:pos x="407" y="203"/>
                </a:cxn>
                <a:cxn ang="0">
                  <a:pos x="280" y="413"/>
                </a:cxn>
                <a:cxn ang="0">
                  <a:pos x="140" y="790"/>
                </a:cxn>
                <a:cxn ang="0">
                  <a:pos x="0" y="1632"/>
                </a:cxn>
                <a:cxn ang="0">
                  <a:pos x="140" y="2411"/>
                </a:cxn>
                <a:cxn ang="0">
                  <a:pos x="407" y="2811"/>
                </a:cxn>
                <a:cxn ang="0">
                  <a:pos x="712" y="3009"/>
                </a:cxn>
                <a:cxn ang="0">
                  <a:pos x="712" y="3009"/>
                </a:cxn>
                <a:cxn ang="0">
                  <a:pos x="140" y="3009"/>
                </a:cxn>
                <a:cxn ang="0">
                  <a:pos x="140" y="3009"/>
                </a:cxn>
                <a:cxn ang="0">
                  <a:pos x="0" y="2811"/>
                </a:cxn>
                <a:cxn ang="0">
                  <a:pos x="0" y="2811"/>
                </a:cxn>
                <a:cxn ang="0">
                  <a:pos x="0" y="3602"/>
                </a:cxn>
                <a:cxn ang="0">
                  <a:pos x="836" y="3602"/>
                </a:cxn>
                <a:cxn ang="0">
                  <a:pos x="836" y="2811"/>
                </a:cxn>
              </a:cxnLst>
              <a:rect l="txL" t="txT" r="txR" b="txB"/>
              <a:pathLst>
                <a:path w="89" h="108">
                  <a:moveTo>
                    <a:pt x="36" y="84"/>
                  </a:moveTo>
                  <a:lnTo>
                    <a:pt x="30" y="78"/>
                  </a:lnTo>
                  <a:lnTo>
                    <a:pt x="18" y="66"/>
                  </a:lnTo>
                  <a:lnTo>
                    <a:pt x="12" y="54"/>
                  </a:lnTo>
                  <a:lnTo>
                    <a:pt x="12" y="42"/>
                  </a:lnTo>
                  <a:lnTo>
                    <a:pt x="18" y="24"/>
                  </a:lnTo>
                  <a:lnTo>
                    <a:pt x="24" y="12"/>
                  </a:lnTo>
                  <a:lnTo>
                    <a:pt x="36" y="6"/>
                  </a:lnTo>
                  <a:lnTo>
                    <a:pt x="42" y="6"/>
                  </a:lnTo>
                  <a:lnTo>
                    <a:pt x="53" y="6"/>
                  </a:lnTo>
                  <a:lnTo>
                    <a:pt x="59" y="12"/>
                  </a:lnTo>
                  <a:lnTo>
                    <a:pt x="65" y="24"/>
                  </a:lnTo>
                  <a:lnTo>
                    <a:pt x="71" y="42"/>
                  </a:lnTo>
                  <a:lnTo>
                    <a:pt x="71" y="54"/>
                  </a:lnTo>
                  <a:lnTo>
                    <a:pt x="65" y="66"/>
                  </a:lnTo>
                  <a:lnTo>
                    <a:pt x="59" y="78"/>
                  </a:lnTo>
                  <a:lnTo>
                    <a:pt x="53" y="84"/>
                  </a:lnTo>
                  <a:lnTo>
                    <a:pt x="48" y="108"/>
                  </a:lnTo>
                  <a:lnTo>
                    <a:pt x="89" y="108"/>
                  </a:lnTo>
                  <a:lnTo>
                    <a:pt x="89" y="84"/>
                  </a:lnTo>
                  <a:lnTo>
                    <a:pt x="83" y="90"/>
                  </a:lnTo>
                  <a:lnTo>
                    <a:pt x="77" y="90"/>
                  </a:lnTo>
                  <a:lnTo>
                    <a:pt x="59" y="90"/>
                  </a:lnTo>
                  <a:lnTo>
                    <a:pt x="77" y="72"/>
                  </a:lnTo>
                  <a:lnTo>
                    <a:pt x="89" y="48"/>
                  </a:lnTo>
                  <a:lnTo>
                    <a:pt x="83" y="24"/>
                  </a:lnTo>
                  <a:lnTo>
                    <a:pt x="77" y="12"/>
                  </a:lnTo>
                  <a:lnTo>
                    <a:pt x="65" y="6"/>
                  </a:lnTo>
                  <a:lnTo>
                    <a:pt x="53" y="0"/>
                  </a:lnTo>
                  <a:lnTo>
                    <a:pt x="42" y="0"/>
                  </a:lnTo>
                  <a:lnTo>
                    <a:pt x="30" y="0"/>
                  </a:lnTo>
                  <a:lnTo>
                    <a:pt x="18" y="6"/>
                  </a:lnTo>
                  <a:lnTo>
                    <a:pt x="12" y="12"/>
                  </a:lnTo>
                  <a:lnTo>
                    <a:pt x="6" y="24"/>
                  </a:lnTo>
                  <a:lnTo>
                    <a:pt x="0" y="48"/>
                  </a:lnTo>
                  <a:lnTo>
                    <a:pt x="6" y="72"/>
                  </a:lnTo>
                  <a:lnTo>
                    <a:pt x="18" y="84"/>
                  </a:lnTo>
                  <a:lnTo>
                    <a:pt x="30" y="90"/>
                  </a:lnTo>
                  <a:lnTo>
                    <a:pt x="6" y="90"/>
                  </a:lnTo>
                  <a:lnTo>
                    <a:pt x="0" y="84"/>
                  </a:lnTo>
                  <a:lnTo>
                    <a:pt x="0" y="108"/>
                  </a:lnTo>
                  <a:lnTo>
                    <a:pt x="36" y="108"/>
                  </a:lnTo>
                  <a:lnTo>
                    <a:pt x="36" y="8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43" name="Freeform 262"/>
            <p:cNvSpPr>
              <a:spLocks noEditPoints="1"/>
            </p:cNvSpPr>
            <p:nvPr/>
          </p:nvSpPr>
          <p:spPr>
            <a:xfrm>
              <a:off x="1472" y="1374"/>
              <a:ext cx="27" cy="122"/>
            </a:xfrm>
            <a:custGeom>
              <a:avLst/>
              <a:gdLst>
                <a:gd name="txL" fmla="*/ 0 w 24"/>
                <a:gd name="txT" fmla="*/ 0 h 107"/>
                <a:gd name="txR" fmla="*/ 24 w 24"/>
                <a:gd name="txB" fmla="*/ 107 h 107"/>
              </a:gdLst>
              <a:ahLst/>
              <a:cxnLst>
                <a:cxn ang="0">
                  <a:pos x="579" y="2862"/>
                </a:cxn>
                <a:cxn ang="0">
                  <a:pos x="457" y="3263"/>
                </a:cxn>
                <a:cxn ang="0">
                  <a:pos x="321" y="3468"/>
                </a:cxn>
                <a:cxn ang="0">
                  <a:pos x="321" y="3468"/>
                </a:cxn>
                <a:cxn ang="0">
                  <a:pos x="158" y="3263"/>
                </a:cxn>
                <a:cxn ang="0">
                  <a:pos x="321" y="3042"/>
                </a:cxn>
                <a:cxn ang="0">
                  <a:pos x="321" y="2862"/>
                </a:cxn>
                <a:cxn ang="0">
                  <a:pos x="579" y="1269"/>
                </a:cxn>
                <a:cxn ang="0">
                  <a:pos x="579" y="1269"/>
                </a:cxn>
                <a:cxn ang="0">
                  <a:pos x="321" y="1269"/>
                </a:cxn>
                <a:cxn ang="0">
                  <a:pos x="0" y="1269"/>
                </a:cxn>
                <a:cxn ang="0">
                  <a:pos x="0" y="1459"/>
                </a:cxn>
                <a:cxn ang="0">
                  <a:pos x="158" y="1459"/>
                </a:cxn>
                <a:cxn ang="0">
                  <a:pos x="321" y="1650"/>
                </a:cxn>
                <a:cxn ang="0">
                  <a:pos x="321" y="1800"/>
                </a:cxn>
                <a:cxn ang="0">
                  <a:pos x="158" y="2446"/>
                </a:cxn>
                <a:cxn ang="0">
                  <a:pos x="0" y="2862"/>
                </a:cxn>
                <a:cxn ang="0">
                  <a:pos x="0" y="3263"/>
                </a:cxn>
                <a:cxn ang="0">
                  <a:pos x="0" y="3468"/>
                </a:cxn>
                <a:cxn ang="0">
                  <a:pos x="158" y="3685"/>
                </a:cxn>
                <a:cxn ang="0">
                  <a:pos x="457" y="3468"/>
                </a:cxn>
                <a:cxn ang="0">
                  <a:pos x="579" y="3042"/>
                </a:cxn>
                <a:cxn ang="0">
                  <a:pos x="579" y="2862"/>
                </a:cxn>
                <a:cxn ang="0">
                  <a:pos x="579" y="423"/>
                </a:cxn>
                <a:cxn ang="0">
                  <a:pos x="579" y="208"/>
                </a:cxn>
                <a:cxn ang="0">
                  <a:pos x="457" y="0"/>
                </a:cxn>
                <a:cxn ang="0">
                  <a:pos x="457" y="208"/>
                </a:cxn>
                <a:cxn ang="0">
                  <a:pos x="321" y="208"/>
                </a:cxn>
                <a:cxn ang="0">
                  <a:pos x="457" y="423"/>
                </a:cxn>
                <a:cxn ang="0">
                  <a:pos x="457" y="627"/>
                </a:cxn>
                <a:cxn ang="0">
                  <a:pos x="579" y="627"/>
                </a:cxn>
                <a:cxn ang="0">
                  <a:pos x="579" y="423"/>
                </a:cxn>
                <a:cxn ang="0">
                  <a:pos x="579" y="423"/>
                </a:cxn>
              </a:cxnLst>
              <a:rect l="txL" t="txT" r="txR" b="txB"/>
              <a:pathLst>
                <a:path w="24" h="107">
                  <a:moveTo>
                    <a:pt x="24" y="83"/>
                  </a:moveTo>
                  <a:lnTo>
                    <a:pt x="18" y="95"/>
                  </a:lnTo>
                  <a:lnTo>
                    <a:pt x="12" y="101"/>
                  </a:lnTo>
                  <a:lnTo>
                    <a:pt x="6" y="95"/>
                  </a:lnTo>
                  <a:lnTo>
                    <a:pt x="12" y="89"/>
                  </a:lnTo>
                  <a:lnTo>
                    <a:pt x="12" y="83"/>
                  </a:lnTo>
                  <a:lnTo>
                    <a:pt x="24" y="36"/>
                  </a:lnTo>
                  <a:lnTo>
                    <a:pt x="12" y="36"/>
                  </a:lnTo>
                  <a:lnTo>
                    <a:pt x="0" y="36"/>
                  </a:lnTo>
                  <a:lnTo>
                    <a:pt x="0" y="42"/>
                  </a:lnTo>
                  <a:lnTo>
                    <a:pt x="6" y="42"/>
                  </a:lnTo>
                  <a:lnTo>
                    <a:pt x="12" y="47"/>
                  </a:lnTo>
                  <a:lnTo>
                    <a:pt x="12" y="53"/>
                  </a:lnTo>
                  <a:lnTo>
                    <a:pt x="6" y="71"/>
                  </a:lnTo>
                  <a:lnTo>
                    <a:pt x="0" y="83"/>
                  </a:lnTo>
                  <a:lnTo>
                    <a:pt x="0" y="95"/>
                  </a:lnTo>
                  <a:lnTo>
                    <a:pt x="0" y="101"/>
                  </a:lnTo>
                  <a:lnTo>
                    <a:pt x="6" y="107"/>
                  </a:lnTo>
                  <a:lnTo>
                    <a:pt x="18" y="101"/>
                  </a:lnTo>
                  <a:lnTo>
                    <a:pt x="24" y="89"/>
                  </a:lnTo>
                  <a:lnTo>
                    <a:pt x="24" y="83"/>
                  </a:lnTo>
                  <a:close/>
                  <a:moveTo>
                    <a:pt x="24" y="12"/>
                  </a:moveTo>
                  <a:lnTo>
                    <a:pt x="24" y="6"/>
                  </a:lnTo>
                  <a:lnTo>
                    <a:pt x="18" y="0"/>
                  </a:lnTo>
                  <a:lnTo>
                    <a:pt x="18" y="6"/>
                  </a:lnTo>
                  <a:lnTo>
                    <a:pt x="12" y="6"/>
                  </a:lnTo>
                  <a:lnTo>
                    <a:pt x="18" y="12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44" name="Freeform 263"/>
            <p:cNvSpPr/>
            <p:nvPr/>
          </p:nvSpPr>
          <p:spPr>
            <a:xfrm>
              <a:off x="1512" y="1448"/>
              <a:ext cx="27" cy="88"/>
            </a:xfrm>
            <a:custGeom>
              <a:avLst/>
              <a:gdLst>
                <a:gd name="txL" fmla="*/ 0 w 24"/>
                <a:gd name="txT" fmla="*/ 0 h 78"/>
                <a:gd name="txR" fmla="*/ 24 w 24"/>
                <a:gd name="txB" fmla="*/ 78 h 78"/>
              </a:gdLst>
              <a:ahLst/>
              <a:cxnLst>
                <a:cxn ang="0">
                  <a:pos x="0" y="2009"/>
                </a:cxn>
                <a:cxn ang="0">
                  <a:pos x="579" y="2009"/>
                </a:cxn>
                <a:cxn ang="0">
                  <a:pos x="579" y="2009"/>
                </a:cxn>
                <a:cxn ang="0">
                  <a:pos x="457" y="2009"/>
                </a:cxn>
                <a:cxn ang="0">
                  <a:pos x="457" y="1863"/>
                </a:cxn>
                <a:cxn ang="0">
                  <a:pos x="457" y="0"/>
                </a:cxn>
                <a:cxn ang="0">
                  <a:pos x="321" y="0"/>
                </a:cxn>
                <a:cxn ang="0">
                  <a:pos x="0" y="159"/>
                </a:cxn>
                <a:cxn ang="0">
                  <a:pos x="0" y="327"/>
                </a:cxn>
                <a:cxn ang="0">
                  <a:pos x="0" y="159"/>
                </a:cxn>
                <a:cxn ang="0">
                  <a:pos x="158" y="159"/>
                </a:cxn>
                <a:cxn ang="0">
                  <a:pos x="158" y="327"/>
                </a:cxn>
                <a:cxn ang="0">
                  <a:pos x="158" y="327"/>
                </a:cxn>
                <a:cxn ang="0">
                  <a:pos x="158" y="1695"/>
                </a:cxn>
                <a:cxn ang="0">
                  <a:pos x="158" y="2009"/>
                </a:cxn>
                <a:cxn ang="0">
                  <a:pos x="0" y="2009"/>
                </a:cxn>
                <a:cxn ang="0">
                  <a:pos x="0" y="2009"/>
                </a:cxn>
              </a:cxnLst>
              <a:rect l="txL" t="txT" r="txR" b="txB"/>
              <a:pathLst>
                <a:path w="24" h="78">
                  <a:moveTo>
                    <a:pt x="0" y="78"/>
                  </a:moveTo>
                  <a:lnTo>
                    <a:pt x="24" y="78"/>
                  </a:lnTo>
                  <a:lnTo>
                    <a:pt x="18" y="78"/>
                  </a:lnTo>
                  <a:lnTo>
                    <a:pt x="18" y="7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12"/>
                  </a:lnTo>
                  <a:lnTo>
                    <a:pt x="6" y="66"/>
                  </a:lnTo>
                  <a:lnTo>
                    <a:pt x="6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45" name="Freeform 264"/>
            <p:cNvSpPr>
              <a:spLocks noEditPoints="1"/>
            </p:cNvSpPr>
            <p:nvPr/>
          </p:nvSpPr>
          <p:spPr>
            <a:xfrm>
              <a:off x="1465" y="2711"/>
              <a:ext cx="34" cy="123"/>
            </a:xfrm>
            <a:custGeom>
              <a:avLst/>
              <a:gdLst>
                <a:gd name="txL" fmla="*/ 0 w 30"/>
                <a:gd name="txT" fmla="*/ 0 h 108"/>
                <a:gd name="txR" fmla="*/ 30 w 30"/>
                <a:gd name="txB" fmla="*/ 108 h 108"/>
              </a:gdLst>
              <a:ahLst/>
              <a:cxnLst>
                <a:cxn ang="0">
                  <a:pos x="716" y="2811"/>
                </a:cxn>
                <a:cxn ang="0">
                  <a:pos x="507" y="3201"/>
                </a:cxn>
                <a:cxn ang="0">
                  <a:pos x="348" y="3201"/>
                </a:cxn>
                <a:cxn ang="0">
                  <a:pos x="348" y="3201"/>
                </a:cxn>
                <a:cxn ang="0">
                  <a:pos x="348" y="3009"/>
                </a:cxn>
                <a:cxn ang="0">
                  <a:pos x="348" y="2811"/>
                </a:cxn>
                <a:cxn ang="0">
                  <a:pos x="716" y="1257"/>
                </a:cxn>
                <a:cxn ang="0">
                  <a:pos x="716" y="1257"/>
                </a:cxn>
                <a:cxn ang="0">
                  <a:pos x="348" y="1257"/>
                </a:cxn>
                <a:cxn ang="0">
                  <a:pos x="164" y="1257"/>
                </a:cxn>
                <a:cxn ang="0">
                  <a:pos x="164" y="1433"/>
                </a:cxn>
                <a:cxn ang="0">
                  <a:pos x="348" y="1433"/>
                </a:cxn>
                <a:cxn ang="0">
                  <a:pos x="348" y="1433"/>
                </a:cxn>
                <a:cxn ang="0">
                  <a:pos x="348" y="1858"/>
                </a:cxn>
                <a:cxn ang="0">
                  <a:pos x="164" y="2411"/>
                </a:cxn>
                <a:cxn ang="0">
                  <a:pos x="0" y="2811"/>
                </a:cxn>
                <a:cxn ang="0">
                  <a:pos x="0" y="3201"/>
                </a:cxn>
                <a:cxn ang="0">
                  <a:pos x="0" y="3406"/>
                </a:cxn>
                <a:cxn ang="0">
                  <a:pos x="164" y="3602"/>
                </a:cxn>
                <a:cxn ang="0">
                  <a:pos x="507" y="3406"/>
                </a:cxn>
                <a:cxn ang="0">
                  <a:pos x="716" y="3009"/>
                </a:cxn>
                <a:cxn ang="0">
                  <a:pos x="716" y="2811"/>
                </a:cxn>
                <a:cxn ang="0">
                  <a:pos x="902" y="203"/>
                </a:cxn>
                <a:cxn ang="0">
                  <a:pos x="902" y="203"/>
                </a:cxn>
                <a:cxn ang="0">
                  <a:pos x="716" y="0"/>
                </a:cxn>
                <a:cxn ang="0">
                  <a:pos x="507" y="0"/>
                </a:cxn>
                <a:cxn ang="0">
                  <a:pos x="507" y="203"/>
                </a:cxn>
                <a:cxn ang="0">
                  <a:pos x="507" y="413"/>
                </a:cxn>
                <a:cxn ang="0">
                  <a:pos x="716" y="609"/>
                </a:cxn>
                <a:cxn ang="0">
                  <a:pos x="902" y="413"/>
                </a:cxn>
                <a:cxn ang="0">
                  <a:pos x="902" y="203"/>
                </a:cxn>
                <a:cxn ang="0">
                  <a:pos x="902" y="203"/>
                </a:cxn>
              </a:cxnLst>
              <a:rect l="txL" t="txT" r="txR" b="txB"/>
              <a:pathLst>
                <a:path w="30" h="108">
                  <a:moveTo>
                    <a:pt x="24" y="84"/>
                  </a:moveTo>
                  <a:lnTo>
                    <a:pt x="18" y="96"/>
                  </a:lnTo>
                  <a:lnTo>
                    <a:pt x="12" y="96"/>
                  </a:lnTo>
                  <a:lnTo>
                    <a:pt x="12" y="90"/>
                  </a:lnTo>
                  <a:lnTo>
                    <a:pt x="12" y="84"/>
                  </a:lnTo>
                  <a:lnTo>
                    <a:pt x="24" y="36"/>
                  </a:lnTo>
                  <a:lnTo>
                    <a:pt x="12" y="36"/>
                  </a:lnTo>
                  <a:lnTo>
                    <a:pt x="6" y="36"/>
                  </a:lnTo>
                  <a:lnTo>
                    <a:pt x="6" y="42"/>
                  </a:lnTo>
                  <a:lnTo>
                    <a:pt x="12" y="42"/>
                  </a:lnTo>
                  <a:lnTo>
                    <a:pt x="12" y="54"/>
                  </a:lnTo>
                  <a:lnTo>
                    <a:pt x="6" y="72"/>
                  </a:lnTo>
                  <a:lnTo>
                    <a:pt x="0" y="84"/>
                  </a:lnTo>
                  <a:lnTo>
                    <a:pt x="0" y="96"/>
                  </a:lnTo>
                  <a:lnTo>
                    <a:pt x="0" y="102"/>
                  </a:lnTo>
                  <a:lnTo>
                    <a:pt x="6" y="108"/>
                  </a:lnTo>
                  <a:lnTo>
                    <a:pt x="18" y="102"/>
                  </a:lnTo>
                  <a:lnTo>
                    <a:pt x="24" y="90"/>
                  </a:lnTo>
                  <a:lnTo>
                    <a:pt x="24" y="84"/>
                  </a:lnTo>
                  <a:close/>
                  <a:moveTo>
                    <a:pt x="30" y="6"/>
                  </a:moveTo>
                  <a:lnTo>
                    <a:pt x="30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8" y="6"/>
                  </a:lnTo>
                  <a:lnTo>
                    <a:pt x="18" y="12"/>
                  </a:lnTo>
                  <a:lnTo>
                    <a:pt x="24" y="18"/>
                  </a:lnTo>
                  <a:lnTo>
                    <a:pt x="30" y="12"/>
                  </a:lnTo>
                  <a:lnTo>
                    <a:pt x="30" y="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46" name="Freeform 265"/>
            <p:cNvSpPr/>
            <p:nvPr/>
          </p:nvSpPr>
          <p:spPr>
            <a:xfrm>
              <a:off x="1505" y="2779"/>
              <a:ext cx="48" cy="96"/>
            </a:xfrm>
            <a:custGeom>
              <a:avLst/>
              <a:gdLst>
                <a:gd name="txL" fmla="*/ 0 w 42"/>
                <a:gd name="txT" fmla="*/ 0 h 84"/>
                <a:gd name="txR" fmla="*/ 42 w 42"/>
                <a:gd name="txB" fmla="*/ 84 h 84"/>
              </a:gdLst>
              <a:ahLst/>
              <a:cxnLst>
                <a:cxn ang="0">
                  <a:pos x="1544" y="2422"/>
                </a:cxn>
                <a:cxn ang="0">
                  <a:pos x="1544" y="2422"/>
                </a:cxn>
                <a:cxn ang="0">
                  <a:pos x="1347" y="2634"/>
                </a:cxn>
                <a:cxn ang="0">
                  <a:pos x="1087" y="2634"/>
                </a:cxn>
                <a:cxn ang="0">
                  <a:pos x="213" y="2634"/>
                </a:cxn>
                <a:cxn ang="0">
                  <a:pos x="877" y="2010"/>
                </a:cxn>
                <a:cxn ang="0">
                  <a:pos x="1087" y="1544"/>
                </a:cxn>
                <a:cxn ang="0">
                  <a:pos x="1347" y="877"/>
                </a:cxn>
                <a:cxn ang="0">
                  <a:pos x="1087" y="213"/>
                </a:cxn>
                <a:cxn ang="0">
                  <a:pos x="671" y="0"/>
                </a:cxn>
                <a:cxn ang="0">
                  <a:pos x="213" y="213"/>
                </a:cxn>
                <a:cxn ang="0">
                  <a:pos x="0" y="877"/>
                </a:cxn>
                <a:cxn ang="0">
                  <a:pos x="0" y="1087"/>
                </a:cxn>
                <a:cxn ang="0">
                  <a:pos x="213" y="671"/>
                </a:cxn>
                <a:cxn ang="0">
                  <a:pos x="450" y="450"/>
                </a:cxn>
                <a:cxn ang="0">
                  <a:pos x="877" y="671"/>
                </a:cxn>
                <a:cxn ang="0">
                  <a:pos x="1087" y="1087"/>
                </a:cxn>
                <a:cxn ang="0">
                  <a:pos x="877" y="1544"/>
                </a:cxn>
                <a:cxn ang="0">
                  <a:pos x="671" y="2229"/>
                </a:cxn>
                <a:cxn ang="0">
                  <a:pos x="0" y="3121"/>
                </a:cxn>
                <a:cxn ang="0">
                  <a:pos x="0" y="3121"/>
                </a:cxn>
                <a:cxn ang="0">
                  <a:pos x="1347" y="3121"/>
                </a:cxn>
                <a:cxn ang="0">
                  <a:pos x="1544" y="2422"/>
                </a:cxn>
              </a:cxnLst>
              <a:rect l="txL" t="txT" r="txR" b="txB"/>
              <a:pathLst>
                <a:path w="42" h="84">
                  <a:moveTo>
                    <a:pt x="42" y="66"/>
                  </a:moveTo>
                  <a:lnTo>
                    <a:pt x="42" y="66"/>
                  </a:lnTo>
                  <a:lnTo>
                    <a:pt x="36" y="72"/>
                  </a:lnTo>
                  <a:lnTo>
                    <a:pt x="30" y="72"/>
                  </a:lnTo>
                  <a:lnTo>
                    <a:pt x="6" y="72"/>
                  </a:lnTo>
                  <a:lnTo>
                    <a:pt x="24" y="54"/>
                  </a:lnTo>
                  <a:lnTo>
                    <a:pt x="30" y="42"/>
                  </a:lnTo>
                  <a:lnTo>
                    <a:pt x="36" y="24"/>
                  </a:lnTo>
                  <a:lnTo>
                    <a:pt x="30" y="6"/>
                  </a:lnTo>
                  <a:lnTo>
                    <a:pt x="18" y="0"/>
                  </a:lnTo>
                  <a:lnTo>
                    <a:pt x="6" y="6"/>
                  </a:lnTo>
                  <a:lnTo>
                    <a:pt x="0" y="24"/>
                  </a:lnTo>
                  <a:lnTo>
                    <a:pt x="0" y="30"/>
                  </a:lnTo>
                  <a:lnTo>
                    <a:pt x="6" y="18"/>
                  </a:lnTo>
                  <a:lnTo>
                    <a:pt x="12" y="12"/>
                  </a:lnTo>
                  <a:lnTo>
                    <a:pt x="24" y="18"/>
                  </a:lnTo>
                  <a:lnTo>
                    <a:pt x="30" y="30"/>
                  </a:lnTo>
                  <a:lnTo>
                    <a:pt x="24" y="42"/>
                  </a:lnTo>
                  <a:lnTo>
                    <a:pt x="18" y="60"/>
                  </a:lnTo>
                  <a:lnTo>
                    <a:pt x="0" y="84"/>
                  </a:lnTo>
                  <a:lnTo>
                    <a:pt x="36" y="84"/>
                  </a:lnTo>
                  <a:lnTo>
                    <a:pt x="42" y="6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47" name="Freeform 266"/>
            <p:cNvSpPr>
              <a:spLocks noEditPoints="1"/>
            </p:cNvSpPr>
            <p:nvPr/>
          </p:nvSpPr>
          <p:spPr>
            <a:xfrm>
              <a:off x="2837" y="2711"/>
              <a:ext cx="34" cy="123"/>
            </a:xfrm>
            <a:custGeom>
              <a:avLst/>
              <a:gdLst>
                <a:gd name="txL" fmla="*/ 0 w 30"/>
                <a:gd name="txT" fmla="*/ 0 h 108"/>
                <a:gd name="txR" fmla="*/ 30 w 30"/>
                <a:gd name="txB" fmla="*/ 108 h 108"/>
              </a:gdLst>
              <a:ahLst/>
              <a:cxnLst>
                <a:cxn ang="0">
                  <a:pos x="716" y="2811"/>
                </a:cxn>
                <a:cxn ang="0">
                  <a:pos x="507" y="3201"/>
                </a:cxn>
                <a:cxn ang="0">
                  <a:pos x="348" y="3201"/>
                </a:cxn>
                <a:cxn ang="0">
                  <a:pos x="348" y="3201"/>
                </a:cxn>
                <a:cxn ang="0">
                  <a:pos x="348" y="3009"/>
                </a:cxn>
                <a:cxn ang="0">
                  <a:pos x="348" y="2811"/>
                </a:cxn>
                <a:cxn ang="0">
                  <a:pos x="716" y="1257"/>
                </a:cxn>
                <a:cxn ang="0">
                  <a:pos x="716" y="1257"/>
                </a:cxn>
                <a:cxn ang="0">
                  <a:pos x="348" y="1257"/>
                </a:cxn>
                <a:cxn ang="0">
                  <a:pos x="0" y="1257"/>
                </a:cxn>
                <a:cxn ang="0">
                  <a:pos x="0" y="1433"/>
                </a:cxn>
                <a:cxn ang="0">
                  <a:pos x="164" y="1433"/>
                </a:cxn>
                <a:cxn ang="0">
                  <a:pos x="348" y="1433"/>
                </a:cxn>
                <a:cxn ang="0">
                  <a:pos x="348" y="1858"/>
                </a:cxn>
                <a:cxn ang="0">
                  <a:pos x="164" y="2411"/>
                </a:cxn>
                <a:cxn ang="0">
                  <a:pos x="0" y="2811"/>
                </a:cxn>
                <a:cxn ang="0">
                  <a:pos x="0" y="3201"/>
                </a:cxn>
                <a:cxn ang="0">
                  <a:pos x="0" y="3406"/>
                </a:cxn>
                <a:cxn ang="0">
                  <a:pos x="164" y="3602"/>
                </a:cxn>
                <a:cxn ang="0">
                  <a:pos x="507" y="3406"/>
                </a:cxn>
                <a:cxn ang="0">
                  <a:pos x="716" y="3009"/>
                </a:cxn>
                <a:cxn ang="0">
                  <a:pos x="716" y="2811"/>
                </a:cxn>
                <a:cxn ang="0">
                  <a:pos x="902" y="203"/>
                </a:cxn>
                <a:cxn ang="0">
                  <a:pos x="716" y="203"/>
                </a:cxn>
                <a:cxn ang="0">
                  <a:pos x="507" y="0"/>
                </a:cxn>
                <a:cxn ang="0">
                  <a:pos x="507" y="0"/>
                </a:cxn>
                <a:cxn ang="0">
                  <a:pos x="348" y="203"/>
                </a:cxn>
                <a:cxn ang="0">
                  <a:pos x="507" y="413"/>
                </a:cxn>
                <a:cxn ang="0">
                  <a:pos x="507" y="609"/>
                </a:cxn>
                <a:cxn ang="0">
                  <a:pos x="716" y="413"/>
                </a:cxn>
                <a:cxn ang="0">
                  <a:pos x="902" y="203"/>
                </a:cxn>
                <a:cxn ang="0">
                  <a:pos x="902" y="203"/>
                </a:cxn>
              </a:cxnLst>
              <a:rect l="txL" t="txT" r="txR" b="txB"/>
              <a:pathLst>
                <a:path w="30" h="108">
                  <a:moveTo>
                    <a:pt x="24" y="84"/>
                  </a:moveTo>
                  <a:lnTo>
                    <a:pt x="18" y="96"/>
                  </a:lnTo>
                  <a:lnTo>
                    <a:pt x="12" y="96"/>
                  </a:lnTo>
                  <a:lnTo>
                    <a:pt x="12" y="90"/>
                  </a:lnTo>
                  <a:lnTo>
                    <a:pt x="12" y="84"/>
                  </a:lnTo>
                  <a:lnTo>
                    <a:pt x="24" y="36"/>
                  </a:lnTo>
                  <a:lnTo>
                    <a:pt x="12" y="36"/>
                  </a:lnTo>
                  <a:lnTo>
                    <a:pt x="0" y="36"/>
                  </a:lnTo>
                  <a:lnTo>
                    <a:pt x="0" y="42"/>
                  </a:lnTo>
                  <a:lnTo>
                    <a:pt x="6" y="42"/>
                  </a:lnTo>
                  <a:lnTo>
                    <a:pt x="12" y="42"/>
                  </a:lnTo>
                  <a:lnTo>
                    <a:pt x="12" y="54"/>
                  </a:lnTo>
                  <a:lnTo>
                    <a:pt x="6" y="72"/>
                  </a:lnTo>
                  <a:lnTo>
                    <a:pt x="0" y="84"/>
                  </a:lnTo>
                  <a:lnTo>
                    <a:pt x="0" y="96"/>
                  </a:lnTo>
                  <a:lnTo>
                    <a:pt x="0" y="102"/>
                  </a:lnTo>
                  <a:lnTo>
                    <a:pt x="6" y="108"/>
                  </a:lnTo>
                  <a:lnTo>
                    <a:pt x="18" y="102"/>
                  </a:lnTo>
                  <a:lnTo>
                    <a:pt x="24" y="90"/>
                  </a:lnTo>
                  <a:lnTo>
                    <a:pt x="24" y="84"/>
                  </a:lnTo>
                  <a:close/>
                  <a:moveTo>
                    <a:pt x="30" y="6"/>
                  </a:moveTo>
                  <a:lnTo>
                    <a:pt x="24" y="6"/>
                  </a:lnTo>
                  <a:lnTo>
                    <a:pt x="18" y="0"/>
                  </a:lnTo>
                  <a:lnTo>
                    <a:pt x="12" y="6"/>
                  </a:lnTo>
                  <a:lnTo>
                    <a:pt x="18" y="12"/>
                  </a:lnTo>
                  <a:lnTo>
                    <a:pt x="18" y="18"/>
                  </a:lnTo>
                  <a:lnTo>
                    <a:pt x="24" y="12"/>
                  </a:lnTo>
                  <a:lnTo>
                    <a:pt x="30" y="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48" name="Freeform 267"/>
            <p:cNvSpPr/>
            <p:nvPr/>
          </p:nvSpPr>
          <p:spPr>
            <a:xfrm>
              <a:off x="2877" y="2779"/>
              <a:ext cx="40" cy="96"/>
            </a:xfrm>
            <a:custGeom>
              <a:avLst/>
              <a:gdLst>
                <a:gd name="txL" fmla="*/ 0 w 35"/>
                <a:gd name="txT" fmla="*/ 0 h 84"/>
                <a:gd name="txR" fmla="*/ 35 w 35"/>
                <a:gd name="txB" fmla="*/ 84 h 84"/>
              </a:gdLst>
              <a:ahLst/>
              <a:cxnLst>
                <a:cxn ang="0">
                  <a:pos x="213" y="1544"/>
                </a:cxn>
                <a:cxn ang="0">
                  <a:pos x="450" y="1544"/>
                </a:cxn>
                <a:cxn ang="0">
                  <a:pos x="619" y="1765"/>
                </a:cxn>
                <a:cxn ang="0">
                  <a:pos x="832" y="2010"/>
                </a:cxn>
                <a:cxn ang="0">
                  <a:pos x="1055" y="2229"/>
                </a:cxn>
                <a:cxn ang="0">
                  <a:pos x="832" y="2895"/>
                </a:cxn>
                <a:cxn ang="0">
                  <a:pos x="450" y="3121"/>
                </a:cxn>
                <a:cxn ang="0">
                  <a:pos x="213" y="2895"/>
                </a:cxn>
                <a:cxn ang="0">
                  <a:pos x="0" y="2634"/>
                </a:cxn>
                <a:cxn ang="0">
                  <a:pos x="0" y="2895"/>
                </a:cxn>
                <a:cxn ang="0">
                  <a:pos x="0" y="2895"/>
                </a:cxn>
                <a:cxn ang="0">
                  <a:pos x="213" y="3121"/>
                </a:cxn>
                <a:cxn ang="0">
                  <a:pos x="213" y="3121"/>
                </a:cxn>
                <a:cxn ang="0">
                  <a:pos x="1055" y="2895"/>
                </a:cxn>
                <a:cxn ang="0">
                  <a:pos x="1309" y="2229"/>
                </a:cxn>
                <a:cxn ang="0">
                  <a:pos x="1055" y="1544"/>
                </a:cxn>
                <a:cxn ang="0">
                  <a:pos x="832" y="1347"/>
                </a:cxn>
                <a:cxn ang="0">
                  <a:pos x="1055" y="1087"/>
                </a:cxn>
                <a:cxn ang="0">
                  <a:pos x="1055" y="671"/>
                </a:cxn>
                <a:cxn ang="0">
                  <a:pos x="1055" y="213"/>
                </a:cxn>
                <a:cxn ang="0">
                  <a:pos x="619" y="0"/>
                </a:cxn>
                <a:cxn ang="0">
                  <a:pos x="213" y="213"/>
                </a:cxn>
                <a:cxn ang="0">
                  <a:pos x="0" y="877"/>
                </a:cxn>
                <a:cxn ang="0">
                  <a:pos x="0" y="877"/>
                </a:cxn>
                <a:cxn ang="0">
                  <a:pos x="213" y="671"/>
                </a:cxn>
                <a:cxn ang="0">
                  <a:pos x="450" y="450"/>
                </a:cxn>
                <a:cxn ang="0">
                  <a:pos x="619" y="671"/>
                </a:cxn>
                <a:cxn ang="0">
                  <a:pos x="832" y="877"/>
                </a:cxn>
                <a:cxn ang="0">
                  <a:pos x="619" y="1347"/>
                </a:cxn>
                <a:cxn ang="0">
                  <a:pos x="213" y="1544"/>
                </a:cxn>
                <a:cxn ang="0">
                  <a:pos x="213" y="1544"/>
                </a:cxn>
              </a:cxnLst>
              <a:rect l="txL" t="txT" r="txR" b="txB"/>
              <a:pathLst>
                <a:path w="35" h="84">
                  <a:moveTo>
                    <a:pt x="6" y="42"/>
                  </a:moveTo>
                  <a:lnTo>
                    <a:pt x="12" y="42"/>
                  </a:lnTo>
                  <a:lnTo>
                    <a:pt x="17" y="48"/>
                  </a:lnTo>
                  <a:lnTo>
                    <a:pt x="23" y="54"/>
                  </a:lnTo>
                  <a:lnTo>
                    <a:pt x="29" y="60"/>
                  </a:lnTo>
                  <a:lnTo>
                    <a:pt x="23" y="78"/>
                  </a:lnTo>
                  <a:lnTo>
                    <a:pt x="12" y="84"/>
                  </a:lnTo>
                  <a:lnTo>
                    <a:pt x="6" y="78"/>
                  </a:lnTo>
                  <a:lnTo>
                    <a:pt x="0" y="72"/>
                  </a:lnTo>
                  <a:lnTo>
                    <a:pt x="0" y="78"/>
                  </a:lnTo>
                  <a:lnTo>
                    <a:pt x="6" y="84"/>
                  </a:lnTo>
                  <a:lnTo>
                    <a:pt x="29" y="78"/>
                  </a:lnTo>
                  <a:lnTo>
                    <a:pt x="35" y="60"/>
                  </a:lnTo>
                  <a:lnTo>
                    <a:pt x="29" y="42"/>
                  </a:lnTo>
                  <a:lnTo>
                    <a:pt x="23" y="36"/>
                  </a:lnTo>
                  <a:lnTo>
                    <a:pt x="29" y="30"/>
                  </a:lnTo>
                  <a:lnTo>
                    <a:pt x="29" y="18"/>
                  </a:lnTo>
                  <a:lnTo>
                    <a:pt x="29" y="6"/>
                  </a:lnTo>
                  <a:lnTo>
                    <a:pt x="17" y="0"/>
                  </a:lnTo>
                  <a:lnTo>
                    <a:pt x="6" y="6"/>
                  </a:lnTo>
                  <a:lnTo>
                    <a:pt x="0" y="24"/>
                  </a:lnTo>
                  <a:lnTo>
                    <a:pt x="6" y="18"/>
                  </a:lnTo>
                  <a:lnTo>
                    <a:pt x="12" y="12"/>
                  </a:lnTo>
                  <a:lnTo>
                    <a:pt x="17" y="18"/>
                  </a:lnTo>
                  <a:lnTo>
                    <a:pt x="23" y="24"/>
                  </a:lnTo>
                  <a:lnTo>
                    <a:pt x="17" y="36"/>
                  </a:lnTo>
                  <a:lnTo>
                    <a:pt x="6" y="4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49" name="Freeform 268"/>
            <p:cNvSpPr>
              <a:spLocks noEditPoints="1"/>
            </p:cNvSpPr>
            <p:nvPr/>
          </p:nvSpPr>
          <p:spPr>
            <a:xfrm>
              <a:off x="4174" y="2711"/>
              <a:ext cx="34" cy="123"/>
            </a:xfrm>
            <a:custGeom>
              <a:avLst/>
              <a:gdLst>
                <a:gd name="txL" fmla="*/ 0 w 30"/>
                <a:gd name="txT" fmla="*/ 0 h 108"/>
                <a:gd name="txR" fmla="*/ 30 w 30"/>
                <a:gd name="txB" fmla="*/ 108 h 108"/>
              </a:gdLst>
              <a:ahLst/>
              <a:cxnLst>
                <a:cxn ang="0">
                  <a:pos x="716" y="2811"/>
                </a:cxn>
                <a:cxn ang="0">
                  <a:pos x="507" y="3201"/>
                </a:cxn>
                <a:cxn ang="0">
                  <a:pos x="348" y="3201"/>
                </a:cxn>
                <a:cxn ang="0">
                  <a:pos x="348" y="3201"/>
                </a:cxn>
                <a:cxn ang="0">
                  <a:pos x="348" y="3009"/>
                </a:cxn>
                <a:cxn ang="0">
                  <a:pos x="348" y="2811"/>
                </a:cxn>
                <a:cxn ang="0">
                  <a:pos x="716" y="1257"/>
                </a:cxn>
                <a:cxn ang="0">
                  <a:pos x="716" y="1257"/>
                </a:cxn>
                <a:cxn ang="0">
                  <a:pos x="348" y="1257"/>
                </a:cxn>
                <a:cxn ang="0">
                  <a:pos x="0" y="1257"/>
                </a:cxn>
                <a:cxn ang="0">
                  <a:pos x="0" y="1433"/>
                </a:cxn>
                <a:cxn ang="0">
                  <a:pos x="348" y="1433"/>
                </a:cxn>
                <a:cxn ang="0">
                  <a:pos x="348" y="1433"/>
                </a:cxn>
                <a:cxn ang="0">
                  <a:pos x="348" y="1858"/>
                </a:cxn>
                <a:cxn ang="0">
                  <a:pos x="164" y="2411"/>
                </a:cxn>
                <a:cxn ang="0">
                  <a:pos x="0" y="2811"/>
                </a:cxn>
                <a:cxn ang="0">
                  <a:pos x="0" y="3201"/>
                </a:cxn>
                <a:cxn ang="0">
                  <a:pos x="0" y="3406"/>
                </a:cxn>
                <a:cxn ang="0">
                  <a:pos x="164" y="3602"/>
                </a:cxn>
                <a:cxn ang="0">
                  <a:pos x="507" y="3406"/>
                </a:cxn>
                <a:cxn ang="0">
                  <a:pos x="716" y="3009"/>
                </a:cxn>
                <a:cxn ang="0">
                  <a:pos x="716" y="2811"/>
                </a:cxn>
                <a:cxn ang="0">
                  <a:pos x="902" y="203"/>
                </a:cxn>
                <a:cxn ang="0">
                  <a:pos x="902" y="203"/>
                </a:cxn>
                <a:cxn ang="0">
                  <a:pos x="716" y="0"/>
                </a:cxn>
                <a:cxn ang="0">
                  <a:pos x="507" y="0"/>
                </a:cxn>
                <a:cxn ang="0">
                  <a:pos x="507" y="203"/>
                </a:cxn>
                <a:cxn ang="0">
                  <a:pos x="507" y="413"/>
                </a:cxn>
                <a:cxn ang="0">
                  <a:pos x="716" y="609"/>
                </a:cxn>
                <a:cxn ang="0">
                  <a:pos x="902" y="413"/>
                </a:cxn>
                <a:cxn ang="0">
                  <a:pos x="902" y="203"/>
                </a:cxn>
                <a:cxn ang="0">
                  <a:pos x="902" y="203"/>
                </a:cxn>
              </a:cxnLst>
              <a:rect l="txL" t="txT" r="txR" b="txB"/>
              <a:pathLst>
                <a:path w="30" h="108">
                  <a:moveTo>
                    <a:pt x="24" y="84"/>
                  </a:moveTo>
                  <a:lnTo>
                    <a:pt x="18" y="96"/>
                  </a:lnTo>
                  <a:lnTo>
                    <a:pt x="12" y="96"/>
                  </a:lnTo>
                  <a:lnTo>
                    <a:pt x="12" y="90"/>
                  </a:lnTo>
                  <a:lnTo>
                    <a:pt x="12" y="84"/>
                  </a:lnTo>
                  <a:lnTo>
                    <a:pt x="24" y="36"/>
                  </a:lnTo>
                  <a:lnTo>
                    <a:pt x="12" y="36"/>
                  </a:lnTo>
                  <a:lnTo>
                    <a:pt x="0" y="36"/>
                  </a:lnTo>
                  <a:lnTo>
                    <a:pt x="0" y="42"/>
                  </a:lnTo>
                  <a:lnTo>
                    <a:pt x="12" y="42"/>
                  </a:lnTo>
                  <a:lnTo>
                    <a:pt x="12" y="54"/>
                  </a:lnTo>
                  <a:lnTo>
                    <a:pt x="6" y="72"/>
                  </a:lnTo>
                  <a:lnTo>
                    <a:pt x="0" y="84"/>
                  </a:lnTo>
                  <a:lnTo>
                    <a:pt x="0" y="96"/>
                  </a:lnTo>
                  <a:lnTo>
                    <a:pt x="0" y="102"/>
                  </a:lnTo>
                  <a:lnTo>
                    <a:pt x="6" y="108"/>
                  </a:lnTo>
                  <a:lnTo>
                    <a:pt x="18" y="102"/>
                  </a:lnTo>
                  <a:lnTo>
                    <a:pt x="24" y="90"/>
                  </a:lnTo>
                  <a:lnTo>
                    <a:pt x="24" y="84"/>
                  </a:lnTo>
                  <a:close/>
                  <a:moveTo>
                    <a:pt x="30" y="6"/>
                  </a:moveTo>
                  <a:lnTo>
                    <a:pt x="30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8" y="6"/>
                  </a:lnTo>
                  <a:lnTo>
                    <a:pt x="18" y="12"/>
                  </a:lnTo>
                  <a:lnTo>
                    <a:pt x="24" y="18"/>
                  </a:lnTo>
                  <a:lnTo>
                    <a:pt x="30" y="12"/>
                  </a:lnTo>
                  <a:lnTo>
                    <a:pt x="30" y="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50" name="Freeform 269"/>
            <p:cNvSpPr>
              <a:spLocks noEditPoints="1"/>
            </p:cNvSpPr>
            <p:nvPr/>
          </p:nvSpPr>
          <p:spPr>
            <a:xfrm>
              <a:off x="4208" y="2779"/>
              <a:ext cx="54" cy="96"/>
            </a:xfrm>
            <a:custGeom>
              <a:avLst/>
              <a:gdLst>
                <a:gd name="txL" fmla="*/ 0 w 48"/>
                <a:gd name="txT" fmla="*/ 0 h 84"/>
                <a:gd name="txR" fmla="*/ 48 w 48"/>
                <a:gd name="txB" fmla="*/ 84 h 84"/>
              </a:gdLst>
              <a:ahLst/>
              <a:cxnLst>
                <a:cxn ang="0">
                  <a:pos x="1173" y="2010"/>
                </a:cxn>
                <a:cxn ang="0">
                  <a:pos x="880" y="2010"/>
                </a:cxn>
                <a:cxn ang="0">
                  <a:pos x="880" y="0"/>
                </a:cxn>
                <a:cxn ang="0">
                  <a:pos x="732" y="0"/>
                </a:cxn>
                <a:cxn ang="0">
                  <a:pos x="0" y="2010"/>
                </a:cxn>
                <a:cxn ang="0">
                  <a:pos x="0" y="2422"/>
                </a:cxn>
                <a:cxn ang="0">
                  <a:pos x="732" y="2422"/>
                </a:cxn>
                <a:cxn ang="0">
                  <a:pos x="732" y="3121"/>
                </a:cxn>
                <a:cxn ang="0">
                  <a:pos x="880" y="3121"/>
                </a:cxn>
                <a:cxn ang="0">
                  <a:pos x="880" y="2422"/>
                </a:cxn>
                <a:cxn ang="0">
                  <a:pos x="1173" y="2422"/>
                </a:cxn>
                <a:cxn ang="0">
                  <a:pos x="1173" y="2010"/>
                </a:cxn>
                <a:cxn ang="0">
                  <a:pos x="732" y="2010"/>
                </a:cxn>
                <a:cxn ang="0">
                  <a:pos x="158" y="2010"/>
                </a:cxn>
                <a:cxn ang="0">
                  <a:pos x="732" y="671"/>
                </a:cxn>
                <a:cxn ang="0">
                  <a:pos x="732" y="671"/>
                </a:cxn>
                <a:cxn ang="0">
                  <a:pos x="732" y="2010"/>
                </a:cxn>
              </a:cxnLst>
              <a:rect l="txL" t="txT" r="txR" b="txB"/>
              <a:pathLst>
                <a:path w="48" h="84">
                  <a:moveTo>
                    <a:pt x="48" y="54"/>
                  </a:moveTo>
                  <a:lnTo>
                    <a:pt x="36" y="54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0" y="54"/>
                  </a:lnTo>
                  <a:lnTo>
                    <a:pt x="0" y="66"/>
                  </a:lnTo>
                  <a:lnTo>
                    <a:pt x="30" y="66"/>
                  </a:lnTo>
                  <a:lnTo>
                    <a:pt x="30" y="84"/>
                  </a:lnTo>
                  <a:lnTo>
                    <a:pt x="36" y="84"/>
                  </a:lnTo>
                  <a:lnTo>
                    <a:pt x="36" y="66"/>
                  </a:lnTo>
                  <a:lnTo>
                    <a:pt x="48" y="66"/>
                  </a:lnTo>
                  <a:lnTo>
                    <a:pt x="48" y="54"/>
                  </a:lnTo>
                  <a:close/>
                  <a:moveTo>
                    <a:pt x="30" y="54"/>
                  </a:moveTo>
                  <a:lnTo>
                    <a:pt x="6" y="54"/>
                  </a:lnTo>
                  <a:lnTo>
                    <a:pt x="30" y="18"/>
                  </a:lnTo>
                  <a:lnTo>
                    <a:pt x="30" y="5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51" name="Freeform 270"/>
            <p:cNvSpPr/>
            <p:nvPr/>
          </p:nvSpPr>
          <p:spPr>
            <a:xfrm>
              <a:off x="2682" y="2039"/>
              <a:ext cx="289" cy="48"/>
            </a:xfrm>
            <a:custGeom>
              <a:avLst/>
              <a:gdLst>
                <a:gd name="txL" fmla="*/ 0 w 257"/>
                <a:gd name="txT" fmla="*/ 0 h 42"/>
                <a:gd name="txR" fmla="*/ 257 w 257"/>
                <a:gd name="txB" fmla="*/ 42 h 42"/>
              </a:gdLst>
              <a:ahLst/>
              <a:cxnLst>
                <a:cxn ang="0">
                  <a:pos x="0" y="1544"/>
                </a:cxn>
                <a:cxn ang="0">
                  <a:pos x="0" y="0"/>
                </a:cxn>
                <a:cxn ang="0">
                  <a:pos x="6077" y="0"/>
                </a:cxn>
                <a:cxn ang="0">
                  <a:pos x="6077" y="1544"/>
                </a:cxn>
                <a:cxn ang="0">
                  <a:pos x="0" y="1544"/>
                </a:cxn>
                <a:cxn ang="0">
                  <a:pos x="0" y="1544"/>
                </a:cxn>
              </a:cxnLst>
              <a:rect l="txL" t="txT" r="txR" b="txB"/>
              <a:pathLst>
                <a:path w="257" h="42">
                  <a:moveTo>
                    <a:pt x="0" y="42"/>
                  </a:moveTo>
                  <a:lnTo>
                    <a:pt x="0" y="0"/>
                  </a:lnTo>
                  <a:lnTo>
                    <a:pt x="257" y="0"/>
                  </a:lnTo>
                  <a:lnTo>
                    <a:pt x="257" y="42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52" name="Freeform 271"/>
            <p:cNvSpPr/>
            <p:nvPr/>
          </p:nvSpPr>
          <p:spPr>
            <a:xfrm>
              <a:off x="2957" y="2060"/>
              <a:ext cx="20" cy="61"/>
            </a:xfrm>
            <a:custGeom>
              <a:avLst/>
              <a:gdLst>
                <a:gd name="txL" fmla="*/ 0 w 18"/>
                <a:gd name="txT" fmla="*/ 0 h 54"/>
                <a:gd name="txR" fmla="*/ 18 w 18"/>
                <a:gd name="txB" fmla="*/ 54 h 54"/>
              </a:gdLst>
              <a:ahLst/>
              <a:cxnLst>
                <a:cxn ang="0">
                  <a:pos x="308" y="0"/>
                </a:cxn>
                <a:cxn ang="0">
                  <a:pos x="0" y="1456"/>
                </a:cxn>
                <a:cxn ang="0">
                  <a:pos x="308" y="0"/>
                </a:cxn>
                <a:cxn ang="0">
                  <a:pos x="308" y="0"/>
                </a:cxn>
              </a:cxnLst>
              <a:rect l="txL" t="txT" r="txR" b="txB"/>
              <a:pathLst>
                <a:path w="18" h="54">
                  <a:moveTo>
                    <a:pt x="18" y="0"/>
                  </a:moveTo>
                  <a:lnTo>
                    <a:pt x="0" y="54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53" name="Freeform 272"/>
            <p:cNvSpPr>
              <a:spLocks noEditPoints="1"/>
            </p:cNvSpPr>
            <p:nvPr/>
          </p:nvSpPr>
          <p:spPr>
            <a:xfrm>
              <a:off x="2937" y="2060"/>
              <a:ext cx="20" cy="61"/>
            </a:xfrm>
            <a:custGeom>
              <a:avLst/>
              <a:gdLst>
                <a:gd name="txL" fmla="*/ 0 w 18"/>
                <a:gd name="txT" fmla="*/ 0 h 54"/>
                <a:gd name="txR" fmla="*/ 18 w 18"/>
                <a:gd name="txB" fmla="*/ 54 h 54"/>
              </a:gdLst>
              <a:ahLst/>
              <a:cxnLst>
                <a:cxn ang="0">
                  <a:pos x="308" y="1456"/>
                </a:cxn>
                <a:cxn ang="0">
                  <a:pos x="0" y="0"/>
                </a:cxn>
                <a:cxn ang="0">
                  <a:pos x="308" y="1456"/>
                </a:cxn>
                <a:cxn ang="0">
                  <a:pos x="308" y="1456"/>
                </a:cxn>
                <a:cxn ang="0">
                  <a:pos x="308" y="1456"/>
                </a:cxn>
                <a:cxn ang="0">
                  <a:pos x="308" y="1456"/>
                </a:cxn>
                <a:cxn ang="0">
                  <a:pos x="308" y="1456"/>
                </a:cxn>
              </a:cxnLst>
              <a:rect l="txL" t="txT" r="txR" b="txB"/>
              <a:pathLst>
                <a:path w="18" h="54">
                  <a:moveTo>
                    <a:pt x="18" y="54"/>
                  </a:moveTo>
                  <a:lnTo>
                    <a:pt x="0" y="0"/>
                  </a:lnTo>
                  <a:lnTo>
                    <a:pt x="18" y="54"/>
                  </a:lnTo>
                  <a:close/>
                  <a:moveTo>
                    <a:pt x="18" y="54"/>
                  </a:moveTo>
                  <a:lnTo>
                    <a:pt x="18" y="54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54" name="Freeform 273"/>
            <p:cNvSpPr>
              <a:spLocks noEditPoints="1"/>
            </p:cNvSpPr>
            <p:nvPr/>
          </p:nvSpPr>
          <p:spPr>
            <a:xfrm>
              <a:off x="2917" y="2005"/>
              <a:ext cx="20" cy="55"/>
            </a:xfrm>
            <a:custGeom>
              <a:avLst/>
              <a:gdLst>
                <a:gd name="txL" fmla="*/ 0 w 18"/>
                <a:gd name="txT" fmla="*/ 0 h 48"/>
                <a:gd name="txR" fmla="*/ 18 w 18"/>
                <a:gd name="txB" fmla="*/ 48 h 48"/>
              </a:gdLst>
              <a:ahLst/>
              <a:cxnLst>
                <a:cxn ang="0">
                  <a:pos x="308" y="1896"/>
                </a:cxn>
                <a:cxn ang="0">
                  <a:pos x="0" y="0"/>
                </a:cxn>
                <a:cxn ang="0">
                  <a:pos x="308" y="1896"/>
                </a:cxn>
                <a:cxn ang="0">
                  <a:pos x="308" y="1896"/>
                </a:cxn>
                <a:cxn ang="0">
                  <a:pos x="308" y="1896"/>
                </a:cxn>
                <a:cxn ang="0">
                  <a:pos x="308" y="1896"/>
                </a:cxn>
                <a:cxn ang="0">
                  <a:pos x="308" y="1896"/>
                </a:cxn>
              </a:cxnLst>
              <a:rect l="txL" t="txT" r="txR" b="txB"/>
              <a:pathLst>
                <a:path w="18" h="48">
                  <a:moveTo>
                    <a:pt x="18" y="48"/>
                  </a:moveTo>
                  <a:lnTo>
                    <a:pt x="0" y="0"/>
                  </a:lnTo>
                  <a:lnTo>
                    <a:pt x="18" y="48"/>
                  </a:lnTo>
                  <a:close/>
                  <a:moveTo>
                    <a:pt x="18" y="48"/>
                  </a:moveTo>
                  <a:lnTo>
                    <a:pt x="18" y="4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55" name="Freeform 274"/>
            <p:cNvSpPr>
              <a:spLocks noEditPoints="1"/>
            </p:cNvSpPr>
            <p:nvPr/>
          </p:nvSpPr>
          <p:spPr>
            <a:xfrm>
              <a:off x="2903" y="2005"/>
              <a:ext cx="14" cy="55"/>
            </a:xfrm>
            <a:custGeom>
              <a:avLst/>
              <a:gdLst>
                <a:gd name="txL" fmla="*/ 0 w 12"/>
                <a:gd name="txT" fmla="*/ 0 h 48"/>
                <a:gd name="txR" fmla="*/ 12 w 12"/>
                <a:gd name="txB" fmla="*/ 48 h 48"/>
              </a:gdLst>
              <a:ahLst/>
              <a:cxnLst>
                <a:cxn ang="0">
                  <a:pos x="775" y="0"/>
                </a:cxn>
                <a:cxn ang="0">
                  <a:pos x="0" y="1896"/>
                </a:cxn>
                <a:cxn ang="0">
                  <a:pos x="775" y="0"/>
                </a:cxn>
                <a:cxn ang="0">
                  <a:pos x="775" y="0"/>
                </a:cxn>
                <a:cxn ang="0">
                  <a:pos x="775" y="0"/>
                </a:cxn>
                <a:cxn ang="0">
                  <a:pos x="775" y="0"/>
                </a:cxn>
                <a:cxn ang="0">
                  <a:pos x="775" y="0"/>
                </a:cxn>
              </a:cxnLst>
              <a:rect l="txL" t="txT" r="txR" b="txB"/>
              <a:pathLst>
                <a:path w="12" h="48">
                  <a:moveTo>
                    <a:pt x="12" y="0"/>
                  </a:moveTo>
                  <a:lnTo>
                    <a:pt x="0" y="48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56" name="Freeform 275"/>
            <p:cNvSpPr>
              <a:spLocks noEditPoints="1"/>
            </p:cNvSpPr>
            <p:nvPr/>
          </p:nvSpPr>
          <p:spPr>
            <a:xfrm>
              <a:off x="2903" y="2060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57" name="Freeform 276"/>
            <p:cNvSpPr>
              <a:spLocks noEditPoints="1"/>
            </p:cNvSpPr>
            <p:nvPr/>
          </p:nvSpPr>
          <p:spPr>
            <a:xfrm>
              <a:off x="2884" y="2060"/>
              <a:ext cx="19" cy="61"/>
            </a:xfrm>
            <a:custGeom>
              <a:avLst/>
              <a:gdLst>
                <a:gd name="txL" fmla="*/ 0 w 17"/>
                <a:gd name="txT" fmla="*/ 0 h 54"/>
                <a:gd name="txR" fmla="*/ 17 w 17"/>
                <a:gd name="txB" fmla="*/ 54 h 54"/>
              </a:gdLst>
              <a:ahLst/>
              <a:cxnLst>
                <a:cxn ang="0">
                  <a:pos x="330" y="0"/>
                </a:cxn>
                <a:cxn ang="0">
                  <a:pos x="0" y="1456"/>
                </a:cxn>
                <a:cxn ang="0">
                  <a:pos x="330" y="0"/>
                </a:cxn>
                <a:cxn ang="0">
                  <a:pos x="330" y="0"/>
                </a:cxn>
                <a:cxn ang="0">
                  <a:pos x="330" y="0"/>
                </a:cxn>
                <a:cxn ang="0">
                  <a:pos x="330" y="0"/>
                </a:cxn>
                <a:cxn ang="0">
                  <a:pos x="330" y="0"/>
                </a:cxn>
              </a:cxnLst>
              <a:rect l="txL" t="txT" r="txR" b="txB"/>
              <a:pathLst>
                <a:path w="17" h="54">
                  <a:moveTo>
                    <a:pt x="17" y="0"/>
                  </a:moveTo>
                  <a:lnTo>
                    <a:pt x="0" y="54"/>
                  </a:lnTo>
                  <a:lnTo>
                    <a:pt x="17" y="0"/>
                  </a:lnTo>
                  <a:close/>
                  <a:moveTo>
                    <a:pt x="17" y="0"/>
                  </a:moveTo>
                  <a:lnTo>
                    <a:pt x="17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58" name="Freeform 277"/>
            <p:cNvSpPr>
              <a:spLocks noEditPoints="1"/>
            </p:cNvSpPr>
            <p:nvPr/>
          </p:nvSpPr>
          <p:spPr>
            <a:xfrm>
              <a:off x="2864" y="2060"/>
              <a:ext cx="20" cy="61"/>
            </a:xfrm>
            <a:custGeom>
              <a:avLst/>
              <a:gdLst>
                <a:gd name="txL" fmla="*/ 0 w 18"/>
                <a:gd name="txT" fmla="*/ 0 h 54"/>
                <a:gd name="txR" fmla="*/ 18 w 18"/>
                <a:gd name="txB" fmla="*/ 54 h 54"/>
              </a:gdLst>
              <a:ahLst/>
              <a:cxnLst>
                <a:cxn ang="0">
                  <a:pos x="308" y="1456"/>
                </a:cxn>
                <a:cxn ang="0">
                  <a:pos x="0" y="0"/>
                </a:cxn>
                <a:cxn ang="0">
                  <a:pos x="308" y="1456"/>
                </a:cxn>
                <a:cxn ang="0">
                  <a:pos x="308" y="1456"/>
                </a:cxn>
                <a:cxn ang="0">
                  <a:pos x="308" y="1456"/>
                </a:cxn>
                <a:cxn ang="0">
                  <a:pos x="308" y="1456"/>
                </a:cxn>
                <a:cxn ang="0">
                  <a:pos x="308" y="1456"/>
                </a:cxn>
              </a:cxnLst>
              <a:rect l="txL" t="txT" r="txR" b="txB"/>
              <a:pathLst>
                <a:path w="18" h="54">
                  <a:moveTo>
                    <a:pt x="18" y="54"/>
                  </a:moveTo>
                  <a:lnTo>
                    <a:pt x="0" y="0"/>
                  </a:lnTo>
                  <a:lnTo>
                    <a:pt x="18" y="54"/>
                  </a:lnTo>
                  <a:close/>
                  <a:moveTo>
                    <a:pt x="18" y="54"/>
                  </a:moveTo>
                  <a:lnTo>
                    <a:pt x="18" y="54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59" name="Freeform 278"/>
            <p:cNvSpPr>
              <a:spLocks noEditPoints="1"/>
            </p:cNvSpPr>
            <p:nvPr/>
          </p:nvSpPr>
          <p:spPr>
            <a:xfrm>
              <a:off x="2844" y="2005"/>
              <a:ext cx="20" cy="55"/>
            </a:xfrm>
            <a:custGeom>
              <a:avLst/>
              <a:gdLst>
                <a:gd name="txL" fmla="*/ 0 w 18"/>
                <a:gd name="txT" fmla="*/ 0 h 48"/>
                <a:gd name="txR" fmla="*/ 18 w 18"/>
                <a:gd name="txB" fmla="*/ 48 h 48"/>
              </a:gdLst>
              <a:ahLst/>
              <a:cxnLst>
                <a:cxn ang="0">
                  <a:pos x="308" y="1896"/>
                </a:cxn>
                <a:cxn ang="0">
                  <a:pos x="0" y="0"/>
                </a:cxn>
                <a:cxn ang="0">
                  <a:pos x="308" y="1896"/>
                </a:cxn>
                <a:cxn ang="0">
                  <a:pos x="308" y="1896"/>
                </a:cxn>
                <a:cxn ang="0">
                  <a:pos x="308" y="1896"/>
                </a:cxn>
                <a:cxn ang="0">
                  <a:pos x="308" y="1896"/>
                </a:cxn>
                <a:cxn ang="0">
                  <a:pos x="308" y="1896"/>
                </a:cxn>
              </a:cxnLst>
              <a:rect l="txL" t="txT" r="txR" b="txB"/>
              <a:pathLst>
                <a:path w="18" h="48">
                  <a:moveTo>
                    <a:pt x="18" y="48"/>
                  </a:moveTo>
                  <a:lnTo>
                    <a:pt x="0" y="0"/>
                  </a:lnTo>
                  <a:lnTo>
                    <a:pt x="18" y="48"/>
                  </a:lnTo>
                  <a:close/>
                  <a:moveTo>
                    <a:pt x="18" y="48"/>
                  </a:moveTo>
                  <a:lnTo>
                    <a:pt x="18" y="4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60" name="Freeform 279"/>
            <p:cNvSpPr>
              <a:spLocks noEditPoints="1"/>
            </p:cNvSpPr>
            <p:nvPr/>
          </p:nvSpPr>
          <p:spPr>
            <a:xfrm>
              <a:off x="2823" y="2005"/>
              <a:ext cx="21" cy="55"/>
            </a:xfrm>
            <a:custGeom>
              <a:avLst/>
              <a:gdLst>
                <a:gd name="txL" fmla="*/ 0 w 18"/>
                <a:gd name="txT" fmla="*/ 0 h 48"/>
                <a:gd name="txR" fmla="*/ 18 w 18"/>
                <a:gd name="txB" fmla="*/ 48 h 48"/>
              </a:gdLst>
              <a:ahLst/>
              <a:cxnLst>
                <a:cxn ang="0">
                  <a:pos x="1210" y="0"/>
                </a:cxn>
                <a:cxn ang="0">
                  <a:pos x="0" y="1896"/>
                </a:cxn>
                <a:cxn ang="0">
                  <a:pos x="1210" y="0"/>
                </a:cxn>
                <a:cxn ang="0">
                  <a:pos x="1210" y="0"/>
                </a:cxn>
                <a:cxn ang="0">
                  <a:pos x="1210" y="0"/>
                </a:cxn>
                <a:cxn ang="0">
                  <a:pos x="1210" y="0"/>
                </a:cxn>
                <a:cxn ang="0">
                  <a:pos x="1210" y="0"/>
                </a:cxn>
              </a:cxnLst>
              <a:rect l="txL" t="txT" r="txR" b="txB"/>
              <a:pathLst>
                <a:path w="18" h="48">
                  <a:moveTo>
                    <a:pt x="18" y="0"/>
                  </a:moveTo>
                  <a:lnTo>
                    <a:pt x="0" y="48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61" name="Freeform 280"/>
            <p:cNvSpPr>
              <a:spLocks noEditPoints="1"/>
            </p:cNvSpPr>
            <p:nvPr/>
          </p:nvSpPr>
          <p:spPr>
            <a:xfrm>
              <a:off x="2810" y="2060"/>
              <a:ext cx="13" cy="61"/>
            </a:xfrm>
            <a:custGeom>
              <a:avLst/>
              <a:gdLst>
                <a:gd name="txL" fmla="*/ 0 w 12"/>
                <a:gd name="txT" fmla="*/ 0 h 54"/>
                <a:gd name="txR" fmla="*/ 12 w 12"/>
                <a:gd name="txB" fmla="*/ 54 h 54"/>
              </a:gdLst>
              <a:ahLst/>
              <a:cxnLst>
                <a:cxn ang="0">
                  <a:pos x="102" y="0"/>
                </a:cxn>
                <a:cxn ang="0">
                  <a:pos x="0" y="1456"/>
                </a:cxn>
                <a:cxn ang="0">
                  <a:pos x="102" y="0"/>
                </a:cxn>
                <a:cxn ang="0">
                  <a:pos x="102" y="0"/>
                </a:cxn>
                <a:cxn ang="0">
                  <a:pos x="102" y="0"/>
                </a:cxn>
                <a:cxn ang="0">
                  <a:pos x="102" y="0"/>
                </a:cxn>
                <a:cxn ang="0">
                  <a:pos x="102" y="0"/>
                </a:cxn>
              </a:cxnLst>
              <a:rect l="txL" t="txT" r="txR" b="txB"/>
              <a:pathLst>
                <a:path w="12" h="54">
                  <a:moveTo>
                    <a:pt x="12" y="0"/>
                  </a:moveTo>
                  <a:lnTo>
                    <a:pt x="0" y="54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62" name="Freeform 281"/>
            <p:cNvSpPr>
              <a:spLocks noEditPoints="1"/>
            </p:cNvSpPr>
            <p:nvPr/>
          </p:nvSpPr>
          <p:spPr>
            <a:xfrm>
              <a:off x="2790" y="2060"/>
              <a:ext cx="20" cy="61"/>
            </a:xfrm>
            <a:custGeom>
              <a:avLst/>
              <a:gdLst>
                <a:gd name="txL" fmla="*/ 0 w 18"/>
                <a:gd name="txT" fmla="*/ 0 h 54"/>
                <a:gd name="txR" fmla="*/ 18 w 18"/>
                <a:gd name="txB" fmla="*/ 54 h 54"/>
              </a:gdLst>
              <a:ahLst/>
              <a:cxnLst>
                <a:cxn ang="0">
                  <a:pos x="308" y="1456"/>
                </a:cxn>
                <a:cxn ang="0">
                  <a:pos x="0" y="0"/>
                </a:cxn>
                <a:cxn ang="0">
                  <a:pos x="308" y="1456"/>
                </a:cxn>
                <a:cxn ang="0">
                  <a:pos x="308" y="1456"/>
                </a:cxn>
                <a:cxn ang="0">
                  <a:pos x="308" y="1456"/>
                </a:cxn>
                <a:cxn ang="0">
                  <a:pos x="308" y="1456"/>
                </a:cxn>
                <a:cxn ang="0">
                  <a:pos x="308" y="1456"/>
                </a:cxn>
              </a:cxnLst>
              <a:rect l="txL" t="txT" r="txR" b="txB"/>
              <a:pathLst>
                <a:path w="18" h="54">
                  <a:moveTo>
                    <a:pt x="18" y="54"/>
                  </a:moveTo>
                  <a:lnTo>
                    <a:pt x="0" y="0"/>
                  </a:lnTo>
                  <a:lnTo>
                    <a:pt x="18" y="54"/>
                  </a:lnTo>
                  <a:close/>
                  <a:moveTo>
                    <a:pt x="18" y="54"/>
                  </a:moveTo>
                  <a:lnTo>
                    <a:pt x="18" y="54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63" name="Freeform 282"/>
            <p:cNvSpPr>
              <a:spLocks noEditPoints="1"/>
            </p:cNvSpPr>
            <p:nvPr/>
          </p:nvSpPr>
          <p:spPr>
            <a:xfrm>
              <a:off x="2769" y="2005"/>
              <a:ext cx="21" cy="55"/>
            </a:xfrm>
            <a:custGeom>
              <a:avLst/>
              <a:gdLst>
                <a:gd name="txL" fmla="*/ 0 w 18"/>
                <a:gd name="txT" fmla="*/ 0 h 48"/>
                <a:gd name="txR" fmla="*/ 18 w 18"/>
                <a:gd name="txB" fmla="*/ 48 h 48"/>
              </a:gdLst>
              <a:ahLst/>
              <a:cxnLst>
                <a:cxn ang="0">
                  <a:pos x="1210" y="1896"/>
                </a:cxn>
                <a:cxn ang="0">
                  <a:pos x="0" y="0"/>
                </a:cxn>
                <a:cxn ang="0">
                  <a:pos x="1210" y="1896"/>
                </a:cxn>
                <a:cxn ang="0">
                  <a:pos x="1210" y="1896"/>
                </a:cxn>
                <a:cxn ang="0">
                  <a:pos x="1210" y="1896"/>
                </a:cxn>
                <a:cxn ang="0">
                  <a:pos x="1210" y="1896"/>
                </a:cxn>
                <a:cxn ang="0">
                  <a:pos x="1210" y="1896"/>
                </a:cxn>
              </a:cxnLst>
              <a:rect l="txL" t="txT" r="txR" b="txB"/>
              <a:pathLst>
                <a:path w="18" h="48">
                  <a:moveTo>
                    <a:pt x="18" y="48"/>
                  </a:moveTo>
                  <a:lnTo>
                    <a:pt x="0" y="0"/>
                  </a:lnTo>
                  <a:lnTo>
                    <a:pt x="18" y="48"/>
                  </a:lnTo>
                  <a:close/>
                  <a:moveTo>
                    <a:pt x="18" y="48"/>
                  </a:moveTo>
                  <a:lnTo>
                    <a:pt x="18" y="4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64" name="Freeform 283"/>
            <p:cNvSpPr>
              <a:spLocks noEditPoints="1"/>
            </p:cNvSpPr>
            <p:nvPr/>
          </p:nvSpPr>
          <p:spPr>
            <a:xfrm>
              <a:off x="2749" y="2005"/>
              <a:ext cx="20" cy="55"/>
            </a:xfrm>
            <a:custGeom>
              <a:avLst/>
              <a:gdLst>
                <a:gd name="txL" fmla="*/ 0 w 18"/>
                <a:gd name="txT" fmla="*/ 0 h 48"/>
                <a:gd name="txR" fmla="*/ 18 w 18"/>
                <a:gd name="txB" fmla="*/ 48 h 48"/>
              </a:gdLst>
              <a:ahLst/>
              <a:cxnLst>
                <a:cxn ang="0">
                  <a:pos x="308" y="0"/>
                </a:cxn>
                <a:cxn ang="0">
                  <a:pos x="0" y="1896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</a:cxnLst>
              <a:rect l="txL" t="txT" r="txR" b="txB"/>
              <a:pathLst>
                <a:path w="18" h="48">
                  <a:moveTo>
                    <a:pt x="18" y="0"/>
                  </a:moveTo>
                  <a:lnTo>
                    <a:pt x="0" y="48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65" name="Freeform 284"/>
            <p:cNvSpPr>
              <a:spLocks noEditPoints="1"/>
            </p:cNvSpPr>
            <p:nvPr/>
          </p:nvSpPr>
          <p:spPr>
            <a:xfrm>
              <a:off x="2729" y="2060"/>
              <a:ext cx="20" cy="61"/>
            </a:xfrm>
            <a:custGeom>
              <a:avLst/>
              <a:gdLst>
                <a:gd name="txL" fmla="*/ 0 w 18"/>
                <a:gd name="txT" fmla="*/ 0 h 54"/>
                <a:gd name="txR" fmla="*/ 18 w 18"/>
                <a:gd name="txB" fmla="*/ 54 h 54"/>
              </a:gdLst>
              <a:ahLst/>
              <a:cxnLst>
                <a:cxn ang="0">
                  <a:pos x="308" y="0"/>
                </a:cxn>
                <a:cxn ang="0">
                  <a:pos x="0" y="1456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</a:cxnLst>
              <a:rect l="txL" t="txT" r="txR" b="txB"/>
              <a:pathLst>
                <a:path w="18" h="54">
                  <a:moveTo>
                    <a:pt x="18" y="0"/>
                  </a:moveTo>
                  <a:lnTo>
                    <a:pt x="0" y="54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66" name="Freeform 285"/>
            <p:cNvSpPr>
              <a:spLocks noEditPoints="1"/>
            </p:cNvSpPr>
            <p:nvPr/>
          </p:nvSpPr>
          <p:spPr>
            <a:xfrm>
              <a:off x="2716" y="2060"/>
              <a:ext cx="13" cy="61"/>
            </a:xfrm>
            <a:custGeom>
              <a:avLst/>
              <a:gdLst>
                <a:gd name="txL" fmla="*/ 0 w 12"/>
                <a:gd name="txT" fmla="*/ 0 h 54"/>
                <a:gd name="txR" fmla="*/ 12 w 12"/>
                <a:gd name="txB" fmla="*/ 54 h 54"/>
              </a:gdLst>
              <a:ahLst/>
              <a:cxnLst>
                <a:cxn ang="0">
                  <a:pos x="102" y="1456"/>
                </a:cxn>
                <a:cxn ang="0">
                  <a:pos x="0" y="0"/>
                </a:cxn>
                <a:cxn ang="0">
                  <a:pos x="102" y="1456"/>
                </a:cxn>
                <a:cxn ang="0">
                  <a:pos x="102" y="1456"/>
                </a:cxn>
                <a:cxn ang="0">
                  <a:pos x="102" y="1456"/>
                </a:cxn>
                <a:cxn ang="0">
                  <a:pos x="102" y="1456"/>
                </a:cxn>
                <a:cxn ang="0">
                  <a:pos x="102" y="1456"/>
                </a:cxn>
              </a:cxnLst>
              <a:rect l="txL" t="txT" r="txR" b="txB"/>
              <a:pathLst>
                <a:path w="12" h="54">
                  <a:moveTo>
                    <a:pt x="12" y="54"/>
                  </a:moveTo>
                  <a:lnTo>
                    <a:pt x="0" y="0"/>
                  </a:lnTo>
                  <a:lnTo>
                    <a:pt x="12" y="54"/>
                  </a:lnTo>
                  <a:close/>
                  <a:moveTo>
                    <a:pt x="12" y="54"/>
                  </a:moveTo>
                  <a:lnTo>
                    <a:pt x="12" y="54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67" name="Freeform 286"/>
            <p:cNvSpPr>
              <a:spLocks noEditPoints="1"/>
            </p:cNvSpPr>
            <p:nvPr/>
          </p:nvSpPr>
          <p:spPr>
            <a:xfrm>
              <a:off x="2695" y="2005"/>
              <a:ext cx="21" cy="55"/>
            </a:xfrm>
            <a:custGeom>
              <a:avLst/>
              <a:gdLst>
                <a:gd name="txL" fmla="*/ 0 w 18"/>
                <a:gd name="txT" fmla="*/ 0 h 48"/>
                <a:gd name="txR" fmla="*/ 18 w 18"/>
                <a:gd name="txB" fmla="*/ 48 h 48"/>
              </a:gdLst>
              <a:ahLst/>
              <a:cxnLst>
                <a:cxn ang="0">
                  <a:pos x="1210" y="1896"/>
                </a:cxn>
                <a:cxn ang="0">
                  <a:pos x="0" y="0"/>
                </a:cxn>
                <a:cxn ang="0">
                  <a:pos x="1210" y="1896"/>
                </a:cxn>
                <a:cxn ang="0">
                  <a:pos x="1210" y="1896"/>
                </a:cxn>
                <a:cxn ang="0">
                  <a:pos x="1210" y="1896"/>
                </a:cxn>
                <a:cxn ang="0">
                  <a:pos x="1210" y="1896"/>
                </a:cxn>
                <a:cxn ang="0">
                  <a:pos x="1210" y="1896"/>
                </a:cxn>
              </a:cxnLst>
              <a:rect l="txL" t="txT" r="txR" b="txB"/>
              <a:pathLst>
                <a:path w="18" h="48">
                  <a:moveTo>
                    <a:pt x="18" y="48"/>
                  </a:moveTo>
                  <a:lnTo>
                    <a:pt x="0" y="0"/>
                  </a:lnTo>
                  <a:lnTo>
                    <a:pt x="18" y="48"/>
                  </a:lnTo>
                  <a:close/>
                  <a:moveTo>
                    <a:pt x="18" y="48"/>
                  </a:moveTo>
                  <a:lnTo>
                    <a:pt x="18" y="4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68" name="Freeform 287"/>
            <p:cNvSpPr>
              <a:spLocks noEditPoints="1"/>
            </p:cNvSpPr>
            <p:nvPr/>
          </p:nvSpPr>
          <p:spPr>
            <a:xfrm>
              <a:off x="2675" y="2005"/>
              <a:ext cx="20" cy="61"/>
            </a:xfrm>
            <a:custGeom>
              <a:avLst/>
              <a:gdLst>
                <a:gd name="txL" fmla="*/ 0 w 18"/>
                <a:gd name="txT" fmla="*/ 0 h 54"/>
                <a:gd name="txR" fmla="*/ 18 w 18"/>
                <a:gd name="txB" fmla="*/ 54 h 54"/>
              </a:gdLst>
              <a:ahLst/>
              <a:cxnLst>
                <a:cxn ang="0">
                  <a:pos x="308" y="0"/>
                </a:cxn>
                <a:cxn ang="0">
                  <a:pos x="0" y="1456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</a:cxnLst>
              <a:rect l="txL" t="txT" r="txR" b="txB"/>
              <a:pathLst>
                <a:path w="18" h="54">
                  <a:moveTo>
                    <a:pt x="18" y="0"/>
                  </a:moveTo>
                  <a:lnTo>
                    <a:pt x="0" y="54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69" name="Freeform 288"/>
            <p:cNvSpPr/>
            <p:nvPr/>
          </p:nvSpPr>
          <p:spPr>
            <a:xfrm>
              <a:off x="3992" y="2039"/>
              <a:ext cx="297" cy="48"/>
            </a:xfrm>
            <a:custGeom>
              <a:avLst/>
              <a:gdLst>
                <a:gd name="txL" fmla="*/ 0 w 264"/>
                <a:gd name="txT" fmla="*/ 0 h 42"/>
                <a:gd name="txR" fmla="*/ 264 w 264"/>
                <a:gd name="txB" fmla="*/ 42 h 42"/>
              </a:gdLst>
              <a:ahLst/>
              <a:cxnLst>
                <a:cxn ang="0">
                  <a:pos x="0" y="1544"/>
                </a:cxn>
                <a:cxn ang="0">
                  <a:pos x="0" y="0"/>
                </a:cxn>
                <a:cxn ang="0">
                  <a:pos x="6359" y="0"/>
                </a:cxn>
                <a:cxn ang="0">
                  <a:pos x="6359" y="1544"/>
                </a:cxn>
                <a:cxn ang="0">
                  <a:pos x="0" y="1544"/>
                </a:cxn>
                <a:cxn ang="0">
                  <a:pos x="0" y="1544"/>
                </a:cxn>
              </a:cxnLst>
              <a:rect l="txL" t="txT" r="txR" b="txB"/>
              <a:pathLst>
                <a:path w="264" h="42">
                  <a:moveTo>
                    <a:pt x="0" y="42"/>
                  </a:moveTo>
                  <a:lnTo>
                    <a:pt x="0" y="0"/>
                  </a:lnTo>
                  <a:lnTo>
                    <a:pt x="264" y="0"/>
                  </a:lnTo>
                  <a:lnTo>
                    <a:pt x="264" y="42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70" name="Freeform 289"/>
            <p:cNvSpPr/>
            <p:nvPr/>
          </p:nvSpPr>
          <p:spPr>
            <a:xfrm>
              <a:off x="4275" y="2060"/>
              <a:ext cx="20" cy="61"/>
            </a:xfrm>
            <a:custGeom>
              <a:avLst/>
              <a:gdLst>
                <a:gd name="txL" fmla="*/ 0 w 18"/>
                <a:gd name="txT" fmla="*/ 0 h 54"/>
                <a:gd name="txR" fmla="*/ 18 w 18"/>
                <a:gd name="txB" fmla="*/ 54 h 54"/>
              </a:gdLst>
              <a:ahLst/>
              <a:cxnLst>
                <a:cxn ang="0">
                  <a:pos x="308" y="0"/>
                </a:cxn>
                <a:cxn ang="0">
                  <a:pos x="0" y="1456"/>
                </a:cxn>
                <a:cxn ang="0">
                  <a:pos x="308" y="0"/>
                </a:cxn>
                <a:cxn ang="0">
                  <a:pos x="308" y="0"/>
                </a:cxn>
              </a:cxnLst>
              <a:rect l="txL" t="txT" r="txR" b="txB"/>
              <a:pathLst>
                <a:path w="18" h="54">
                  <a:moveTo>
                    <a:pt x="18" y="0"/>
                  </a:moveTo>
                  <a:lnTo>
                    <a:pt x="0" y="54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71" name="Freeform 290"/>
            <p:cNvSpPr>
              <a:spLocks noEditPoints="1"/>
            </p:cNvSpPr>
            <p:nvPr/>
          </p:nvSpPr>
          <p:spPr>
            <a:xfrm>
              <a:off x="4255" y="2060"/>
              <a:ext cx="20" cy="61"/>
            </a:xfrm>
            <a:custGeom>
              <a:avLst/>
              <a:gdLst>
                <a:gd name="txL" fmla="*/ 0 w 18"/>
                <a:gd name="txT" fmla="*/ 0 h 54"/>
                <a:gd name="txR" fmla="*/ 18 w 18"/>
                <a:gd name="txB" fmla="*/ 54 h 54"/>
              </a:gdLst>
              <a:ahLst/>
              <a:cxnLst>
                <a:cxn ang="0">
                  <a:pos x="308" y="1456"/>
                </a:cxn>
                <a:cxn ang="0">
                  <a:pos x="0" y="0"/>
                </a:cxn>
                <a:cxn ang="0">
                  <a:pos x="308" y="1456"/>
                </a:cxn>
                <a:cxn ang="0">
                  <a:pos x="308" y="1456"/>
                </a:cxn>
                <a:cxn ang="0">
                  <a:pos x="308" y="1456"/>
                </a:cxn>
                <a:cxn ang="0">
                  <a:pos x="308" y="1456"/>
                </a:cxn>
                <a:cxn ang="0">
                  <a:pos x="308" y="1456"/>
                </a:cxn>
              </a:cxnLst>
              <a:rect l="txL" t="txT" r="txR" b="txB"/>
              <a:pathLst>
                <a:path w="18" h="54">
                  <a:moveTo>
                    <a:pt x="18" y="54"/>
                  </a:moveTo>
                  <a:lnTo>
                    <a:pt x="0" y="0"/>
                  </a:lnTo>
                  <a:lnTo>
                    <a:pt x="18" y="54"/>
                  </a:lnTo>
                  <a:close/>
                  <a:moveTo>
                    <a:pt x="18" y="54"/>
                  </a:moveTo>
                  <a:lnTo>
                    <a:pt x="18" y="54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72" name="Freeform 291"/>
            <p:cNvSpPr>
              <a:spLocks noEditPoints="1"/>
            </p:cNvSpPr>
            <p:nvPr/>
          </p:nvSpPr>
          <p:spPr>
            <a:xfrm>
              <a:off x="4235" y="2005"/>
              <a:ext cx="20" cy="55"/>
            </a:xfrm>
            <a:custGeom>
              <a:avLst/>
              <a:gdLst>
                <a:gd name="txL" fmla="*/ 0 w 18"/>
                <a:gd name="txT" fmla="*/ 0 h 48"/>
                <a:gd name="txR" fmla="*/ 18 w 18"/>
                <a:gd name="txB" fmla="*/ 48 h 48"/>
              </a:gdLst>
              <a:ahLst/>
              <a:cxnLst>
                <a:cxn ang="0">
                  <a:pos x="308" y="1896"/>
                </a:cxn>
                <a:cxn ang="0">
                  <a:pos x="0" y="0"/>
                </a:cxn>
                <a:cxn ang="0">
                  <a:pos x="308" y="1896"/>
                </a:cxn>
                <a:cxn ang="0">
                  <a:pos x="308" y="1896"/>
                </a:cxn>
                <a:cxn ang="0">
                  <a:pos x="308" y="1896"/>
                </a:cxn>
                <a:cxn ang="0">
                  <a:pos x="308" y="1896"/>
                </a:cxn>
                <a:cxn ang="0">
                  <a:pos x="308" y="1896"/>
                </a:cxn>
              </a:cxnLst>
              <a:rect l="txL" t="txT" r="txR" b="txB"/>
              <a:pathLst>
                <a:path w="18" h="48">
                  <a:moveTo>
                    <a:pt x="18" y="48"/>
                  </a:moveTo>
                  <a:lnTo>
                    <a:pt x="0" y="0"/>
                  </a:lnTo>
                  <a:lnTo>
                    <a:pt x="18" y="48"/>
                  </a:lnTo>
                  <a:close/>
                  <a:moveTo>
                    <a:pt x="18" y="48"/>
                  </a:moveTo>
                  <a:lnTo>
                    <a:pt x="18" y="4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73" name="Freeform 292"/>
            <p:cNvSpPr>
              <a:spLocks noEditPoints="1"/>
            </p:cNvSpPr>
            <p:nvPr/>
          </p:nvSpPr>
          <p:spPr>
            <a:xfrm>
              <a:off x="4221" y="2005"/>
              <a:ext cx="14" cy="55"/>
            </a:xfrm>
            <a:custGeom>
              <a:avLst/>
              <a:gdLst>
                <a:gd name="txL" fmla="*/ 0 w 12"/>
                <a:gd name="txT" fmla="*/ 0 h 48"/>
                <a:gd name="txR" fmla="*/ 12 w 12"/>
                <a:gd name="txB" fmla="*/ 48 h 48"/>
              </a:gdLst>
              <a:ahLst/>
              <a:cxnLst>
                <a:cxn ang="0">
                  <a:pos x="775" y="0"/>
                </a:cxn>
                <a:cxn ang="0">
                  <a:pos x="0" y="1896"/>
                </a:cxn>
                <a:cxn ang="0">
                  <a:pos x="775" y="0"/>
                </a:cxn>
                <a:cxn ang="0">
                  <a:pos x="775" y="0"/>
                </a:cxn>
                <a:cxn ang="0">
                  <a:pos x="775" y="0"/>
                </a:cxn>
                <a:cxn ang="0">
                  <a:pos x="775" y="0"/>
                </a:cxn>
                <a:cxn ang="0">
                  <a:pos x="775" y="0"/>
                </a:cxn>
              </a:cxnLst>
              <a:rect l="txL" t="txT" r="txR" b="txB"/>
              <a:pathLst>
                <a:path w="12" h="48">
                  <a:moveTo>
                    <a:pt x="12" y="0"/>
                  </a:moveTo>
                  <a:lnTo>
                    <a:pt x="0" y="48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74" name="Freeform 293"/>
            <p:cNvSpPr>
              <a:spLocks noEditPoints="1"/>
            </p:cNvSpPr>
            <p:nvPr/>
          </p:nvSpPr>
          <p:spPr>
            <a:xfrm>
              <a:off x="4214" y="2060"/>
              <a:ext cx="7" cy="1"/>
            </a:xfrm>
            <a:custGeom>
              <a:avLst/>
              <a:gdLst>
                <a:gd name="txL" fmla="*/ 0 w 6"/>
                <a:gd name="txT" fmla="*/ 0 h 1"/>
                <a:gd name="txR" fmla="*/ 6 w 6"/>
                <a:gd name="txB" fmla="*/ 1 h 1"/>
              </a:gdLst>
              <a:ahLst/>
              <a:cxnLst>
                <a:cxn ang="0">
                  <a:pos x="411" y="0"/>
                </a:cxn>
                <a:cxn ang="0">
                  <a:pos x="0" y="0"/>
                </a:cxn>
                <a:cxn ang="0">
                  <a:pos x="411" y="0"/>
                </a:cxn>
                <a:cxn ang="0">
                  <a:pos x="411" y="0"/>
                </a:cxn>
                <a:cxn ang="0">
                  <a:pos x="411" y="0"/>
                </a:cxn>
                <a:cxn ang="0">
                  <a:pos x="411" y="0"/>
                </a:cxn>
                <a:cxn ang="0">
                  <a:pos x="411" y="0"/>
                </a:cxn>
              </a:cxnLst>
              <a:rect l="txL" t="txT" r="txR" b="txB"/>
              <a:pathLst>
                <a:path w="6" h="1">
                  <a:moveTo>
                    <a:pt x="6" y="0"/>
                  </a:moveTo>
                  <a:lnTo>
                    <a:pt x="0" y="0"/>
                  </a:lnTo>
                  <a:lnTo>
                    <a:pt x="6" y="0"/>
                  </a:lnTo>
                  <a:close/>
                  <a:moveTo>
                    <a:pt x="6" y="0"/>
                  </a:moveTo>
                  <a:lnTo>
                    <a:pt x="6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75" name="Freeform 294"/>
            <p:cNvSpPr>
              <a:spLocks noEditPoints="1"/>
            </p:cNvSpPr>
            <p:nvPr/>
          </p:nvSpPr>
          <p:spPr>
            <a:xfrm>
              <a:off x="4201" y="2060"/>
              <a:ext cx="13" cy="61"/>
            </a:xfrm>
            <a:custGeom>
              <a:avLst/>
              <a:gdLst>
                <a:gd name="txL" fmla="*/ 0 w 12"/>
                <a:gd name="txT" fmla="*/ 0 h 54"/>
                <a:gd name="txR" fmla="*/ 12 w 12"/>
                <a:gd name="txB" fmla="*/ 54 h 54"/>
              </a:gdLst>
              <a:ahLst/>
              <a:cxnLst>
                <a:cxn ang="0">
                  <a:pos x="102" y="0"/>
                </a:cxn>
                <a:cxn ang="0">
                  <a:pos x="0" y="1456"/>
                </a:cxn>
                <a:cxn ang="0">
                  <a:pos x="102" y="0"/>
                </a:cxn>
                <a:cxn ang="0">
                  <a:pos x="102" y="0"/>
                </a:cxn>
                <a:cxn ang="0">
                  <a:pos x="102" y="0"/>
                </a:cxn>
                <a:cxn ang="0">
                  <a:pos x="102" y="0"/>
                </a:cxn>
                <a:cxn ang="0">
                  <a:pos x="102" y="0"/>
                </a:cxn>
              </a:cxnLst>
              <a:rect l="txL" t="txT" r="txR" b="txB"/>
              <a:pathLst>
                <a:path w="12" h="54">
                  <a:moveTo>
                    <a:pt x="12" y="0"/>
                  </a:moveTo>
                  <a:lnTo>
                    <a:pt x="0" y="54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76" name="Freeform 295"/>
            <p:cNvSpPr>
              <a:spLocks noEditPoints="1"/>
            </p:cNvSpPr>
            <p:nvPr/>
          </p:nvSpPr>
          <p:spPr>
            <a:xfrm>
              <a:off x="4181" y="2060"/>
              <a:ext cx="20" cy="61"/>
            </a:xfrm>
            <a:custGeom>
              <a:avLst/>
              <a:gdLst>
                <a:gd name="txL" fmla="*/ 0 w 18"/>
                <a:gd name="txT" fmla="*/ 0 h 54"/>
                <a:gd name="txR" fmla="*/ 18 w 18"/>
                <a:gd name="txB" fmla="*/ 54 h 54"/>
              </a:gdLst>
              <a:ahLst/>
              <a:cxnLst>
                <a:cxn ang="0">
                  <a:pos x="308" y="1456"/>
                </a:cxn>
                <a:cxn ang="0">
                  <a:pos x="0" y="0"/>
                </a:cxn>
                <a:cxn ang="0">
                  <a:pos x="308" y="1456"/>
                </a:cxn>
                <a:cxn ang="0">
                  <a:pos x="308" y="1456"/>
                </a:cxn>
                <a:cxn ang="0">
                  <a:pos x="308" y="1456"/>
                </a:cxn>
                <a:cxn ang="0">
                  <a:pos x="308" y="1456"/>
                </a:cxn>
                <a:cxn ang="0">
                  <a:pos x="308" y="1456"/>
                </a:cxn>
              </a:cxnLst>
              <a:rect l="txL" t="txT" r="txR" b="txB"/>
              <a:pathLst>
                <a:path w="18" h="54">
                  <a:moveTo>
                    <a:pt x="18" y="54"/>
                  </a:moveTo>
                  <a:lnTo>
                    <a:pt x="0" y="0"/>
                  </a:lnTo>
                  <a:lnTo>
                    <a:pt x="18" y="54"/>
                  </a:lnTo>
                  <a:close/>
                  <a:moveTo>
                    <a:pt x="18" y="54"/>
                  </a:moveTo>
                  <a:lnTo>
                    <a:pt x="18" y="54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77" name="Freeform 296"/>
            <p:cNvSpPr>
              <a:spLocks noEditPoints="1"/>
            </p:cNvSpPr>
            <p:nvPr/>
          </p:nvSpPr>
          <p:spPr>
            <a:xfrm>
              <a:off x="4160" y="2005"/>
              <a:ext cx="21" cy="55"/>
            </a:xfrm>
            <a:custGeom>
              <a:avLst/>
              <a:gdLst>
                <a:gd name="txL" fmla="*/ 0 w 18"/>
                <a:gd name="txT" fmla="*/ 0 h 48"/>
                <a:gd name="txR" fmla="*/ 18 w 18"/>
                <a:gd name="txB" fmla="*/ 48 h 48"/>
              </a:gdLst>
              <a:ahLst/>
              <a:cxnLst>
                <a:cxn ang="0">
                  <a:pos x="1210" y="1896"/>
                </a:cxn>
                <a:cxn ang="0">
                  <a:pos x="0" y="0"/>
                </a:cxn>
                <a:cxn ang="0">
                  <a:pos x="1210" y="1896"/>
                </a:cxn>
                <a:cxn ang="0">
                  <a:pos x="1210" y="1896"/>
                </a:cxn>
                <a:cxn ang="0">
                  <a:pos x="1210" y="1896"/>
                </a:cxn>
                <a:cxn ang="0">
                  <a:pos x="1210" y="1896"/>
                </a:cxn>
                <a:cxn ang="0">
                  <a:pos x="1210" y="1896"/>
                </a:cxn>
              </a:cxnLst>
              <a:rect l="txL" t="txT" r="txR" b="txB"/>
              <a:pathLst>
                <a:path w="18" h="48">
                  <a:moveTo>
                    <a:pt x="18" y="48"/>
                  </a:moveTo>
                  <a:lnTo>
                    <a:pt x="0" y="0"/>
                  </a:lnTo>
                  <a:lnTo>
                    <a:pt x="18" y="48"/>
                  </a:lnTo>
                  <a:close/>
                  <a:moveTo>
                    <a:pt x="18" y="48"/>
                  </a:moveTo>
                  <a:lnTo>
                    <a:pt x="18" y="4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78" name="Freeform 297"/>
            <p:cNvSpPr>
              <a:spLocks noEditPoints="1"/>
            </p:cNvSpPr>
            <p:nvPr/>
          </p:nvSpPr>
          <p:spPr>
            <a:xfrm>
              <a:off x="4140" y="2005"/>
              <a:ext cx="20" cy="55"/>
            </a:xfrm>
            <a:custGeom>
              <a:avLst/>
              <a:gdLst>
                <a:gd name="txL" fmla="*/ 0 w 18"/>
                <a:gd name="txT" fmla="*/ 0 h 48"/>
                <a:gd name="txR" fmla="*/ 18 w 18"/>
                <a:gd name="txB" fmla="*/ 48 h 48"/>
              </a:gdLst>
              <a:ahLst/>
              <a:cxnLst>
                <a:cxn ang="0">
                  <a:pos x="308" y="0"/>
                </a:cxn>
                <a:cxn ang="0">
                  <a:pos x="0" y="1896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</a:cxnLst>
              <a:rect l="txL" t="txT" r="txR" b="txB"/>
              <a:pathLst>
                <a:path w="18" h="48">
                  <a:moveTo>
                    <a:pt x="18" y="0"/>
                  </a:moveTo>
                  <a:lnTo>
                    <a:pt x="0" y="48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79" name="Freeform 298"/>
            <p:cNvSpPr>
              <a:spLocks noEditPoints="1"/>
            </p:cNvSpPr>
            <p:nvPr/>
          </p:nvSpPr>
          <p:spPr>
            <a:xfrm>
              <a:off x="4127" y="2060"/>
              <a:ext cx="13" cy="61"/>
            </a:xfrm>
            <a:custGeom>
              <a:avLst/>
              <a:gdLst>
                <a:gd name="txL" fmla="*/ 0 w 12"/>
                <a:gd name="txT" fmla="*/ 0 h 54"/>
                <a:gd name="txR" fmla="*/ 12 w 12"/>
                <a:gd name="txB" fmla="*/ 54 h 54"/>
              </a:gdLst>
              <a:ahLst/>
              <a:cxnLst>
                <a:cxn ang="0">
                  <a:pos x="102" y="0"/>
                </a:cxn>
                <a:cxn ang="0">
                  <a:pos x="0" y="1456"/>
                </a:cxn>
                <a:cxn ang="0">
                  <a:pos x="102" y="0"/>
                </a:cxn>
                <a:cxn ang="0">
                  <a:pos x="102" y="0"/>
                </a:cxn>
                <a:cxn ang="0">
                  <a:pos x="102" y="0"/>
                </a:cxn>
                <a:cxn ang="0">
                  <a:pos x="102" y="0"/>
                </a:cxn>
                <a:cxn ang="0">
                  <a:pos x="102" y="0"/>
                </a:cxn>
              </a:cxnLst>
              <a:rect l="txL" t="txT" r="txR" b="txB"/>
              <a:pathLst>
                <a:path w="12" h="54">
                  <a:moveTo>
                    <a:pt x="12" y="0"/>
                  </a:moveTo>
                  <a:lnTo>
                    <a:pt x="0" y="54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80" name="Freeform 299"/>
            <p:cNvSpPr>
              <a:spLocks noEditPoints="1"/>
            </p:cNvSpPr>
            <p:nvPr/>
          </p:nvSpPr>
          <p:spPr>
            <a:xfrm>
              <a:off x="4107" y="2060"/>
              <a:ext cx="20" cy="61"/>
            </a:xfrm>
            <a:custGeom>
              <a:avLst/>
              <a:gdLst>
                <a:gd name="txL" fmla="*/ 0 w 18"/>
                <a:gd name="txT" fmla="*/ 0 h 54"/>
                <a:gd name="txR" fmla="*/ 18 w 18"/>
                <a:gd name="txB" fmla="*/ 54 h 54"/>
              </a:gdLst>
              <a:ahLst/>
              <a:cxnLst>
                <a:cxn ang="0">
                  <a:pos x="308" y="1456"/>
                </a:cxn>
                <a:cxn ang="0">
                  <a:pos x="0" y="0"/>
                </a:cxn>
                <a:cxn ang="0">
                  <a:pos x="308" y="1456"/>
                </a:cxn>
                <a:cxn ang="0">
                  <a:pos x="308" y="1456"/>
                </a:cxn>
                <a:cxn ang="0">
                  <a:pos x="308" y="1456"/>
                </a:cxn>
                <a:cxn ang="0">
                  <a:pos x="308" y="1456"/>
                </a:cxn>
                <a:cxn ang="0">
                  <a:pos x="308" y="1456"/>
                </a:cxn>
              </a:cxnLst>
              <a:rect l="txL" t="txT" r="txR" b="txB"/>
              <a:pathLst>
                <a:path w="18" h="54">
                  <a:moveTo>
                    <a:pt x="18" y="54"/>
                  </a:moveTo>
                  <a:lnTo>
                    <a:pt x="0" y="0"/>
                  </a:lnTo>
                  <a:lnTo>
                    <a:pt x="18" y="54"/>
                  </a:lnTo>
                  <a:close/>
                  <a:moveTo>
                    <a:pt x="18" y="54"/>
                  </a:moveTo>
                  <a:lnTo>
                    <a:pt x="18" y="54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81" name="Freeform 300"/>
            <p:cNvSpPr>
              <a:spLocks noEditPoints="1"/>
            </p:cNvSpPr>
            <p:nvPr/>
          </p:nvSpPr>
          <p:spPr>
            <a:xfrm>
              <a:off x="4086" y="2005"/>
              <a:ext cx="21" cy="55"/>
            </a:xfrm>
            <a:custGeom>
              <a:avLst/>
              <a:gdLst>
                <a:gd name="txL" fmla="*/ 0 w 18"/>
                <a:gd name="txT" fmla="*/ 0 h 48"/>
                <a:gd name="txR" fmla="*/ 18 w 18"/>
                <a:gd name="txB" fmla="*/ 48 h 48"/>
              </a:gdLst>
              <a:ahLst/>
              <a:cxnLst>
                <a:cxn ang="0">
                  <a:pos x="1210" y="1896"/>
                </a:cxn>
                <a:cxn ang="0">
                  <a:pos x="0" y="0"/>
                </a:cxn>
                <a:cxn ang="0">
                  <a:pos x="1210" y="1896"/>
                </a:cxn>
                <a:cxn ang="0">
                  <a:pos x="1210" y="1896"/>
                </a:cxn>
                <a:cxn ang="0">
                  <a:pos x="1210" y="1896"/>
                </a:cxn>
                <a:cxn ang="0">
                  <a:pos x="1210" y="1896"/>
                </a:cxn>
                <a:cxn ang="0">
                  <a:pos x="1210" y="1896"/>
                </a:cxn>
              </a:cxnLst>
              <a:rect l="txL" t="txT" r="txR" b="txB"/>
              <a:pathLst>
                <a:path w="18" h="48">
                  <a:moveTo>
                    <a:pt x="18" y="48"/>
                  </a:moveTo>
                  <a:lnTo>
                    <a:pt x="0" y="0"/>
                  </a:lnTo>
                  <a:lnTo>
                    <a:pt x="18" y="48"/>
                  </a:lnTo>
                  <a:close/>
                  <a:moveTo>
                    <a:pt x="18" y="48"/>
                  </a:moveTo>
                  <a:lnTo>
                    <a:pt x="18" y="4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82" name="Freeform 301"/>
            <p:cNvSpPr>
              <a:spLocks noEditPoints="1"/>
            </p:cNvSpPr>
            <p:nvPr/>
          </p:nvSpPr>
          <p:spPr>
            <a:xfrm>
              <a:off x="4066" y="2005"/>
              <a:ext cx="20" cy="55"/>
            </a:xfrm>
            <a:custGeom>
              <a:avLst/>
              <a:gdLst>
                <a:gd name="txL" fmla="*/ 0 w 18"/>
                <a:gd name="txT" fmla="*/ 0 h 48"/>
                <a:gd name="txR" fmla="*/ 18 w 18"/>
                <a:gd name="txB" fmla="*/ 48 h 48"/>
              </a:gdLst>
              <a:ahLst/>
              <a:cxnLst>
                <a:cxn ang="0">
                  <a:pos x="308" y="0"/>
                </a:cxn>
                <a:cxn ang="0">
                  <a:pos x="0" y="1896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</a:cxnLst>
              <a:rect l="txL" t="txT" r="txR" b="txB"/>
              <a:pathLst>
                <a:path w="18" h="48">
                  <a:moveTo>
                    <a:pt x="18" y="0"/>
                  </a:moveTo>
                  <a:lnTo>
                    <a:pt x="0" y="48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83" name="Freeform 302"/>
            <p:cNvSpPr>
              <a:spLocks noEditPoints="1"/>
            </p:cNvSpPr>
            <p:nvPr/>
          </p:nvSpPr>
          <p:spPr>
            <a:xfrm>
              <a:off x="4046" y="2060"/>
              <a:ext cx="20" cy="61"/>
            </a:xfrm>
            <a:custGeom>
              <a:avLst/>
              <a:gdLst>
                <a:gd name="txL" fmla="*/ 0 w 18"/>
                <a:gd name="txT" fmla="*/ 0 h 54"/>
                <a:gd name="txR" fmla="*/ 18 w 18"/>
                <a:gd name="txB" fmla="*/ 54 h 54"/>
              </a:gdLst>
              <a:ahLst/>
              <a:cxnLst>
                <a:cxn ang="0">
                  <a:pos x="308" y="0"/>
                </a:cxn>
                <a:cxn ang="0">
                  <a:pos x="0" y="1456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</a:cxnLst>
              <a:rect l="txL" t="txT" r="txR" b="txB"/>
              <a:pathLst>
                <a:path w="18" h="54">
                  <a:moveTo>
                    <a:pt x="18" y="0"/>
                  </a:moveTo>
                  <a:lnTo>
                    <a:pt x="0" y="54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84" name="Freeform 303"/>
            <p:cNvSpPr>
              <a:spLocks noEditPoints="1"/>
            </p:cNvSpPr>
            <p:nvPr/>
          </p:nvSpPr>
          <p:spPr>
            <a:xfrm>
              <a:off x="4032" y="2060"/>
              <a:ext cx="14" cy="61"/>
            </a:xfrm>
            <a:custGeom>
              <a:avLst/>
              <a:gdLst>
                <a:gd name="txL" fmla="*/ 0 w 12"/>
                <a:gd name="txT" fmla="*/ 0 h 54"/>
                <a:gd name="txR" fmla="*/ 12 w 12"/>
                <a:gd name="txB" fmla="*/ 54 h 54"/>
              </a:gdLst>
              <a:ahLst/>
              <a:cxnLst>
                <a:cxn ang="0">
                  <a:pos x="775" y="1456"/>
                </a:cxn>
                <a:cxn ang="0">
                  <a:pos x="0" y="0"/>
                </a:cxn>
                <a:cxn ang="0">
                  <a:pos x="775" y="1456"/>
                </a:cxn>
                <a:cxn ang="0">
                  <a:pos x="775" y="1456"/>
                </a:cxn>
                <a:cxn ang="0">
                  <a:pos x="775" y="1456"/>
                </a:cxn>
                <a:cxn ang="0">
                  <a:pos x="775" y="1456"/>
                </a:cxn>
                <a:cxn ang="0">
                  <a:pos x="775" y="1456"/>
                </a:cxn>
              </a:cxnLst>
              <a:rect l="txL" t="txT" r="txR" b="txB"/>
              <a:pathLst>
                <a:path w="12" h="54">
                  <a:moveTo>
                    <a:pt x="12" y="54"/>
                  </a:moveTo>
                  <a:lnTo>
                    <a:pt x="0" y="0"/>
                  </a:lnTo>
                  <a:lnTo>
                    <a:pt x="12" y="54"/>
                  </a:lnTo>
                  <a:close/>
                  <a:moveTo>
                    <a:pt x="12" y="54"/>
                  </a:moveTo>
                  <a:lnTo>
                    <a:pt x="12" y="54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85" name="Freeform 304"/>
            <p:cNvSpPr>
              <a:spLocks noEditPoints="1"/>
            </p:cNvSpPr>
            <p:nvPr/>
          </p:nvSpPr>
          <p:spPr>
            <a:xfrm>
              <a:off x="4012" y="2005"/>
              <a:ext cx="20" cy="55"/>
            </a:xfrm>
            <a:custGeom>
              <a:avLst/>
              <a:gdLst>
                <a:gd name="txL" fmla="*/ 0 w 18"/>
                <a:gd name="txT" fmla="*/ 0 h 48"/>
                <a:gd name="txR" fmla="*/ 18 w 18"/>
                <a:gd name="txB" fmla="*/ 48 h 48"/>
              </a:gdLst>
              <a:ahLst/>
              <a:cxnLst>
                <a:cxn ang="0">
                  <a:pos x="308" y="1896"/>
                </a:cxn>
                <a:cxn ang="0">
                  <a:pos x="0" y="0"/>
                </a:cxn>
                <a:cxn ang="0">
                  <a:pos x="308" y="1896"/>
                </a:cxn>
                <a:cxn ang="0">
                  <a:pos x="308" y="1896"/>
                </a:cxn>
                <a:cxn ang="0">
                  <a:pos x="308" y="1896"/>
                </a:cxn>
                <a:cxn ang="0">
                  <a:pos x="308" y="1896"/>
                </a:cxn>
                <a:cxn ang="0">
                  <a:pos x="308" y="1896"/>
                </a:cxn>
              </a:cxnLst>
              <a:rect l="txL" t="txT" r="txR" b="txB"/>
              <a:pathLst>
                <a:path w="18" h="48">
                  <a:moveTo>
                    <a:pt x="18" y="48"/>
                  </a:moveTo>
                  <a:lnTo>
                    <a:pt x="0" y="0"/>
                  </a:lnTo>
                  <a:lnTo>
                    <a:pt x="18" y="48"/>
                  </a:lnTo>
                  <a:close/>
                  <a:moveTo>
                    <a:pt x="18" y="48"/>
                  </a:moveTo>
                  <a:lnTo>
                    <a:pt x="18" y="4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86" name="Freeform 305"/>
            <p:cNvSpPr>
              <a:spLocks noEditPoints="1"/>
            </p:cNvSpPr>
            <p:nvPr/>
          </p:nvSpPr>
          <p:spPr>
            <a:xfrm>
              <a:off x="3992" y="2005"/>
              <a:ext cx="20" cy="61"/>
            </a:xfrm>
            <a:custGeom>
              <a:avLst/>
              <a:gdLst>
                <a:gd name="txL" fmla="*/ 0 w 18"/>
                <a:gd name="txT" fmla="*/ 0 h 54"/>
                <a:gd name="txR" fmla="*/ 18 w 18"/>
                <a:gd name="txB" fmla="*/ 54 h 54"/>
              </a:gdLst>
              <a:ahLst/>
              <a:cxnLst>
                <a:cxn ang="0">
                  <a:pos x="308" y="0"/>
                </a:cxn>
                <a:cxn ang="0">
                  <a:pos x="0" y="1456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</a:cxnLst>
              <a:rect l="txL" t="txT" r="txR" b="txB"/>
              <a:pathLst>
                <a:path w="18" h="54">
                  <a:moveTo>
                    <a:pt x="18" y="0"/>
                  </a:moveTo>
                  <a:lnTo>
                    <a:pt x="0" y="54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87" name="Freeform 306"/>
            <p:cNvSpPr/>
            <p:nvPr/>
          </p:nvSpPr>
          <p:spPr>
            <a:xfrm>
              <a:off x="1405" y="396"/>
              <a:ext cx="60" cy="122"/>
            </a:xfrm>
            <a:custGeom>
              <a:avLst/>
              <a:gdLst>
                <a:gd name="txL" fmla="*/ 0 w 53"/>
                <a:gd name="txT" fmla="*/ 0 h 107"/>
                <a:gd name="txR" fmla="*/ 53 w 53"/>
                <a:gd name="txB" fmla="*/ 107 h 107"/>
              </a:gdLst>
              <a:ahLst/>
              <a:cxnLst>
                <a:cxn ang="0">
                  <a:pos x="1508" y="3042"/>
                </a:cxn>
                <a:cxn ang="0">
                  <a:pos x="1508" y="2862"/>
                </a:cxn>
                <a:cxn ang="0">
                  <a:pos x="1332" y="3263"/>
                </a:cxn>
                <a:cxn ang="0">
                  <a:pos x="1168" y="3263"/>
                </a:cxn>
                <a:cxn ang="0">
                  <a:pos x="348" y="3263"/>
                </a:cxn>
                <a:cxn ang="0">
                  <a:pos x="831" y="2229"/>
                </a:cxn>
                <a:cxn ang="0">
                  <a:pos x="1168" y="1881"/>
                </a:cxn>
                <a:cxn ang="0">
                  <a:pos x="1332" y="1015"/>
                </a:cxn>
                <a:cxn ang="0">
                  <a:pos x="1168" y="208"/>
                </a:cxn>
                <a:cxn ang="0">
                  <a:pos x="648" y="0"/>
                </a:cxn>
                <a:cxn ang="0">
                  <a:pos x="164" y="208"/>
                </a:cxn>
                <a:cxn ang="0">
                  <a:pos x="0" y="627"/>
                </a:cxn>
                <a:cxn ang="0">
                  <a:pos x="0" y="1015"/>
                </a:cxn>
                <a:cxn ang="0">
                  <a:pos x="0" y="1269"/>
                </a:cxn>
                <a:cxn ang="0">
                  <a:pos x="164" y="627"/>
                </a:cxn>
                <a:cxn ang="0">
                  <a:pos x="505" y="423"/>
                </a:cxn>
                <a:cxn ang="0">
                  <a:pos x="831" y="627"/>
                </a:cxn>
                <a:cxn ang="0">
                  <a:pos x="1015" y="815"/>
                </a:cxn>
                <a:cxn ang="0">
                  <a:pos x="1015" y="1269"/>
                </a:cxn>
                <a:cxn ang="0">
                  <a:pos x="831" y="1881"/>
                </a:cxn>
                <a:cxn ang="0">
                  <a:pos x="648" y="2654"/>
                </a:cxn>
                <a:cxn ang="0">
                  <a:pos x="0" y="3685"/>
                </a:cxn>
                <a:cxn ang="0">
                  <a:pos x="0" y="3685"/>
                </a:cxn>
                <a:cxn ang="0">
                  <a:pos x="1332" y="3685"/>
                </a:cxn>
                <a:cxn ang="0">
                  <a:pos x="1508" y="3042"/>
                </a:cxn>
              </a:cxnLst>
              <a:rect l="txL" t="txT" r="txR" b="txB"/>
              <a:pathLst>
                <a:path w="53" h="107">
                  <a:moveTo>
                    <a:pt x="53" y="89"/>
                  </a:moveTo>
                  <a:lnTo>
                    <a:pt x="53" y="83"/>
                  </a:lnTo>
                  <a:lnTo>
                    <a:pt x="47" y="95"/>
                  </a:lnTo>
                  <a:lnTo>
                    <a:pt x="41" y="95"/>
                  </a:lnTo>
                  <a:lnTo>
                    <a:pt x="12" y="95"/>
                  </a:lnTo>
                  <a:lnTo>
                    <a:pt x="29" y="65"/>
                  </a:lnTo>
                  <a:lnTo>
                    <a:pt x="41" y="54"/>
                  </a:lnTo>
                  <a:lnTo>
                    <a:pt x="47" y="30"/>
                  </a:lnTo>
                  <a:lnTo>
                    <a:pt x="41" y="6"/>
                  </a:lnTo>
                  <a:lnTo>
                    <a:pt x="23" y="0"/>
                  </a:lnTo>
                  <a:lnTo>
                    <a:pt x="6" y="6"/>
                  </a:lnTo>
                  <a:lnTo>
                    <a:pt x="0" y="18"/>
                  </a:lnTo>
                  <a:lnTo>
                    <a:pt x="0" y="30"/>
                  </a:lnTo>
                  <a:lnTo>
                    <a:pt x="0" y="36"/>
                  </a:lnTo>
                  <a:lnTo>
                    <a:pt x="6" y="18"/>
                  </a:lnTo>
                  <a:lnTo>
                    <a:pt x="18" y="12"/>
                  </a:lnTo>
                  <a:lnTo>
                    <a:pt x="29" y="18"/>
                  </a:lnTo>
                  <a:lnTo>
                    <a:pt x="35" y="24"/>
                  </a:lnTo>
                  <a:lnTo>
                    <a:pt x="35" y="36"/>
                  </a:lnTo>
                  <a:lnTo>
                    <a:pt x="29" y="54"/>
                  </a:lnTo>
                  <a:lnTo>
                    <a:pt x="23" y="77"/>
                  </a:lnTo>
                  <a:lnTo>
                    <a:pt x="0" y="107"/>
                  </a:lnTo>
                  <a:lnTo>
                    <a:pt x="47" y="107"/>
                  </a:lnTo>
                  <a:lnTo>
                    <a:pt x="53" y="8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88" name="Freeform 307"/>
            <p:cNvSpPr/>
            <p:nvPr/>
          </p:nvSpPr>
          <p:spPr>
            <a:xfrm>
              <a:off x="1512" y="396"/>
              <a:ext cx="101" cy="122"/>
            </a:xfrm>
            <a:custGeom>
              <a:avLst/>
              <a:gdLst>
                <a:gd name="txL" fmla="*/ 0 w 90"/>
                <a:gd name="txT" fmla="*/ 0 h 107"/>
                <a:gd name="txR" fmla="*/ 90 w 90"/>
                <a:gd name="txB" fmla="*/ 107 h 107"/>
              </a:gdLst>
              <a:ahLst/>
              <a:cxnLst>
                <a:cxn ang="0">
                  <a:pos x="812" y="2862"/>
                </a:cxn>
                <a:cxn ang="0">
                  <a:pos x="680" y="2862"/>
                </a:cxn>
                <a:cxn ang="0">
                  <a:pos x="540" y="2654"/>
                </a:cxn>
                <a:cxn ang="0">
                  <a:pos x="397" y="2229"/>
                </a:cxn>
                <a:cxn ang="0">
                  <a:pos x="397" y="1881"/>
                </a:cxn>
                <a:cxn ang="0">
                  <a:pos x="397" y="1459"/>
                </a:cxn>
                <a:cxn ang="0">
                  <a:pos x="397" y="815"/>
                </a:cxn>
                <a:cxn ang="0">
                  <a:pos x="540" y="423"/>
                </a:cxn>
                <a:cxn ang="0">
                  <a:pos x="812" y="208"/>
                </a:cxn>
                <a:cxn ang="0">
                  <a:pos x="1078" y="208"/>
                </a:cxn>
                <a:cxn ang="0">
                  <a:pos x="1325" y="208"/>
                </a:cxn>
                <a:cxn ang="0">
                  <a:pos x="1473" y="423"/>
                </a:cxn>
                <a:cxn ang="0">
                  <a:pos x="1620" y="815"/>
                </a:cxn>
                <a:cxn ang="0">
                  <a:pos x="1620" y="1459"/>
                </a:cxn>
                <a:cxn ang="0">
                  <a:pos x="1620" y="1881"/>
                </a:cxn>
                <a:cxn ang="0">
                  <a:pos x="1620" y="2229"/>
                </a:cxn>
                <a:cxn ang="0">
                  <a:pos x="1473" y="2654"/>
                </a:cxn>
                <a:cxn ang="0">
                  <a:pos x="1473" y="2862"/>
                </a:cxn>
                <a:cxn ang="0">
                  <a:pos x="1210" y="2862"/>
                </a:cxn>
                <a:cxn ang="0">
                  <a:pos x="1210" y="3685"/>
                </a:cxn>
                <a:cxn ang="0">
                  <a:pos x="2028" y="3685"/>
                </a:cxn>
                <a:cxn ang="0">
                  <a:pos x="2028" y="2862"/>
                </a:cxn>
                <a:cxn ang="0">
                  <a:pos x="2028" y="2862"/>
                </a:cxn>
                <a:cxn ang="0">
                  <a:pos x="1873" y="3042"/>
                </a:cxn>
                <a:cxn ang="0">
                  <a:pos x="1764" y="3263"/>
                </a:cxn>
                <a:cxn ang="0">
                  <a:pos x="1325" y="3263"/>
                </a:cxn>
                <a:cxn ang="0">
                  <a:pos x="1325" y="3042"/>
                </a:cxn>
                <a:cxn ang="0">
                  <a:pos x="1620" y="2862"/>
                </a:cxn>
                <a:cxn ang="0">
                  <a:pos x="1873" y="2446"/>
                </a:cxn>
                <a:cxn ang="0">
                  <a:pos x="2028" y="1664"/>
                </a:cxn>
                <a:cxn ang="0">
                  <a:pos x="1873" y="815"/>
                </a:cxn>
                <a:cxn ang="0">
                  <a:pos x="1764" y="423"/>
                </a:cxn>
                <a:cxn ang="0">
                  <a:pos x="1473" y="208"/>
                </a:cxn>
                <a:cxn ang="0">
                  <a:pos x="1325" y="0"/>
                </a:cxn>
                <a:cxn ang="0">
                  <a:pos x="1078" y="0"/>
                </a:cxn>
                <a:cxn ang="0">
                  <a:pos x="812" y="0"/>
                </a:cxn>
                <a:cxn ang="0">
                  <a:pos x="540" y="208"/>
                </a:cxn>
                <a:cxn ang="0">
                  <a:pos x="397" y="423"/>
                </a:cxn>
                <a:cxn ang="0">
                  <a:pos x="135" y="815"/>
                </a:cxn>
                <a:cxn ang="0">
                  <a:pos x="0" y="1664"/>
                </a:cxn>
                <a:cxn ang="0">
                  <a:pos x="135" y="2446"/>
                </a:cxn>
                <a:cxn ang="0">
                  <a:pos x="397" y="2862"/>
                </a:cxn>
                <a:cxn ang="0">
                  <a:pos x="680" y="3042"/>
                </a:cxn>
                <a:cxn ang="0">
                  <a:pos x="680" y="3263"/>
                </a:cxn>
                <a:cxn ang="0">
                  <a:pos x="270" y="3263"/>
                </a:cxn>
                <a:cxn ang="0">
                  <a:pos x="135" y="3042"/>
                </a:cxn>
                <a:cxn ang="0">
                  <a:pos x="0" y="2862"/>
                </a:cxn>
                <a:cxn ang="0">
                  <a:pos x="0" y="2862"/>
                </a:cxn>
                <a:cxn ang="0">
                  <a:pos x="0" y="3685"/>
                </a:cxn>
                <a:cxn ang="0">
                  <a:pos x="812" y="3685"/>
                </a:cxn>
                <a:cxn ang="0">
                  <a:pos x="812" y="2862"/>
                </a:cxn>
              </a:cxnLst>
              <a:rect l="txL" t="txT" r="txR" b="txB"/>
              <a:pathLst>
                <a:path w="90" h="107">
                  <a:moveTo>
                    <a:pt x="36" y="83"/>
                  </a:moveTo>
                  <a:lnTo>
                    <a:pt x="30" y="83"/>
                  </a:lnTo>
                  <a:lnTo>
                    <a:pt x="24" y="77"/>
                  </a:lnTo>
                  <a:lnTo>
                    <a:pt x="18" y="65"/>
                  </a:lnTo>
                  <a:lnTo>
                    <a:pt x="18" y="54"/>
                  </a:lnTo>
                  <a:lnTo>
                    <a:pt x="18" y="42"/>
                  </a:lnTo>
                  <a:lnTo>
                    <a:pt x="18" y="24"/>
                  </a:lnTo>
                  <a:lnTo>
                    <a:pt x="24" y="12"/>
                  </a:lnTo>
                  <a:lnTo>
                    <a:pt x="36" y="6"/>
                  </a:lnTo>
                  <a:lnTo>
                    <a:pt x="48" y="6"/>
                  </a:lnTo>
                  <a:lnTo>
                    <a:pt x="60" y="6"/>
                  </a:lnTo>
                  <a:lnTo>
                    <a:pt x="66" y="12"/>
                  </a:lnTo>
                  <a:lnTo>
                    <a:pt x="72" y="24"/>
                  </a:lnTo>
                  <a:lnTo>
                    <a:pt x="72" y="42"/>
                  </a:lnTo>
                  <a:lnTo>
                    <a:pt x="72" y="54"/>
                  </a:lnTo>
                  <a:lnTo>
                    <a:pt x="72" y="65"/>
                  </a:lnTo>
                  <a:lnTo>
                    <a:pt x="66" y="77"/>
                  </a:lnTo>
                  <a:lnTo>
                    <a:pt x="66" y="83"/>
                  </a:lnTo>
                  <a:lnTo>
                    <a:pt x="54" y="83"/>
                  </a:lnTo>
                  <a:lnTo>
                    <a:pt x="54" y="107"/>
                  </a:lnTo>
                  <a:lnTo>
                    <a:pt x="90" y="107"/>
                  </a:lnTo>
                  <a:lnTo>
                    <a:pt x="90" y="83"/>
                  </a:lnTo>
                  <a:lnTo>
                    <a:pt x="84" y="89"/>
                  </a:lnTo>
                  <a:lnTo>
                    <a:pt x="78" y="95"/>
                  </a:lnTo>
                  <a:lnTo>
                    <a:pt x="60" y="95"/>
                  </a:lnTo>
                  <a:lnTo>
                    <a:pt x="60" y="89"/>
                  </a:lnTo>
                  <a:lnTo>
                    <a:pt x="72" y="83"/>
                  </a:lnTo>
                  <a:lnTo>
                    <a:pt x="84" y="71"/>
                  </a:lnTo>
                  <a:lnTo>
                    <a:pt x="90" y="48"/>
                  </a:lnTo>
                  <a:lnTo>
                    <a:pt x="84" y="24"/>
                  </a:lnTo>
                  <a:lnTo>
                    <a:pt x="78" y="12"/>
                  </a:lnTo>
                  <a:lnTo>
                    <a:pt x="66" y="6"/>
                  </a:lnTo>
                  <a:lnTo>
                    <a:pt x="60" y="0"/>
                  </a:lnTo>
                  <a:lnTo>
                    <a:pt x="48" y="0"/>
                  </a:lnTo>
                  <a:lnTo>
                    <a:pt x="36" y="0"/>
                  </a:lnTo>
                  <a:lnTo>
                    <a:pt x="24" y="6"/>
                  </a:lnTo>
                  <a:lnTo>
                    <a:pt x="18" y="12"/>
                  </a:lnTo>
                  <a:lnTo>
                    <a:pt x="6" y="24"/>
                  </a:lnTo>
                  <a:lnTo>
                    <a:pt x="0" y="48"/>
                  </a:lnTo>
                  <a:lnTo>
                    <a:pt x="6" y="71"/>
                  </a:lnTo>
                  <a:lnTo>
                    <a:pt x="18" y="83"/>
                  </a:lnTo>
                  <a:lnTo>
                    <a:pt x="30" y="89"/>
                  </a:lnTo>
                  <a:lnTo>
                    <a:pt x="30" y="95"/>
                  </a:lnTo>
                  <a:lnTo>
                    <a:pt x="12" y="95"/>
                  </a:lnTo>
                  <a:lnTo>
                    <a:pt x="6" y="89"/>
                  </a:lnTo>
                  <a:lnTo>
                    <a:pt x="0" y="83"/>
                  </a:lnTo>
                  <a:lnTo>
                    <a:pt x="0" y="107"/>
                  </a:lnTo>
                  <a:lnTo>
                    <a:pt x="36" y="107"/>
                  </a:lnTo>
                  <a:lnTo>
                    <a:pt x="36" y="8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89" name="Freeform 308"/>
            <p:cNvSpPr/>
            <p:nvPr/>
          </p:nvSpPr>
          <p:spPr>
            <a:xfrm>
              <a:off x="1405" y="2311"/>
              <a:ext cx="60" cy="128"/>
            </a:xfrm>
            <a:custGeom>
              <a:avLst/>
              <a:gdLst>
                <a:gd name="txL" fmla="*/ 0 w 53"/>
                <a:gd name="txT" fmla="*/ 0 h 113"/>
                <a:gd name="txR" fmla="*/ 53 w 53"/>
                <a:gd name="txB" fmla="*/ 113 h 113"/>
              </a:gdLst>
              <a:ahLst/>
              <a:cxnLst>
                <a:cxn ang="0">
                  <a:pos x="505" y="505"/>
                </a:cxn>
                <a:cxn ang="0">
                  <a:pos x="1168" y="505"/>
                </a:cxn>
                <a:cxn ang="0">
                  <a:pos x="1332" y="505"/>
                </a:cxn>
                <a:cxn ang="0">
                  <a:pos x="1332" y="505"/>
                </a:cxn>
                <a:cxn ang="0">
                  <a:pos x="1508" y="0"/>
                </a:cxn>
                <a:cxn ang="0">
                  <a:pos x="1332" y="0"/>
                </a:cxn>
                <a:cxn ang="0">
                  <a:pos x="1332" y="164"/>
                </a:cxn>
                <a:cxn ang="0">
                  <a:pos x="1168" y="164"/>
                </a:cxn>
                <a:cxn ang="0">
                  <a:pos x="505" y="164"/>
                </a:cxn>
                <a:cxn ang="0">
                  <a:pos x="164" y="1208"/>
                </a:cxn>
                <a:cxn ang="0">
                  <a:pos x="164" y="1208"/>
                </a:cxn>
                <a:cxn ang="0">
                  <a:pos x="831" y="1550"/>
                </a:cxn>
                <a:cxn ang="0">
                  <a:pos x="1015" y="1752"/>
                </a:cxn>
                <a:cxn ang="0">
                  <a:pos x="1168" y="2248"/>
                </a:cxn>
                <a:cxn ang="0">
                  <a:pos x="1015" y="2899"/>
                </a:cxn>
                <a:cxn ang="0">
                  <a:pos x="648" y="3081"/>
                </a:cxn>
                <a:cxn ang="0">
                  <a:pos x="505" y="2899"/>
                </a:cxn>
                <a:cxn ang="0">
                  <a:pos x="164" y="2753"/>
                </a:cxn>
                <a:cxn ang="0">
                  <a:pos x="0" y="2899"/>
                </a:cxn>
                <a:cxn ang="0">
                  <a:pos x="0" y="2899"/>
                </a:cxn>
                <a:cxn ang="0">
                  <a:pos x="164" y="3081"/>
                </a:cxn>
                <a:cxn ang="0">
                  <a:pos x="505" y="3275"/>
                </a:cxn>
                <a:cxn ang="0">
                  <a:pos x="831" y="3275"/>
                </a:cxn>
                <a:cxn ang="0">
                  <a:pos x="1168" y="2899"/>
                </a:cxn>
                <a:cxn ang="0">
                  <a:pos x="1332" y="2088"/>
                </a:cxn>
                <a:cxn ang="0">
                  <a:pos x="1332" y="1752"/>
                </a:cxn>
                <a:cxn ang="0">
                  <a:pos x="1168" y="1368"/>
                </a:cxn>
                <a:cxn ang="0">
                  <a:pos x="831" y="1041"/>
                </a:cxn>
                <a:cxn ang="0">
                  <a:pos x="348" y="896"/>
                </a:cxn>
                <a:cxn ang="0">
                  <a:pos x="505" y="505"/>
                </a:cxn>
              </a:cxnLst>
              <a:rect l="txL" t="txT" r="txR" b="txB"/>
              <a:pathLst>
                <a:path w="53" h="113">
                  <a:moveTo>
                    <a:pt x="18" y="18"/>
                  </a:moveTo>
                  <a:lnTo>
                    <a:pt x="41" y="18"/>
                  </a:lnTo>
                  <a:lnTo>
                    <a:pt x="47" y="18"/>
                  </a:lnTo>
                  <a:lnTo>
                    <a:pt x="53" y="0"/>
                  </a:lnTo>
                  <a:lnTo>
                    <a:pt x="47" y="0"/>
                  </a:lnTo>
                  <a:lnTo>
                    <a:pt x="47" y="6"/>
                  </a:lnTo>
                  <a:lnTo>
                    <a:pt x="41" y="6"/>
                  </a:lnTo>
                  <a:lnTo>
                    <a:pt x="18" y="6"/>
                  </a:lnTo>
                  <a:lnTo>
                    <a:pt x="6" y="42"/>
                  </a:lnTo>
                  <a:lnTo>
                    <a:pt x="29" y="54"/>
                  </a:lnTo>
                  <a:lnTo>
                    <a:pt x="35" y="60"/>
                  </a:lnTo>
                  <a:lnTo>
                    <a:pt x="41" y="77"/>
                  </a:lnTo>
                  <a:lnTo>
                    <a:pt x="35" y="101"/>
                  </a:lnTo>
                  <a:lnTo>
                    <a:pt x="23" y="107"/>
                  </a:lnTo>
                  <a:lnTo>
                    <a:pt x="18" y="101"/>
                  </a:lnTo>
                  <a:lnTo>
                    <a:pt x="6" y="95"/>
                  </a:lnTo>
                  <a:lnTo>
                    <a:pt x="0" y="101"/>
                  </a:lnTo>
                  <a:lnTo>
                    <a:pt x="6" y="107"/>
                  </a:lnTo>
                  <a:lnTo>
                    <a:pt x="18" y="113"/>
                  </a:lnTo>
                  <a:lnTo>
                    <a:pt x="29" y="113"/>
                  </a:lnTo>
                  <a:lnTo>
                    <a:pt x="41" y="101"/>
                  </a:lnTo>
                  <a:lnTo>
                    <a:pt x="47" y="72"/>
                  </a:lnTo>
                  <a:lnTo>
                    <a:pt x="47" y="60"/>
                  </a:lnTo>
                  <a:lnTo>
                    <a:pt x="41" y="48"/>
                  </a:lnTo>
                  <a:lnTo>
                    <a:pt x="29" y="36"/>
                  </a:lnTo>
                  <a:lnTo>
                    <a:pt x="12" y="30"/>
                  </a:lnTo>
                  <a:lnTo>
                    <a:pt x="18" y="1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90" name="Freeform 309"/>
            <p:cNvSpPr>
              <a:spLocks noEditPoints="1"/>
            </p:cNvSpPr>
            <p:nvPr/>
          </p:nvSpPr>
          <p:spPr>
            <a:xfrm>
              <a:off x="1505" y="2311"/>
              <a:ext cx="95" cy="122"/>
            </a:xfrm>
            <a:custGeom>
              <a:avLst/>
              <a:gdLst>
                <a:gd name="txL" fmla="*/ 0 w 84"/>
                <a:gd name="txT" fmla="*/ 0 h 107"/>
                <a:gd name="txR" fmla="*/ 84 w 84"/>
                <a:gd name="txB" fmla="*/ 107 h 107"/>
              </a:gdLst>
              <a:ahLst/>
              <a:cxnLst>
                <a:cxn ang="0">
                  <a:pos x="2312" y="3685"/>
                </a:cxn>
                <a:cxn ang="0">
                  <a:pos x="2312" y="3685"/>
                </a:cxn>
                <a:cxn ang="0">
                  <a:pos x="2168" y="3263"/>
                </a:cxn>
                <a:cxn ang="0">
                  <a:pos x="1172" y="0"/>
                </a:cxn>
                <a:cxn ang="0">
                  <a:pos x="1172" y="0"/>
                </a:cxn>
                <a:cxn ang="0">
                  <a:pos x="342" y="2654"/>
                </a:cxn>
                <a:cxn ang="0">
                  <a:pos x="342" y="3263"/>
                </a:cxn>
                <a:cxn ang="0">
                  <a:pos x="164" y="3468"/>
                </a:cxn>
                <a:cxn ang="0">
                  <a:pos x="0" y="3685"/>
                </a:cxn>
                <a:cxn ang="0">
                  <a:pos x="0" y="3685"/>
                </a:cxn>
                <a:cxn ang="0">
                  <a:pos x="0" y="3685"/>
                </a:cxn>
                <a:cxn ang="0">
                  <a:pos x="688" y="3685"/>
                </a:cxn>
                <a:cxn ang="0">
                  <a:pos x="688" y="3685"/>
                </a:cxn>
                <a:cxn ang="0">
                  <a:pos x="495" y="3685"/>
                </a:cxn>
                <a:cxn ang="0">
                  <a:pos x="342" y="3468"/>
                </a:cxn>
                <a:cxn ang="0">
                  <a:pos x="342" y="3263"/>
                </a:cxn>
                <a:cxn ang="0">
                  <a:pos x="495" y="3263"/>
                </a:cxn>
                <a:cxn ang="0">
                  <a:pos x="688" y="2654"/>
                </a:cxn>
                <a:cxn ang="0">
                  <a:pos x="1499" y="2654"/>
                </a:cxn>
                <a:cxn ang="0">
                  <a:pos x="1678" y="3042"/>
                </a:cxn>
                <a:cxn ang="0">
                  <a:pos x="1678" y="3263"/>
                </a:cxn>
                <a:cxn ang="0">
                  <a:pos x="1678" y="3468"/>
                </a:cxn>
                <a:cxn ang="0">
                  <a:pos x="1678" y="3685"/>
                </a:cxn>
                <a:cxn ang="0">
                  <a:pos x="1499" y="3685"/>
                </a:cxn>
                <a:cxn ang="0">
                  <a:pos x="1499" y="3685"/>
                </a:cxn>
                <a:cxn ang="0">
                  <a:pos x="2312" y="3685"/>
                </a:cxn>
                <a:cxn ang="0">
                  <a:pos x="2312" y="3685"/>
                </a:cxn>
                <a:cxn ang="0">
                  <a:pos x="688" y="2466"/>
                </a:cxn>
                <a:cxn ang="0">
                  <a:pos x="998" y="815"/>
                </a:cxn>
                <a:cxn ang="0">
                  <a:pos x="1499" y="2466"/>
                </a:cxn>
                <a:cxn ang="0">
                  <a:pos x="688" y="2466"/>
                </a:cxn>
              </a:cxnLst>
              <a:rect l="txL" t="txT" r="txR" b="txB"/>
              <a:pathLst>
                <a:path w="84" h="107">
                  <a:moveTo>
                    <a:pt x="84" y="107"/>
                  </a:moveTo>
                  <a:lnTo>
                    <a:pt x="84" y="107"/>
                  </a:lnTo>
                  <a:lnTo>
                    <a:pt x="78" y="95"/>
                  </a:lnTo>
                  <a:lnTo>
                    <a:pt x="42" y="0"/>
                  </a:lnTo>
                  <a:lnTo>
                    <a:pt x="12" y="77"/>
                  </a:lnTo>
                  <a:lnTo>
                    <a:pt x="12" y="95"/>
                  </a:lnTo>
                  <a:lnTo>
                    <a:pt x="6" y="101"/>
                  </a:lnTo>
                  <a:lnTo>
                    <a:pt x="0" y="107"/>
                  </a:lnTo>
                  <a:lnTo>
                    <a:pt x="24" y="107"/>
                  </a:lnTo>
                  <a:lnTo>
                    <a:pt x="18" y="107"/>
                  </a:lnTo>
                  <a:lnTo>
                    <a:pt x="12" y="101"/>
                  </a:lnTo>
                  <a:lnTo>
                    <a:pt x="12" y="95"/>
                  </a:lnTo>
                  <a:lnTo>
                    <a:pt x="18" y="95"/>
                  </a:lnTo>
                  <a:lnTo>
                    <a:pt x="24" y="77"/>
                  </a:lnTo>
                  <a:lnTo>
                    <a:pt x="54" y="77"/>
                  </a:lnTo>
                  <a:lnTo>
                    <a:pt x="60" y="89"/>
                  </a:lnTo>
                  <a:lnTo>
                    <a:pt x="60" y="95"/>
                  </a:lnTo>
                  <a:lnTo>
                    <a:pt x="60" y="101"/>
                  </a:lnTo>
                  <a:lnTo>
                    <a:pt x="60" y="107"/>
                  </a:lnTo>
                  <a:lnTo>
                    <a:pt x="54" y="107"/>
                  </a:lnTo>
                  <a:lnTo>
                    <a:pt x="84" y="107"/>
                  </a:lnTo>
                  <a:close/>
                  <a:moveTo>
                    <a:pt x="24" y="72"/>
                  </a:moveTo>
                  <a:lnTo>
                    <a:pt x="36" y="24"/>
                  </a:lnTo>
                  <a:lnTo>
                    <a:pt x="54" y="72"/>
                  </a:lnTo>
                  <a:lnTo>
                    <a:pt x="24" y="7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91" name="Freeform 310"/>
            <p:cNvSpPr>
              <a:spLocks noEditPoints="1"/>
            </p:cNvSpPr>
            <p:nvPr/>
          </p:nvSpPr>
          <p:spPr>
            <a:xfrm>
              <a:off x="599" y="1618"/>
              <a:ext cx="33" cy="122"/>
            </a:xfrm>
            <a:custGeom>
              <a:avLst/>
              <a:gdLst>
                <a:gd name="txL" fmla="*/ 0 w 30"/>
                <a:gd name="txT" fmla="*/ 0 h 107"/>
                <a:gd name="txR" fmla="*/ 30 w 30"/>
                <a:gd name="txB" fmla="*/ 107 h 107"/>
              </a:gdLst>
              <a:ahLst/>
              <a:cxnLst>
                <a:cxn ang="0">
                  <a:pos x="317" y="3042"/>
                </a:cxn>
                <a:cxn ang="0">
                  <a:pos x="238" y="3263"/>
                </a:cxn>
                <a:cxn ang="0">
                  <a:pos x="158" y="3468"/>
                </a:cxn>
                <a:cxn ang="0">
                  <a:pos x="158" y="3468"/>
                </a:cxn>
                <a:cxn ang="0">
                  <a:pos x="158" y="3263"/>
                </a:cxn>
                <a:cxn ang="0">
                  <a:pos x="158" y="3042"/>
                </a:cxn>
                <a:cxn ang="0">
                  <a:pos x="317" y="1269"/>
                </a:cxn>
                <a:cxn ang="0">
                  <a:pos x="317" y="1269"/>
                </a:cxn>
                <a:cxn ang="0">
                  <a:pos x="158" y="1459"/>
                </a:cxn>
                <a:cxn ang="0">
                  <a:pos x="0" y="1459"/>
                </a:cxn>
                <a:cxn ang="0">
                  <a:pos x="0" y="1459"/>
                </a:cxn>
                <a:cxn ang="0">
                  <a:pos x="89" y="1459"/>
                </a:cxn>
                <a:cxn ang="0">
                  <a:pos x="158" y="1650"/>
                </a:cxn>
                <a:cxn ang="0">
                  <a:pos x="158" y="2040"/>
                </a:cxn>
                <a:cxn ang="0">
                  <a:pos x="89" y="2446"/>
                </a:cxn>
                <a:cxn ang="0">
                  <a:pos x="0" y="3042"/>
                </a:cxn>
                <a:cxn ang="0">
                  <a:pos x="0" y="3468"/>
                </a:cxn>
                <a:cxn ang="0">
                  <a:pos x="0" y="3685"/>
                </a:cxn>
                <a:cxn ang="0">
                  <a:pos x="89" y="3685"/>
                </a:cxn>
                <a:cxn ang="0">
                  <a:pos x="238" y="3468"/>
                </a:cxn>
                <a:cxn ang="0">
                  <a:pos x="317" y="3042"/>
                </a:cxn>
                <a:cxn ang="0">
                  <a:pos x="317" y="3042"/>
                </a:cxn>
                <a:cxn ang="0">
                  <a:pos x="389" y="423"/>
                </a:cxn>
                <a:cxn ang="0">
                  <a:pos x="389" y="208"/>
                </a:cxn>
                <a:cxn ang="0">
                  <a:pos x="317" y="0"/>
                </a:cxn>
                <a:cxn ang="0">
                  <a:pos x="238" y="208"/>
                </a:cxn>
                <a:cxn ang="0">
                  <a:pos x="238" y="423"/>
                </a:cxn>
                <a:cxn ang="0">
                  <a:pos x="238" y="627"/>
                </a:cxn>
                <a:cxn ang="0">
                  <a:pos x="317" y="627"/>
                </a:cxn>
                <a:cxn ang="0">
                  <a:pos x="389" y="627"/>
                </a:cxn>
                <a:cxn ang="0">
                  <a:pos x="389" y="423"/>
                </a:cxn>
                <a:cxn ang="0">
                  <a:pos x="389" y="423"/>
                </a:cxn>
              </a:cxnLst>
              <a:rect l="txL" t="txT" r="txR" b="txB"/>
              <a:pathLst>
                <a:path w="30" h="107">
                  <a:moveTo>
                    <a:pt x="24" y="89"/>
                  </a:moveTo>
                  <a:lnTo>
                    <a:pt x="18" y="95"/>
                  </a:lnTo>
                  <a:lnTo>
                    <a:pt x="12" y="101"/>
                  </a:lnTo>
                  <a:lnTo>
                    <a:pt x="12" y="95"/>
                  </a:lnTo>
                  <a:lnTo>
                    <a:pt x="12" y="89"/>
                  </a:lnTo>
                  <a:lnTo>
                    <a:pt x="24" y="36"/>
                  </a:lnTo>
                  <a:lnTo>
                    <a:pt x="12" y="42"/>
                  </a:lnTo>
                  <a:lnTo>
                    <a:pt x="0" y="42"/>
                  </a:lnTo>
                  <a:lnTo>
                    <a:pt x="6" y="42"/>
                  </a:lnTo>
                  <a:lnTo>
                    <a:pt x="12" y="47"/>
                  </a:lnTo>
                  <a:lnTo>
                    <a:pt x="12" y="59"/>
                  </a:lnTo>
                  <a:lnTo>
                    <a:pt x="6" y="71"/>
                  </a:lnTo>
                  <a:lnTo>
                    <a:pt x="0" y="89"/>
                  </a:lnTo>
                  <a:lnTo>
                    <a:pt x="0" y="101"/>
                  </a:lnTo>
                  <a:lnTo>
                    <a:pt x="0" y="107"/>
                  </a:lnTo>
                  <a:lnTo>
                    <a:pt x="6" y="107"/>
                  </a:lnTo>
                  <a:lnTo>
                    <a:pt x="18" y="101"/>
                  </a:lnTo>
                  <a:lnTo>
                    <a:pt x="24" y="89"/>
                  </a:lnTo>
                  <a:close/>
                  <a:moveTo>
                    <a:pt x="30" y="12"/>
                  </a:moveTo>
                  <a:lnTo>
                    <a:pt x="30" y="6"/>
                  </a:lnTo>
                  <a:lnTo>
                    <a:pt x="24" y="0"/>
                  </a:lnTo>
                  <a:lnTo>
                    <a:pt x="18" y="6"/>
                  </a:lnTo>
                  <a:lnTo>
                    <a:pt x="18" y="12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30" y="18"/>
                  </a:lnTo>
                  <a:lnTo>
                    <a:pt x="30" y="1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92" name="Freeform 311"/>
            <p:cNvSpPr/>
            <p:nvPr/>
          </p:nvSpPr>
          <p:spPr>
            <a:xfrm>
              <a:off x="639" y="1692"/>
              <a:ext cx="27" cy="96"/>
            </a:xfrm>
            <a:custGeom>
              <a:avLst/>
              <a:gdLst>
                <a:gd name="txL" fmla="*/ 0 w 24"/>
                <a:gd name="txT" fmla="*/ 0 h 84"/>
                <a:gd name="txR" fmla="*/ 24 w 24"/>
                <a:gd name="txB" fmla="*/ 84 h 84"/>
              </a:gdLst>
              <a:ahLst/>
              <a:cxnLst>
                <a:cxn ang="0">
                  <a:pos x="0" y="3121"/>
                </a:cxn>
                <a:cxn ang="0">
                  <a:pos x="579" y="3121"/>
                </a:cxn>
                <a:cxn ang="0">
                  <a:pos x="579" y="2895"/>
                </a:cxn>
                <a:cxn ang="0">
                  <a:pos x="457" y="2895"/>
                </a:cxn>
                <a:cxn ang="0">
                  <a:pos x="457" y="2634"/>
                </a:cxn>
                <a:cxn ang="0">
                  <a:pos x="457" y="0"/>
                </a:cxn>
                <a:cxn ang="0">
                  <a:pos x="457" y="0"/>
                </a:cxn>
                <a:cxn ang="0">
                  <a:pos x="0" y="450"/>
                </a:cxn>
                <a:cxn ang="0">
                  <a:pos x="0" y="450"/>
                </a:cxn>
                <a:cxn ang="0">
                  <a:pos x="158" y="450"/>
                </a:cxn>
                <a:cxn ang="0">
                  <a:pos x="158" y="450"/>
                </a:cxn>
                <a:cxn ang="0">
                  <a:pos x="158" y="450"/>
                </a:cxn>
                <a:cxn ang="0">
                  <a:pos x="158" y="671"/>
                </a:cxn>
                <a:cxn ang="0">
                  <a:pos x="158" y="2634"/>
                </a:cxn>
                <a:cxn ang="0">
                  <a:pos x="158" y="2895"/>
                </a:cxn>
                <a:cxn ang="0">
                  <a:pos x="0" y="2895"/>
                </a:cxn>
                <a:cxn ang="0">
                  <a:pos x="0" y="3121"/>
                </a:cxn>
              </a:cxnLst>
              <a:rect l="txL" t="txT" r="txR" b="txB"/>
              <a:pathLst>
                <a:path w="24" h="84">
                  <a:moveTo>
                    <a:pt x="0" y="84"/>
                  </a:moveTo>
                  <a:lnTo>
                    <a:pt x="24" y="84"/>
                  </a:lnTo>
                  <a:lnTo>
                    <a:pt x="24" y="78"/>
                  </a:lnTo>
                  <a:lnTo>
                    <a:pt x="18" y="78"/>
                  </a:lnTo>
                  <a:lnTo>
                    <a:pt x="18" y="72"/>
                  </a:lnTo>
                  <a:lnTo>
                    <a:pt x="18" y="0"/>
                  </a:lnTo>
                  <a:lnTo>
                    <a:pt x="0" y="12"/>
                  </a:lnTo>
                  <a:lnTo>
                    <a:pt x="6" y="12"/>
                  </a:lnTo>
                  <a:lnTo>
                    <a:pt x="6" y="18"/>
                  </a:lnTo>
                  <a:lnTo>
                    <a:pt x="6" y="72"/>
                  </a:lnTo>
                  <a:lnTo>
                    <a:pt x="6" y="78"/>
                  </a:lnTo>
                  <a:lnTo>
                    <a:pt x="0" y="78"/>
                  </a:lnTo>
                  <a:lnTo>
                    <a:pt x="0" y="8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93" name="Freeform 312"/>
            <p:cNvSpPr>
              <a:spLocks noEditPoints="1"/>
            </p:cNvSpPr>
            <p:nvPr/>
          </p:nvSpPr>
          <p:spPr>
            <a:xfrm>
              <a:off x="578" y="2277"/>
              <a:ext cx="27" cy="116"/>
            </a:xfrm>
            <a:custGeom>
              <a:avLst/>
              <a:gdLst>
                <a:gd name="txL" fmla="*/ 0 w 24"/>
                <a:gd name="txT" fmla="*/ 0 h 102"/>
                <a:gd name="txR" fmla="*/ 24 w 24"/>
                <a:gd name="txB" fmla="*/ 102 h 102"/>
              </a:gdLst>
              <a:ahLst/>
              <a:cxnLst>
                <a:cxn ang="0">
                  <a:pos x="579" y="2707"/>
                </a:cxn>
                <a:cxn ang="0">
                  <a:pos x="457" y="3079"/>
                </a:cxn>
                <a:cxn ang="0">
                  <a:pos x="321" y="3079"/>
                </a:cxn>
                <a:cxn ang="0">
                  <a:pos x="321" y="3079"/>
                </a:cxn>
                <a:cxn ang="0">
                  <a:pos x="158" y="3079"/>
                </a:cxn>
                <a:cxn ang="0">
                  <a:pos x="321" y="2882"/>
                </a:cxn>
                <a:cxn ang="0">
                  <a:pos x="321" y="2707"/>
                </a:cxn>
                <a:cxn ang="0">
                  <a:pos x="579" y="967"/>
                </a:cxn>
                <a:cxn ang="0">
                  <a:pos x="579" y="967"/>
                </a:cxn>
                <a:cxn ang="0">
                  <a:pos x="321" y="1160"/>
                </a:cxn>
                <a:cxn ang="0">
                  <a:pos x="0" y="1160"/>
                </a:cxn>
                <a:cxn ang="0">
                  <a:pos x="0" y="1403"/>
                </a:cxn>
                <a:cxn ang="0">
                  <a:pos x="158" y="1403"/>
                </a:cxn>
                <a:cxn ang="0">
                  <a:pos x="321" y="1403"/>
                </a:cxn>
                <a:cxn ang="0">
                  <a:pos x="321" y="1707"/>
                </a:cxn>
                <a:cxn ang="0">
                  <a:pos x="158" y="2347"/>
                </a:cxn>
                <a:cxn ang="0">
                  <a:pos x="0" y="2707"/>
                </a:cxn>
                <a:cxn ang="0">
                  <a:pos x="0" y="3079"/>
                </a:cxn>
                <a:cxn ang="0">
                  <a:pos x="0" y="3278"/>
                </a:cxn>
                <a:cxn ang="0">
                  <a:pos x="158" y="3278"/>
                </a:cxn>
                <a:cxn ang="0">
                  <a:pos x="457" y="3079"/>
                </a:cxn>
                <a:cxn ang="0">
                  <a:pos x="579" y="2707"/>
                </a:cxn>
                <a:cxn ang="0">
                  <a:pos x="579" y="2707"/>
                </a:cxn>
                <a:cxn ang="0">
                  <a:pos x="579" y="191"/>
                </a:cxn>
                <a:cxn ang="0">
                  <a:pos x="579" y="191"/>
                </a:cxn>
                <a:cxn ang="0">
                  <a:pos x="457" y="0"/>
                </a:cxn>
                <a:cxn ang="0">
                  <a:pos x="457" y="0"/>
                </a:cxn>
                <a:cxn ang="0">
                  <a:pos x="321" y="191"/>
                </a:cxn>
                <a:cxn ang="0">
                  <a:pos x="457" y="393"/>
                </a:cxn>
                <a:cxn ang="0">
                  <a:pos x="457" y="578"/>
                </a:cxn>
                <a:cxn ang="0">
                  <a:pos x="579" y="393"/>
                </a:cxn>
                <a:cxn ang="0">
                  <a:pos x="579" y="191"/>
                </a:cxn>
                <a:cxn ang="0">
                  <a:pos x="579" y="191"/>
                </a:cxn>
              </a:cxnLst>
              <a:rect l="txL" t="txT" r="txR" b="txB"/>
              <a:pathLst>
                <a:path w="24" h="102">
                  <a:moveTo>
                    <a:pt x="24" y="84"/>
                  </a:moveTo>
                  <a:lnTo>
                    <a:pt x="18" y="96"/>
                  </a:lnTo>
                  <a:lnTo>
                    <a:pt x="12" y="96"/>
                  </a:lnTo>
                  <a:lnTo>
                    <a:pt x="6" y="96"/>
                  </a:lnTo>
                  <a:lnTo>
                    <a:pt x="12" y="90"/>
                  </a:lnTo>
                  <a:lnTo>
                    <a:pt x="12" y="84"/>
                  </a:lnTo>
                  <a:lnTo>
                    <a:pt x="24" y="30"/>
                  </a:lnTo>
                  <a:lnTo>
                    <a:pt x="12" y="36"/>
                  </a:lnTo>
                  <a:lnTo>
                    <a:pt x="0" y="36"/>
                  </a:lnTo>
                  <a:lnTo>
                    <a:pt x="0" y="42"/>
                  </a:lnTo>
                  <a:lnTo>
                    <a:pt x="6" y="42"/>
                  </a:lnTo>
                  <a:lnTo>
                    <a:pt x="12" y="42"/>
                  </a:lnTo>
                  <a:lnTo>
                    <a:pt x="12" y="54"/>
                  </a:lnTo>
                  <a:lnTo>
                    <a:pt x="6" y="72"/>
                  </a:lnTo>
                  <a:lnTo>
                    <a:pt x="0" y="84"/>
                  </a:lnTo>
                  <a:lnTo>
                    <a:pt x="0" y="96"/>
                  </a:lnTo>
                  <a:lnTo>
                    <a:pt x="0" y="102"/>
                  </a:lnTo>
                  <a:lnTo>
                    <a:pt x="6" y="102"/>
                  </a:lnTo>
                  <a:lnTo>
                    <a:pt x="18" y="96"/>
                  </a:lnTo>
                  <a:lnTo>
                    <a:pt x="24" y="84"/>
                  </a:lnTo>
                  <a:close/>
                  <a:moveTo>
                    <a:pt x="24" y="6"/>
                  </a:moveTo>
                  <a:lnTo>
                    <a:pt x="24" y="6"/>
                  </a:lnTo>
                  <a:lnTo>
                    <a:pt x="18" y="0"/>
                  </a:lnTo>
                  <a:lnTo>
                    <a:pt x="12" y="6"/>
                  </a:lnTo>
                  <a:lnTo>
                    <a:pt x="18" y="12"/>
                  </a:lnTo>
                  <a:lnTo>
                    <a:pt x="18" y="18"/>
                  </a:lnTo>
                  <a:lnTo>
                    <a:pt x="24" y="12"/>
                  </a:lnTo>
                  <a:lnTo>
                    <a:pt x="24" y="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94" name="Freeform 313"/>
            <p:cNvSpPr/>
            <p:nvPr/>
          </p:nvSpPr>
          <p:spPr>
            <a:xfrm>
              <a:off x="612" y="2345"/>
              <a:ext cx="47" cy="94"/>
            </a:xfrm>
            <a:custGeom>
              <a:avLst/>
              <a:gdLst>
                <a:gd name="txL" fmla="*/ 0 w 42"/>
                <a:gd name="txT" fmla="*/ 0 h 83"/>
                <a:gd name="txR" fmla="*/ 42 w 42"/>
                <a:gd name="txB" fmla="*/ 83 h 83"/>
              </a:gdLst>
              <a:ahLst/>
              <a:cxnLst>
                <a:cxn ang="0">
                  <a:pos x="873" y="1891"/>
                </a:cxn>
                <a:cxn ang="0">
                  <a:pos x="873" y="1891"/>
                </a:cxn>
                <a:cxn ang="0">
                  <a:pos x="873" y="2059"/>
                </a:cxn>
                <a:cxn ang="0">
                  <a:pos x="741" y="2059"/>
                </a:cxn>
                <a:cxn ang="0">
                  <a:pos x="261" y="2059"/>
                </a:cxn>
                <a:cxn ang="0">
                  <a:pos x="643" y="1547"/>
                </a:cxn>
                <a:cxn ang="0">
                  <a:pos x="741" y="1207"/>
                </a:cxn>
                <a:cxn ang="0">
                  <a:pos x="873" y="700"/>
                </a:cxn>
                <a:cxn ang="0">
                  <a:pos x="741" y="164"/>
                </a:cxn>
                <a:cxn ang="0">
                  <a:pos x="514" y="0"/>
                </a:cxn>
                <a:cxn ang="0">
                  <a:pos x="261" y="164"/>
                </a:cxn>
                <a:cxn ang="0">
                  <a:pos x="0" y="700"/>
                </a:cxn>
                <a:cxn ang="0">
                  <a:pos x="132" y="700"/>
                </a:cxn>
                <a:cxn ang="0">
                  <a:pos x="132" y="505"/>
                </a:cxn>
                <a:cxn ang="0">
                  <a:pos x="368" y="348"/>
                </a:cxn>
                <a:cxn ang="0">
                  <a:pos x="643" y="505"/>
                </a:cxn>
                <a:cxn ang="0">
                  <a:pos x="643" y="896"/>
                </a:cxn>
                <a:cxn ang="0">
                  <a:pos x="643" y="1207"/>
                </a:cxn>
                <a:cxn ang="0">
                  <a:pos x="368" y="1711"/>
                </a:cxn>
                <a:cxn ang="0">
                  <a:pos x="0" y="2383"/>
                </a:cxn>
                <a:cxn ang="0">
                  <a:pos x="0" y="2383"/>
                </a:cxn>
                <a:cxn ang="0">
                  <a:pos x="873" y="2383"/>
                </a:cxn>
                <a:cxn ang="0">
                  <a:pos x="873" y="1891"/>
                </a:cxn>
              </a:cxnLst>
              <a:rect l="txL" t="txT" r="txR" b="txB"/>
              <a:pathLst>
                <a:path w="42" h="83">
                  <a:moveTo>
                    <a:pt x="42" y="65"/>
                  </a:moveTo>
                  <a:lnTo>
                    <a:pt x="42" y="65"/>
                  </a:lnTo>
                  <a:lnTo>
                    <a:pt x="42" y="71"/>
                  </a:lnTo>
                  <a:lnTo>
                    <a:pt x="36" y="71"/>
                  </a:lnTo>
                  <a:lnTo>
                    <a:pt x="12" y="71"/>
                  </a:lnTo>
                  <a:lnTo>
                    <a:pt x="30" y="53"/>
                  </a:lnTo>
                  <a:lnTo>
                    <a:pt x="36" y="42"/>
                  </a:lnTo>
                  <a:lnTo>
                    <a:pt x="42" y="24"/>
                  </a:lnTo>
                  <a:lnTo>
                    <a:pt x="36" y="6"/>
                  </a:lnTo>
                  <a:lnTo>
                    <a:pt x="24" y="0"/>
                  </a:lnTo>
                  <a:lnTo>
                    <a:pt x="12" y="6"/>
                  </a:lnTo>
                  <a:lnTo>
                    <a:pt x="0" y="24"/>
                  </a:lnTo>
                  <a:lnTo>
                    <a:pt x="6" y="24"/>
                  </a:lnTo>
                  <a:lnTo>
                    <a:pt x="6" y="18"/>
                  </a:lnTo>
                  <a:lnTo>
                    <a:pt x="18" y="12"/>
                  </a:lnTo>
                  <a:lnTo>
                    <a:pt x="30" y="18"/>
                  </a:lnTo>
                  <a:lnTo>
                    <a:pt x="30" y="30"/>
                  </a:lnTo>
                  <a:lnTo>
                    <a:pt x="30" y="42"/>
                  </a:lnTo>
                  <a:lnTo>
                    <a:pt x="18" y="59"/>
                  </a:lnTo>
                  <a:lnTo>
                    <a:pt x="0" y="83"/>
                  </a:lnTo>
                  <a:lnTo>
                    <a:pt x="42" y="83"/>
                  </a:lnTo>
                  <a:lnTo>
                    <a:pt x="42" y="6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95" name="Freeform 314"/>
            <p:cNvSpPr>
              <a:spLocks noEditPoints="1"/>
            </p:cNvSpPr>
            <p:nvPr/>
          </p:nvSpPr>
          <p:spPr>
            <a:xfrm>
              <a:off x="1868" y="3750"/>
              <a:ext cx="27" cy="122"/>
            </a:xfrm>
            <a:custGeom>
              <a:avLst/>
              <a:gdLst>
                <a:gd name="txL" fmla="*/ 0 w 24"/>
                <a:gd name="txT" fmla="*/ 0 h 107"/>
                <a:gd name="txR" fmla="*/ 24 w 24"/>
                <a:gd name="txB" fmla="*/ 107 h 107"/>
              </a:gdLst>
              <a:ahLst/>
              <a:cxnLst>
                <a:cxn ang="0">
                  <a:pos x="457" y="2862"/>
                </a:cxn>
                <a:cxn ang="0">
                  <a:pos x="457" y="3263"/>
                </a:cxn>
                <a:cxn ang="0">
                  <a:pos x="321" y="3468"/>
                </a:cxn>
                <a:cxn ang="0">
                  <a:pos x="158" y="3468"/>
                </a:cxn>
                <a:cxn ang="0">
                  <a:pos x="158" y="3263"/>
                </a:cxn>
                <a:cxn ang="0">
                  <a:pos x="321" y="3042"/>
                </a:cxn>
                <a:cxn ang="0">
                  <a:pos x="321" y="2862"/>
                </a:cxn>
                <a:cxn ang="0">
                  <a:pos x="579" y="1269"/>
                </a:cxn>
                <a:cxn ang="0">
                  <a:pos x="579" y="1269"/>
                </a:cxn>
                <a:cxn ang="0">
                  <a:pos x="321" y="1269"/>
                </a:cxn>
                <a:cxn ang="0">
                  <a:pos x="0" y="1269"/>
                </a:cxn>
                <a:cxn ang="0">
                  <a:pos x="0" y="1459"/>
                </a:cxn>
                <a:cxn ang="0">
                  <a:pos x="158" y="1459"/>
                </a:cxn>
                <a:cxn ang="0">
                  <a:pos x="158" y="1664"/>
                </a:cxn>
                <a:cxn ang="0">
                  <a:pos x="158" y="1881"/>
                </a:cxn>
                <a:cxn ang="0">
                  <a:pos x="158" y="2466"/>
                </a:cxn>
                <a:cxn ang="0">
                  <a:pos x="0" y="2862"/>
                </a:cxn>
                <a:cxn ang="0">
                  <a:pos x="0" y="3263"/>
                </a:cxn>
                <a:cxn ang="0">
                  <a:pos x="0" y="3468"/>
                </a:cxn>
                <a:cxn ang="0">
                  <a:pos x="158" y="3685"/>
                </a:cxn>
                <a:cxn ang="0">
                  <a:pos x="457" y="3468"/>
                </a:cxn>
                <a:cxn ang="0">
                  <a:pos x="579" y="3042"/>
                </a:cxn>
                <a:cxn ang="0">
                  <a:pos x="457" y="2862"/>
                </a:cxn>
                <a:cxn ang="0">
                  <a:pos x="579" y="208"/>
                </a:cxn>
                <a:cxn ang="0">
                  <a:pos x="579" y="208"/>
                </a:cxn>
                <a:cxn ang="0">
                  <a:pos x="457" y="0"/>
                </a:cxn>
                <a:cxn ang="0">
                  <a:pos x="457" y="208"/>
                </a:cxn>
                <a:cxn ang="0">
                  <a:pos x="321" y="208"/>
                </a:cxn>
                <a:cxn ang="0">
                  <a:pos x="457" y="423"/>
                </a:cxn>
                <a:cxn ang="0">
                  <a:pos x="457" y="627"/>
                </a:cxn>
                <a:cxn ang="0">
                  <a:pos x="579" y="423"/>
                </a:cxn>
                <a:cxn ang="0">
                  <a:pos x="579" y="208"/>
                </a:cxn>
                <a:cxn ang="0">
                  <a:pos x="579" y="208"/>
                </a:cxn>
              </a:cxnLst>
              <a:rect l="txL" t="txT" r="txR" b="txB"/>
              <a:pathLst>
                <a:path w="24" h="107">
                  <a:moveTo>
                    <a:pt x="18" y="83"/>
                  </a:moveTo>
                  <a:lnTo>
                    <a:pt x="18" y="95"/>
                  </a:lnTo>
                  <a:lnTo>
                    <a:pt x="12" y="101"/>
                  </a:lnTo>
                  <a:lnTo>
                    <a:pt x="6" y="101"/>
                  </a:lnTo>
                  <a:lnTo>
                    <a:pt x="6" y="95"/>
                  </a:lnTo>
                  <a:lnTo>
                    <a:pt x="12" y="89"/>
                  </a:lnTo>
                  <a:lnTo>
                    <a:pt x="12" y="83"/>
                  </a:lnTo>
                  <a:lnTo>
                    <a:pt x="24" y="36"/>
                  </a:lnTo>
                  <a:lnTo>
                    <a:pt x="12" y="36"/>
                  </a:lnTo>
                  <a:lnTo>
                    <a:pt x="0" y="36"/>
                  </a:lnTo>
                  <a:lnTo>
                    <a:pt x="0" y="42"/>
                  </a:lnTo>
                  <a:lnTo>
                    <a:pt x="6" y="42"/>
                  </a:lnTo>
                  <a:lnTo>
                    <a:pt x="6" y="48"/>
                  </a:lnTo>
                  <a:lnTo>
                    <a:pt x="6" y="54"/>
                  </a:lnTo>
                  <a:lnTo>
                    <a:pt x="6" y="72"/>
                  </a:lnTo>
                  <a:lnTo>
                    <a:pt x="0" y="83"/>
                  </a:lnTo>
                  <a:lnTo>
                    <a:pt x="0" y="95"/>
                  </a:lnTo>
                  <a:lnTo>
                    <a:pt x="0" y="101"/>
                  </a:lnTo>
                  <a:lnTo>
                    <a:pt x="6" y="107"/>
                  </a:lnTo>
                  <a:lnTo>
                    <a:pt x="18" y="101"/>
                  </a:lnTo>
                  <a:lnTo>
                    <a:pt x="24" y="89"/>
                  </a:lnTo>
                  <a:lnTo>
                    <a:pt x="18" y="83"/>
                  </a:lnTo>
                  <a:close/>
                  <a:moveTo>
                    <a:pt x="24" y="6"/>
                  </a:moveTo>
                  <a:lnTo>
                    <a:pt x="24" y="6"/>
                  </a:lnTo>
                  <a:lnTo>
                    <a:pt x="18" y="0"/>
                  </a:lnTo>
                  <a:lnTo>
                    <a:pt x="18" y="6"/>
                  </a:lnTo>
                  <a:lnTo>
                    <a:pt x="12" y="6"/>
                  </a:lnTo>
                  <a:lnTo>
                    <a:pt x="18" y="12"/>
                  </a:lnTo>
                  <a:lnTo>
                    <a:pt x="18" y="18"/>
                  </a:lnTo>
                  <a:lnTo>
                    <a:pt x="24" y="12"/>
                  </a:lnTo>
                  <a:lnTo>
                    <a:pt x="24" y="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96" name="Freeform 315"/>
            <p:cNvSpPr/>
            <p:nvPr/>
          </p:nvSpPr>
          <p:spPr>
            <a:xfrm>
              <a:off x="1902" y="3825"/>
              <a:ext cx="47" cy="88"/>
            </a:xfrm>
            <a:custGeom>
              <a:avLst/>
              <a:gdLst>
                <a:gd name="txL" fmla="*/ 0 w 42"/>
                <a:gd name="txT" fmla="*/ 0 h 77"/>
                <a:gd name="txR" fmla="*/ 42 w 42"/>
                <a:gd name="txB" fmla="*/ 77 h 77"/>
              </a:gdLst>
              <a:ahLst/>
              <a:cxnLst>
                <a:cxn ang="0">
                  <a:pos x="873" y="2159"/>
                </a:cxn>
                <a:cxn ang="0">
                  <a:pos x="873" y="2159"/>
                </a:cxn>
                <a:cxn ang="0">
                  <a:pos x="873" y="2625"/>
                </a:cxn>
                <a:cxn ang="0">
                  <a:pos x="741" y="2625"/>
                </a:cxn>
                <a:cxn ang="0">
                  <a:pos x="261" y="2625"/>
                </a:cxn>
                <a:cxn ang="0">
                  <a:pos x="514" y="1759"/>
                </a:cxn>
                <a:cxn ang="0">
                  <a:pos x="741" y="1309"/>
                </a:cxn>
                <a:cxn ang="0">
                  <a:pos x="873" y="619"/>
                </a:cxn>
                <a:cxn ang="0">
                  <a:pos x="741" y="213"/>
                </a:cxn>
                <a:cxn ang="0">
                  <a:pos x="514" y="0"/>
                </a:cxn>
                <a:cxn ang="0">
                  <a:pos x="261" y="213"/>
                </a:cxn>
                <a:cxn ang="0">
                  <a:pos x="0" y="832"/>
                </a:cxn>
                <a:cxn ang="0">
                  <a:pos x="0" y="832"/>
                </a:cxn>
                <a:cxn ang="0">
                  <a:pos x="132" y="450"/>
                </a:cxn>
                <a:cxn ang="0">
                  <a:pos x="368" y="213"/>
                </a:cxn>
                <a:cxn ang="0">
                  <a:pos x="643" y="450"/>
                </a:cxn>
                <a:cxn ang="0">
                  <a:pos x="643" y="832"/>
                </a:cxn>
                <a:cxn ang="0">
                  <a:pos x="514" y="1309"/>
                </a:cxn>
                <a:cxn ang="0">
                  <a:pos x="368" y="1954"/>
                </a:cxn>
                <a:cxn ang="0">
                  <a:pos x="0" y="2819"/>
                </a:cxn>
                <a:cxn ang="0">
                  <a:pos x="0" y="2819"/>
                </a:cxn>
                <a:cxn ang="0">
                  <a:pos x="741" y="2819"/>
                </a:cxn>
                <a:cxn ang="0">
                  <a:pos x="873" y="2159"/>
                </a:cxn>
              </a:cxnLst>
              <a:rect l="txL" t="txT" r="txR" b="txB"/>
              <a:pathLst>
                <a:path w="42" h="77">
                  <a:moveTo>
                    <a:pt x="42" y="59"/>
                  </a:moveTo>
                  <a:lnTo>
                    <a:pt x="42" y="59"/>
                  </a:lnTo>
                  <a:lnTo>
                    <a:pt x="42" y="71"/>
                  </a:lnTo>
                  <a:lnTo>
                    <a:pt x="36" y="71"/>
                  </a:lnTo>
                  <a:lnTo>
                    <a:pt x="12" y="71"/>
                  </a:lnTo>
                  <a:lnTo>
                    <a:pt x="24" y="47"/>
                  </a:lnTo>
                  <a:lnTo>
                    <a:pt x="36" y="35"/>
                  </a:lnTo>
                  <a:lnTo>
                    <a:pt x="42" y="17"/>
                  </a:lnTo>
                  <a:lnTo>
                    <a:pt x="36" y="6"/>
                  </a:lnTo>
                  <a:lnTo>
                    <a:pt x="24" y="0"/>
                  </a:lnTo>
                  <a:lnTo>
                    <a:pt x="12" y="6"/>
                  </a:lnTo>
                  <a:lnTo>
                    <a:pt x="0" y="23"/>
                  </a:lnTo>
                  <a:lnTo>
                    <a:pt x="6" y="12"/>
                  </a:lnTo>
                  <a:lnTo>
                    <a:pt x="18" y="6"/>
                  </a:lnTo>
                  <a:lnTo>
                    <a:pt x="30" y="12"/>
                  </a:lnTo>
                  <a:lnTo>
                    <a:pt x="30" y="23"/>
                  </a:lnTo>
                  <a:lnTo>
                    <a:pt x="24" y="35"/>
                  </a:lnTo>
                  <a:lnTo>
                    <a:pt x="18" y="53"/>
                  </a:lnTo>
                  <a:lnTo>
                    <a:pt x="0" y="77"/>
                  </a:lnTo>
                  <a:lnTo>
                    <a:pt x="36" y="77"/>
                  </a:lnTo>
                  <a:lnTo>
                    <a:pt x="42" y="5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97" name="Freeform 316"/>
            <p:cNvSpPr>
              <a:spLocks noEditPoints="1"/>
            </p:cNvSpPr>
            <p:nvPr/>
          </p:nvSpPr>
          <p:spPr>
            <a:xfrm>
              <a:off x="2407" y="3750"/>
              <a:ext cx="33" cy="122"/>
            </a:xfrm>
            <a:custGeom>
              <a:avLst/>
              <a:gdLst>
                <a:gd name="txL" fmla="*/ 0 w 30"/>
                <a:gd name="txT" fmla="*/ 0 h 107"/>
                <a:gd name="txR" fmla="*/ 30 w 30"/>
                <a:gd name="txB" fmla="*/ 107 h 107"/>
              </a:gdLst>
              <a:ahLst/>
              <a:cxnLst>
                <a:cxn ang="0">
                  <a:pos x="317" y="2862"/>
                </a:cxn>
                <a:cxn ang="0">
                  <a:pos x="238" y="3263"/>
                </a:cxn>
                <a:cxn ang="0">
                  <a:pos x="158" y="3468"/>
                </a:cxn>
                <a:cxn ang="0">
                  <a:pos x="158" y="3468"/>
                </a:cxn>
                <a:cxn ang="0">
                  <a:pos x="158" y="3263"/>
                </a:cxn>
                <a:cxn ang="0">
                  <a:pos x="158" y="3042"/>
                </a:cxn>
                <a:cxn ang="0">
                  <a:pos x="158" y="2862"/>
                </a:cxn>
                <a:cxn ang="0">
                  <a:pos x="317" y="1269"/>
                </a:cxn>
                <a:cxn ang="0">
                  <a:pos x="317" y="1269"/>
                </a:cxn>
                <a:cxn ang="0">
                  <a:pos x="158" y="1269"/>
                </a:cxn>
                <a:cxn ang="0">
                  <a:pos x="0" y="1269"/>
                </a:cxn>
                <a:cxn ang="0">
                  <a:pos x="0" y="1459"/>
                </a:cxn>
                <a:cxn ang="0">
                  <a:pos x="158" y="1459"/>
                </a:cxn>
                <a:cxn ang="0">
                  <a:pos x="158" y="1459"/>
                </a:cxn>
                <a:cxn ang="0">
                  <a:pos x="158" y="1881"/>
                </a:cxn>
                <a:cxn ang="0">
                  <a:pos x="89" y="2466"/>
                </a:cxn>
                <a:cxn ang="0">
                  <a:pos x="0" y="2862"/>
                </a:cxn>
                <a:cxn ang="0">
                  <a:pos x="0" y="3263"/>
                </a:cxn>
                <a:cxn ang="0">
                  <a:pos x="0" y="3468"/>
                </a:cxn>
                <a:cxn ang="0">
                  <a:pos x="89" y="3685"/>
                </a:cxn>
                <a:cxn ang="0">
                  <a:pos x="238" y="3468"/>
                </a:cxn>
                <a:cxn ang="0">
                  <a:pos x="317" y="3042"/>
                </a:cxn>
                <a:cxn ang="0">
                  <a:pos x="317" y="2862"/>
                </a:cxn>
                <a:cxn ang="0">
                  <a:pos x="389" y="208"/>
                </a:cxn>
                <a:cxn ang="0">
                  <a:pos x="389" y="208"/>
                </a:cxn>
                <a:cxn ang="0">
                  <a:pos x="317" y="0"/>
                </a:cxn>
                <a:cxn ang="0">
                  <a:pos x="238" y="0"/>
                </a:cxn>
                <a:cxn ang="0">
                  <a:pos x="238" y="208"/>
                </a:cxn>
                <a:cxn ang="0">
                  <a:pos x="238" y="423"/>
                </a:cxn>
                <a:cxn ang="0">
                  <a:pos x="317" y="627"/>
                </a:cxn>
                <a:cxn ang="0">
                  <a:pos x="389" y="423"/>
                </a:cxn>
                <a:cxn ang="0">
                  <a:pos x="389" y="208"/>
                </a:cxn>
                <a:cxn ang="0">
                  <a:pos x="389" y="208"/>
                </a:cxn>
              </a:cxnLst>
              <a:rect l="txL" t="txT" r="txR" b="txB"/>
              <a:pathLst>
                <a:path w="30" h="107">
                  <a:moveTo>
                    <a:pt x="24" y="83"/>
                  </a:moveTo>
                  <a:lnTo>
                    <a:pt x="18" y="95"/>
                  </a:lnTo>
                  <a:lnTo>
                    <a:pt x="12" y="101"/>
                  </a:lnTo>
                  <a:lnTo>
                    <a:pt x="12" y="95"/>
                  </a:lnTo>
                  <a:lnTo>
                    <a:pt x="12" y="89"/>
                  </a:lnTo>
                  <a:lnTo>
                    <a:pt x="12" y="83"/>
                  </a:lnTo>
                  <a:lnTo>
                    <a:pt x="24" y="36"/>
                  </a:lnTo>
                  <a:lnTo>
                    <a:pt x="12" y="36"/>
                  </a:lnTo>
                  <a:lnTo>
                    <a:pt x="0" y="36"/>
                  </a:lnTo>
                  <a:lnTo>
                    <a:pt x="0" y="42"/>
                  </a:lnTo>
                  <a:lnTo>
                    <a:pt x="12" y="42"/>
                  </a:lnTo>
                  <a:lnTo>
                    <a:pt x="12" y="54"/>
                  </a:lnTo>
                  <a:lnTo>
                    <a:pt x="6" y="72"/>
                  </a:lnTo>
                  <a:lnTo>
                    <a:pt x="0" y="83"/>
                  </a:lnTo>
                  <a:lnTo>
                    <a:pt x="0" y="95"/>
                  </a:lnTo>
                  <a:lnTo>
                    <a:pt x="0" y="101"/>
                  </a:lnTo>
                  <a:lnTo>
                    <a:pt x="6" y="107"/>
                  </a:lnTo>
                  <a:lnTo>
                    <a:pt x="18" y="101"/>
                  </a:lnTo>
                  <a:lnTo>
                    <a:pt x="24" y="89"/>
                  </a:lnTo>
                  <a:lnTo>
                    <a:pt x="24" y="83"/>
                  </a:lnTo>
                  <a:close/>
                  <a:moveTo>
                    <a:pt x="30" y="6"/>
                  </a:moveTo>
                  <a:lnTo>
                    <a:pt x="30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8" y="6"/>
                  </a:lnTo>
                  <a:lnTo>
                    <a:pt x="18" y="12"/>
                  </a:lnTo>
                  <a:lnTo>
                    <a:pt x="24" y="18"/>
                  </a:lnTo>
                  <a:lnTo>
                    <a:pt x="30" y="12"/>
                  </a:lnTo>
                  <a:lnTo>
                    <a:pt x="30" y="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98" name="Freeform 317"/>
            <p:cNvSpPr/>
            <p:nvPr/>
          </p:nvSpPr>
          <p:spPr>
            <a:xfrm>
              <a:off x="2447" y="3825"/>
              <a:ext cx="40" cy="88"/>
            </a:xfrm>
            <a:custGeom>
              <a:avLst/>
              <a:gdLst>
                <a:gd name="txL" fmla="*/ 0 w 36"/>
                <a:gd name="txT" fmla="*/ 0 h 77"/>
                <a:gd name="txR" fmla="*/ 36 w 36"/>
                <a:gd name="txB" fmla="*/ 77 h 77"/>
              </a:gdLst>
              <a:ahLst/>
              <a:cxnLst>
                <a:cxn ang="0">
                  <a:pos x="202" y="1539"/>
                </a:cxn>
                <a:cxn ang="0">
                  <a:pos x="308" y="1539"/>
                </a:cxn>
                <a:cxn ang="0">
                  <a:pos x="422" y="1539"/>
                </a:cxn>
                <a:cxn ang="0">
                  <a:pos x="521" y="1954"/>
                </a:cxn>
                <a:cxn ang="0">
                  <a:pos x="521" y="2159"/>
                </a:cxn>
                <a:cxn ang="0">
                  <a:pos x="422" y="2625"/>
                </a:cxn>
                <a:cxn ang="0">
                  <a:pos x="308" y="2819"/>
                </a:cxn>
                <a:cxn ang="0">
                  <a:pos x="202" y="2819"/>
                </a:cxn>
                <a:cxn ang="0">
                  <a:pos x="0" y="2625"/>
                </a:cxn>
                <a:cxn ang="0">
                  <a:pos x="0" y="2625"/>
                </a:cxn>
                <a:cxn ang="0">
                  <a:pos x="108" y="2819"/>
                </a:cxn>
                <a:cxn ang="0">
                  <a:pos x="202" y="2819"/>
                </a:cxn>
                <a:cxn ang="0">
                  <a:pos x="521" y="2625"/>
                </a:cxn>
                <a:cxn ang="0">
                  <a:pos x="603" y="1954"/>
                </a:cxn>
                <a:cxn ang="0">
                  <a:pos x="521" y="1309"/>
                </a:cxn>
                <a:cxn ang="0">
                  <a:pos x="422" y="1055"/>
                </a:cxn>
                <a:cxn ang="0">
                  <a:pos x="521" y="832"/>
                </a:cxn>
                <a:cxn ang="0">
                  <a:pos x="603" y="450"/>
                </a:cxn>
                <a:cxn ang="0">
                  <a:pos x="521" y="213"/>
                </a:cxn>
                <a:cxn ang="0">
                  <a:pos x="308" y="0"/>
                </a:cxn>
                <a:cxn ang="0">
                  <a:pos x="108" y="0"/>
                </a:cxn>
                <a:cxn ang="0">
                  <a:pos x="0" y="213"/>
                </a:cxn>
                <a:cxn ang="0">
                  <a:pos x="0" y="619"/>
                </a:cxn>
                <a:cxn ang="0">
                  <a:pos x="0" y="619"/>
                </a:cxn>
                <a:cxn ang="0">
                  <a:pos x="108" y="450"/>
                </a:cxn>
                <a:cxn ang="0">
                  <a:pos x="202" y="213"/>
                </a:cxn>
                <a:cxn ang="0">
                  <a:pos x="422" y="450"/>
                </a:cxn>
                <a:cxn ang="0">
                  <a:pos x="422" y="619"/>
                </a:cxn>
                <a:cxn ang="0">
                  <a:pos x="308" y="1055"/>
                </a:cxn>
                <a:cxn ang="0">
                  <a:pos x="202" y="1309"/>
                </a:cxn>
                <a:cxn ang="0">
                  <a:pos x="202" y="1539"/>
                </a:cxn>
              </a:cxnLst>
              <a:rect l="txL" t="txT" r="txR" b="txB"/>
              <a:pathLst>
                <a:path w="36" h="77">
                  <a:moveTo>
                    <a:pt x="12" y="41"/>
                  </a:moveTo>
                  <a:lnTo>
                    <a:pt x="18" y="41"/>
                  </a:lnTo>
                  <a:lnTo>
                    <a:pt x="24" y="41"/>
                  </a:lnTo>
                  <a:lnTo>
                    <a:pt x="30" y="53"/>
                  </a:lnTo>
                  <a:lnTo>
                    <a:pt x="30" y="59"/>
                  </a:lnTo>
                  <a:lnTo>
                    <a:pt x="24" y="71"/>
                  </a:lnTo>
                  <a:lnTo>
                    <a:pt x="18" y="77"/>
                  </a:lnTo>
                  <a:lnTo>
                    <a:pt x="12" y="77"/>
                  </a:lnTo>
                  <a:lnTo>
                    <a:pt x="0" y="71"/>
                  </a:lnTo>
                  <a:lnTo>
                    <a:pt x="6" y="77"/>
                  </a:lnTo>
                  <a:lnTo>
                    <a:pt x="12" y="77"/>
                  </a:lnTo>
                  <a:lnTo>
                    <a:pt x="30" y="71"/>
                  </a:lnTo>
                  <a:lnTo>
                    <a:pt x="36" y="53"/>
                  </a:lnTo>
                  <a:lnTo>
                    <a:pt x="30" y="35"/>
                  </a:lnTo>
                  <a:lnTo>
                    <a:pt x="24" y="29"/>
                  </a:lnTo>
                  <a:lnTo>
                    <a:pt x="30" y="23"/>
                  </a:lnTo>
                  <a:lnTo>
                    <a:pt x="36" y="12"/>
                  </a:lnTo>
                  <a:lnTo>
                    <a:pt x="30" y="6"/>
                  </a:lnTo>
                  <a:lnTo>
                    <a:pt x="18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7"/>
                  </a:lnTo>
                  <a:lnTo>
                    <a:pt x="6" y="12"/>
                  </a:lnTo>
                  <a:lnTo>
                    <a:pt x="12" y="6"/>
                  </a:lnTo>
                  <a:lnTo>
                    <a:pt x="24" y="12"/>
                  </a:lnTo>
                  <a:lnTo>
                    <a:pt x="24" y="17"/>
                  </a:lnTo>
                  <a:lnTo>
                    <a:pt x="18" y="29"/>
                  </a:lnTo>
                  <a:lnTo>
                    <a:pt x="12" y="35"/>
                  </a:lnTo>
                  <a:lnTo>
                    <a:pt x="12" y="4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99" name="Freeform 318"/>
            <p:cNvSpPr>
              <a:spLocks noEditPoints="1"/>
            </p:cNvSpPr>
            <p:nvPr/>
          </p:nvSpPr>
          <p:spPr>
            <a:xfrm>
              <a:off x="4987" y="2270"/>
              <a:ext cx="34" cy="123"/>
            </a:xfrm>
            <a:custGeom>
              <a:avLst/>
              <a:gdLst>
                <a:gd name="txL" fmla="*/ 0 w 30"/>
                <a:gd name="txT" fmla="*/ 0 h 108"/>
                <a:gd name="txR" fmla="*/ 30 w 30"/>
                <a:gd name="txB" fmla="*/ 108 h 108"/>
              </a:gdLst>
              <a:ahLst/>
              <a:cxnLst>
                <a:cxn ang="0">
                  <a:pos x="716" y="3009"/>
                </a:cxn>
                <a:cxn ang="0">
                  <a:pos x="507" y="3201"/>
                </a:cxn>
                <a:cxn ang="0">
                  <a:pos x="348" y="3406"/>
                </a:cxn>
                <a:cxn ang="0">
                  <a:pos x="348" y="3406"/>
                </a:cxn>
                <a:cxn ang="0">
                  <a:pos x="348" y="3201"/>
                </a:cxn>
                <a:cxn ang="0">
                  <a:pos x="348" y="3201"/>
                </a:cxn>
                <a:cxn ang="0">
                  <a:pos x="348" y="3009"/>
                </a:cxn>
                <a:cxn ang="0">
                  <a:pos x="716" y="1257"/>
                </a:cxn>
                <a:cxn ang="0">
                  <a:pos x="716" y="1257"/>
                </a:cxn>
                <a:cxn ang="0">
                  <a:pos x="348" y="1433"/>
                </a:cxn>
                <a:cxn ang="0">
                  <a:pos x="0" y="1433"/>
                </a:cxn>
                <a:cxn ang="0">
                  <a:pos x="0" y="1433"/>
                </a:cxn>
                <a:cxn ang="0">
                  <a:pos x="348" y="1433"/>
                </a:cxn>
                <a:cxn ang="0">
                  <a:pos x="348" y="1632"/>
                </a:cxn>
                <a:cxn ang="0">
                  <a:pos x="348" y="1858"/>
                </a:cxn>
                <a:cxn ang="0">
                  <a:pos x="164" y="2411"/>
                </a:cxn>
                <a:cxn ang="0">
                  <a:pos x="0" y="2811"/>
                </a:cxn>
                <a:cxn ang="0">
                  <a:pos x="0" y="3201"/>
                </a:cxn>
                <a:cxn ang="0">
                  <a:pos x="0" y="3406"/>
                </a:cxn>
                <a:cxn ang="0">
                  <a:pos x="164" y="3602"/>
                </a:cxn>
                <a:cxn ang="0">
                  <a:pos x="507" y="3406"/>
                </a:cxn>
                <a:cxn ang="0">
                  <a:pos x="716" y="3009"/>
                </a:cxn>
                <a:cxn ang="0">
                  <a:pos x="716" y="3009"/>
                </a:cxn>
                <a:cxn ang="0">
                  <a:pos x="902" y="413"/>
                </a:cxn>
                <a:cxn ang="0">
                  <a:pos x="902" y="203"/>
                </a:cxn>
                <a:cxn ang="0">
                  <a:pos x="716" y="0"/>
                </a:cxn>
                <a:cxn ang="0">
                  <a:pos x="507" y="203"/>
                </a:cxn>
                <a:cxn ang="0">
                  <a:pos x="507" y="413"/>
                </a:cxn>
                <a:cxn ang="0">
                  <a:pos x="507" y="609"/>
                </a:cxn>
                <a:cxn ang="0">
                  <a:pos x="716" y="609"/>
                </a:cxn>
                <a:cxn ang="0">
                  <a:pos x="902" y="609"/>
                </a:cxn>
                <a:cxn ang="0">
                  <a:pos x="902" y="413"/>
                </a:cxn>
                <a:cxn ang="0">
                  <a:pos x="902" y="413"/>
                </a:cxn>
              </a:cxnLst>
              <a:rect l="txL" t="txT" r="txR" b="txB"/>
              <a:pathLst>
                <a:path w="30" h="108">
                  <a:moveTo>
                    <a:pt x="24" y="90"/>
                  </a:moveTo>
                  <a:lnTo>
                    <a:pt x="18" y="96"/>
                  </a:lnTo>
                  <a:lnTo>
                    <a:pt x="12" y="102"/>
                  </a:lnTo>
                  <a:lnTo>
                    <a:pt x="12" y="96"/>
                  </a:lnTo>
                  <a:lnTo>
                    <a:pt x="12" y="90"/>
                  </a:lnTo>
                  <a:lnTo>
                    <a:pt x="24" y="36"/>
                  </a:lnTo>
                  <a:lnTo>
                    <a:pt x="12" y="42"/>
                  </a:lnTo>
                  <a:lnTo>
                    <a:pt x="0" y="42"/>
                  </a:lnTo>
                  <a:lnTo>
                    <a:pt x="12" y="42"/>
                  </a:lnTo>
                  <a:lnTo>
                    <a:pt x="12" y="48"/>
                  </a:lnTo>
                  <a:lnTo>
                    <a:pt x="12" y="54"/>
                  </a:lnTo>
                  <a:lnTo>
                    <a:pt x="6" y="72"/>
                  </a:lnTo>
                  <a:lnTo>
                    <a:pt x="0" y="84"/>
                  </a:lnTo>
                  <a:lnTo>
                    <a:pt x="0" y="96"/>
                  </a:lnTo>
                  <a:lnTo>
                    <a:pt x="0" y="102"/>
                  </a:lnTo>
                  <a:lnTo>
                    <a:pt x="6" y="108"/>
                  </a:lnTo>
                  <a:lnTo>
                    <a:pt x="18" y="102"/>
                  </a:lnTo>
                  <a:lnTo>
                    <a:pt x="24" y="90"/>
                  </a:lnTo>
                  <a:close/>
                  <a:moveTo>
                    <a:pt x="30" y="12"/>
                  </a:moveTo>
                  <a:lnTo>
                    <a:pt x="30" y="6"/>
                  </a:lnTo>
                  <a:lnTo>
                    <a:pt x="24" y="0"/>
                  </a:lnTo>
                  <a:lnTo>
                    <a:pt x="18" y="6"/>
                  </a:lnTo>
                  <a:lnTo>
                    <a:pt x="18" y="12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30" y="18"/>
                  </a:lnTo>
                  <a:lnTo>
                    <a:pt x="30" y="1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400" name="Freeform 319"/>
            <p:cNvSpPr>
              <a:spLocks noEditPoints="1"/>
            </p:cNvSpPr>
            <p:nvPr/>
          </p:nvSpPr>
          <p:spPr>
            <a:xfrm>
              <a:off x="5014" y="2379"/>
              <a:ext cx="54" cy="60"/>
            </a:xfrm>
            <a:custGeom>
              <a:avLst/>
              <a:gdLst>
                <a:gd name="txL" fmla="*/ 0 w 48"/>
                <a:gd name="txT" fmla="*/ 0 h 53"/>
                <a:gd name="txR" fmla="*/ 48 w 48"/>
                <a:gd name="txB" fmla="*/ 53 h 53"/>
              </a:gdLst>
              <a:ahLst/>
              <a:cxnLst>
                <a:cxn ang="0">
                  <a:pos x="732" y="0"/>
                </a:cxn>
                <a:cxn ang="0">
                  <a:pos x="457" y="164"/>
                </a:cxn>
                <a:cxn ang="0">
                  <a:pos x="321" y="348"/>
                </a:cxn>
                <a:cxn ang="0">
                  <a:pos x="158" y="648"/>
                </a:cxn>
                <a:cxn ang="0">
                  <a:pos x="0" y="1015"/>
                </a:cxn>
                <a:cxn ang="0">
                  <a:pos x="158" y="1332"/>
                </a:cxn>
                <a:cxn ang="0">
                  <a:pos x="457" y="1508"/>
                </a:cxn>
                <a:cxn ang="0">
                  <a:pos x="732" y="1332"/>
                </a:cxn>
                <a:cxn ang="0">
                  <a:pos x="880" y="1168"/>
                </a:cxn>
                <a:cxn ang="0">
                  <a:pos x="1173" y="831"/>
                </a:cxn>
                <a:cxn ang="0">
                  <a:pos x="1173" y="491"/>
                </a:cxn>
                <a:cxn ang="0">
                  <a:pos x="1041" y="164"/>
                </a:cxn>
                <a:cxn ang="0">
                  <a:pos x="732" y="0"/>
                </a:cxn>
                <a:cxn ang="0">
                  <a:pos x="732" y="0"/>
                </a:cxn>
                <a:cxn ang="0">
                  <a:pos x="732" y="0"/>
                </a:cxn>
                <a:cxn ang="0">
                  <a:pos x="880" y="164"/>
                </a:cxn>
                <a:cxn ang="0">
                  <a:pos x="880" y="348"/>
                </a:cxn>
                <a:cxn ang="0">
                  <a:pos x="732" y="1015"/>
                </a:cxn>
                <a:cxn ang="0">
                  <a:pos x="579" y="1168"/>
                </a:cxn>
                <a:cxn ang="0">
                  <a:pos x="457" y="1332"/>
                </a:cxn>
                <a:cxn ang="0">
                  <a:pos x="321" y="1168"/>
                </a:cxn>
                <a:cxn ang="0">
                  <a:pos x="321" y="1015"/>
                </a:cxn>
                <a:cxn ang="0">
                  <a:pos x="457" y="348"/>
                </a:cxn>
                <a:cxn ang="0">
                  <a:pos x="579" y="164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53">
                  <a:moveTo>
                    <a:pt x="30" y="0"/>
                  </a:moveTo>
                  <a:lnTo>
                    <a:pt x="18" y="6"/>
                  </a:lnTo>
                  <a:lnTo>
                    <a:pt x="12" y="12"/>
                  </a:lnTo>
                  <a:lnTo>
                    <a:pt x="6" y="23"/>
                  </a:lnTo>
                  <a:lnTo>
                    <a:pt x="0" y="35"/>
                  </a:lnTo>
                  <a:lnTo>
                    <a:pt x="6" y="47"/>
                  </a:lnTo>
                  <a:lnTo>
                    <a:pt x="18" y="53"/>
                  </a:lnTo>
                  <a:lnTo>
                    <a:pt x="30" y="47"/>
                  </a:lnTo>
                  <a:lnTo>
                    <a:pt x="36" y="41"/>
                  </a:lnTo>
                  <a:lnTo>
                    <a:pt x="48" y="29"/>
                  </a:lnTo>
                  <a:lnTo>
                    <a:pt x="48" y="17"/>
                  </a:lnTo>
                  <a:lnTo>
                    <a:pt x="42" y="6"/>
                  </a:lnTo>
                  <a:lnTo>
                    <a:pt x="30" y="0"/>
                  </a:lnTo>
                  <a:close/>
                  <a:moveTo>
                    <a:pt x="30" y="0"/>
                  </a:moveTo>
                  <a:lnTo>
                    <a:pt x="36" y="6"/>
                  </a:lnTo>
                  <a:lnTo>
                    <a:pt x="36" y="12"/>
                  </a:lnTo>
                  <a:lnTo>
                    <a:pt x="30" y="35"/>
                  </a:lnTo>
                  <a:lnTo>
                    <a:pt x="24" y="41"/>
                  </a:lnTo>
                  <a:lnTo>
                    <a:pt x="18" y="47"/>
                  </a:lnTo>
                  <a:lnTo>
                    <a:pt x="12" y="41"/>
                  </a:lnTo>
                  <a:lnTo>
                    <a:pt x="12" y="35"/>
                  </a:lnTo>
                  <a:lnTo>
                    <a:pt x="18" y="12"/>
                  </a:lnTo>
                  <a:lnTo>
                    <a:pt x="24" y="6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401" name="Freeform 320"/>
            <p:cNvSpPr>
              <a:spLocks noEditPoints="1"/>
            </p:cNvSpPr>
            <p:nvPr/>
          </p:nvSpPr>
          <p:spPr>
            <a:xfrm>
              <a:off x="686" y="1991"/>
              <a:ext cx="87" cy="123"/>
            </a:xfrm>
            <a:custGeom>
              <a:avLst/>
              <a:gdLst>
                <a:gd name="txL" fmla="*/ 0 w 77"/>
                <a:gd name="txT" fmla="*/ 0 h 108"/>
                <a:gd name="txR" fmla="*/ 77 w 77"/>
                <a:gd name="txB" fmla="*/ 108 h 108"/>
              </a:gdLst>
              <a:ahLst/>
              <a:cxnLst>
                <a:cxn ang="0">
                  <a:pos x="468" y="0"/>
                </a:cxn>
                <a:cxn ang="0">
                  <a:pos x="610" y="203"/>
                </a:cxn>
                <a:cxn ang="0">
                  <a:pos x="778" y="413"/>
                </a:cxn>
                <a:cxn ang="0">
                  <a:pos x="778" y="609"/>
                </a:cxn>
                <a:cxn ang="0">
                  <a:pos x="610" y="790"/>
                </a:cxn>
                <a:cxn ang="0">
                  <a:pos x="293" y="3009"/>
                </a:cxn>
                <a:cxn ang="0">
                  <a:pos x="159" y="3406"/>
                </a:cxn>
                <a:cxn ang="0">
                  <a:pos x="0" y="3406"/>
                </a:cxn>
                <a:cxn ang="0">
                  <a:pos x="0" y="3602"/>
                </a:cxn>
                <a:cxn ang="0">
                  <a:pos x="778" y="3602"/>
                </a:cxn>
                <a:cxn ang="0">
                  <a:pos x="778" y="3406"/>
                </a:cxn>
                <a:cxn ang="0">
                  <a:pos x="610" y="3406"/>
                </a:cxn>
                <a:cxn ang="0">
                  <a:pos x="610" y="3201"/>
                </a:cxn>
                <a:cxn ang="0">
                  <a:pos x="610" y="3009"/>
                </a:cxn>
                <a:cxn ang="0">
                  <a:pos x="610" y="2811"/>
                </a:cxn>
                <a:cxn ang="0">
                  <a:pos x="778" y="1858"/>
                </a:cxn>
                <a:cxn ang="0">
                  <a:pos x="975" y="1858"/>
                </a:cxn>
                <a:cxn ang="0">
                  <a:pos x="1120" y="1858"/>
                </a:cxn>
                <a:cxn ang="0">
                  <a:pos x="1615" y="1858"/>
                </a:cxn>
                <a:cxn ang="0">
                  <a:pos x="1913" y="1433"/>
                </a:cxn>
                <a:cxn ang="0">
                  <a:pos x="2067" y="790"/>
                </a:cxn>
                <a:cxn ang="0">
                  <a:pos x="1913" y="413"/>
                </a:cxn>
                <a:cxn ang="0">
                  <a:pos x="1733" y="203"/>
                </a:cxn>
                <a:cxn ang="0">
                  <a:pos x="1433" y="0"/>
                </a:cxn>
                <a:cxn ang="0">
                  <a:pos x="1268" y="0"/>
                </a:cxn>
                <a:cxn ang="0">
                  <a:pos x="468" y="0"/>
                </a:cxn>
                <a:cxn ang="0">
                  <a:pos x="468" y="0"/>
                </a:cxn>
                <a:cxn ang="0">
                  <a:pos x="1120" y="413"/>
                </a:cxn>
                <a:cxn ang="0">
                  <a:pos x="1120" y="203"/>
                </a:cxn>
                <a:cxn ang="0">
                  <a:pos x="1268" y="203"/>
                </a:cxn>
                <a:cxn ang="0">
                  <a:pos x="1615" y="413"/>
                </a:cxn>
                <a:cxn ang="0">
                  <a:pos x="1733" y="790"/>
                </a:cxn>
                <a:cxn ang="0">
                  <a:pos x="1733" y="1257"/>
                </a:cxn>
                <a:cxn ang="0">
                  <a:pos x="1433" y="1632"/>
                </a:cxn>
                <a:cxn ang="0">
                  <a:pos x="975" y="1632"/>
                </a:cxn>
                <a:cxn ang="0">
                  <a:pos x="975" y="1632"/>
                </a:cxn>
                <a:cxn ang="0">
                  <a:pos x="778" y="1632"/>
                </a:cxn>
                <a:cxn ang="0">
                  <a:pos x="1120" y="413"/>
                </a:cxn>
              </a:cxnLst>
              <a:rect l="txL" t="txT" r="txR" b="txB"/>
              <a:pathLst>
                <a:path w="77" h="108">
                  <a:moveTo>
                    <a:pt x="17" y="0"/>
                  </a:moveTo>
                  <a:lnTo>
                    <a:pt x="23" y="6"/>
                  </a:lnTo>
                  <a:lnTo>
                    <a:pt x="29" y="12"/>
                  </a:lnTo>
                  <a:lnTo>
                    <a:pt x="29" y="18"/>
                  </a:lnTo>
                  <a:lnTo>
                    <a:pt x="23" y="24"/>
                  </a:lnTo>
                  <a:lnTo>
                    <a:pt x="11" y="90"/>
                  </a:lnTo>
                  <a:lnTo>
                    <a:pt x="6" y="102"/>
                  </a:lnTo>
                  <a:lnTo>
                    <a:pt x="0" y="102"/>
                  </a:lnTo>
                  <a:lnTo>
                    <a:pt x="0" y="108"/>
                  </a:lnTo>
                  <a:lnTo>
                    <a:pt x="29" y="108"/>
                  </a:lnTo>
                  <a:lnTo>
                    <a:pt x="29" y="102"/>
                  </a:lnTo>
                  <a:lnTo>
                    <a:pt x="23" y="102"/>
                  </a:lnTo>
                  <a:lnTo>
                    <a:pt x="23" y="96"/>
                  </a:lnTo>
                  <a:lnTo>
                    <a:pt x="23" y="90"/>
                  </a:lnTo>
                  <a:lnTo>
                    <a:pt x="23" y="84"/>
                  </a:lnTo>
                  <a:lnTo>
                    <a:pt x="29" y="54"/>
                  </a:lnTo>
                  <a:lnTo>
                    <a:pt x="35" y="54"/>
                  </a:lnTo>
                  <a:lnTo>
                    <a:pt x="41" y="54"/>
                  </a:lnTo>
                  <a:lnTo>
                    <a:pt x="59" y="54"/>
                  </a:lnTo>
                  <a:lnTo>
                    <a:pt x="71" y="42"/>
                  </a:lnTo>
                  <a:lnTo>
                    <a:pt x="77" y="24"/>
                  </a:lnTo>
                  <a:lnTo>
                    <a:pt x="71" y="12"/>
                  </a:lnTo>
                  <a:lnTo>
                    <a:pt x="65" y="6"/>
                  </a:lnTo>
                  <a:lnTo>
                    <a:pt x="53" y="0"/>
                  </a:lnTo>
                  <a:lnTo>
                    <a:pt x="47" y="0"/>
                  </a:lnTo>
                  <a:lnTo>
                    <a:pt x="17" y="0"/>
                  </a:lnTo>
                  <a:close/>
                  <a:moveTo>
                    <a:pt x="41" y="12"/>
                  </a:moveTo>
                  <a:lnTo>
                    <a:pt x="41" y="6"/>
                  </a:lnTo>
                  <a:lnTo>
                    <a:pt x="47" y="6"/>
                  </a:lnTo>
                  <a:lnTo>
                    <a:pt x="59" y="12"/>
                  </a:lnTo>
                  <a:lnTo>
                    <a:pt x="65" y="24"/>
                  </a:lnTo>
                  <a:lnTo>
                    <a:pt x="65" y="36"/>
                  </a:lnTo>
                  <a:lnTo>
                    <a:pt x="53" y="48"/>
                  </a:lnTo>
                  <a:lnTo>
                    <a:pt x="35" y="48"/>
                  </a:lnTo>
                  <a:lnTo>
                    <a:pt x="29" y="48"/>
                  </a:lnTo>
                  <a:lnTo>
                    <a:pt x="41" y="1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402" name="Freeform 321"/>
            <p:cNvSpPr>
              <a:spLocks noEditPoints="1"/>
            </p:cNvSpPr>
            <p:nvPr/>
          </p:nvSpPr>
          <p:spPr>
            <a:xfrm>
              <a:off x="2125" y="3614"/>
              <a:ext cx="93" cy="157"/>
            </a:xfrm>
            <a:custGeom>
              <a:avLst/>
              <a:gdLst>
                <a:gd name="txL" fmla="*/ 0 w 83"/>
                <a:gd name="txT" fmla="*/ 0 h 138"/>
                <a:gd name="txR" fmla="*/ 83 w 83"/>
                <a:gd name="txB" fmla="*/ 138 h 138"/>
              </a:gdLst>
              <a:ahLst/>
              <a:cxnLst>
                <a:cxn ang="0">
                  <a:pos x="522" y="3713"/>
                </a:cxn>
                <a:cxn ang="0">
                  <a:pos x="1015" y="3527"/>
                </a:cxn>
                <a:cxn ang="0">
                  <a:pos x="1417" y="2932"/>
                </a:cxn>
                <a:cxn ang="0">
                  <a:pos x="1649" y="2131"/>
                </a:cxn>
                <a:cxn ang="0">
                  <a:pos x="1792" y="1410"/>
                </a:cxn>
                <a:cxn ang="0">
                  <a:pos x="1792" y="762"/>
                </a:cxn>
                <a:cxn ang="0">
                  <a:pos x="1543" y="395"/>
                </a:cxn>
                <a:cxn ang="0">
                  <a:pos x="1137" y="0"/>
                </a:cxn>
                <a:cxn ang="0">
                  <a:pos x="744" y="191"/>
                </a:cxn>
                <a:cxn ang="0">
                  <a:pos x="376" y="762"/>
                </a:cxn>
                <a:cxn ang="0">
                  <a:pos x="133" y="1604"/>
                </a:cxn>
                <a:cxn ang="0">
                  <a:pos x="0" y="2362"/>
                </a:cxn>
                <a:cxn ang="0">
                  <a:pos x="133" y="3336"/>
                </a:cxn>
                <a:cxn ang="0">
                  <a:pos x="522" y="3527"/>
                </a:cxn>
                <a:cxn ang="0">
                  <a:pos x="263" y="3927"/>
                </a:cxn>
                <a:cxn ang="0">
                  <a:pos x="133" y="4074"/>
                </a:cxn>
                <a:cxn ang="0">
                  <a:pos x="0" y="4318"/>
                </a:cxn>
                <a:cxn ang="0">
                  <a:pos x="0" y="4502"/>
                </a:cxn>
                <a:cxn ang="0">
                  <a:pos x="133" y="4318"/>
                </a:cxn>
                <a:cxn ang="0">
                  <a:pos x="263" y="4318"/>
                </a:cxn>
                <a:cxn ang="0">
                  <a:pos x="655" y="4502"/>
                </a:cxn>
                <a:cxn ang="0">
                  <a:pos x="1015" y="4502"/>
                </a:cxn>
                <a:cxn ang="0">
                  <a:pos x="1274" y="4318"/>
                </a:cxn>
                <a:cxn ang="0">
                  <a:pos x="1649" y="3713"/>
                </a:cxn>
                <a:cxn ang="0">
                  <a:pos x="1649" y="3713"/>
                </a:cxn>
                <a:cxn ang="0">
                  <a:pos x="1417" y="3927"/>
                </a:cxn>
                <a:cxn ang="0">
                  <a:pos x="1137" y="4074"/>
                </a:cxn>
                <a:cxn ang="0">
                  <a:pos x="744" y="4074"/>
                </a:cxn>
                <a:cxn ang="0">
                  <a:pos x="522" y="3927"/>
                </a:cxn>
                <a:cxn ang="0">
                  <a:pos x="376" y="3927"/>
                </a:cxn>
                <a:cxn ang="0">
                  <a:pos x="522" y="3713"/>
                </a:cxn>
                <a:cxn ang="0">
                  <a:pos x="263" y="2550"/>
                </a:cxn>
                <a:cxn ang="0">
                  <a:pos x="263" y="1949"/>
                </a:cxn>
                <a:cxn ang="0">
                  <a:pos x="522" y="1164"/>
                </a:cxn>
                <a:cxn ang="0">
                  <a:pos x="655" y="395"/>
                </a:cxn>
                <a:cxn ang="0">
                  <a:pos x="1015" y="191"/>
                </a:cxn>
                <a:cxn ang="0">
                  <a:pos x="1274" y="395"/>
                </a:cxn>
                <a:cxn ang="0">
                  <a:pos x="1417" y="1164"/>
                </a:cxn>
                <a:cxn ang="0">
                  <a:pos x="1417" y="1750"/>
                </a:cxn>
                <a:cxn ang="0">
                  <a:pos x="1274" y="2550"/>
                </a:cxn>
                <a:cxn ang="0">
                  <a:pos x="1015" y="3336"/>
                </a:cxn>
                <a:cxn ang="0">
                  <a:pos x="655" y="3527"/>
                </a:cxn>
                <a:cxn ang="0">
                  <a:pos x="376" y="3336"/>
                </a:cxn>
                <a:cxn ang="0">
                  <a:pos x="263" y="3113"/>
                </a:cxn>
                <a:cxn ang="0">
                  <a:pos x="263" y="2736"/>
                </a:cxn>
                <a:cxn ang="0">
                  <a:pos x="263" y="2550"/>
                </a:cxn>
                <a:cxn ang="0">
                  <a:pos x="263" y="2550"/>
                </a:cxn>
              </a:cxnLst>
              <a:rect l="txL" t="txT" r="txR" b="txB"/>
              <a:pathLst>
                <a:path w="83" h="138">
                  <a:moveTo>
                    <a:pt x="24" y="114"/>
                  </a:moveTo>
                  <a:lnTo>
                    <a:pt x="47" y="108"/>
                  </a:lnTo>
                  <a:lnTo>
                    <a:pt x="65" y="90"/>
                  </a:lnTo>
                  <a:lnTo>
                    <a:pt x="77" y="66"/>
                  </a:lnTo>
                  <a:lnTo>
                    <a:pt x="83" y="42"/>
                  </a:lnTo>
                  <a:lnTo>
                    <a:pt x="83" y="24"/>
                  </a:lnTo>
                  <a:lnTo>
                    <a:pt x="71" y="12"/>
                  </a:lnTo>
                  <a:lnTo>
                    <a:pt x="53" y="0"/>
                  </a:lnTo>
                  <a:lnTo>
                    <a:pt x="35" y="6"/>
                  </a:lnTo>
                  <a:lnTo>
                    <a:pt x="18" y="24"/>
                  </a:lnTo>
                  <a:lnTo>
                    <a:pt x="6" y="48"/>
                  </a:lnTo>
                  <a:lnTo>
                    <a:pt x="0" y="72"/>
                  </a:lnTo>
                  <a:lnTo>
                    <a:pt x="6" y="102"/>
                  </a:lnTo>
                  <a:lnTo>
                    <a:pt x="24" y="108"/>
                  </a:lnTo>
                  <a:lnTo>
                    <a:pt x="12" y="120"/>
                  </a:lnTo>
                  <a:lnTo>
                    <a:pt x="6" y="126"/>
                  </a:lnTo>
                  <a:lnTo>
                    <a:pt x="0" y="132"/>
                  </a:lnTo>
                  <a:lnTo>
                    <a:pt x="0" y="138"/>
                  </a:lnTo>
                  <a:lnTo>
                    <a:pt x="6" y="132"/>
                  </a:lnTo>
                  <a:lnTo>
                    <a:pt x="12" y="132"/>
                  </a:lnTo>
                  <a:lnTo>
                    <a:pt x="30" y="138"/>
                  </a:lnTo>
                  <a:lnTo>
                    <a:pt x="47" y="138"/>
                  </a:lnTo>
                  <a:lnTo>
                    <a:pt x="59" y="132"/>
                  </a:lnTo>
                  <a:lnTo>
                    <a:pt x="77" y="114"/>
                  </a:lnTo>
                  <a:lnTo>
                    <a:pt x="65" y="120"/>
                  </a:lnTo>
                  <a:lnTo>
                    <a:pt x="53" y="126"/>
                  </a:lnTo>
                  <a:lnTo>
                    <a:pt x="35" y="126"/>
                  </a:lnTo>
                  <a:lnTo>
                    <a:pt x="24" y="120"/>
                  </a:lnTo>
                  <a:lnTo>
                    <a:pt x="18" y="120"/>
                  </a:lnTo>
                  <a:lnTo>
                    <a:pt x="24" y="114"/>
                  </a:lnTo>
                  <a:close/>
                  <a:moveTo>
                    <a:pt x="12" y="78"/>
                  </a:moveTo>
                  <a:lnTo>
                    <a:pt x="12" y="60"/>
                  </a:lnTo>
                  <a:lnTo>
                    <a:pt x="24" y="36"/>
                  </a:lnTo>
                  <a:lnTo>
                    <a:pt x="30" y="12"/>
                  </a:lnTo>
                  <a:lnTo>
                    <a:pt x="47" y="6"/>
                  </a:lnTo>
                  <a:lnTo>
                    <a:pt x="59" y="12"/>
                  </a:lnTo>
                  <a:lnTo>
                    <a:pt x="65" y="36"/>
                  </a:lnTo>
                  <a:lnTo>
                    <a:pt x="65" y="54"/>
                  </a:lnTo>
                  <a:lnTo>
                    <a:pt x="59" y="78"/>
                  </a:lnTo>
                  <a:lnTo>
                    <a:pt x="47" y="102"/>
                  </a:lnTo>
                  <a:lnTo>
                    <a:pt x="30" y="108"/>
                  </a:lnTo>
                  <a:lnTo>
                    <a:pt x="18" y="102"/>
                  </a:lnTo>
                  <a:lnTo>
                    <a:pt x="12" y="96"/>
                  </a:lnTo>
                  <a:lnTo>
                    <a:pt x="12" y="84"/>
                  </a:lnTo>
                  <a:lnTo>
                    <a:pt x="12" y="7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403" name="Freeform 322"/>
            <p:cNvSpPr/>
            <p:nvPr/>
          </p:nvSpPr>
          <p:spPr>
            <a:xfrm>
              <a:off x="2413" y="2711"/>
              <a:ext cx="54" cy="130"/>
            </a:xfrm>
            <a:custGeom>
              <a:avLst/>
              <a:gdLst>
                <a:gd name="txL" fmla="*/ 0 w 48"/>
                <a:gd name="txT" fmla="*/ 0 h 114"/>
                <a:gd name="txR" fmla="*/ 48 w 48"/>
                <a:gd name="txB" fmla="*/ 114 h 114"/>
              </a:gdLst>
              <a:ahLst/>
              <a:cxnLst>
                <a:cxn ang="0">
                  <a:pos x="321" y="2058"/>
                </a:cxn>
                <a:cxn ang="0">
                  <a:pos x="732" y="2058"/>
                </a:cxn>
                <a:cxn ang="0">
                  <a:pos x="880" y="2505"/>
                </a:cxn>
                <a:cxn ang="0">
                  <a:pos x="880" y="2908"/>
                </a:cxn>
                <a:cxn ang="0">
                  <a:pos x="732" y="3533"/>
                </a:cxn>
                <a:cxn ang="0">
                  <a:pos x="457" y="3727"/>
                </a:cxn>
                <a:cxn ang="0">
                  <a:pos x="321" y="3533"/>
                </a:cxn>
                <a:cxn ang="0">
                  <a:pos x="0" y="3316"/>
                </a:cxn>
                <a:cxn ang="0">
                  <a:pos x="0" y="3533"/>
                </a:cxn>
                <a:cxn ang="0">
                  <a:pos x="0" y="3533"/>
                </a:cxn>
                <a:cxn ang="0">
                  <a:pos x="158" y="3954"/>
                </a:cxn>
                <a:cxn ang="0">
                  <a:pos x="321" y="3954"/>
                </a:cxn>
                <a:cxn ang="0">
                  <a:pos x="579" y="3954"/>
                </a:cxn>
                <a:cxn ang="0">
                  <a:pos x="880" y="3533"/>
                </a:cxn>
                <a:cxn ang="0">
                  <a:pos x="1173" y="3107"/>
                </a:cxn>
                <a:cxn ang="0">
                  <a:pos x="1173" y="2676"/>
                </a:cxn>
                <a:cxn ang="0">
                  <a:pos x="1173" y="2299"/>
                </a:cxn>
                <a:cxn ang="0">
                  <a:pos x="1041" y="1882"/>
                </a:cxn>
                <a:cxn ang="0">
                  <a:pos x="732" y="1690"/>
                </a:cxn>
                <a:cxn ang="0">
                  <a:pos x="1041" y="1269"/>
                </a:cxn>
                <a:cxn ang="0">
                  <a:pos x="1041" y="815"/>
                </a:cxn>
                <a:cxn ang="0">
                  <a:pos x="1041" y="423"/>
                </a:cxn>
                <a:cxn ang="0">
                  <a:pos x="880" y="208"/>
                </a:cxn>
                <a:cxn ang="0">
                  <a:pos x="579" y="0"/>
                </a:cxn>
                <a:cxn ang="0">
                  <a:pos x="158" y="208"/>
                </a:cxn>
                <a:cxn ang="0">
                  <a:pos x="0" y="627"/>
                </a:cxn>
                <a:cxn ang="0">
                  <a:pos x="0" y="1016"/>
                </a:cxn>
                <a:cxn ang="0">
                  <a:pos x="0" y="1016"/>
                </a:cxn>
                <a:cxn ang="0">
                  <a:pos x="158" y="627"/>
                </a:cxn>
                <a:cxn ang="0">
                  <a:pos x="457" y="423"/>
                </a:cxn>
                <a:cxn ang="0">
                  <a:pos x="732" y="627"/>
                </a:cxn>
                <a:cxn ang="0">
                  <a:pos x="732" y="1016"/>
                </a:cxn>
                <a:cxn ang="0">
                  <a:pos x="579" y="1482"/>
                </a:cxn>
                <a:cxn ang="0">
                  <a:pos x="321" y="1882"/>
                </a:cxn>
                <a:cxn ang="0">
                  <a:pos x="321" y="2058"/>
                </a:cxn>
              </a:cxnLst>
              <a:rect l="txL" t="txT" r="txR" b="txB"/>
              <a:pathLst>
                <a:path w="48" h="114">
                  <a:moveTo>
                    <a:pt x="12" y="60"/>
                  </a:moveTo>
                  <a:lnTo>
                    <a:pt x="30" y="60"/>
                  </a:lnTo>
                  <a:lnTo>
                    <a:pt x="36" y="72"/>
                  </a:lnTo>
                  <a:lnTo>
                    <a:pt x="36" y="84"/>
                  </a:lnTo>
                  <a:lnTo>
                    <a:pt x="30" y="102"/>
                  </a:lnTo>
                  <a:lnTo>
                    <a:pt x="18" y="108"/>
                  </a:lnTo>
                  <a:lnTo>
                    <a:pt x="12" y="102"/>
                  </a:lnTo>
                  <a:lnTo>
                    <a:pt x="0" y="96"/>
                  </a:lnTo>
                  <a:lnTo>
                    <a:pt x="0" y="102"/>
                  </a:lnTo>
                  <a:lnTo>
                    <a:pt x="6" y="114"/>
                  </a:lnTo>
                  <a:lnTo>
                    <a:pt x="12" y="114"/>
                  </a:lnTo>
                  <a:lnTo>
                    <a:pt x="24" y="114"/>
                  </a:lnTo>
                  <a:lnTo>
                    <a:pt x="36" y="102"/>
                  </a:lnTo>
                  <a:lnTo>
                    <a:pt x="48" y="90"/>
                  </a:lnTo>
                  <a:lnTo>
                    <a:pt x="48" y="78"/>
                  </a:lnTo>
                  <a:lnTo>
                    <a:pt x="48" y="66"/>
                  </a:lnTo>
                  <a:lnTo>
                    <a:pt x="42" y="54"/>
                  </a:lnTo>
                  <a:lnTo>
                    <a:pt x="30" y="48"/>
                  </a:lnTo>
                  <a:lnTo>
                    <a:pt x="42" y="36"/>
                  </a:lnTo>
                  <a:lnTo>
                    <a:pt x="42" y="24"/>
                  </a:lnTo>
                  <a:lnTo>
                    <a:pt x="42" y="12"/>
                  </a:lnTo>
                  <a:lnTo>
                    <a:pt x="36" y="6"/>
                  </a:lnTo>
                  <a:lnTo>
                    <a:pt x="24" y="0"/>
                  </a:lnTo>
                  <a:lnTo>
                    <a:pt x="6" y="6"/>
                  </a:lnTo>
                  <a:lnTo>
                    <a:pt x="0" y="18"/>
                  </a:lnTo>
                  <a:lnTo>
                    <a:pt x="0" y="30"/>
                  </a:lnTo>
                  <a:lnTo>
                    <a:pt x="6" y="18"/>
                  </a:lnTo>
                  <a:lnTo>
                    <a:pt x="18" y="12"/>
                  </a:lnTo>
                  <a:lnTo>
                    <a:pt x="30" y="18"/>
                  </a:lnTo>
                  <a:lnTo>
                    <a:pt x="30" y="30"/>
                  </a:lnTo>
                  <a:lnTo>
                    <a:pt x="24" y="42"/>
                  </a:lnTo>
                  <a:lnTo>
                    <a:pt x="12" y="54"/>
                  </a:lnTo>
                  <a:lnTo>
                    <a:pt x="12" y="6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404" name="Freeform 323"/>
            <p:cNvSpPr>
              <a:spLocks noEditPoints="1"/>
            </p:cNvSpPr>
            <p:nvPr/>
          </p:nvSpPr>
          <p:spPr>
            <a:xfrm>
              <a:off x="2481" y="2718"/>
              <a:ext cx="33" cy="123"/>
            </a:xfrm>
            <a:custGeom>
              <a:avLst/>
              <a:gdLst>
                <a:gd name="txL" fmla="*/ 0 w 30"/>
                <a:gd name="txT" fmla="*/ 0 h 108"/>
                <a:gd name="txR" fmla="*/ 30 w 30"/>
                <a:gd name="txB" fmla="*/ 108 h 108"/>
              </a:gdLst>
              <a:ahLst/>
              <a:cxnLst>
                <a:cxn ang="0">
                  <a:pos x="317" y="2811"/>
                </a:cxn>
                <a:cxn ang="0">
                  <a:pos x="238" y="3201"/>
                </a:cxn>
                <a:cxn ang="0">
                  <a:pos x="158" y="3201"/>
                </a:cxn>
                <a:cxn ang="0">
                  <a:pos x="158" y="3201"/>
                </a:cxn>
                <a:cxn ang="0">
                  <a:pos x="158" y="3009"/>
                </a:cxn>
                <a:cxn ang="0">
                  <a:pos x="158" y="2811"/>
                </a:cxn>
                <a:cxn ang="0">
                  <a:pos x="317" y="1257"/>
                </a:cxn>
                <a:cxn ang="0">
                  <a:pos x="317" y="1257"/>
                </a:cxn>
                <a:cxn ang="0">
                  <a:pos x="89" y="1257"/>
                </a:cxn>
                <a:cxn ang="0">
                  <a:pos x="89" y="1433"/>
                </a:cxn>
                <a:cxn ang="0">
                  <a:pos x="158" y="1433"/>
                </a:cxn>
                <a:cxn ang="0">
                  <a:pos x="158" y="1433"/>
                </a:cxn>
                <a:cxn ang="0">
                  <a:pos x="158" y="1858"/>
                </a:cxn>
                <a:cxn ang="0">
                  <a:pos x="89" y="2411"/>
                </a:cxn>
                <a:cxn ang="0">
                  <a:pos x="0" y="2811"/>
                </a:cxn>
                <a:cxn ang="0">
                  <a:pos x="0" y="3201"/>
                </a:cxn>
                <a:cxn ang="0">
                  <a:pos x="0" y="3406"/>
                </a:cxn>
                <a:cxn ang="0">
                  <a:pos x="89" y="3602"/>
                </a:cxn>
                <a:cxn ang="0">
                  <a:pos x="238" y="3406"/>
                </a:cxn>
                <a:cxn ang="0">
                  <a:pos x="317" y="3009"/>
                </a:cxn>
                <a:cxn ang="0">
                  <a:pos x="317" y="2811"/>
                </a:cxn>
                <a:cxn ang="0">
                  <a:pos x="389" y="203"/>
                </a:cxn>
                <a:cxn ang="0">
                  <a:pos x="389" y="203"/>
                </a:cxn>
                <a:cxn ang="0">
                  <a:pos x="317" y="0"/>
                </a:cxn>
                <a:cxn ang="0">
                  <a:pos x="317" y="0"/>
                </a:cxn>
                <a:cxn ang="0">
                  <a:pos x="238" y="203"/>
                </a:cxn>
                <a:cxn ang="0">
                  <a:pos x="317" y="413"/>
                </a:cxn>
                <a:cxn ang="0">
                  <a:pos x="317" y="609"/>
                </a:cxn>
                <a:cxn ang="0">
                  <a:pos x="389" y="413"/>
                </a:cxn>
                <a:cxn ang="0">
                  <a:pos x="389" y="203"/>
                </a:cxn>
                <a:cxn ang="0">
                  <a:pos x="389" y="203"/>
                </a:cxn>
              </a:cxnLst>
              <a:rect l="txL" t="txT" r="txR" b="txB"/>
              <a:pathLst>
                <a:path w="30" h="108">
                  <a:moveTo>
                    <a:pt x="24" y="84"/>
                  </a:moveTo>
                  <a:lnTo>
                    <a:pt x="18" y="96"/>
                  </a:lnTo>
                  <a:lnTo>
                    <a:pt x="12" y="96"/>
                  </a:lnTo>
                  <a:lnTo>
                    <a:pt x="12" y="90"/>
                  </a:lnTo>
                  <a:lnTo>
                    <a:pt x="12" y="84"/>
                  </a:lnTo>
                  <a:lnTo>
                    <a:pt x="24" y="36"/>
                  </a:lnTo>
                  <a:lnTo>
                    <a:pt x="6" y="36"/>
                  </a:lnTo>
                  <a:lnTo>
                    <a:pt x="6" y="42"/>
                  </a:lnTo>
                  <a:lnTo>
                    <a:pt x="12" y="42"/>
                  </a:lnTo>
                  <a:lnTo>
                    <a:pt x="12" y="54"/>
                  </a:lnTo>
                  <a:lnTo>
                    <a:pt x="6" y="72"/>
                  </a:lnTo>
                  <a:lnTo>
                    <a:pt x="0" y="84"/>
                  </a:lnTo>
                  <a:lnTo>
                    <a:pt x="0" y="96"/>
                  </a:lnTo>
                  <a:lnTo>
                    <a:pt x="0" y="102"/>
                  </a:lnTo>
                  <a:lnTo>
                    <a:pt x="6" y="108"/>
                  </a:lnTo>
                  <a:lnTo>
                    <a:pt x="18" y="102"/>
                  </a:lnTo>
                  <a:lnTo>
                    <a:pt x="24" y="90"/>
                  </a:lnTo>
                  <a:lnTo>
                    <a:pt x="24" y="84"/>
                  </a:lnTo>
                  <a:close/>
                  <a:moveTo>
                    <a:pt x="30" y="6"/>
                  </a:moveTo>
                  <a:lnTo>
                    <a:pt x="30" y="6"/>
                  </a:lnTo>
                  <a:lnTo>
                    <a:pt x="24" y="0"/>
                  </a:lnTo>
                  <a:lnTo>
                    <a:pt x="18" y="6"/>
                  </a:lnTo>
                  <a:lnTo>
                    <a:pt x="24" y="12"/>
                  </a:lnTo>
                  <a:lnTo>
                    <a:pt x="24" y="18"/>
                  </a:lnTo>
                  <a:lnTo>
                    <a:pt x="30" y="12"/>
                  </a:lnTo>
                  <a:lnTo>
                    <a:pt x="30" y="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405" name="Freeform 324"/>
            <p:cNvSpPr>
              <a:spLocks noEditPoints="1"/>
            </p:cNvSpPr>
            <p:nvPr/>
          </p:nvSpPr>
          <p:spPr>
            <a:xfrm>
              <a:off x="2514" y="2820"/>
              <a:ext cx="46" cy="61"/>
            </a:xfrm>
            <a:custGeom>
              <a:avLst/>
              <a:gdLst>
                <a:gd name="txL" fmla="*/ 0 w 41"/>
                <a:gd name="txT" fmla="*/ 0 h 53"/>
                <a:gd name="txR" fmla="*/ 41 w 41"/>
                <a:gd name="txB" fmla="*/ 53 h 53"/>
              </a:gdLst>
              <a:ahLst/>
              <a:cxnLst>
                <a:cxn ang="0">
                  <a:pos x="656" y="0"/>
                </a:cxn>
                <a:cxn ang="0">
                  <a:pos x="379" y="264"/>
                </a:cxn>
                <a:cxn ang="0">
                  <a:pos x="135" y="534"/>
                </a:cxn>
                <a:cxn ang="0">
                  <a:pos x="0" y="1568"/>
                </a:cxn>
                <a:cxn ang="0">
                  <a:pos x="135" y="2141"/>
                </a:cxn>
                <a:cxn ang="0">
                  <a:pos x="239" y="2361"/>
                </a:cxn>
                <a:cxn ang="0">
                  <a:pos x="521" y="2361"/>
                </a:cxn>
                <a:cxn ang="0">
                  <a:pos x="788" y="1860"/>
                </a:cxn>
                <a:cxn ang="0">
                  <a:pos x="919" y="815"/>
                </a:cxn>
                <a:cxn ang="0">
                  <a:pos x="788" y="264"/>
                </a:cxn>
                <a:cxn ang="0">
                  <a:pos x="656" y="0"/>
                </a:cxn>
                <a:cxn ang="0">
                  <a:pos x="656" y="0"/>
                </a:cxn>
                <a:cxn ang="0">
                  <a:pos x="521" y="264"/>
                </a:cxn>
                <a:cxn ang="0">
                  <a:pos x="656" y="534"/>
                </a:cxn>
                <a:cxn ang="0">
                  <a:pos x="788" y="815"/>
                </a:cxn>
                <a:cxn ang="0">
                  <a:pos x="656" y="1860"/>
                </a:cxn>
                <a:cxn ang="0">
                  <a:pos x="521" y="2141"/>
                </a:cxn>
                <a:cxn ang="0">
                  <a:pos x="239" y="2361"/>
                </a:cxn>
                <a:cxn ang="0">
                  <a:pos x="239" y="2141"/>
                </a:cxn>
                <a:cxn ang="0">
                  <a:pos x="135" y="1860"/>
                </a:cxn>
                <a:cxn ang="0">
                  <a:pos x="239" y="815"/>
                </a:cxn>
                <a:cxn ang="0">
                  <a:pos x="379" y="534"/>
                </a:cxn>
                <a:cxn ang="0">
                  <a:pos x="521" y="264"/>
                </a:cxn>
                <a:cxn ang="0">
                  <a:pos x="521" y="264"/>
                </a:cxn>
              </a:cxnLst>
              <a:rect l="txL" t="txT" r="txR" b="txB"/>
              <a:pathLst>
                <a:path w="41" h="53">
                  <a:moveTo>
                    <a:pt x="29" y="0"/>
                  </a:moveTo>
                  <a:lnTo>
                    <a:pt x="17" y="6"/>
                  </a:lnTo>
                  <a:lnTo>
                    <a:pt x="6" y="12"/>
                  </a:lnTo>
                  <a:lnTo>
                    <a:pt x="0" y="36"/>
                  </a:lnTo>
                  <a:lnTo>
                    <a:pt x="6" y="48"/>
                  </a:lnTo>
                  <a:lnTo>
                    <a:pt x="11" y="53"/>
                  </a:lnTo>
                  <a:lnTo>
                    <a:pt x="23" y="53"/>
                  </a:lnTo>
                  <a:lnTo>
                    <a:pt x="35" y="42"/>
                  </a:lnTo>
                  <a:lnTo>
                    <a:pt x="41" y="18"/>
                  </a:lnTo>
                  <a:lnTo>
                    <a:pt x="35" y="6"/>
                  </a:lnTo>
                  <a:lnTo>
                    <a:pt x="29" y="0"/>
                  </a:lnTo>
                  <a:close/>
                  <a:moveTo>
                    <a:pt x="23" y="6"/>
                  </a:moveTo>
                  <a:lnTo>
                    <a:pt x="29" y="12"/>
                  </a:lnTo>
                  <a:lnTo>
                    <a:pt x="35" y="18"/>
                  </a:lnTo>
                  <a:lnTo>
                    <a:pt x="29" y="42"/>
                  </a:lnTo>
                  <a:lnTo>
                    <a:pt x="23" y="48"/>
                  </a:lnTo>
                  <a:lnTo>
                    <a:pt x="11" y="53"/>
                  </a:lnTo>
                  <a:lnTo>
                    <a:pt x="11" y="48"/>
                  </a:lnTo>
                  <a:lnTo>
                    <a:pt x="6" y="42"/>
                  </a:lnTo>
                  <a:lnTo>
                    <a:pt x="11" y="18"/>
                  </a:lnTo>
                  <a:lnTo>
                    <a:pt x="17" y="12"/>
                  </a:lnTo>
                  <a:lnTo>
                    <a:pt x="23" y="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406" name="Freeform 325"/>
            <p:cNvSpPr/>
            <p:nvPr/>
          </p:nvSpPr>
          <p:spPr>
            <a:xfrm>
              <a:off x="746" y="1632"/>
              <a:ext cx="1" cy="204"/>
            </a:xfrm>
            <a:custGeom>
              <a:avLst/>
              <a:gdLst>
                <a:gd name="txL" fmla="*/ 0 w 1"/>
                <a:gd name="txT" fmla="*/ 0 h 179"/>
                <a:gd name="txR" fmla="*/ 1 w 1"/>
                <a:gd name="txB" fmla="*/ 179 h 179"/>
              </a:gdLst>
              <a:ahLst/>
              <a:cxnLst>
                <a:cxn ang="0">
                  <a:pos x="0" y="6088"/>
                </a:cxn>
                <a:cxn ang="0">
                  <a:pos x="0" y="0"/>
                </a:cxn>
                <a:cxn ang="0">
                  <a:pos x="0" y="6088"/>
                </a:cxn>
                <a:cxn ang="0">
                  <a:pos x="0" y="6088"/>
                </a:cxn>
              </a:cxnLst>
              <a:rect l="txL" t="txT" r="txR" b="txB"/>
              <a:pathLst>
                <a:path w="1" h="179">
                  <a:moveTo>
                    <a:pt x="0" y="179"/>
                  </a:moveTo>
                  <a:lnTo>
                    <a:pt x="0" y="0"/>
                  </a:lnTo>
                  <a:lnTo>
                    <a:pt x="0" y="17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407" name="Freeform 326"/>
            <p:cNvSpPr/>
            <p:nvPr/>
          </p:nvSpPr>
          <p:spPr>
            <a:xfrm>
              <a:off x="712" y="1523"/>
              <a:ext cx="61" cy="136"/>
            </a:xfrm>
            <a:custGeom>
              <a:avLst/>
              <a:gdLst>
                <a:gd name="txL" fmla="*/ 0 w 54"/>
                <a:gd name="txT" fmla="*/ 0 h 120"/>
                <a:gd name="txR" fmla="*/ 54 w 54"/>
                <a:gd name="txB" fmla="*/ 120 h 120"/>
              </a:gdLst>
              <a:ahLst/>
              <a:cxnLst>
                <a:cxn ang="0">
                  <a:pos x="1456" y="3512"/>
                </a:cxn>
                <a:cxn ang="0">
                  <a:pos x="673" y="0"/>
                </a:cxn>
                <a:cxn ang="0">
                  <a:pos x="0" y="3512"/>
                </a:cxn>
                <a:cxn ang="0">
                  <a:pos x="1456" y="3512"/>
                </a:cxn>
                <a:cxn ang="0">
                  <a:pos x="1456" y="3512"/>
                </a:cxn>
              </a:cxnLst>
              <a:rect l="txL" t="txT" r="txR" b="txB"/>
              <a:pathLst>
                <a:path w="54" h="120">
                  <a:moveTo>
                    <a:pt x="54" y="120"/>
                  </a:moveTo>
                  <a:lnTo>
                    <a:pt x="24" y="0"/>
                  </a:lnTo>
                  <a:lnTo>
                    <a:pt x="0" y="120"/>
                  </a:lnTo>
                  <a:lnTo>
                    <a:pt x="54" y="12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408" name="Freeform 327"/>
            <p:cNvSpPr/>
            <p:nvPr/>
          </p:nvSpPr>
          <p:spPr>
            <a:xfrm>
              <a:off x="739" y="2297"/>
              <a:ext cx="1" cy="204"/>
            </a:xfrm>
            <a:custGeom>
              <a:avLst/>
              <a:gdLst>
                <a:gd name="txL" fmla="*/ 0 w 1"/>
                <a:gd name="txT" fmla="*/ 0 h 179"/>
                <a:gd name="txR" fmla="*/ 1 w 1"/>
                <a:gd name="txB" fmla="*/ 179 h 179"/>
              </a:gdLst>
              <a:ahLst/>
              <a:cxnLst>
                <a:cxn ang="0">
                  <a:pos x="0" y="6088"/>
                </a:cxn>
                <a:cxn ang="0">
                  <a:pos x="0" y="0"/>
                </a:cxn>
                <a:cxn ang="0">
                  <a:pos x="0" y="6088"/>
                </a:cxn>
                <a:cxn ang="0">
                  <a:pos x="0" y="6088"/>
                </a:cxn>
              </a:cxnLst>
              <a:rect l="txL" t="txT" r="txR" b="txB"/>
              <a:pathLst>
                <a:path w="1" h="179">
                  <a:moveTo>
                    <a:pt x="0" y="179"/>
                  </a:moveTo>
                  <a:lnTo>
                    <a:pt x="0" y="0"/>
                  </a:lnTo>
                  <a:lnTo>
                    <a:pt x="0" y="17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409" name="Freeform 328"/>
            <p:cNvSpPr/>
            <p:nvPr/>
          </p:nvSpPr>
          <p:spPr>
            <a:xfrm>
              <a:off x="712" y="2188"/>
              <a:ext cx="61" cy="136"/>
            </a:xfrm>
            <a:custGeom>
              <a:avLst/>
              <a:gdLst>
                <a:gd name="txL" fmla="*/ 0 w 54"/>
                <a:gd name="txT" fmla="*/ 0 h 120"/>
                <a:gd name="txR" fmla="*/ 54 w 54"/>
                <a:gd name="txB" fmla="*/ 120 h 120"/>
              </a:gdLst>
              <a:ahLst/>
              <a:cxnLst>
                <a:cxn ang="0">
                  <a:pos x="1456" y="3512"/>
                </a:cxn>
                <a:cxn ang="0">
                  <a:pos x="673" y="0"/>
                </a:cxn>
                <a:cxn ang="0">
                  <a:pos x="0" y="3512"/>
                </a:cxn>
                <a:cxn ang="0">
                  <a:pos x="1456" y="3512"/>
                </a:cxn>
                <a:cxn ang="0">
                  <a:pos x="1456" y="3512"/>
                </a:cxn>
              </a:cxnLst>
              <a:rect l="txL" t="txT" r="txR" b="txB"/>
              <a:pathLst>
                <a:path w="54" h="120">
                  <a:moveTo>
                    <a:pt x="54" y="120"/>
                  </a:moveTo>
                  <a:lnTo>
                    <a:pt x="24" y="0"/>
                  </a:lnTo>
                  <a:lnTo>
                    <a:pt x="0" y="120"/>
                  </a:lnTo>
                  <a:lnTo>
                    <a:pt x="54" y="12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410" name="Freeform 329"/>
            <p:cNvSpPr/>
            <p:nvPr/>
          </p:nvSpPr>
          <p:spPr>
            <a:xfrm>
              <a:off x="4907" y="2277"/>
              <a:ext cx="1" cy="203"/>
            </a:xfrm>
            <a:custGeom>
              <a:avLst/>
              <a:gdLst>
                <a:gd name="txL" fmla="*/ 0 w 1"/>
                <a:gd name="txT" fmla="*/ 0 h 179"/>
                <a:gd name="txR" fmla="*/ 1 w 1"/>
                <a:gd name="txB" fmla="*/ 179 h 179"/>
              </a:gdLst>
              <a:ahLst/>
              <a:cxnLst>
                <a:cxn ang="0">
                  <a:pos x="0" y="5362"/>
                </a:cxn>
                <a:cxn ang="0">
                  <a:pos x="0" y="0"/>
                </a:cxn>
                <a:cxn ang="0">
                  <a:pos x="0" y="5362"/>
                </a:cxn>
                <a:cxn ang="0">
                  <a:pos x="0" y="5362"/>
                </a:cxn>
              </a:cxnLst>
              <a:rect l="txL" t="txT" r="txR" b="txB"/>
              <a:pathLst>
                <a:path w="1" h="179">
                  <a:moveTo>
                    <a:pt x="0" y="179"/>
                  </a:moveTo>
                  <a:lnTo>
                    <a:pt x="0" y="0"/>
                  </a:lnTo>
                  <a:lnTo>
                    <a:pt x="0" y="17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411" name="Freeform 330"/>
            <p:cNvSpPr/>
            <p:nvPr/>
          </p:nvSpPr>
          <p:spPr>
            <a:xfrm>
              <a:off x="4880" y="2161"/>
              <a:ext cx="60" cy="143"/>
            </a:xfrm>
            <a:custGeom>
              <a:avLst/>
              <a:gdLst>
                <a:gd name="txL" fmla="*/ 0 w 54"/>
                <a:gd name="txT" fmla="*/ 0 h 126"/>
                <a:gd name="txR" fmla="*/ 54 w 54"/>
                <a:gd name="txB" fmla="*/ 126 h 126"/>
              </a:gdLst>
              <a:ahLst/>
              <a:cxnLst>
                <a:cxn ang="0">
                  <a:pos x="919" y="3828"/>
                </a:cxn>
                <a:cxn ang="0">
                  <a:pos x="422" y="0"/>
                </a:cxn>
                <a:cxn ang="0">
                  <a:pos x="0" y="3828"/>
                </a:cxn>
                <a:cxn ang="0">
                  <a:pos x="919" y="3828"/>
                </a:cxn>
                <a:cxn ang="0">
                  <a:pos x="919" y="3828"/>
                </a:cxn>
              </a:cxnLst>
              <a:rect l="txL" t="txT" r="txR" b="txB"/>
              <a:pathLst>
                <a:path w="54" h="126">
                  <a:moveTo>
                    <a:pt x="54" y="126"/>
                  </a:moveTo>
                  <a:lnTo>
                    <a:pt x="24" y="0"/>
                  </a:lnTo>
                  <a:lnTo>
                    <a:pt x="0" y="126"/>
                  </a:lnTo>
                  <a:lnTo>
                    <a:pt x="54" y="126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412" name="Freeform 331"/>
            <p:cNvSpPr/>
            <p:nvPr/>
          </p:nvSpPr>
          <p:spPr>
            <a:xfrm>
              <a:off x="1862" y="3648"/>
              <a:ext cx="161" cy="1"/>
            </a:xfrm>
            <a:custGeom>
              <a:avLst/>
              <a:gdLst>
                <a:gd name="txL" fmla="*/ 0 w 144"/>
                <a:gd name="txT" fmla="*/ 0 h 1"/>
                <a:gd name="txR" fmla="*/ 144 w 144"/>
                <a:gd name="txB" fmla="*/ 1 h 1"/>
              </a:gdLst>
              <a:ahLst/>
              <a:cxnLst>
                <a:cxn ang="0">
                  <a:pos x="2940" y="0"/>
                </a:cxn>
                <a:cxn ang="0">
                  <a:pos x="0" y="0"/>
                </a:cxn>
                <a:cxn ang="0">
                  <a:pos x="2940" y="0"/>
                </a:cxn>
                <a:cxn ang="0">
                  <a:pos x="2940" y="0"/>
                </a:cxn>
              </a:cxnLst>
              <a:rect l="txL" t="txT" r="txR" b="txB"/>
              <a:pathLst>
                <a:path w="144" h="1">
                  <a:moveTo>
                    <a:pt x="144" y="0"/>
                  </a:moveTo>
                  <a:lnTo>
                    <a:pt x="0" y="0"/>
                  </a:lnTo>
                  <a:lnTo>
                    <a:pt x="144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413" name="Freeform 332"/>
            <p:cNvSpPr/>
            <p:nvPr/>
          </p:nvSpPr>
          <p:spPr>
            <a:xfrm>
              <a:off x="1768" y="3614"/>
              <a:ext cx="114" cy="75"/>
            </a:xfrm>
            <a:custGeom>
              <a:avLst/>
              <a:gdLst>
                <a:gd name="txL" fmla="*/ 0 w 101"/>
                <a:gd name="txT" fmla="*/ 0 h 66"/>
                <a:gd name="txR" fmla="*/ 101 w 101"/>
                <a:gd name="txB" fmla="*/ 66 h 66"/>
              </a:gdLst>
              <a:ahLst/>
              <a:cxnLst>
                <a:cxn ang="0">
                  <a:pos x="2672" y="0"/>
                </a:cxn>
                <a:cxn ang="0">
                  <a:pos x="0" y="955"/>
                </a:cxn>
                <a:cxn ang="0">
                  <a:pos x="2672" y="2080"/>
                </a:cxn>
                <a:cxn ang="0">
                  <a:pos x="2672" y="0"/>
                </a:cxn>
                <a:cxn ang="0">
                  <a:pos x="2672" y="0"/>
                </a:cxn>
              </a:cxnLst>
              <a:rect l="txL" t="txT" r="txR" b="txB"/>
              <a:pathLst>
                <a:path w="101" h="66">
                  <a:moveTo>
                    <a:pt x="101" y="0"/>
                  </a:moveTo>
                  <a:lnTo>
                    <a:pt x="0" y="30"/>
                  </a:lnTo>
                  <a:lnTo>
                    <a:pt x="101" y="66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414" name="Freeform 333"/>
            <p:cNvSpPr/>
            <p:nvPr/>
          </p:nvSpPr>
          <p:spPr>
            <a:xfrm>
              <a:off x="2400" y="3648"/>
              <a:ext cx="160" cy="1"/>
            </a:xfrm>
            <a:custGeom>
              <a:avLst/>
              <a:gdLst>
                <a:gd name="txL" fmla="*/ 0 w 143"/>
                <a:gd name="txT" fmla="*/ 0 h 1"/>
                <a:gd name="txR" fmla="*/ 143 w 143"/>
                <a:gd name="txB" fmla="*/ 1 h 1"/>
              </a:gdLst>
              <a:ahLst/>
              <a:cxnLst>
                <a:cxn ang="0">
                  <a:pos x="2965" y="0"/>
                </a:cxn>
                <a:cxn ang="0">
                  <a:pos x="0" y="0"/>
                </a:cxn>
                <a:cxn ang="0">
                  <a:pos x="2965" y="0"/>
                </a:cxn>
                <a:cxn ang="0">
                  <a:pos x="2965" y="0"/>
                </a:cxn>
              </a:cxnLst>
              <a:rect l="txL" t="txT" r="txR" b="txB"/>
              <a:pathLst>
                <a:path w="143" h="1">
                  <a:moveTo>
                    <a:pt x="143" y="0"/>
                  </a:moveTo>
                  <a:lnTo>
                    <a:pt x="0" y="0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415" name="Freeform 334"/>
            <p:cNvSpPr/>
            <p:nvPr/>
          </p:nvSpPr>
          <p:spPr>
            <a:xfrm>
              <a:off x="2305" y="3614"/>
              <a:ext cx="115" cy="75"/>
            </a:xfrm>
            <a:custGeom>
              <a:avLst/>
              <a:gdLst>
                <a:gd name="txL" fmla="*/ 0 w 102"/>
                <a:gd name="txT" fmla="*/ 0 h 66"/>
                <a:gd name="txR" fmla="*/ 102 w 102"/>
                <a:gd name="txB" fmla="*/ 66 h 66"/>
              </a:gdLst>
              <a:ahLst/>
              <a:cxnLst>
                <a:cxn ang="0">
                  <a:pos x="2611" y="0"/>
                </a:cxn>
                <a:cxn ang="0">
                  <a:pos x="0" y="955"/>
                </a:cxn>
                <a:cxn ang="0">
                  <a:pos x="2611" y="2080"/>
                </a:cxn>
                <a:cxn ang="0">
                  <a:pos x="2611" y="0"/>
                </a:cxn>
                <a:cxn ang="0">
                  <a:pos x="2611" y="0"/>
                </a:cxn>
              </a:cxnLst>
              <a:rect l="txL" t="txT" r="txR" b="txB"/>
              <a:pathLst>
                <a:path w="102" h="66">
                  <a:moveTo>
                    <a:pt x="102" y="0"/>
                  </a:moveTo>
                  <a:lnTo>
                    <a:pt x="0" y="30"/>
                  </a:lnTo>
                  <a:lnTo>
                    <a:pt x="102" y="66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6084" name="文本框 334"/>
          <p:cNvSpPr txBox="1"/>
          <p:nvPr/>
        </p:nvSpPr>
        <p:spPr>
          <a:xfrm>
            <a:off x="5930900" y="5880100"/>
            <a:ext cx="954088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/>
              <a:t>。。。</a:t>
            </a:r>
          </a:p>
        </p:txBody>
      </p:sp>
      <p:sp>
        <p:nvSpPr>
          <p:cNvPr id="46085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baseline="0" dirty="0">
                <a:latin typeface="Arial Black" panose="020B0A04020102020204" pitchFamily="34" charset="0"/>
                <a:cs typeface="Arial" panose="020B0604020202020204" pitchFamily="34" charset="0"/>
              </a:rPr>
              <a:pPr lvl="0" algn="r" eaLnBrk="1" hangingPunct="1">
                <a:buNone/>
              </a:pPr>
              <a:t>41</a:t>
            </a:fld>
            <a:endParaRPr lang="en-US" altLang="zh-CN" sz="1200" baseline="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文本框 348"/>
          <p:cNvSpPr txBox="1"/>
          <p:nvPr/>
        </p:nvSpPr>
        <p:spPr>
          <a:xfrm>
            <a:off x="4243388" y="3748088"/>
            <a:ext cx="4589462" cy="23241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ts val="60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而        </a:t>
            </a:r>
            <a:r>
              <a:rPr lang="en-US" altLang="zh-CN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-</a:t>
            </a:r>
            <a:r>
              <a:rPr lang="en-US" altLang="zh-CN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ts val="600"/>
              </a:spcBef>
              <a:buClrTx/>
              <a:buSzTx/>
              <a:buFontTx/>
              <a:buNone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ts val="600"/>
              </a:spcBef>
              <a:buClrTx/>
              <a:buSzTx/>
              <a:buFontTx/>
              <a:buNone/>
            </a:pPr>
            <a:r>
              <a:rPr lang="zh-CN" altLang="en-US" sz="2000" b="1" dirty="0">
                <a:cs typeface="Arial" panose="020B0604020202020204" pitchFamily="34" charset="0"/>
              </a:rPr>
              <a:t>电流源支路</a:t>
            </a:r>
            <a:r>
              <a:rPr lang="en-US" altLang="zh-CN" sz="2000" b="1" dirty="0">
                <a:cs typeface="Arial" panose="020B0604020202020204" pitchFamily="34" charset="0"/>
              </a:rPr>
              <a:t>: </a:t>
            </a:r>
          </a:p>
          <a:p>
            <a:pPr marL="0" lvl="0" indent="0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zh-CN" sz="2000" b="1" dirty="0">
                <a:cs typeface="Arial" panose="020B0604020202020204" pitchFamily="34" charset="0"/>
              </a:rPr>
              <a:t>          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5A=</a:t>
            </a:r>
            <a:r>
              <a:rPr lang="en-US" altLang="zh-CN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zh-CN" sz="2000" b="1" dirty="0">
                <a:cs typeface="Arial" panose="020B0604020202020204" pitchFamily="34" charset="0"/>
              </a:rPr>
              <a:t>          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zh-CN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ts val="600"/>
              </a:spcBef>
              <a:buClrTx/>
              <a:buSzTx/>
              <a:buFontTx/>
              <a:buNone/>
            </a:pPr>
            <a:endParaRPr lang="en-US" altLang="zh-CN" sz="2000" b="1" dirty="0">
              <a:ea typeface="Arial" panose="020B0604020202020204" pitchFamily="34" charset="0"/>
            </a:endParaRPr>
          </a:p>
        </p:txBody>
      </p:sp>
      <p:sp>
        <p:nvSpPr>
          <p:cNvPr id="47107" name="TextBox 3"/>
          <p:cNvSpPr txBox="1"/>
          <p:nvPr/>
        </p:nvSpPr>
        <p:spPr>
          <a:xfrm>
            <a:off x="304800" y="1082675"/>
            <a:ext cx="904875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2060"/>
                </a:solidFill>
                <a:cs typeface="Arial" panose="020B0604020202020204" pitchFamily="34" charset="0"/>
              </a:rPr>
              <a:t>解：</a:t>
            </a:r>
            <a:endParaRPr lang="en-US" altLang="zh-CN" sz="2800" b="1" dirty="0">
              <a:solidFill>
                <a:srgbClr val="002060"/>
              </a:solidFill>
              <a:ea typeface="Arial" panose="020B0604020202020204" pitchFamily="34" charset="0"/>
            </a:endParaRPr>
          </a:p>
        </p:txBody>
      </p:sp>
      <p:grpSp>
        <p:nvGrpSpPr>
          <p:cNvPr id="47108" name="Group 4"/>
          <p:cNvGrpSpPr/>
          <p:nvPr/>
        </p:nvGrpSpPr>
        <p:grpSpPr>
          <a:xfrm>
            <a:off x="4129088" y="485775"/>
            <a:ext cx="4764087" cy="2798763"/>
            <a:chOff x="511" y="396"/>
            <a:chExt cx="4745" cy="3517"/>
          </a:xfrm>
        </p:grpSpPr>
        <p:sp>
          <p:nvSpPr>
            <p:cNvPr id="47125" name="Freeform 5"/>
            <p:cNvSpPr/>
            <p:nvPr/>
          </p:nvSpPr>
          <p:spPr>
            <a:xfrm>
              <a:off x="4799" y="2066"/>
              <a:ext cx="1" cy="1454"/>
            </a:xfrm>
            <a:custGeom>
              <a:avLst/>
              <a:gdLst>
                <a:gd name="txL" fmla="*/ 0 w 1"/>
                <a:gd name="txT" fmla="*/ 0 h 1278"/>
                <a:gd name="txR" fmla="*/ 1 w 1"/>
                <a:gd name="txB" fmla="*/ 1278 h 1278"/>
              </a:gdLst>
              <a:ahLst/>
              <a:cxnLst>
                <a:cxn ang="0">
                  <a:pos x="0" y="41626"/>
                </a:cxn>
                <a:cxn ang="0">
                  <a:pos x="0" y="0"/>
                </a:cxn>
                <a:cxn ang="0">
                  <a:pos x="0" y="41626"/>
                </a:cxn>
                <a:cxn ang="0">
                  <a:pos x="0" y="41626"/>
                </a:cxn>
              </a:cxnLst>
              <a:rect l="txL" t="txT" r="txR" b="txB"/>
              <a:pathLst>
                <a:path w="1" h="1278">
                  <a:moveTo>
                    <a:pt x="0" y="1278"/>
                  </a:moveTo>
                  <a:lnTo>
                    <a:pt x="0" y="0"/>
                  </a:lnTo>
                  <a:lnTo>
                    <a:pt x="0" y="127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26" name="Freeform 6"/>
            <p:cNvSpPr>
              <a:spLocks noEditPoints="1"/>
            </p:cNvSpPr>
            <p:nvPr/>
          </p:nvSpPr>
          <p:spPr>
            <a:xfrm>
              <a:off x="847" y="2066"/>
              <a:ext cx="3952" cy="2"/>
            </a:xfrm>
            <a:custGeom>
              <a:avLst/>
              <a:gdLst>
                <a:gd name="txL" fmla="*/ 0 w 3517"/>
                <a:gd name="txT" fmla="*/ 0 h 2"/>
                <a:gd name="txR" fmla="*/ 3517 w 3517"/>
                <a:gd name="txB" fmla="*/ 2 h 2"/>
              </a:gdLst>
              <a:ahLst/>
              <a:cxnLst>
                <a:cxn ang="0">
                  <a:pos x="81956" y="0"/>
                </a:cxn>
                <a:cxn ang="0">
                  <a:pos x="0" y="0"/>
                </a:cxn>
                <a:cxn ang="0">
                  <a:pos x="81956" y="0"/>
                </a:cxn>
                <a:cxn ang="0">
                  <a:pos x="81956" y="0"/>
                </a:cxn>
                <a:cxn ang="0">
                  <a:pos x="81956" y="0"/>
                </a:cxn>
                <a:cxn ang="0">
                  <a:pos x="81956" y="0"/>
                </a:cxn>
                <a:cxn ang="0">
                  <a:pos x="81956" y="0"/>
                </a:cxn>
              </a:cxnLst>
              <a:rect l="txL" t="txT" r="txR" b="txB"/>
              <a:pathLst>
                <a:path w="3517" h="2">
                  <a:moveTo>
                    <a:pt x="3517" y="0"/>
                  </a:moveTo>
                  <a:lnTo>
                    <a:pt x="0" y="0"/>
                  </a:lnTo>
                  <a:lnTo>
                    <a:pt x="3517" y="0"/>
                  </a:lnTo>
                  <a:close/>
                  <a:moveTo>
                    <a:pt x="3517" y="0"/>
                  </a:moveTo>
                  <a:lnTo>
                    <a:pt x="3517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27" name="Freeform 7"/>
            <p:cNvSpPr>
              <a:spLocks noEditPoints="1"/>
            </p:cNvSpPr>
            <p:nvPr/>
          </p:nvSpPr>
          <p:spPr>
            <a:xfrm>
              <a:off x="847" y="2066"/>
              <a:ext cx="1" cy="1454"/>
            </a:xfrm>
            <a:custGeom>
              <a:avLst/>
              <a:gdLst>
                <a:gd name="txL" fmla="*/ 0 w 1"/>
                <a:gd name="txT" fmla="*/ 0 h 1278"/>
                <a:gd name="txR" fmla="*/ 1 w 1"/>
                <a:gd name="txB" fmla="*/ 1278 h 1278"/>
              </a:gdLst>
              <a:ahLst/>
              <a:cxnLst>
                <a:cxn ang="0">
                  <a:pos x="0" y="0"/>
                </a:cxn>
                <a:cxn ang="0">
                  <a:pos x="0" y="41626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278">
                  <a:moveTo>
                    <a:pt x="0" y="0"/>
                  </a:moveTo>
                  <a:lnTo>
                    <a:pt x="0" y="1278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28" name="Freeform 8"/>
            <p:cNvSpPr>
              <a:spLocks noEditPoints="1"/>
            </p:cNvSpPr>
            <p:nvPr/>
          </p:nvSpPr>
          <p:spPr>
            <a:xfrm>
              <a:off x="847" y="3520"/>
              <a:ext cx="3952" cy="1"/>
            </a:xfrm>
            <a:custGeom>
              <a:avLst/>
              <a:gdLst>
                <a:gd name="txL" fmla="*/ 0 w 3517"/>
                <a:gd name="txT" fmla="*/ 0 h 1"/>
                <a:gd name="txR" fmla="*/ 3517 w 3517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81956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3517" h="1">
                  <a:moveTo>
                    <a:pt x="0" y="0"/>
                  </a:moveTo>
                  <a:lnTo>
                    <a:pt x="3517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29" name="Freeform 9"/>
            <p:cNvSpPr/>
            <p:nvPr/>
          </p:nvSpPr>
          <p:spPr>
            <a:xfrm>
              <a:off x="4799" y="3520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30" name="Freeform 10"/>
            <p:cNvSpPr/>
            <p:nvPr/>
          </p:nvSpPr>
          <p:spPr>
            <a:xfrm>
              <a:off x="2164" y="681"/>
              <a:ext cx="1" cy="2839"/>
            </a:xfrm>
            <a:custGeom>
              <a:avLst/>
              <a:gdLst>
                <a:gd name="txL" fmla="*/ 0 w 1"/>
                <a:gd name="txT" fmla="*/ 0 h 2496"/>
                <a:gd name="txR" fmla="*/ 1 w 1"/>
                <a:gd name="txB" fmla="*/ 2496 h 2496"/>
              </a:gdLst>
              <a:ahLst/>
              <a:cxnLst>
                <a:cxn ang="0">
                  <a:pos x="0" y="0"/>
                </a:cxn>
                <a:cxn ang="0">
                  <a:pos x="0" y="80751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2496">
                  <a:moveTo>
                    <a:pt x="0" y="0"/>
                  </a:moveTo>
                  <a:lnTo>
                    <a:pt x="0" y="24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31" name="Freeform 11"/>
            <p:cNvSpPr>
              <a:spLocks noEditPoints="1"/>
            </p:cNvSpPr>
            <p:nvPr/>
          </p:nvSpPr>
          <p:spPr>
            <a:xfrm>
              <a:off x="847" y="3520"/>
              <a:ext cx="1317" cy="1"/>
            </a:xfrm>
            <a:custGeom>
              <a:avLst/>
              <a:gdLst>
                <a:gd name="txL" fmla="*/ 0 w 1172"/>
                <a:gd name="txT" fmla="*/ 0 h 1"/>
                <a:gd name="txR" fmla="*/ 1172 w 1172"/>
                <a:gd name="txB" fmla="*/ 1 h 1"/>
              </a:gdLst>
              <a:ahLst/>
              <a:cxnLst>
                <a:cxn ang="0">
                  <a:pos x="27334" y="0"/>
                </a:cxn>
                <a:cxn ang="0">
                  <a:pos x="0" y="0"/>
                </a:cxn>
                <a:cxn ang="0">
                  <a:pos x="27334" y="0"/>
                </a:cxn>
                <a:cxn ang="0">
                  <a:pos x="27334" y="0"/>
                </a:cxn>
                <a:cxn ang="0">
                  <a:pos x="27334" y="0"/>
                </a:cxn>
                <a:cxn ang="0">
                  <a:pos x="27334" y="0"/>
                </a:cxn>
                <a:cxn ang="0">
                  <a:pos x="27334" y="0"/>
                </a:cxn>
              </a:cxnLst>
              <a:rect l="txL" t="txT" r="txR" b="txB"/>
              <a:pathLst>
                <a:path w="1172" h="1">
                  <a:moveTo>
                    <a:pt x="1172" y="0"/>
                  </a:moveTo>
                  <a:lnTo>
                    <a:pt x="0" y="0"/>
                  </a:lnTo>
                  <a:lnTo>
                    <a:pt x="1172" y="0"/>
                  </a:lnTo>
                  <a:close/>
                  <a:moveTo>
                    <a:pt x="1172" y="0"/>
                  </a:moveTo>
                  <a:lnTo>
                    <a:pt x="1172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32" name="Freeform 12"/>
            <p:cNvSpPr>
              <a:spLocks noEditPoints="1"/>
            </p:cNvSpPr>
            <p:nvPr/>
          </p:nvSpPr>
          <p:spPr>
            <a:xfrm>
              <a:off x="847" y="681"/>
              <a:ext cx="1" cy="2839"/>
            </a:xfrm>
            <a:custGeom>
              <a:avLst/>
              <a:gdLst>
                <a:gd name="txL" fmla="*/ 0 w 1"/>
                <a:gd name="txT" fmla="*/ 0 h 2496"/>
                <a:gd name="txR" fmla="*/ 1 w 1"/>
                <a:gd name="txB" fmla="*/ 2496 h 2496"/>
              </a:gdLst>
              <a:ahLst/>
              <a:cxnLst>
                <a:cxn ang="0">
                  <a:pos x="0" y="80751"/>
                </a:cxn>
                <a:cxn ang="0">
                  <a:pos x="0" y="0"/>
                </a:cxn>
                <a:cxn ang="0">
                  <a:pos x="0" y="80751"/>
                </a:cxn>
                <a:cxn ang="0">
                  <a:pos x="0" y="80751"/>
                </a:cxn>
                <a:cxn ang="0">
                  <a:pos x="0" y="80751"/>
                </a:cxn>
                <a:cxn ang="0">
                  <a:pos x="0" y="80751"/>
                </a:cxn>
                <a:cxn ang="0">
                  <a:pos x="0" y="80751"/>
                </a:cxn>
              </a:cxnLst>
              <a:rect l="txL" t="txT" r="txR" b="txB"/>
              <a:pathLst>
                <a:path w="1" h="2496">
                  <a:moveTo>
                    <a:pt x="0" y="2496"/>
                  </a:moveTo>
                  <a:lnTo>
                    <a:pt x="0" y="0"/>
                  </a:lnTo>
                  <a:lnTo>
                    <a:pt x="0" y="2496"/>
                  </a:lnTo>
                  <a:close/>
                  <a:moveTo>
                    <a:pt x="0" y="2496"/>
                  </a:moveTo>
                  <a:lnTo>
                    <a:pt x="0" y="249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33" name="Freeform 13"/>
            <p:cNvSpPr>
              <a:spLocks noEditPoints="1"/>
            </p:cNvSpPr>
            <p:nvPr/>
          </p:nvSpPr>
          <p:spPr>
            <a:xfrm>
              <a:off x="847" y="681"/>
              <a:ext cx="1317" cy="2"/>
            </a:xfrm>
            <a:custGeom>
              <a:avLst/>
              <a:gdLst>
                <a:gd name="txL" fmla="*/ 0 w 1172"/>
                <a:gd name="txT" fmla="*/ 0 h 2"/>
                <a:gd name="txR" fmla="*/ 1172 w 1172"/>
                <a:gd name="txB" fmla="*/ 2 h 2"/>
              </a:gdLst>
              <a:ahLst/>
              <a:cxnLst>
                <a:cxn ang="0">
                  <a:pos x="0" y="0"/>
                </a:cxn>
                <a:cxn ang="0">
                  <a:pos x="27334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172" h="2">
                  <a:moveTo>
                    <a:pt x="0" y="0"/>
                  </a:moveTo>
                  <a:lnTo>
                    <a:pt x="1172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34" name="Freeform 14"/>
            <p:cNvSpPr/>
            <p:nvPr/>
          </p:nvSpPr>
          <p:spPr>
            <a:xfrm>
              <a:off x="2164" y="681"/>
              <a:ext cx="1" cy="2"/>
            </a:xfrm>
            <a:custGeom>
              <a:avLst/>
              <a:gdLst>
                <a:gd name="txL" fmla="*/ 0 w 1"/>
                <a:gd name="txT" fmla="*/ 0 h 2"/>
                <a:gd name="txR" fmla="*/ 1 w 1"/>
                <a:gd name="txB" fmla="*/ 2 h 2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2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35" name="Freeform 15"/>
            <p:cNvSpPr/>
            <p:nvPr/>
          </p:nvSpPr>
          <p:spPr>
            <a:xfrm>
              <a:off x="2164" y="681"/>
              <a:ext cx="1" cy="2839"/>
            </a:xfrm>
            <a:custGeom>
              <a:avLst/>
              <a:gdLst>
                <a:gd name="txL" fmla="*/ 0 w 1"/>
                <a:gd name="txT" fmla="*/ 0 h 2496"/>
                <a:gd name="txR" fmla="*/ 1 w 1"/>
                <a:gd name="txB" fmla="*/ 2496 h 2496"/>
              </a:gdLst>
              <a:ahLst/>
              <a:cxnLst>
                <a:cxn ang="0">
                  <a:pos x="0" y="0"/>
                </a:cxn>
                <a:cxn ang="0">
                  <a:pos x="0" y="80751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2496">
                  <a:moveTo>
                    <a:pt x="0" y="0"/>
                  </a:moveTo>
                  <a:lnTo>
                    <a:pt x="0" y="24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36" name="Freeform 16"/>
            <p:cNvSpPr>
              <a:spLocks noEditPoints="1"/>
            </p:cNvSpPr>
            <p:nvPr/>
          </p:nvSpPr>
          <p:spPr>
            <a:xfrm>
              <a:off x="847" y="3520"/>
              <a:ext cx="1317" cy="1"/>
            </a:xfrm>
            <a:custGeom>
              <a:avLst/>
              <a:gdLst>
                <a:gd name="txL" fmla="*/ 0 w 1172"/>
                <a:gd name="txT" fmla="*/ 0 h 1"/>
                <a:gd name="txR" fmla="*/ 1172 w 1172"/>
                <a:gd name="txB" fmla="*/ 1 h 1"/>
              </a:gdLst>
              <a:ahLst/>
              <a:cxnLst>
                <a:cxn ang="0">
                  <a:pos x="27334" y="0"/>
                </a:cxn>
                <a:cxn ang="0">
                  <a:pos x="0" y="0"/>
                </a:cxn>
                <a:cxn ang="0">
                  <a:pos x="27334" y="0"/>
                </a:cxn>
                <a:cxn ang="0">
                  <a:pos x="27334" y="0"/>
                </a:cxn>
                <a:cxn ang="0">
                  <a:pos x="27334" y="0"/>
                </a:cxn>
                <a:cxn ang="0">
                  <a:pos x="27334" y="0"/>
                </a:cxn>
                <a:cxn ang="0">
                  <a:pos x="27334" y="0"/>
                </a:cxn>
              </a:cxnLst>
              <a:rect l="txL" t="txT" r="txR" b="txB"/>
              <a:pathLst>
                <a:path w="1172" h="1">
                  <a:moveTo>
                    <a:pt x="1172" y="0"/>
                  </a:moveTo>
                  <a:lnTo>
                    <a:pt x="0" y="0"/>
                  </a:lnTo>
                  <a:lnTo>
                    <a:pt x="1172" y="0"/>
                  </a:lnTo>
                  <a:close/>
                  <a:moveTo>
                    <a:pt x="1172" y="0"/>
                  </a:moveTo>
                  <a:lnTo>
                    <a:pt x="1172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37" name="Freeform 17"/>
            <p:cNvSpPr>
              <a:spLocks noEditPoints="1"/>
            </p:cNvSpPr>
            <p:nvPr/>
          </p:nvSpPr>
          <p:spPr>
            <a:xfrm>
              <a:off x="847" y="681"/>
              <a:ext cx="1" cy="2839"/>
            </a:xfrm>
            <a:custGeom>
              <a:avLst/>
              <a:gdLst>
                <a:gd name="txL" fmla="*/ 0 w 1"/>
                <a:gd name="txT" fmla="*/ 0 h 2496"/>
                <a:gd name="txR" fmla="*/ 1 w 1"/>
                <a:gd name="txB" fmla="*/ 2496 h 2496"/>
              </a:gdLst>
              <a:ahLst/>
              <a:cxnLst>
                <a:cxn ang="0">
                  <a:pos x="0" y="80751"/>
                </a:cxn>
                <a:cxn ang="0">
                  <a:pos x="0" y="0"/>
                </a:cxn>
                <a:cxn ang="0">
                  <a:pos x="0" y="80751"/>
                </a:cxn>
                <a:cxn ang="0">
                  <a:pos x="0" y="80751"/>
                </a:cxn>
                <a:cxn ang="0">
                  <a:pos x="0" y="80751"/>
                </a:cxn>
                <a:cxn ang="0">
                  <a:pos x="0" y="80751"/>
                </a:cxn>
                <a:cxn ang="0">
                  <a:pos x="0" y="80751"/>
                </a:cxn>
              </a:cxnLst>
              <a:rect l="txL" t="txT" r="txR" b="txB"/>
              <a:pathLst>
                <a:path w="1" h="2496">
                  <a:moveTo>
                    <a:pt x="0" y="2496"/>
                  </a:moveTo>
                  <a:lnTo>
                    <a:pt x="0" y="0"/>
                  </a:lnTo>
                  <a:lnTo>
                    <a:pt x="0" y="2496"/>
                  </a:lnTo>
                  <a:close/>
                  <a:moveTo>
                    <a:pt x="0" y="2496"/>
                  </a:moveTo>
                  <a:lnTo>
                    <a:pt x="0" y="249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38" name="Freeform 18"/>
            <p:cNvSpPr>
              <a:spLocks noEditPoints="1"/>
            </p:cNvSpPr>
            <p:nvPr/>
          </p:nvSpPr>
          <p:spPr>
            <a:xfrm>
              <a:off x="847" y="681"/>
              <a:ext cx="1317" cy="2"/>
            </a:xfrm>
            <a:custGeom>
              <a:avLst/>
              <a:gdLst>
                <a:gd name="txL" fmla="*/ 0 w 1172"/>
                <a:gd name="txT" fmla="*/ 0 h 2"/>
                <a:gd name="txR" fmla="*/ 1172 w 1172"/>
                <a:gd name="txB" fmla="*/ 2 h 2"/>
              </a:gdLst>
              <a:ahLst/>
              <a:cxnLst>
                <a:cxn ang="0">
                  <a:pos x="0" y="0"/>
                </a:cxn>
                <a:cxn ang="0">
                  <a:pos x="27334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172" h="2">
                  <a:moveTo>
                    <a:pt x="0" y="0"/>
                  </a:moveTo>
                  <a:lnTo>
                    <a:pt x="1172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39" name="Freeform 19"/>
            <p:cNvSpPr/>
            <p:nvPr/>
          </p:nvSpPr>
          <p:spPr>
            <a:xfrm>
              <a:off x="2164" y="681"/>
              <a:ext cx="1" cy="2"/>
            </a:xfrm>
            <a:custGeom>
              <a:avLst/>
              <a:gdLst>
                <a:gd name="txL" fmla="*/ 0 w 1"/>
                <a:gd name="txT" fmla="*/ 0 h 2"/>
                <a:gd name="txR" fmla="*/ 1 w 1"/>
                <a:gd name="txB" fmla="*/ 2 h 2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2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40" name="Freeform 20"/>
            <p:cNvSpPr/>
            <p:nvPr/>
          </p:nvSpPr>
          <p:spPr>
            <a:xfrm>
              <a:off x="1068" y="3330"/>
              <a:ext cx="1" cy="13"/>
            </a:xfrm>
            <a:custGeom>
              <a:avLst/>
              <a:gdLst>
                <a:gd name="txL" fmla="*/ 0 w 1"/>
                <a:gd name="txT" fmla="*/ 0 h 12"/>
                <a:gd name="txR" fmla="*/ 1 w 1"/>
                <a:gd name="txB" fmla="*/ 12 h 12"/>
              </a:gdLst>
              <a:ahLst/>
              <a:cxnLst>
                <a:cxn ang="0">
                  <a:pos x="0" y="102"/>
                </a:cxn>
                <a:cxn ang="0">
                  <a:pos x="0" y="0"/>
                </a:cxn>
                <a:cxn ang="0">
                  <a:pos x="0" y="102"/>
                </a:cxn>
                <a:cxn ang="0">
                  <a:pos x="0" y="102"/>
                </a:cxn>
              </a:cxnLst>
              <a:rect l="txL" t="txT" r="txR" b="txB"/>
              <a:pathLst>
                <a:path w="1" h="12">
                  <a:moveTo>
                    <a:pt x="0" y="12"/>
                  </a:moveTo>
                  <a:lnTo>
                    <a:pt x="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41" name="Freeform 21"/>
            <p:cNvSpPr>
              <a:spLocks noEditPoints="1"/>
            </p:cNvSpPr>
            <p:nvPr/>
          </p:nvSpPr>
          <p:spPr>
            <a:xfrm>
              <a:off x="1068" y="3255"/>
              <a:ext cx="1" cy="54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173"/>
                </a:cxn>
                <a:cxn ang="0">
                  <a:pos x="0" y="732"/>
                </a:cxn>
                <a:cxn ang="0">
                  <a:pos x="0" y="1173"/>
                </a:cxn>
                <a:cxn ang="0">
                  <a:pos x="0" y="1173"/>
                </a:cxn>
                <a:cxn ang="0">
                  <a:pos x="0" y="457"/>
                </a:cxn>
                <a:cxn ang="0">
                  <a:pos x="0" y="0"/>
                </a:cxn>
                <a:cxn ang="0">
                  <a:pos x="0" y="457"/>
                </a:cxn>
                <a:cxn ang="0">
                  <a:pos x="0" y="457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0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42" name="Freeform 22"/>
            <p:cNvSpPr>
              <a:spLocks noEditPoints="1"/>
            </p:cNvSpPr>
            <p:nvPr/>
          </p:nvSpPr>
          <p:spPr>
            <a:xfrm>
              <a:off x="1068" y="3180"/>
              <a:ext cx="1" cy="54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173"/>
                </a:cxn>
                <a:cxn ang="0">
                  <a:pos x="0" y="880"/>
                </a:cxn>
                <a:cxn ang="0">
                  <a:pos x="0" y="1173"/>
                </a:cxn>
                <a:cxn ang="0">
                  <a:pos x="0" y="1173"/>
                </a:cxn>
                <a:cxn ang="0">
                  <a:pos x="0" y="457"/>
                </a:cxn>
                <a:cxn ang="0">
                  <a:pos x="0" y="0"/>
                </a:cxn>
                <a:cxn ang="0">
                  <a:pos x="0" y="457"/>
                </a:cxn>
                <a:cxn ang="0">
                  <a:pos x="0" y="457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6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43" name="Freeform 23"/>
            <p:cNvSpPr>
              <a:spLocks noEditPoints="1"/>
            </p:cNvSpPr>
            <p:nvPr/>
          </p:nvSpPr>
          <p:spPr>
            <a:xfrm>
              <a:off x="1068" y="3112"/>
              <a:ext cx="1" cy="54"/>
            </a:xfrm>
            <a:custGeom>
              <a:avLst/>
              <a:gdLst>
                <a:gd name="txL" fmla="*/ 0 w 1"/>
                <a:gd name="txT" fmla="*/ 0 h 47"/>
                <a:gd name="txR" fmla="*/ 1 w 1"/>
                <a:gd name="txB" fmla="*/ 47 h 47"/>
              </a:gdLst>
              <a:ahLst/>
              <a:cxnLst>
                <a:cxn ang="0">
                  <a:pos x="0" y="1987"/>
                </a:cxn>
                <a:cxn ang="0">
                  <a:pos x="0" y="1259"/>
                </a:cxn>
                <a:cxn ang="0">
                  <a:pos x="0" y="1987"/>
                </a:cxn>
                <a:cxn ang="0">
                  <a:pos x="0" y="1987"/>
                </a:cxn>
                <a:cxn ang="0">
                  <a:pos x="0" y="485"/>
                </a:cxn>
                <a:cxn ang="0">
                  <a:pos x="0" y="0"/>
                </a:cxn>
                <a:cxn ang="0">
                  <a:pos x="0" y="485"/>
                </a:cxn>
                <a:cxn ang="0">
                  <a:pos x="0" y="485"/>
                </a:cxn>
              </a:cxnLst>
              <a:rect l="txL" t="txT" r="txR" b="txB"/>
              <a:pathLst>
                <a:path w="1" h="47">
                  <a:moveTo>
                    <a:pt x="0" y="47"/>
                  </a:moveTo>
                  <a:lnTo>
                    <a:pt x="0" y="29"/>
                  </a:lnTo>
                  <a:lnTo>
                    <a:pt x="0" y="47"/>
                  </a:lnTo>
                  <a:close/>
                  <a:moveTo>
                    <a:pt x="0" y="11"/>
                  </a:moveTo>
                  <a:lnTo>
                    <a:pt x="0" y="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44" name="Freeform 24"/>
            <p:cNvSpPr>
              <a:spLocks noEditPoints="1"/>
            </p:cNvSpPr>
            <p:nvPr/>
          </p:nvSpPr>
          <p:spPr>
            <a:xfrm>
              <a:off x="1068" y="3037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896"/>
                </a:cxn>
                <a:cxn ang="0">
                  <a:pos x="0" y="1203"/>
                </a:cxn>
                <a:cxn ang="0">
                  <a:pos x="0" y="1896"/>
                </a:cxn>
                <a:cxn ang="0">
                  <a:pos x="0" y="1896"/>
                </a:cxn>
                <a:cxn ang="0">
                  <a:pos x="0" y="731"/>
                </a:cxn>
                <a:cxn ang="0">
                  <a:pos x="0" y="0"/>
                </a:cxn>
                <a:cxn ang="0">
                  <a:pos x="0" y="731"/>
                </a:cxn>
                <a:cxn ang="0">
                  <a:pos x="0" y="731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0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45" name="Freeform 25"/>
            <p:cNvSpPr>
              <a:spLocks noEditPoints="1"/>
            </p:cNvSpPr>
            <p:nvPr/>
          </p:nvSpPr>
          <p:spPr>
            <a:xfrm>
              <a:off x="1068" y="2962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896"/>
                </a:cxn>
                <a:cxn ang="0">
                  <a:pos x="0" y="1440"/>
                </a:cxn>
                <a:cxn ang="0">
                  <a:pos x="0" y="1896"/>
                </a:cxn>
                <a:cxn ang="0">
                  <a:pos x="0" y="1896"/>
                </a:cxn>
                <a:cxn ang="0">
                  <a:pos x="0" y="731"/>
                </a:cxn>
                <a:cxn ang="0">
                  <a:pos x="0" y="0"/>
                </a:cxn>
                <a:cxn ang="0">
                  <a:pos x="0" y="731"/>
                </a:cxn>
                <a:cxn ang="0">
                  <a:pos x="0" y="731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6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46" name="Freeform 26"/>
            <p:cNvSpPr>
              <a:spLocks noEditPoints="1"/>
            </p:cNvSpPr>
            <p:nvPr/>
          </p:nvSpPr>
          <p:spPr>
            <a:xfrm>
              <a:off x="1068" y="2894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896"/>
                </a:cxn>
                <a:cxn ang="0">
                  <a:pos x="0" y="1203"/>
                </a:cxn>
                <a:cxn ang="0">
                  <a:pos x="0" y="1896"/>
                </a:cxn>
                <a:cxn ang="0">
                  <a:pos x="0" y="1896"/>
                </a:cxn>
                <a:cxn ang="0">
                  <a:pos x="0" y="486"/>
                </a:cxn>
                <a:cxn ang="0">
                  <a:pos x="0" y="0"/>
                </a:cxn>
                <a:cxn ang="0">
                  <a:pos x="0" y="486"/>
                </a:cxn>
                <a:cxn ang="0">
                  <a:pos x="0" y="486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0"/>
                  </a:lnTo>
                  <a:lnTo>
                    <a:pt x="0" y="48"/>
                  </a:lnTo>
                  <a:close/>
                  <a:moveTo>
                    <a:pt x="0" y="12"/>
                  </a:moveTo>
                  <a:lnTo>
                    <a:pt x="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47" name="Freeform 27"/>
            <p:cNvSpPr>
              <a:spLocks noEditPoints="1"/>
            </p:cNvSpPr>
            <p:nvPr/>
          </p:nvSpPr>
          <p:spPr>
            <a:xfrm>
              <a:off x="1068" y="2820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896"/>
                </a:cxn>
                <a:cxn ang="0">
                  <a:pos x="0" y="1440"/>
                </a:cxn>
                <a:cxn ang="0">
                  <a:pos x="0" y="1896"/>
                </a:cxn>
                <a:cxn ang="0">
                  <a:pos x="0" y="1896"/>
                </a:cxn>
                <a:cxn ang="0">
                  <a:pos x="0" y="731"/>
                </a:cxn>
                <a:cxn ang="0">
                  <a:pos x="0" y="0"/>
                </a:cxn>
                <a:cxn ang="0">
                  <a:pos x="0" y="731"/>
                </a:cxn>
                <a:cxn ang="0">
                  <a:pos x="0" y="731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6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48" name="Freeform 28"/>
            <p:cNvSpPr>
              <a:spLocks noEditPoints="1"/>
            </p:cNvSpPr>
            <p:nvPr/>
          </p:nvSpPr>
          <p:spPr>
            <a:xfrm>
              <a:off x="1068" y="2752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896"/>
                </a:cxn>
                <a:cxn ang="0">
                  <a:pos x="0" y="1203"/>
                </a:cxn>
                <a:cxn ang="0">
                  <a:pos x="0" y="1896"/>
                </a:cxn>
                <a:cxn ang="0">
                  <a:pos x="0" y="1896"/>
                </a:cxn>
                <a:cxn ang="0">
                  <a:pos x="0" y="486"/>
                </a:cxn>
                <a:cxn ang="0">
                  <a:pos x="0" y="0"/>
                </a:cxn>
                <a:cxn ang="0">
                  <a:pos x="0" y="486"/>
                </a:cxn>
                <a:cxn ang="0">
                  <a:pos x="0" y="486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0"/>
                  </a:lnTo>
                  <a:lnTo>
                    <a:pt x="0" y="48"/>
                  </a:lnTo>
                  <a:close/>
                  <a:moveTo>
                    <a:pt x="0" y="12"/>
                  </a:moveTo>
                  <a:lnTo>
                    <a:pt x="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49" name="Freeform 29"/>
            <p:cNvSpPr>
              <a:spLocks noEditPoints="1"/>
            </p:cNvSpPr>
            <p:nvPr/>
          </p:nvSpPr>
          <p:spPr>
            <a:xfrm>
              <a:off x="1068" y="2677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896"/>
                </a:cxn>
                <a:cxn ang="0">
                  <a:pos x="0" y="1203"/>
                </a:cxn>
                <a:cxn ang="0">
                  <a:pos x="0" y="1896"/>
                </a:cxn>
                <a:cxn ang="0">
                  <a:pos x="0" y="1896"/>
                </a:cxn>
                <a:cxn ang="0">
                  <a:pos x="0" y="731"/>
                </a:cxn>
                <a:cxn ang="0">
                  <a:pos x="0" y="0"/>
                </a:cxn>
                <a:cxn ang="0">
                  <a:pos x="0" y="731"/>
                </a:cxn>
                <a:cxn ang="0">
                  <a:pos x="0" y="731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0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50" name="Freeform 30"/>
            <p:cNvSpPr>
              <a:spLocks noEditPoints="1"/>
            </p:cNvSpPr>
            <p:nvPr/>
          </p:nvSpPr>
          <p:spPr>
            <a:xfrm>
              <a:off x="1068" y="2603"/>
              <a:ext cx="1" cy="54"/>
            </a:xfrm>
            <a:custGeom>
              <a:avLst/>
              <a:gdLst>
                <a:gd name="txL" fmla="*/ 0 w 1"/>
                <a:gd name="txT" fmla="*/ 0 h 47"/>
                <a:gd name="txR" fmla="*/ 1 w 1"/>
                <a:gd name="txB" fmla="*/ 47 h 47"/>
              </a:gdLst>
              <a:ahLst/>
              <a:cxnLst>
                <a:cxn ang="0">
                  <a:pos x="0" y="1987"/>
                </a:cxn>
                <a:cxn ang="0">
                  <a:pos x="0" y="1487"/>
                </a:cxn>
                <a:cxn ang="0">
                  <a:pos x="0" y="1987"/>
                </a:cxn>
                <a:cxn ang="0">
                  <a:pos x="0" y="1987"/>
                </a:cxn>
                <a:cxn ang="0">
                  <a:pos x="0" y="787"/>
                </a:cxn>
                <a:cxn ang="0">
                  <a:pos x="0" y="0"/>
                </a:cxn>
                <a:cxn ang="0">
                  <a:pos x="0" y="787"/>
                </a:cxn>
                <a:cxn ang="0">
                  <a:pos x="0" y="787"/>
                </a:cxn>
              </a:cxnLst>
              <a:rect l="txL" t="txT" r="txR" b="txB"/>
              <a:pathLst>
                <a:path w="1" h="47">
                  <a:moveTo>
                    <a:pt x="0" y="47"/>
                  </a:moveTo>
                  <a:lnTo>
                    <a:pt x="0" y="35"/>
                  </a:lnTo>
                  <a:lnTo>
                    <a:pt x="0" y="47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51" name="Freeform 31"/>
            <p:cNvSpPr>
              <a:spLocks noEditPoints="1"/>
            </p:cNvSpPr>
            <p:nvPr/>
          </p:nvSpPr>
          <p:spPr>
            <a:xfrm>
              <a:off x="1068" y="2535"/>
              <a:ext cx="1" cy="54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173"/>
                </a:cxn>
                <a:cxn ang="0">
                  <a:pos x="0" y="732"/>
                </a:cxn>
                <a:cxn ang="0">
                  <a:pos x="0" y="1173"/>
                </a:cxn>
                <a:cxn ang="0">
                  <a:pos x="0" y="1173"/>
                </a:cxn>
                <a:cxn ang="0">
                  <a:pos x="0" y="321"/>
                </a:cxn>
                <a:cxn ang="0">
                  <a:pos x="0" y="0"/>
                </a:cxn>
                <a:cxn ang="0">
                  <a:pos x="0" y="321"/>
                </a:cxn>
                <a:cxn ang="0">
                  <a:pos x="0" y="321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0"/>
                  </a:lnTo>
                  <a:lnTo>
                    <a:pt x="0" y="48"/>
                  </a:lnTo>
                  <a:close/>
                  <a:moveTo>
                    <a:pt x="0" y="12"/>
                  </a:moveTo>
                  <a:lnTo>
                    <a:pt x="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52" name="Freeform 32"/>
            <p:cNvSpPr>
              <a:spLocks noEditPoints="1"/>
            </p:cNvSpPr>
            <p:nvPr/>
          </p:nvSpPr>
          <p:spPr>
            <a:xfrm>
              <a:off x="1068" y="2460"/>
              <a:ext cx="1" cy="54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173"/>
                </a:cxn>
                <a:cxn ang="0">
                  <a:pos x="0" y="732"/>
                </a:cxn>
                <a:cxn ang="0">
                  <a:pos x="0" y="1173"/>
                </a:cxn>
                <a:cxn ang="0">
                  <a:pos x="0" y="1173"/>
                </a:cxn>
                <a:cxn ang="0">
                  <a:pos x="0" y="457"/>
                </a:cxn>
                <a:cxn ang="0">
                  <a:pos x="0" y="0"/>
                </a:cxn>
                <a:cxn ang="0">
                  <a:pos x="0" y="457"/>
                </a:cxn>
                <a:cxn ang="0">
                  <a:pos x="0" y="457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0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53" name="Freeform 33"/>
            <p:cNvSpPr>
              <a:spLocks noEditPoints="1"/>
            </p:cNvSpPr>
            <p:nvPr/>
          </p:nvSpPr>
          <p:spPr>
            <a:xfrm>
              <a:off x="1068" y="2386"/>
              <a:ext cx="1" cy="53"/>
            </a:xfrm>
            <a:custGeom>
              <a:avLst/>
              <a:gdLst>
                <a:gd name="txL" fmla="*/ 0 w 1"/>
                <a:gd name="txT" fmla="*/ 0 h 47"/>
                <a:gd name="txR" fmla="*/ 1 w 1"/>
                <a:gd name="txB" fmla="*/ 47 h 47"/>
              </a:gdLst>
              <a:ahLst/>
              <a:cxnLst>
                <a:cxn ang="0">
                  <a:pos x="0" y="1227"/>
                </a:cxn>
                <a:cxn ang="0">
                  <a:pos x="0" y="885"/>
                </a:cxn>
                <a:cxn ang="0">
                  <a:pos x="0" y="1227"/>
                </a:cxn>
                <a:cxn ang="0">
                  <a:pos x="0" y="1227"/>
                </a:cxn>
                <a:cxn ang="0">
                  <a:pos x="0" y="417"/>
                </a:cxn>
                <a:cxn ang="0">
                  <a:pos x="0" y="0"/>
                </a:cxn>
                <a:cxn ang="0">
                  <a:pos x="0" y="417"/>
                </a:cxn>
                <a:cxn ang="0">
                  <a:pos x="0" y="417"/>
                </a:cxn>
              </a:cxnLst>
              <a:rect l="txL" t="txT" r="txR" b="txB"/>
              <a:pathLst>
                <a:path w="1" h="47">
                  <a:moveTo>
                    <a:pt x="0" y="47"/>
                  </a:moveTo>
                  <a:lnTo>
                    <a:pt x="0" y="35"/>
                  </a:lnTo>
                  <a:lnTo>
                    <a:pt x="0" y="47"/>
                  </a:lnTo>
                  <a:close/>
                  <a:moveTo>
                    <a:pt x="0" y="17"/>
                  </a:moveTo>
                  <a:lnTo>
                    <a:pt x="0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54" name="Freeform 34"/>
            <p:cNvSpPr>
              <a:spLocks noEditPoints="1"/>
            </p:cNvSpPr>
            <p:nvPr/>
          </p:nvSpPr>
          <p:spPr>
            <a:xfrm>
              <a:off x="1068" y="2318"/>
              <a:ext cx="1" cy="54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173"/>
                </a:cxn>
                <a:cxn ang="0">
                  <a:pos x="0" y="732"/>
                </a:cxn>
                <a:cxn ang="0">
                  <a:pos x="0" y="1173"/>
                </a:cxn>
                <a:cxn ang="0">
                  <a:pos x="0" y="1173"/>
                </a:cxn>
                <a:cxn ang="0">
                  <a:pos x="0" y="321"/>
                </a:cxn>
                <a:cxn ang="0">
                  <a:pos x="0" y="0"/>
                </a:cxn>
                <a:cxn ang="0">
                  <a:pos x="0" y="321"/>
                </a:cxn>
                <a:cxn ang="0">
                  <a:pos x="0" y="321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0"/>
                  </a:lnTo>
                  <a:lnTo>
                    <a:pt x="0" y="48"/>
                  </a:lnTo>
                  <a:close/>
                  <a:moveTo>
                    <a:pt x="0" y="12"/>
                  </a:moveTo>
                  <a:lnTo>
                    <a:pt x="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55" name="Freeform 35"/>
            <p:cNvSpPr>
              <a:spLocks noEditPoints="1"/>
            </p:cNvSpPr>
            <p:nvPr/>
          </p:nvSpPr>
          <p:spPr>
            <a:xfrm>
              <a:off x="1068" y="2243"/>
              <a:ext cx="1" cy="54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173"/>
                </a:cxn>
                <a:cxn ang="0">
                  <a:pos x="0" y="732"/>
                </a:cxn>
                <a:cxn ang="0">
                  <a:pos x="0" y="1173"/>
                </a:cxn>
                <a:cxn ang="0">
                  <a:pos x="0" y="1173"/>
                </a:cxn>
                <a:cxn ang="0">
                  <a:pos x="0" y="457"/>
                </a:cxn>
                <a:cxn ang="0">
                  <a:pos x="0" y="0"/>
                </a:cxn>
                <a:cxn ang="0">
                  <a:pos x="0" y="457"/>
                </a:cxn>
                <a:cxn ang="0">
                  <a:pos x="0" y="457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0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56" name="Freeform 36"/>
            <p:cNvSpPr>
              <a:spLocks noEditPoints="1"/>
            </p:cNvSpPr>
            <p:nvPr/>
          </p:nvSpPr>
          <p:spPr>
            <a:xfrm>
              <a:off x="1068" y="2168"/>
              <a:ext cx="1" cy="54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173"/>
                </a:cxn>
                <a:cxn ang="0">
                  <a:pos x="0" y="880"/>
                </a:cxn>
                <a:cxn ang="0">
                  <a:pos x="0" y="1173"/>
                </a:cxn>
                <a:cxn ang="0">
                  <a:pos x="0" y="1173"/>
                </a:cxn>
                <a:cxn ang="0">
                  <a:pos x="0" y="457"/>
                </a:cxn>
                <a:cxn ang="0">
                  <a:pos x="0" y="0"/>
                </a:cxn>
                <a:cxn ang="0">
                  <a:pos x="0" y="457"/>
                </a:cxn>
                <a:cxn ang="0">
                  <a:pos x="0" y="457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6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57" name="Freeform 37"/>
            <p:cNvSpPr>
              <a:spLocks noEditPoints="1"/>
            </p:cNvSpPr>
            <p:nvPr/>
          </p:nvSpPr>
          <p:spPr>
            <a:xfrm>
              <a:off x="1068" y="2100"/>
              <a:ext cx="1" cy="54"/>
            </a:xfrm>
            <a:custGeom>
              <a:avLst/>
              <a:gdLst>
                <a:gd name="txL" fmla="*/ 0 w 1"/>
                <a:gd name="txT" fmla="*/ 0 h 47"/>
                <a:gd name="txR" fmla="*/ 1 w 1"/>
                <a:gd name="txB" fmla="*/ 47 h 47"/>
              </a:gdLst>
              <a:ahLst/>
              <a:cxnLst>
                <a:cxn ang="0">
                  <a:pos x="0" y="1987"/>
                </a:cxn>
                <a:cxn ang="0">
                  <a:pos x="0" y="1280"/>
                </a:cxn>
                <a:cxn ang="0">
                  <a:pos x="0" y="1987"/>
                </a:cxn>
                <a:cxn ang="0">
                  <a:pos x="0" y="1987"/>
                </a:cxn>
                <a:cxn ang="0">
                  <a:pos x="0" y="519"/>
                </a:cxn>
                <a:cxn ang="0">
                  <a:pos x="0" y="0"/>
                </a:cxn>
                <a:cxn ang="0">
                  <a:pos x="0" y="519"/>
                </a:cxn>
                <a:cxn ang="0">
                  <a:pos x="0" y="519"/>
                </a:cxn>
              </a:cxnLst>
              <a:rect l="txL" t="txT" r="txR" b="txB"/>
              <a:pathLst>
                <a:path w="1" h="47">
                  <a:moveTo>
                    <a:pt x="0" y="47"/>
                  </a:moveTo>
                  <a:lnTo>
                    <a:pt x="0" y="30"/>
                  </a:lnTo>
                  <a:lnTo>
                    <a:pt x="0" y="47"/>
                  </a:lnTo>
                  <a:close/>
                  <a:moveTo>
                    <a:pt x="0" y="12"/>
                  </a:moveTo>
                  <a:lnTo>
                    <a:pt x="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58" name="Freeform 38"/>
            <p:cNvSpPr>
              <a:spLocks noEditPoints="1"/>
            </p:cNvSpPr>
            <p:nvPr/>
          </p:nvSpPr>
          <p:spPr>
            <a:xfrm>
              <a:off x="1068" y="2025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896"/>
                </a:cxn>
                <a:cxn ang="0">
                  <a:pos x="0" y="1203"/>
                </a:cxn>
                <a:cxn ang="0">
                  <a:pos x="0" y="1896"/>
                </a:cxn>
                <a:cxn ang="0">
                  <a:pos x="0" y="1896"/>
                </a:cxn>
                <a:cxn ang="0">
                  <a:pos x="0" y="731"/>
                </a:cxn>
                <a:cxn ang="0">
                  <a:pos x="0" y="0"/>
                </a:cxn>
                <a:cxn ang="0">
                  <a:pos x="0" y="731"/>
                </a:cxn>
                <a:cxn ang="0">
                  <a:pos x="0" y="731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0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59" name="Freeform 39"/>
            <p:cNvSpPr>
              <a:spLocks noEditPoints="1"/>
            </p:cNvSpPr>
            <p:nvPr/>
          </p:nvSpPr>
          <p:spPr>
            <a:xfrm>
              <a:off x="1068" y="1950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896"/>
                </a:cxn>
                <a:cxn ang="0">
                  <a:pos x="0" y="1440"/>
                </a:cxn>
                <a:cxn ang="0">
                  <a:pos x="0" y="1896"/>
                </a:cxn>
                <a:cxn ang="0">
                  <a:pos x="0" y="1896"/>
                </a:cxn>
                <a:cxn ang="0">
                  <a:pos x="0" y="731"/>
                </a:cxn>
                <a:cxn ang="0">
                  <a:pos x="0" y="0"/>
                </a:cxn>
                <a:cxn ang="0">
                  <a:pos x="0" y="731"/>
                </a:cxn>
                <a:cxn ang="0">
                  <a:pos x="0" y="731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6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60" name="Freeform 40"/>
            <p:cNvSpPr>
              <a:spLocks noEditPoints="1"/>
            </p:cNvSpPr>
            <p:nvPr/>
          </p:nvSpPr>
          <p:spPr>
            <a:xfrm>
              <a:off x="1068" y="1883"/>
              <a:ext cx="1" cy="54"/>
            </a:xfrm>
            <a:custGeom>
              <a:avLst/>
              <a:gdLst>
                <a:gd name="txL" fmla="*/ 0 w 1"/>
                <a:gd name="txT" fmla="*/ 0 h 47"/>
                <a:gd name="txR" fmla="*/ 1 w 1"/>
                <a:gd name="txB" fmla="*/ 47 h 47"/>
              </a:gdLst>
              <a:ahLst/>
              <a:cxnLst>
                <a:cxn ang="0">
                  <a:pos x="0" y="1987"/>
                </a:cxn>
                <a:cxn ang="0">
                  <a:pos x="0" y="1259"/>
                </a:cxn>
                <a:cxn ang="0">
                  <a:pos x="0" y="1987"/>
                </a:cxn>
                <a:cxn ang="0">
                  <a:pos x="0" y="1987"/>
                </a:cxn>
                <a:cxn ang="0">
                  <a:pos x="0" y="519"/>
                </a:cxn>
                <a:cxn ang="0">
                  <a:pos x="0" y="0"/>
                </a:cxn>
                <a:cxn ang="0">
                  <a:pos x="0" y="519"/>
                </a:cxn>
                <a:cxn ang="0">
                  <a:pos x="0" y="519"/>
                </a:cxn>
              </a:cxnLst>
              <a:rect l="txL" t="txT" r="txR" b="txB"/>
              <a:pathLst>
                <a:path w="1" h="47">
                  <a:moveTo>
                    <a:pt x="0" y="47"/>
                  </a:moveTo>
                  <a:lnTo>
                    <a:pt x="0" y="29"/>
                  </a:lnTo>
                  <a:lnTo>
                    <a:pt x="0" y="47"/>
                  </a:lnTo>
                  <a:close/>
                  <a:moveTo>
                    <a:pt x="0" y="12"/>
                  </a:moveTo>
                  <a:lnTo>
                    <a:pt x="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61" name="Freeform 41"/>
            <p:cNvSpPr>
              <a:spLocks noEditPoints="1"/>
            </p:cNvSpPr>
            <p:nvPr/>
          </p:nvSpPr>
          <p:spPr>
            <a:xfrm>
              <a:off x="1068" y="1808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896"/>
                </a:cxn>
                <a:cxn ang="0">
                  <a:pos x="0" y="1203"/>
                </a:cxn>
                <a:cxn ang="0">
                  <a:pos x="0" y="1896"/>
                </a:cxn>
                <a:cxn ang="0">
                  <a:pos x="0" y="1896"/>
                </a:cxn>
                <a:cxn ang="0">
                  <a:pos x="0" y="731"/>
                </a:cxn>
                <a:cxn ang="0">
                  <a:pos x="0" y="0"/>
                </a:cxn>
                <a:cxn ang="0">
                  <a:pos x="0" y="731"/>
                </a:cxn>
                <a:cxn ang="0">
                  <a:pos x="0" y="731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0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62" name="Freeform 42"/>
            <p:cNvSpPr>
              <a:spLocks noEditPoints="1"/>
            </p:cNvSpPr>
            <p:nvPr/>
          </p:nvSpPr>
          <p:spPr>
            <a:xfrm>
              <a:off x="1068" y="1733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896"/>
                </a:cxn>
                <a:cxn ang="0">
                  <a:pos x="0" y="1440"/>
                </a:cxn>
                <a:cxn ang="0">
                  <a:pos x="0" y="1896"/>
                </a:cxn>
                <a:cxn ang="0">
                  <a:pos x="0" y="1896"/>
                </a:cxn>
                <a:cxn ang="0">
                  <a:pos x="0" y="731"/>
                </a:cxn>
                <a:cxn ang="0">
                  <a:pos x="0" y="0"/>
                </a:cxn>
                <a:cxn ang="0">
                  <a:pos x="0" y="731"/>
                </a:cxn>
                <a:cxn ang="0">
                  <a:pos x="0" y="731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6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63" name="Freeform 43"/>
            <p:cNvSpPr>
              <a:spLocks noEditPoints="1"/>
            </p:cNvSpPr>
            <p:nvPr/>
          </p:nvSpPr>
          <p:spPr>
            <a:xfrm>
              <a:off x="1068" y="1666"/>
              <a:ext cx="1" cy="54"/>
            </a:xfrm>
            <a:custGeom>
              <a:avLst/>
              <a:gdLst>
                <a:gd name="txL" fmla="*/ 0 w 1"/>
                <a:gd name="txT" fmla="*/ 0 h 47"/>
                <a:gd name="txR" fmla="*/ 1 w 1"/>
                <a:gd name="txB" fmla="*/ 47 h 47"/>
              </a:gdLst>
              <a:ahLst/>
              <a:cxnLst>
                <a:cxn ang="0">
                  <a:pos x="0" y="1987"/>
                </a:cxn>
                <a:cxn ang="0">
                  <a:pos x="0" y="1259"/>
                </a:cxn>
                <a:cxn ang="0">
                  <a:pos x="0" y="1987"/>
                </a:cxn>
                <a:cxn ang="0">
                  <a:pos x="0" y="1987"/>
                </a:cxn>
                <a:cxn ang="0">
                  <a:pos x="0" y="485"/>
                </a:cxn>
                <a:cxn ang="0">
                  <a:pos x="0" y="0"/>
                </a:cxn>
                <a:cxn ang="0">
                  <a:pos x="0" y="485"/>
                </a:cxn>
                <a:cxn ang="0">
                  <a:pos x="0" y="485"/>
                </a:cxn>
              </a:cxnLst>
              <a:rect l="txL" t="txT" r="txR" b="txB"/>
              <a:pathLst>
                <a:path w="1" h="47">
                  <a:moveTo>
                    <a:pt x="0" y="47"/>
                  </a:moveTo>
                  <a:lnTo>
                    <a:pt x="0" y="29"/>
                  </a:lnTo>
                  <a:lnTo>
                    <a:pt x="0" y="47"/>
                  </a:lnTo>
                  <a:close/>
                  <a:moveTo>
                    <a:pt x="0" y="11"/>
                  </a:moveTo>
                  <a:lnTo>
                    <a:pt x="0" y="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64" name="Freeform 44"/>
            <p:cNvSpPr>
              <a:spLocks noEditPoints="1"/>
            </p:cNvSpPr>
            <p:nvPr/>
          </p:nvSpPr>
          <p:spPr>
            <a:xfrm>
              <a:off x="1068" y="1591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896"/>
                </a:cxn>
                <a:cxn ang="0">
                  <a:pos x="0" y="1203"/>
                </a:cxn>
                <a:cxn ang="0">
                  <a:pos x="0" y="1896"/>
                </a:cxn>
                <a:cxn ang="0">
                  <a:pos x="0" y="1896"/>
                </a:cxn>
                <a:cxn ang="0">
                  <a:pos x="0" y="731"/>
                </a:cxn>
                <a:cxn ang="0">
                  <a:pos x="0" y="0"/>
                </a:cxn>
                <a:cxn ang="0">
                  <a:pos x="0" y="731"/>
                </a:cxn>
                <a:cxn ang="0">
                  <a:pos x="0" y="731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0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65" name="Freeform 45"/>
            <p:cNvSpPr>
              <a:spLocks noEditPoints="1"/>
            </p:cNvSpPr>
            <p:nvPr/>
          </p:nvSpPr>
          <p:spPr>
            <a:xfrm>
              <a:off x="1068" y="1516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896"/>
                </a:cxn>
                <a:cxn ang="0">
                  <a:pos x="0" y="1440"/>
                </a:cxn>
                <a:cxn ang="0">
                  <a:pos x="0" y="1896"/>
                </a:cxn>
                <a:cxn ang="0">
                  <a:pos x="0" y="1896"/>
                </a:cxn>
                <a:cxn ang="0">
                  <a:pos x="0" y="731"/>
                </a:cxn>
                <a:cxn ang="0">
                  <a:pos x="0" y="0"/>
                </a:cxn>
                <a:cxn ang="0">
                  <a:pos x="0" y="731"/>
                </a:cxn>
                <a:cxn ang="0">
                  <a:pos x="0" y="731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6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66" name="Freeform 46"/>
            <p:cNvSpPr>
              <a:spLocks noEditPoints="1"/>
            </p:cNvSpPr>
            <p:nvPr/>
          </p:nvSpPr>
          <p:spPr>
            <a:xfrm>
              <a:off x="1068" y="1448"/>
              <a:ext cx="1" cy="54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173"/>
                </a:cxn>
                <a:cxn ang="0">
                  <a:pos x="0" y="732"/>
                </a:cxn>
                <a:cxn ang="0">
                  <a:pos x="0" y="1173"/>
                </a:cxn>
                <a:cxn ang="0">
                  <a:pos x="0" y="1173"/>
                </a:cxn>
                <a:cxn ang="0">
                  <a:pos x="0" y="321"/>
                </a:cxn>
                <a:cxn ang="0">
                  <a:pos x="0" y="0"/>
                </a:cxn>
                <a:cxn ang="0">
                  <a:pos x="0" y="321"/>
                </a:cxn>
                <a:cxn ang="0">
                  <a:pos x="0" y="321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0"/>
                  </a:lnTo>
                  <a:lnTo>
                    <a:pt x="0" y="48"/>
                  </a:lnTo>
                  <a:close/>
                  <a:moveTo>
                    <a:pt x="0" y="12"/>
                  </a:moveTo>
                  <a:lnTo>
                    <a:pt x="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67" name="Freeform 47"/>
            <p:cNvSpPr>
              <a:spLocks noEditPoints="1"/>
            </p:cNvSpPr>
            <p:nvPr/>
          </p:nvSpPr>
          <p:spPr>
            <a:xfrm>
              <a:off x="1068" y="1374"/>
              <a:ext cx="1" cy="53"/>
            </a:xfrm>
            <a:custGeom>
              <a:avLst/>
              <a:gdLst>
                <a:gd name="txL" fmla="*/ 0 w 1"/>
                <a:gd name="txT" fmla="*/ 0 h 47"/>
                <a:gd name="txR" fmla="*/ 1 w 1"/>
                <a:gd name="txB" fmla="*/ 47 h 47"/>
              </a:gdLst>
              <a:ahLst/>
              <a:cxnLst>
                <a:cxn ang="0">
                  <a:pos x="0" y="1227"/>
                </a:cxn>
                <a:cxn ang="0">
                  <a:pos x="0" y="760"/>
                </a:cxn>
                <a:cxn ang="0">
                  <a:pos x="0" y="1227"/>
                </a:cxn>
                <a:cxn ang="0">
                  <a:pos x="0" y="1227"/>
                </a:cxn>
                <a:cxn ang="0">
                  <a:pos x="0" y="469"/>
                </a:cxn>
                <a:cxn ang="0">
                  <a:pos x="0" y="0"/>
                </a:cxn>
                <a:cxn ang="0">
                  <a:pos x="0" y="469"/>
                </a:cxn>
                <a:cxn ang="0">
                  <a:pos x="0" y="469"/>
                </a:cxn>
              </a:cxnLst>
              <a:rect l="txL" t="txT" r="txR" b="txB"/>
              <a:pathLst>
                <a:path w="1" h="47">
                  <a:moveTo>
                    <a:pt x="0" y="47"/>
                  </a:moveTo>
                  <a:lnTo>
                    <a:pt x="0" y="30"/>
                  </a:lnTo>
                  <a:lnTo>
                    <a:pt x="0" y="47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68" name="Freeform 48"/>
            <p:cNvSpPr>
              <a:spLocks noEditPoints="1"/>
            </p:cNvSpPr>
            <p:nvPr/>
          </p:nvSpPr>
          <p:spPr>
            <a:xfrm>
              <a:off x="1068" y="1299"/>
              <a:ext cx="1" cy="54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173"/>
                </a:cxn>
                <a:cxn ang="0">
                  <a:pos x="0" y="880"/>
                </a:cxn>
                <a:cxn ang="0">
                  <a:pos x="0" y="1173"/>
                </a:cxn>
                <a:cxn ang="0">
                  <a:pos x="0" y="1173"/>
                </a:cxn>
                <a:cxn ang="0">
                  <a:pos x="0" y="457"/>
                </a:cxn>
                <a:cxn ang="0">
                  <a:pos x="0" y="0"/>
                </a:cxn>
                <a:cxn ang="0">
                  <a:pos x="0" y="457"/>
                </a:cxn>
                <a:cxn ang="0">
                  <a:pos x="0" y="457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6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69" name="Freeform 49"/>
            <p:cNvSpPr>
              <a:spLocks noEditPoints="1"/>
            </p:cNvSpPr>
            <p:nvPr/>
          </p:nvSpPr>
          <p:spPr>
            <a:xfrm>
              <a:off x="1068" y="1224"/>
              <a:ext cx="1" cy="54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173"/>
                </a:cxn>
                <a:cxn ang="0">
                  <a:pos x="0" y="880"/>
                </a:cxn>
                <a:cxn ang="0">
                  <a:pos x="0" y="1173"/>
                </a:cxn>
                <a:cxn ang="0">
                  <a:pos x="0" y="1173"/>
                </a:cxn>
                <a:cxn ang="0">
                  <a:pos x="0" y="457"/>
                </a:cxn>
                <a:cxn ang="0">
                  <a:pos x="0" y="0"/>
                </a:cxn>
                <a:cxn ang="0">
                  <a:pos x="0" y="457"/>
                </a:cxn>
                <a:cxn ang="0">
                  <a:pos x="0" y="457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6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70" name="Freeform 50"/>
            <p:cNvSpPr>
              <a:spLocks noEditPoints="1"/>
            </p:cNvSpPr>
            <p:nvPr/>
          </p:nvSpPr>
          <p:spPr>
            <a:xfrm>
              <a:off x="1068" y="1157"/>
              <a:ext cx="1" cy="53"/>
            </a:xfrm>
            <a:custGeom>
              <a:avLst/>
              <a:gdLst>
                <a:gd name="txL" fmla="*/ 0 w 1"/>
                <a:gd name="txT" fmla="*/ 0 h 47"/>
                <a:gd name="txR" fmla="*/ 1 w 1"/>
                <a:gd name="txB" fmla="*/ 47 h 47"/>
              </a:gdLst>
              <a:ahLst/>
              <a:cxnLst>
                <a:cxn ang="0">
                  <a:pos x="0" y="1227"/>
                </a:cxn>
                <a:cxn ang="0">
                  <a:pos x="0" y="759"/>
                </a:cxn>
                <a:cxn ang="0">
                  <a:pos x="0" y="1227"/>
                </a:cxn>
                <a:cxn ang="0">
                  <a:pos x="0" y="1227"/>
                </a:cxn>
                <a:cxn ang="0">
                  <a:pos x="0" y="327"/>
                </a:cxn>
                <a:cxn ang="0">
                  <a:pos x="0" y="0"/>
                </a:cxn>
                <a:cxn ang="0">
                  <a:pos x="0" y="327"/>
                </a:cxn>
                <a:cxn ang="0">
                  <a:pos x="0" y="327"/>
                </a:cxn>
              </a:cxnLst>
              <a:rect l="txL" t="txT" r="txR" b="txB"/>
              <a:pathLst>
                <a:path w="1" h="47">
                  <a:moveTo>
                    <a:pt x="0" y="47"/>
                  </a:moveTo>
                  <a:lnTo>
                    <a:pt x="0" y="29"/>
                  </a:lnTo>
                  <a:lnTo>
                    <a:pt x="0" y="47"/>
                  </a:lnTo>
                  <a:close/>
                  <a:moveTo>
                    <a:pt x="0" y="12"/>
                  </a:moveTo>
                  <a:lnTo>
                    <a:pt x="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71" name="Freeform 51"/>
            <p:cNvSpPr>
              <a:spLocks noEditPoints="1"/>
            </p:cNvSpPr>
            <p:nvPr/>
          </p:nvSpPr>
          <p:spPr>
            <a:xfrm>
              <a:off x="1068" y="1082"/>
              <a:ext cx="1" cy="54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173"/>
                </a:cxn>
                <a:cxn ang="0">
                  <a:pos x="0" y="732"/>
                </a:cxn>
                <a:cxn ang="0">
                  <a:pos x="0" y="1173"/>
                </a:cxn>
                <a:cxn ang="0">
                  <a:pos x="0" y="1173"/>
                </a:cxn>
                <a:cxn ang="0">
                  <a:pos x="0" y="457"/>
                </a:cxn>
                <a:cxn ang="0">
                  <a:pos x="0" y="0"/>
                </a:cxn>
                <a:cxn ang="0">
                  <a:pos x="0" y="457"/>
                </a:cxn>
                <a:cxn ang="0">
                  <a:pos x="0" y="457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0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72" name="Freeform 52"/>
            <p:cNvSpPr>
              <a:spLocks noEditPoints="1"/>
            </p:cNvSpPr>
            <p:nvPr/>
          </p:nvSpPr>
          <p:spPr>
            <a:xfrm>
              <a:off x="1068" y="1007"/>
              <a:ext cx="1" cy="54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173"/>
                </a:cxn>
                <a:cxn ang="0">
                  <a:pos x="0" y="880"/>
                </a:cxn>
                <a:cxn ang="0">
                  <a:pos x="0" y="1173"/>
                </a:cxn>
                <a:cxn ang="0">
                  <a:pos x="0" y="1173"/>
                </a:cxn>
                <a:cxn ang="0">
                  <a:pos x="0" y="457"/>
                </a:cxn>
                <a:cxn ang="0">
                  <a:pos x="0" y="0"/>
                </a:cxn>
                <a:cxn ang="0">
                  <a:pos x="0" y="457"/>
                </a:cxn>
                <a:cxn ang="0">
                  <a:pos x="0" y="457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6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73" name="Freeform 53"/>
            <p:cNvSpPr>
              <a:spLocks noEditPoints="1"/>
            </p:cNvSpPr>
            <p:nvPr/>
          </p:nvSpPr>
          <p:spPr>
            <a:xfrm>
              <a:off x="1068" y="940"/>
              <a:ext cx="1" cy="53"/>
            </a:xfrm>
            <a:custGeom>
              <a:avLst/>
              <a:gdLst>
                <a:gd name="txL" fmla="*/ 0 w 1"/>
                <a:gd name="txT" fmla="*/ 0 h 47"/>
                <a:gd name="txR" fmla="*/ 1 w 1"/>
                <a:gd name="txB" fmla="*/ 47 h 47"/>
              </a:gdLst>
              <a:ahLst/>
              <a:cxnLst>
                <a:cxn ang="0">
                  <a:pos x="0" y="1227"/>
                </a:cxn>
                <a:cxn ang="0">
                  <a:pos x="0" y="759"/>
                </a:cxn>
                <a:cxn ang="0">
                  <a:pos x="0" y="1227"/>
                </a:cxn>
                <a:cxn ang="0">
                  <a:pos x="0" y="1227"/>
                </a:cxn>
                <a:cxn ang="0">
                  <a:pos x="0" y="290"/>
                </a:cxn>
                <a:cxn ang="0">
                  <a:pos x="0" y="0"/>
                </a:cxn>
                <a:cxn ang="0">
                  <a:pos x="0" y="290"/>
                </a:cxn>
                <a:cxn ang="0">
                  <a:pos x="0" y="290"/>
                </a:cxn>
              </a:cxnLst>
              <a:rect l="txL" t="txT" r="txR" b="txB"/>
              <a:pathLst>
                <a:path w="1" h="47">
                  <a:moveTo>
                    <a:pt x="0" y="47"/>
                  </a:moveTo>
                  <a:lnTo>
                    <a:pt x="0" y="29"/>
                  </a:lnTo>
                  <a:lnTo>
                    <a:pt x="0" y="47"/>
                  </a:lnTo>
                  <a:close/>
                  <a:moveTo>
                    <a:pt x="0" y="11"/>
                  </a:moveTo>
                  <a:lnTo>
                    <a:pt x="0" y="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74" name="Freeform 54"/>
            <p:cNvSpPr>
              <a:spLocks noEditPoints="1"/>
            </p:cNvSpPr>
            <p:nvPr/>
          </p:nvSpPr>
          <p:spPr>
            <a:xfrm>
              <a:off x="1068" y="864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896"/>
                </a:cxn>
                <a:cxn ang="0">
                  <a:pos x="0" y="1203"/>
                </a:cxn>
                <a:cxn ang="0">
                  <a:pos x="0" y="1896"/>
                </a:cxn>
                <a:cxn ang="0">
                  <a:pos x="0" y="1896"/>
                </a:cxn>
                <a:cxn ang="0">
                  <a:pos x="0" y="731"/>
                </a:cxn>
                <a:cxn ang="0">
                  <a:pos x="0" y="0"/>
                </a:cxn>
                <a:cxn ang="0">
                  <a:pos x="0" y="731"/>
                </a:cxn>
                <a:cxn ang="0">
                  <a:pos x="0" y="731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0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75" name="Freeform 55"/>
            <p:cNvSpPr>
              <a:spLocks noEditPoints="1"/>
            </p:cNvSpPr>
            <p:nvPr/>
          </p:nvSpPr>
          <p:spPr>
            <a:xfrm>
              <a:off x="1075" y="851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32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2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76" name="Freeform 56"/>
            <p:cNvSpPr>
              <a:spLocks noEditPoints="1"/>
            </p:cNvSpPr>
            <p:nvPr/>
          </p:nvSpPr>
          <p:spPr>
            <a:xfrm>
              <a:off x="1142" y="851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880" y="0"/>
                </a:cxn>
                <a:cxn ang="0">
                  <a:pos x="1173" y="0"/>
                </a:cxn>
                <a:cxn ang="0">
                  <a:pos x="880" y="0"/>
                </a:cxn>
                <a:cxn ang="0">
                  <a:pos x="880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6" y="0"/>
                  </a:moveTo>
                  <a:lnTo>
                    <a:pt x="48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77" name="Freeform 57"/>
            <p:cNvSpPr>
              <a:spLocks noEditPoints="1"/>
            </p:cNvSpPr>
            <p:nvPr/>
          </p:nvSpPr>
          <p:spPr>
            <a:xfrm>
              <a:off x="1217" y="851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78" name="Freeform 58"/>
            <p:cNvSpPr>
              <a:spLocks noEditPoints="1"/>
            </p:cNvSpPr>
            <p:nvPr/>
          </p:nvSpPr>
          <p:spPr>
            <a:xfrm>
              <a:off x="1291" y="851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32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2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79" name="Freeform 59"/>
            <p:cNvSpPr>
              <a:spLocks noEditPoints="1"/>
            </p:cNvSpPr>
            <p:nvPr/>
          </p:nvSpPr>
          <p:spPr>
            <a:xfrm>
              <a:off x="1358" y="851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880" y="0"/>
                </a:cxn>
                <a:cxn ang="0">
                  <a:pos x="1173" y="0"/>
                </a:cxn>
                <a:cxn ang="0">
                  <a:pos x="880" y="0"/>
                </a:cxn>
                <a:cxn ang="0">
                  <a:pos x="880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6" y="0"/>
                  </a:moveTo>
                  <a:lnTo>
                    <a:pt x="48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80" name="Freeform 60"/>
            <p:cNvSpPr>
              <a:spLocks noEditPoints="1"/>
            </p:cNvSpPr>
            <p:nvPr/>
          </p:nvSpPr>
          <p:spPr>
            <a:xfrm>
              <a:off x="1431" y="851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81" name="Freeform 61"/>
            <p:cNvSpPr>
              <a:spLocks noEditPoints="1"/>
            </p:cNvSpPr>
            <p:nvPr/>
          </p:nvSpPr>
          <p:spPr>
            <a:xfrm>
              <a:off x="1505" y="851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32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2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82" name="Freeform 62"/>
            <p:cNvSpPr>
              <a:spLocks noEditPoints="1"/>
            </p:cNvSpPr>
            <p:nvPr/>
          </p:nvSpPr>
          <p:spPr>
            <a:xfrm>
              <a:off x="1573" y="851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880" y="0"/>
                </a:cxn>
                <a:cxn ang="0">
                  <a:pos x="1173" y="0"/>
                </a:cxn>
                <a:cxn ang="0">
                  <a:pos x="880" y="0"/>
                </a:cxn>
                <a:cxn ang="0">
                  <a:pos x="880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6" y="0"/>
                  </a:moveTo>
                  <a:lnTo>
                    <a:pt x="48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83" name="Freeform 63"/>
            <p:cNvSpPr>
              <a:spLocks noEditPoints="1"/>
            </p:cNvSpPr>
            <p:nvPr/>
          </p:nvSpPr>
          <p:spPr>
            <a:xfrm>
              <a:off x="1647" y="851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84" name="Freeform 64"/>
            <p:cNvSpPr>
              <a:spLocks noEditPoints="1"/>
            </p:cNvSpPr>
            <p:nvPr/>
          </p:nvSpPr>
          <p:spPr>
            <a:xfrm>
              <a:off x="1721" y="851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32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2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85" name="Freeform 65"/>
            <p:cNvSpPr>
              <a:spLocks noEditPoints="1"/>
            </p:cNvSpPr>
            <p:nvPr/>
          </p:nvSpPr>
          <p:spPr>
            <a:xfrm>
              <a:off x="1789" y="851"/>
              <a:ext cx="52" cy="1"/>
            </a:xfrm>
            <a:custGeom>
              <a:avLst/>
              <a:gdLst>
                <a:gd name="txL" fmla="*/ 0 w 47"/>
                <a:gd name="txT" fmla="*/ 0 h 1"/>
                <a:gd name="txR" fmla="*/ 47 w 47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254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45" y="0"/>
                </a:cxn>
                <a:cxn ang="0">
                  <a:pos x="722" y="0"/>
                </a:cxn>
                <a:cxn ang="0">
                  <a:pos x="545" y="0"/>
                </a:cxn>
                <a:cxn ang="0">
                  <a:pos x="545" y="0"/>
                </a:cxn>
              </a:cxnLst>
              <a:rect l="txL" t="txT" r="txR" b="txB"/>
              <a:pathLst>
                <a:path w="47" h="1">
                  <a:moveTo>
                    <a:pt x="0" y="0"/>
                  </a:moveTo>
                  <a:lnTo>
                    <a:pt x="17" y="0"/>
                  </a:lnTo>
                  <a:lnTo>
                    <a:pt x="0" y="0"/>
                  </a:lnTo>
                  <a:close/>
                  <a:moveTo>
                    <a:pt x="35" y="0"/>
                  </a:moveTo>
                  <a:lnTo>
                    <a:pt x="47" y="0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86" name="Freeform 66"/>
            <p:cNvSpPr>
              <a:spLocks noEditPoints="1"/>
            </p:cNvSpPr>
            <p:nvPr/>
          </p:nvSpPr>
          <p:spPr>
            <a:xfrm>
              <a:off x="1862" y="851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87" name="Freeform 67"/>
            <p:cNvSpPr>
              <a:spLocks noEditPoints="1"/>
            </p:cNvSpPr>
            <p:nvPr/>
          </p:nvSpPr>
          <p:spPr>
            <a:xfrm>
              <a:off x="1936" y="851"/>
              <a:ext cx="13" cy="7"/>
            </a:xfrm>
            <a:custGeom>
              <a:avLst/>
              <a:gdLst>
                <a:gd name="txL" fmla="*/ 0 w 12"/>
                <a:gd name="txT" fmla="*/ 0 h 6"/>
                <a:gd name="txR" fmla="*/ 12 w 12"/>
                <a:gd name="txB" fmla="*/ 6 h 6"/>
              </a:gdLst>
              <a:ahLst/>
              <a:cxnLst>
                <a:cxn ang="0">
                  <a:pos x="0" y="0"/>
                </a:cxn>
                <a:cxn ang="0">
                  <a:pos x="10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02" y="0"/>
                </a:cxn>
                <a:cxn ang="0">
                  <a:pos x="102" y="411"/>
                </a:cxn>
                <a:cxn ang="0">
                  <a:pos x="102" y="0"/>
                </a:cxn>
                <a:cxn ang="0">
                  <a:pos x="102" y="0"/>
                </a:cxn>
              </a:cxnLst>
              <a:rect l="txL" t="txT" r="txR" b="txB"/>
              <a:pathLst>
                <a:path w="12" h="6">
                  <a:moveTo>
                    <a:pt x="0" y="0"/>
                  </a:moveTo>
                  <a:lnTo>
                    <a:pt x="12" y="0"/>
                  </a:lnTo>
                  <a:lnTo>
                    <a:pt x="0" y="0"/>
                  </a:lnTo>
                  <a:close/>
                  <a:moveTo>
                    <a:pt x="12" y="0"/>
                  </a:moveTo>
                  <a:lnTo>
                    <a:pt x="12" y="6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88" name="Freeform 68"/>
            <p:cNvSpPr>
              <a:spLocks noEditPoints="1"/>
            </p:cNvSpPr>
            <p:nvPr/>
          </p:nvSpPr>
          <p:spPr>
            <a:xfrm>
              <a:off x="1949" y="851"/>
              <a:ext cx="1" cy="48"/>
            </a:xfrm>
            <a:custGeom>
              <a:avLst/>
              <a:gdLst>
                <a:gd name="txL" fmla="*/ 0 w 1"/>
                <a:gd name="txT" fmla="*/ 0 h 42"/>
                <a:gd name="txR" fmla="*/ 1 w 1"/>
                <a:gd name="txB" fmla="*/ 42 h 42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877"/>
                </a:cxn>
                <a:cxn ang="0">
                  <a:pos x="0" y="1544"/>
                </a:cxn>
                <a:cxn ang="0">
                  <a:pos x="0" y="877"/>
                </a:cxn>
                <a:cxn ang="0">
                  <a:pos x="0" y="877"/>
                </a:cxn>
              </a:cxnLst>
              <a:rect l="txL" t="txT" r="txR" b="txB"/>
              <a:pathLst>
                <a:path w="1" h="42">
                  <a:moveTo>
                    <a:pt x="0" y="0"/>
                  </a:moveTo>
                  <a:lnTo>
                    <a:pt x="0" y="0"/>
                  </a:lnTo>
                  <a:close/>
                  <a:moveTo>
                    <a:pt x="0" y="24"/>
                  </a:moveTo>
                  <a:lnTo>
                    <a:pt x="0" y="42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89" name="Freeform 69"/>
            <p:cNvSpPr>
              <a:spLocks noEditPoints="1"/>
            </p:cNvSpPr>
            <p:nvPr/>
          </p:nvSpPr>
          <p:spPr>
            <a:xfrm>
              <a:off x="1949" y="912"/>
              <a:ext cx="1" cy="54"/>
            </a:xfrm>
            <a:custGeom>
              <a:avLst/>
              <a:gdLst>
                <a:gd name="txL" fmla="*/ 0 w 1"/>
                <a:gd name="txT" fmla="*/ 0 h 47"/>
                <a:gd name="txR" fmla="*/ 1 w 1"/>
                <a:gd name="txB" fmla="*/ 47 h 47"/>
              </a:gdLst>
              <a:ahLst/>
              <a:cxnLst>
                <a:cxn ang="0">
                  <a:pos x="0" y="0"/>
                </a:cxn>
                <a:cxn ang="0">
                  <a:pos x="0" y="78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487"/>
                </a:cxn>
                <a:cxn ang="0">
                  <a:pos x="0" y="1987"/>
                </a:cxn>
                <a:cxn ang="0">
                  <a:pos x="0" y="1487"/>
                </a:cxn>
                <a:cxn ang="0">
                  <a:pos x="0" y="1487"/>
                </a:cxn>
              </a:cxnLst>
              <a:rect l="txL" t="txT" r="txR" b="txB"/>
              <a:pathLst>
                <a:path w="1" h="47">
                  <a:moveTo>
                    <a:pt x="0" y="0"/>
                  </a:moveTo>
                  <a:lnTo>
                    <a:pt x="0" y="18"/>
                  </a:lnTo>
                  <a:lnTo>
                    <a:pt x="0" y="0"/>
                  </a:lnTo>
                  <a:close/>
                  <a:moveTo>
                    <a:pt x="0" y="35"/>
                  </a:moveTo>
                  <a:lnTo>
                    <a:pt x="0" y="47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90" name="Freeform 70"/>
            <p:cNvSpPr>
              <a:spLocks noEditPoints="1"/>
            </p:cNvSpPr>
            <p:nvPr/>
          </p:nvSpPr>
          <p:spPr>
            <a:xfrm>
              <a:off x="1949" y="986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0"/>
                </a:cxn>
                <a:cxn ang="0">
                  <a:pos x="0" y="73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203"/>
                </a:cxn>
                <a:cxn ang="0">
                  <a:pos x="0" y="1896"/>
                </a:cxn>
                <a:cxn ang="0">
                  <a:pos x="0" y="1203"/>
                </a:cxn>
                <a:cxn ang="0">
                  <a:pos x="0" y="1203"/>
                </a:cxn>
              </a:cxnLst>
              <a:rect l="txL" t="txT" r="txR" b="txB"/>
              <a:pathLst>
                <a:path w="1" h="48">
                  <a:moveTo>
                    <a:pt x="0" y="0"/>
                  </a:moveTo>
                  <a:lnTo>
                    <a:pt x="0" y="18"/>
                  </a:lnTo>
                  <a:lnTo>
                    <a:pt x="0" y="0"/>
                  </a:lnTo>
                  <a:close/>
                  <a:moveTo>
                    <a:pt x="0" y="30"/>
                  </a:moveTo>
                  <a:lnTo>
                    <a:pt x="0" y="48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91" name="Freeform 71"/>
            <p:cNvSpPr>
              <a:spLocks noEditPoints="1"/>
            </p:cNvSpPr>
            <p:nvPr/>
          </p:nvSpPr>
          <p:spPr>
            <a:xfrm>
              <a:off x="1949" y="1061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0"/>
                </a:cxn>
                <a:cxn ang="0">
                  <a:pos x="0" y="486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203"/>
                </a:cxn>
                <a:cxn ang="0">
                  <a:pos x="0" y="1896"/>
                </a:cxn>
                <a:cxn ang="0">
                  <a:pos x="0" y="1203"/>
                </a:cxn>
                <a:cxn ang="0">
                  <a:pos x="0" y="1203"/>
                </a:cxn>
              </a:cxnLst>
              <a:rect l="txL" t="txT" r="txR" b="txB"/>
              <a:pathLst>
                <a:path w="1" h="48">
                  <a:moveTo>
                    <a:pt x="0" y="0"/>
                  </a:moveTo>
                  <a:lnTo>
                    <a:pt x="0" y="12"/>
                  </a:lnTo>
                  <a:lnTo>
                    <a:pt x="0" y="0"/>
                  </a:lnTo>
                  <a:close/>
                  <a:moveTo>
                    <a:pt x="0" y="30"/>
                  </a:moveTo>
                  <a:lnTo>
                    <a:pt x="0" y="48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92" name="Freeform 72"/>
            <p:cNvSpPr>
              <a:spLocks noEditPoints="1"/>
            </p:cNvSpPr>
            <p:nvPr/>
          </p:nvSpPr>
          <p:spPr>
            <a:xfrm>
              <a:off x="1949" y="1129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0"/>
                </a:cxn>
                <a:cxn ang="0">
                  <a:pos x="0" y="73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440"/>
                </a:cxn>
                <a:cxn ang="0">
                  <a:pos x="0" y="1896"/>
                </a:cxn>
                <a:cxn ang="0">
                  <a:pos x="0" y="1440"/>
                </a:cxn>
                <a:cxn ang="0">
                  <a:pos x="0" y="1440"/>
                </a:cxn>
              </a:cxnLst>
              <a:rect l="txL" t="txT" r="txR" b="txB"/>
              <a:pathLst>
                <a:path w="1" h="48">
                  <a:moveTo>
                    <a:pt x="0" y="0"/>
                  </a:moveTo>
                  <a:lnTo>
                    <a:pt x="0" y="18"/>
                  </a:lnTo>
                  <a:lnTo>
                    <a:pt x="0" y="0"/>
                  </a:lnTo>
                  <a:close/>
                  <a:moveTo>
                    <a:pt x="0" y="36"/>
                  </a:moveTo>
                  <a:lnTo>
                    <a:pt x="0" y="48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93" name="Freeform 73"/>
            <p:cNvSpPr>
              <a:spLocks noEditPoints="1"/>
            </p:cNvSpPr>
            <p:nvPr/>
          </p:nvSpPr>
          <p:spPr>
            <a:xfrm>
              <a:off x="1949" y="1203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0"/>
                </a:cxn>
                <a:cxn ang="0">
                  <a:pos x="0" y="73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203"/>
                </a:cxn>
                <a:cxn ang="0">
                  <a:pos x="0" y="1896"/>
                </a:cxn>
                <a:cxn ang="0">
                  <a:pos x="0" y="1203"/>
                </a:cxn>
                <a:cxn ang="0">
                  <a:pos x="0" y="1203"/>
                </a:cxn>
              </a:cxnLst>
              <a:rect l="txL" t="txT" r="txR" b="txB"/>
              <a:pathLst>
                <a:path w="1" h="48">
                  <a:moveTo>
                    <a:pt x="0" y="0"/>
                  </a:moveTo>
                  <a:lnTo>
                    <a:pt x="0" y="18"/>
                  </a:lnTo>
                  <a:lnTo>
                    <a:pt x="0" y="0"/>
                  </a:lnTo>
                  <a:close/>
                  <a:moveTo>
                    <a:pt x="0" y="30"/>
                  </a:moveTo>
                  <a:lnTo>
                    <a:pt x="0" y="48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94" name="Freeform 74"/>
            <p:cNvSpPr>
              <a:spLocks noEditPoints="1"/>
            </p:cNvSpPr>
            <p:nvPr/>
          </p:nvSpPr>
          <p:spPr>
            <a:xfrm>
              <a:off x="1949" y="1278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0"/>
                </a:cxn>
                <a:cxn ang="0">
                  <a:pos x="0" y="486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203"/>
                </a:cxn>
                <a:cxn ang="0">
                  <a:pos x="0" y="1896"/>
                </a:cxn>
                <a:cxn ang="0">
                  <a:pos x="0" y="1203"/>
                </a:cxn>
                <a:cxn ang="0">
                  <a:pos x="0" y="1203"/>
                </a:cxn>
              </a:cxnLst>
              <a:rect l="txL" t="txT" r="txR" b="txB"/>
              <a:pathLst>
                <a:path w="1" h="48">
                  <a:moveTo>
                    <a:pt x="0" y="0"/>
                  </a:moveTo>
                  <a:lnTo>
                    <a:pt x="0" y="12"/>
                  </a:lnTo>
                  <a:lnTo>
                    <a:pt x="0" y="0"/>
                  </a:lnTo>
                  <a:close/>
                  <a:moveTo>
                    <a:pt x="0" y="30"/>
                  </a:moveTo>
                  <a:lnTo>
                    <a:pt x="0" y="48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95" name="Freeform 75"/>
            <p:cNvSpPr>
              <a:spLocks noEditPoints="1"/>
            </p:cNvSpPr>
            <p:nvPr/>
          </p:nvSpPr>
          <p:spPr>
            <a:xfrm>
              <a:off x="1949" y="1347"/>
              <a:ext cx="1" cy="54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0"/>
                </a:cxn>
                <a:cxn ang="0">
                  <a:pos x="0" y="45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880"/>
                </a:cxn>
                <a:cxn ang="0">
                  <a:pos x="0" y="1173"/>
                </a:cxn>
                <a:cxn ang="0">
                  <a:pos x="0" y="880"/>
                </a:cxn>
                <a:cxn ang="0">
                  <a:pos x="0" y="880"/>
                </a:cxn>
              </a:cxnLst>
              <a:rect l="txL" t="txT" r="txR" b="txB"/>
              <a:pathLst>
                <a:path w="1" h="48">
                  <a:moveTo>
                    <a:pt x="0" y="0"/>
                  </a:moveTo>
                  <a:lnTo>
                    <a:pt x="0" y="18"/>
                  </a:lnTo>
                  <a:lnTo>
                    <a:pt x="0" y="0"/>
                  </a:lnTo>
                  <a:close/>
                  <a:moveTo>
                    <a:pt x="0" y="36"/>
                  </a:moveTo>
                  <a:lnTo>
                    <a:pt x="0" y="48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96" name="Freeform 76"/>
            <p:cNvSpPr>
              <a:spLocks noEditPoints="1"/>
            </p:cNvSpPr>
            <p:nvPr/>
          </p:nvSpPr>
          <p:spPr>
            <a:xfrm>
              <a:off x="1949" y="1422"/>
              <a:ext cx="1" cy="53"/>
            </a:xfrm>
            <a:custGeom>
              <a:avLst/>
              <a:gdLst>
                <a:gd name="txL" fmla="*/ 0 w 1"/>
                <a:gd name="txT" fmla="*/ 0 h 47"/>
                <a:gd name="txR" fmla="*/ 1 w 1"/>
                <a:gd name="txB" fmla="*/ 47 h 47"/>
              </a:gdLst>
              <a:ahLst/>
              <a:cxnLst>
                <a:cxn ang="0">
                  <a:pos x="0" y="0"/>
                </a:cxn>
                <a:cxn ang="0">
                  <a:pos x="0" y="41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759"/>
                </a:cxn>
                <a:cxn ang="0">
                  <a:pos x="0" y="1227"/>
                </a:cxn>
                <a:cxn ang="0">
                  <a:pos x="0" y="759"/>
                </a:cxn>
                <a:cxn ang="0">
                  <a:pos x="0" y="759"/>
                </a:cxn>
              </a:cxnLst>
              <a:rect l="txL" t="txT" r="txR" b="txB"/>
              <a:pathLst>
                <a:path w="1" h="47">
                  <a:moveTo>
                    <a:pt x="0" y="0"/>
                  </a:moveTo>
                  <a:lnTo>
                    <a:pt x="0" y="17"/>
                  </a:lnTo>
                  <a:lnTo>
                    <a:pt x="0" y="0"/>
                  </a:lnTo>
                  <a:close/>
                  <a:moveTo>
                    <a:pt x="0" y="29"/>
                  </a:moveTo>
                  <a:lnTo>
                    <a:pt x="0" y="47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97" name="Freeform 77"/>
            <p:cNvSpPr>
              <a:spLocks noEditPoints="1"/>
            </p:cNvSpPr>
            <p:nvPr/>
          </p:nvSpPr>
          <p:spPr>
            <a:xfrm>
              <a:off x="1949" y="1496"/>
              <a:ext cx="1" cy="54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0"/>
                </a:cxn>
                <a:cxn ang="0">
                  <a:pos x="0" y="32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732"/>
                </a:cxn>
                <a:cxn ang="0">
                  <a:pos x="0" y="1173"/>
                </a:cxn>
                <a:cxn ang="0">
                  <a:pos x="0" y="732"/>
                </a:cxn>
                <a:cxn ang="0">
                  <a:pos x="0" y="732"/>
                </a:cxn>
              </a:cxnLst>
              <a:rect l="txL" t="txT" r="txR" b="txB"/>
              <a:pathLst>
                <a:path w="1" h="48">
                  <a:moveTo>
                    <a:pt x="0" y="0"/>
                  </a:moveTo>
                  <a:lnTo>
                    <a:pt x="0" y="12"/>
                  </a:lnTo>
                  <a:lnTo>
                    <a:pt x="0" y="0"/>
                  </a:lnTo>
                  <a:close/>
                  <a:moveTo>
                    <a:pt x="0" y="30"/>
                  </a:moveTo>
                  <a:lnTo>
                    <a:pt x="0" y="48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98" name="Freeform 78"/>
            <p:cNvSpPr>
              <a:spLocks noEditPoints="1"/>
            </p:cNvSpPr>
            <p:nvPr/>
          </p:nvSpPr>
          <p:spPr>
            <a:xfrm>
              <a:off x="1949" y="1564"/>
              <a:ext cx="1" cy="54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0"/>
                </a:cxn>
                <a:cxn ang="0">
                  <a:pos x="0" y="45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880"/>
                </a:cxn>
                <a:cxn ang="0">
                  <a:pos x="0" y="1173"/>
                </a:cxn>
                <a:cxn ang="0">
                  <a:pos x="0" y="880"/>
                </a:cxn>
                <a:cxn ang="0">
                  <a:pos x="0" y="880"/>
                </a:cxn>
              </a:cxnLst>
              <a:rect l="txL" t="txT" r="txR" b="txB"/>
              <a:pathLst>
                <a:path w="1" h="48">
                  <a:moveTo>
                    <a:pt x="0" y="0"/>
                  </a:moveTo>
                  <a:lnTo>
                    <a:pt x="0" y="18"/>
                  </a:lnTo>
                  <a:lnTo>
                    <a:pt x="0" y="0"/>
                  </a:lnTo>
                  <a:close/>
                  <a:moveTo>
                    <a:pt x="0" y="36"/>
                  </a:moveTo>
                  <a:lnTo>
                    <a:pt x="0" y="48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99" name="Freeform 79"/>
            <p:cNvSpPr>
              <a:spLocks noEditPoints="1"/>
            </p:cNvSpPr>
            <p:nvPr/>
          </p:nvSpPr>
          <p:spPr>
            <a:xfrm>
              <a:off x="1949" y="1639"/>
              <a:ext cx="1" cy="53"/>
            </a:xfrm>
            <a:custGeom>
              <a:avLst/>
              <a:gdLst>
                <a:gd name="txL" fmla="*/ 0 w 1"/>
                <a:gd name="txT" fmla="*/ 0 h 47"/>
                <a:gd name="txR" fmla="*/ 1 w 1"/>
                <a:gd name="txB" fmla="*/ 47 h 47"/>
              </a:gdLst>
              <a:ahLst/>
              <a:cxnLst>
                <a:cxn ang="0">
                  <a:pos x="0" y="0"/>
                </a:cxn>
                <a:cxn ang="0">
                  <a:pos x="0" y="469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759"/>
                </a:cxn>
                <a:cxn ang="0">
                  <a:pos x="0" y="1227"/>
                </a:cxn>
                <a:cxn ang="0">
                  <a:pos x="0" y="759"/>
                </a:cxn>
                <a:cxn ang="0">
                  <a:pos x="0" y="759"/>
                </a:cxn>
              </a:cxnLst>
              <a:rect l="txL" t="txT" r="txR" b="txB"/>
              <a:pathLst>
                <a:path w="1" h="47">
                  <a:moveTo>
                    <a:pt x="0" y="0"/>
                  </a:moveTo>
                  <a:lnTo>
                    <a:pt x="0" y="18"/>
                  </a:lnTo>
                  <a:lnTo>
                    <a:pt x="0" y="0"/>
                  </a:lnTo>
                  <a:close/>
                  <a:moveTo>
                    <a:pt x="0" y="29"/>
                  </a:moveTo>
                  <a:lnTo>
                    <a:pt x="0" y="47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00" name="Freeform 80"/>
            <p:cNvSpPr>
              <a:spLocks noEditPoints="1"/>
            </p:cNvSpPr>
            <p:nvPr/>
          </p:nvSpPr>
          <p:spPr>
            <a:xfrm>
              <a:off x="1949" y="1713"/>
              <a:ext cx="1" cy="54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0"/>
                </a:cxn>
                <a:cxn ang="0">
                  <a:pos x="0" y="32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732"/>
                </a:cxn>
                <a:cxn ang="0">
                  <a:pos x="0" y="1173"/>
                </a:cxn>
                <a:cxn ang="0">
                  <a:pos x="0" y="732"/>
                </a:cxn>
                <a:cxn ang="0">
                  <a:pos x="0" y="732"/>
                </a:cxn>
              </a:cxnLst>
              <a:rect l="txL" t="txT" r="txR" b="txB"/>
              <a:pathLst>
                <a:path w="1" h="48">
                  <a:moveTo>
                    <a:pt x="0" y="0"/>
                  </a:moveTo>
                  <a:lnTo>
                    <a:pt x="0" y="12"/>
                  </a:lnTo>
                  <a:lnTo>
                    <a:pt x="0" y="0"/>
                  </a:lnTo>
                  <a:close/>
                  <a:moveTo>
                    <a:pt x="0" y="30"/>
                  </a:moveTo>
                  <a:lnTo>
                    <a:pt x="0" y="48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01" name="Freeform 81"/>
            <p:cNvSpPr>
              <a:spLocks noEditPoints="1"/>
            </p:cNvSpPr>
            <p:nvPr/>
          </p:nvSpPr>
          <p:spPr>
            <a:xfrm>
              <a:off x="1949" y="1781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0"/>
                </a:cxn>
                <a:cxn ang="0">
                  <a:pos x="0" y="73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440"/>
                </a:cxn>
                <a:cxn ang="0">
                  <a:pos x="0" y="1896"/>
                </a:cxn>
                <a:cxn ang="0">
                  <a:pos x="0" y="1440"/>
                </a:cxn>
                <a:cxn ang="0">
                  <a:pos x="0" y="1440"/>
                </a:cxn>
              </a:cxnLst>
              <a:rect l="txL" t="txT" r="txR" b="txB"/>
              <a:pathLst>
                <a:path w="1" h="48">
                  <a:moveTo>
                    <a:pt x="0" y="0"/>
                  </a:moveTo>
                  <a:lnTo>
                    <a:pt x="0" y="18"/>
                  </a:lnTo>
                  <a:lnTo>
                    <a:pt x="0" y="0"/>
                  </a:lnTo>
                  <a:close/>
                  <a:moveTo>
                    <a:pt x="0" y="36"/>
                  </a:moveTo>
                  <a:lnTo>
                    <a:pt x="0" y="48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02" name="Freeform 82"/>
            <p:cNvSpPr>
              <a:spLocks noEditPoints="1"/>
            </p:cNvSpPr>
            <p:nvPr/>
          </p:nvSpPr>
          <p:spPr>
            <a:xfrm>
              <a:off x="1949" y="1856"/>
              <a:ext cx="1" cy="53"/>
            </a:xfrm>
            <a:custGeom>
              <a:avLst/>
              <a:gdLst>
                <a:gd name="txL" fmla="*/ 0 w 1"/>
                <a:gd name="txT" fmla="*/ 0 h 47"/>
                <a:gd name="txR" fmla="*/ 1 w 1"/>
                <a:gd name="txB" fmla="*/ 47 h 47"/>
              </a:gdLst>
              <a:ahLst/>
              <a:cxnLst>
                <a:cxn ang="0">
                  <a:pos x="0" y="0"/>
                </a:cxn>
                <a:cxn ang="0">
                  <a:pos x="0" y="469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760"/>
                </a:cxn>
                <a:cxn ang="0">
                  <a:pos x="0" y="1227"/>
                </a:cxn>
                <a:cxn ang="0">
                  <a:pos x="0" y="760"/>
                </a:cxn>
                <a:cxn ang="0">
                  <a:pos x="0" y="760"/>
                </a:cxn>
              </a:cxnLst>
              <a:rect l="txL" t="txT" r="txR" b="txB"/>
              <a:pathLst>
                <a:path w="1" h="47">
                  <a:moveTo>
                    <a:pt x="0" y="0"/>
                  </a:moveTo>
                  <a:lnTo>
                    <a:pt x="0" y="18"/>
                  </a:lnTo>
                  <a:lnTo>
                    <a:pt x="0" y="0"/>
                  </a:lnTo>
                  <a:close/>
                  <a:moveTo>
                    <a:pt x="0" y="30"/>
                  </a:moveTo>
                  <a:lnTo>
                    <a:pt x="0" y="47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03" name="Freeform 83"/>
            <p:cNvSpPr>
              <a:spLocks noEditPoints="1"/>
            </p:cNvSpPr>
            <p:nvPr/>
          </p:nvSpPr>
          <p:spPr>
            <a:xfrm>
              <a:off x="1949" y="1930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0"/>
                </a:cxn>
                <a:cxn ang="0">
                  <a:pos x="0" y="486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203"/>
                </a:cxn>
                <a:cxn ang="0">
                  <a:pos x="0" y="1896"/>
                </a:cxn>
                <a:cxn ang="0">
                  <a:pos x="0" y="1203"/>
                </a:cxn>
                <a:cxn ang="0">
                  <a:pos x="0" y="1203"/>
                </a:cxn>
              </a:cxnLst>
              <a:rect l="txL" t="txT" r="txR" b="txB"/>
              <a:pathLst>
                <a:path w="1" h="48">
                  <a:moveTo>
                    <a:pt x="0" y="0"/>
                  </a:moveTo>
                  <a:lnTo>
                    <a:pt x="0" y="12"/>
                  </a:lnTo>
                  <a:lnTo>
                    <a:pt x="0" y="0"/>
                  </a:lnTo>
                  <a:close/>
                  <a:moveTo>
                    <a:pt x="0" y="30"/>
                  </a:moveTo>
                  <a:lnTo>
                    <a:pt x="0" y="48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04" name="Freeform 84"/>
            <p:cNvSpPr>
              <a:spLocks noEditPoints="1"/>
            </p:cNvSpPr>
            <p:nvPr/>
          </p:nvSpPr>
          <p:spPr>
            <a:xfrm>
              <a:off x="1949" y="1998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0"/>
                </a:cxn>
                <a:cxn ang="0">
                  <a:pos x="0" y="73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440"/>
                </a:cxn>
                <a:cxn ang="0">
                  <a:pos x="0" y="1896"/>
                </a:cxn>
                <a:cxn ang="0">
                  <a:pos x="0" y="1440"/>
                </a:cxn>
                <a:cxn ang="0">
                  <a:pos x="0" y="1440"/>
                </a:cxn>
              </a:cxnLst>
              <a:rect l="txL" t="txT" r="txR" b="txB"/>
              <a:pathLst>
                <a:path w="1" h="48">
                  <a:moveTo>
                    <a:pt x="0" y="0"/>
                  </a:moveTo>
                  <a:lnTo>
                    <a:pt x="0" y="18"/>
                  </a:lnTo>
                  <a:lnTo>
                    <a:pt x="0" y="0"/>
                  </a:lnTo>
                  <a:close/>
                  <a:moveTo>
                    <a:pt x="0" y="36"/>
                  </a:moveTo>
                  <a:lnTo>
                    <a:pt x="0" y="48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05" name="Freeform 85"/>
            <p:cNvSpPr>
              <a:spLocks noEditPoints="1"/>
            </p:cNvSpPr>
            <p:nvPr/>
          </p:nvSpPr>
          <p:spPr>
            <a:xfrm>
              <a:off x="1949" y="2073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0"/>
                </a:cxn>
                <a:cxn ang="0">
                  <a:pos x="0" y="73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203"/>
                </a:cxn>
                <a:cxn ang="0">
                  <a:pos x="0" y="1896"/>
                </a:cxn>
                <a:cxn ang="0">
                  <a:pos x="0" y="1203"/>
                </a:cxn>
                <a:cxn ang="0">
                  <a:pos x="0" y="1203"/>
                </a:cxn>
              </a:cxnLst>
              <a:rect l="txL" t="txT" r="txR" b="txB"/>
              <a:pathLst>
                <a:path w="1" h="48">
                  <a:moveTo>
                    <a:pt x="0" y="0"/>
                  </a:moveTo>
                  <a:lnTo>
                    <a:pt x="0" y="18"/>
                  </a:lnTo>
                  <a:lnTo>
                    <a:pt x="0" y="0"/>
                  </a:lnTo>
                  <a:close/>
                  <a:moveTo>
                    <a:pt x="0" y="30"/>
                  </a:moveTo>
                  <a:lnTo>
                    <a:pt x="0" y="48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06" name="Freeform 86"/>
            <p:cNvSpPr>
              <a:spLocks noEditPoints="1"/>
            </p:cNvSpPr>
            <p:nvPr/>
          </p:nvSpPr>
          <p:spPr>
            <a:xfrm>
              <a:off x="1949" y="2148"/>
              <a:ext cx="1" cy="54"/>
            </a:xfrm>
            <a:custGeom>
              <a:avLst/>
              <a:gdLst>
                <a:gd name="txL" fmla="*/ 0 w 1"/>
                <a:gd name="txT" fmla="*/ 0 h 47"/>
                <a:gd name="txR" fmla="*/ 1 w 1"/>
                <a:gd name="txB" fmla="*/ 47 h 47"/>
              </a:gdLst>
              <a:ahLst/>
              <a:cxnLst>
                <a:cxn ang="0">
                  <a:pos x="0" y="0"/>
                </a:cxn>
                <a:cxn ang="0">
                  <a:pos x="0" y="485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259"/>
                </a:cxn>
                <a:cxn ang="0">
                  <a:pos x="0" y="1987"/>
                </a:cxn>
                <a:cxn ang="0">
                  <a:pos x="0" y="1259"/>
                </a:cxn>
                <a:cxn ang="0">
                  <a:pos x="0" y="1259"/>
                </a:cxn>
              </a:cxnLst>
              <a:rect l="txL" t="txT" r="txR" b="txB"/>
              <a:pathLst>
                <a:path w="1" h="47">
                  <a:moveTo>
                    <a:pt x="0" y="0"/>
                  </a:moveTo>
                  <a:lnTo>
                    <a:pt x="0" y="11"/>
                  </a:lnTo>
                  <a:lnTo>
                    <a:pt x="0" y="0"/>
                  </a:lnTo>
                  <a:close/>
                  <a:moveTo>
                    <a:pt x="0" y="29"/>
                  </a:moveTo>
                  <a:lnTo>
                    <a:pt x="0" y="47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07" name="Freeform 87"/>
            <p:cNvSpPr/>
            <p:nvPr/>
          </p:nvSpPr>
          <p:spPr>
            <a:xfrm>
              <a:off x="1949" y="2215"/>
              <a:ext cx="1" cy="14"/>
            </a:xfrm>
            <a:custGeom>
              <a:avLst/>
              <a:gdLst>
                <a:gd name="txL" fmla="*/ 0 w 1"/>
                <a:gd name="txT" fmla="*/ 0 h 12"/>
                <a:gd name="txR" fmla="*/ 1 w 1"/>
                <a:gd name="txB" fmla="*/ 12 h 12"/>
              </a:gdLst>
              <a:ahLst/>
              <a:cxnLst>
                <a:cxn ang="0">
                  <a:pos x="0" y="0"/>
                </a:cxn>
                <a:cxn ang="0">
                  <a:pos x="0" y="775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2">
                  <a:moveTo>
                    <a:pt x="0" y="0"/>
                  </a:moveTo>
                  <a:lnTo>
                    <a:pt x="0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08" name="Freeform 88"/>
            <p:cNvSpPr/>
            <p:nvPr/>
          </p:nvSpPr>
          <p:spPr>
            <a:xfrm>
              <a:off x="1068" y="3350"/>
              <a:ext cx="14" cy="1"/>
            </a:xfrm>
            <a:custGeom>
              <a:avLst/>
              <a:gdLst>
                <a:gd name="txL" fmla="*/ 0 w 12"/>
                <a:gd name="txT" fmla="*/ 0 h 1"/>
                <a:gd name="txR" fmla="*/ 12 w 12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775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2" h="1">
                  <a:moveTo>
                    <a:pt x="0" y="0"/>
                  </a:moveTo>
                  <a:lnTo>
                    <a:pt x="1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09" name="Freeform 89"/>
            <p:cNvSpPr>
              <a:spLocks noEditPoints="1"/>
            </p:cNvSpPr>
            <p:nvPr/>
          </p:nvSpPr>
          <p:spPr>
            <a:xfrm>
              <a:off x="1102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10" name="Freeform 90"/>
            <p:cNvSpPr>
              <a:spLocks noEditPoints="1"/>
            </p:cNvSpPr>
            <p:nvPr/>
          </p:nvSpPr>
          <p:spPr>
            <a:xfrm>
              <a:off x="1176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32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2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11" name="Freeform 91"/>
            <p:cNvSpPr>
              <a:spLocks noEditPoints="1"/>
            </p:cNvSpPr>
            <p:nvPr/>
          </p:nvSpPr>
          <p:spPr>
            <a:xfrm>
              <a:off x="1244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880" y="0"/>
                </a:cxn>
                <a:cxn ang="0">
                  <a:pos x="1173" y="0"/>
                </a:cxn>
                <a:cxn ang="0">
                  <a:pos x="880" y="0"/>
                </a:cxn>
                <a:cxn ang="0">
                  <a:pos x="880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6" y="0"/>
                  </a:moveTo>
                  <a:lnTo>
                    <a:pt x="48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12" name="Freeform 92"/>
            <p:cNvSpPr>
              <a:spLocks noEditPoints="1"/>
            </p:cNvSpPr>
            <p:nvPr/>
          </p:nvSpPr>
          <p:spPr>
            <a:xfrm>
              <a:off x="1318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13" name="Freeform 93"/>
            <p:cNvSpPr>
              <a:spLocks noEditPoints="1"/>
            </p:cNvSpPr>
            <p:nvPr/>
          </p:nvSpPr>
          <p:spPr>
            <a:xfrm>
              <a:off x="1392" y="3350"/>
              <a:ext cx="53" cy="1"/>
            </a:xfrm>
            <a:custGeom>
              <a:avLst/>
              <a:gdLst>
                <a:gd name="txL" fmla="*/ 0 w 47"/>
                <a:gd name="txT" fmla="*/ 0 h 1"/>
                <a:gd name="txR" fmla="*/ 47 w 47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32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60" y="0"/>
                </a:cxn>
                <a:cxn ang="0">
                  <a:pos x="1227" y="0"/>
                </a:cxn>
                <a:cxn ang="0">
                  <a:pos x="760" y="0"/>
                </a:cxn>
                <a:cxn ang="0">
                  <a:pos x="760" y="0"/>
                </a:cxn>
              </a:cxnLst>
              <a:rect l="txL" t="txT" r="txR" b="txB"/>
              <a:pathLst>
                <a:path w="47" h="1">
                  <a:moveTo>
                    <a:pt x="0" y="0"/>
                  </a:moveTo>
                  <a:lnTo>
                    <a:pt x="12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7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14" name="Freeform 94"/>
            <p:cNvSpPr>
              <a:spLocks noEditPoints="1"/>
            </p:cNvSpPr>
            <p:nvPr/>
          </p:nvSpPr>
          <p:spPr>
            <a:xfrm>
              <a:off x="1458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880" y="0"/>
                </a:cxn>
                <a:cxn ang="0">
                  <a:pos x="1173" y="0"/>
                </a:cxn>
                <a:cxn ang="0">
                  <a:pos x="880" y="0"/>
                </a:cxn>
                <a:cxn ang="0">
                  <a:pos x="880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6" y="0"/>
                  </a:moveTo>
                  <a:lnTo>
                    <a:pt x="48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15" name="Freeform 95"/>
            <p:cNvSpPr>
              <a:spLocks noEditPoints="1"/>
            </p:cNvSpPr>
            <p:nvPr/>
          </p:nvSpPr>
          <p:spPr>
            <a:xfrm>
              <a:off x="1532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16" name="Freeform 96"/>
            <p:cNvSpPr>
              <a:spLocks noEditPoints="1"/>
            </p:cNvSpPr>
            <p:nvPr/>
          </p:nvSpPr>
          <p:spPr>
            <a:xfrm>
              <a:off x="1607" y="3350"/>
              <a:ext cx="53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68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430" y="0"/>
                </a:cxn>
                <a:cxn ang="0">
                  <a:pos x="702" y="0"/>
                </a:cxn>
                <a:cxn ang="0">
                  <a:pos x="430" y="0"/>
                </a:cxn>
                <a:cxn ang="0">
                  <a:pos x="430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2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17" name="Freeform 97"/>
            <p:cNvSpPr>
              <a:spLocks noEditPoints="1"/>
            </p:cNvSpPr>
            <p:nvPr/>
          </p:nvSpPr>
          <p:spPr>
            <a:xfrm>
              <a:off x="1674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880" y="0"/>
                </a:cxn>
                <a:cxn ang="0">
                  <a:pos x="1173" y="0"/>
                </a:cxn>
                <a:cxn ang="0">
                  <a:pos x="880" y="0"/>
                </a:cxn>
                <a:cxn ang="0">
                  <a:pos x="880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6" y="0"/>
                  </a:moveTo>
                  <a:lnTo>
                    <a:pt x="48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18" name="Freeform 98"/>
            <p:cNvSpPr>
              <a:spLocks noEditPoints="1"/>
            </p:cNvSpPr>
            <p:nvPr/>
          </p:nvSpPr>
          <p:spPr>
            <a:xfrm>
              <a:off x="1748" y="3350"/>
              <a:ext cx="53" cy="1"/>
            </a:xfrm>
            <a:custGeom>
              <a:avLst/>
              <a:gdLst>
                <a:gd name="txL" fmla="*/ 0 w 47"/>
                <a:gd name="txT" fmla="*/ 0 h 1"/>
                <a:gd name="txR" fmla="*/ 47 w 47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69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60" y="0"/>
                </a:cxn>
                <a:cxn ang="0">
                  <a:pos x="1227" y="0"/>
                </a:cxn>
                <a:cxn ang="0">
                  <a:pos x="760" y="0"/>
                </a:cxn>
                <a:cxn ang="0">
                  <a:pos x="760" y="0"/>
                </a:cxn>
              </a:cxnLst>
              <a:rect l="txL" t="txT" r="txR" b="txB"/>
              <a:pathLst>
                <a:path w="47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7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19" name="Freeform 99"/>
            <p:cNvSpPr>
              <a:spLocks noEditPoints="1"/>
            </p:cNvSpPr>
            <p:nvPr/>
          </p:nvSpPr>
          <p:spPr>
            <a:xfrm>
              <a:off x="1821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32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2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20" name="Freeform 100"/>
            <p:cNvSpPr>
              <a:spLocks noEditPoints="1"/>
            </p:cNvSpPr>
            <p:nvPr/>
          </p:nvSpPr>
          <p:spPr>
            <a:xfrm>
              <a:off x="1889" y="3350"/>
              <a:ext cx="53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26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24" y="0"/>
                </a:cxn>
                <a:cxn ang="0">
                  <a:pos x="702" y="0"/>
                </a:cxn>
                <a:cxn ang="0">
                  <a:pos x="524" y="0"/>
                </a:cxn>
                <a:cxn ang="0">
                  <a:pos x="524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6" y="0"/>
                  </a:moveTo>
                  <a:lnTo>
                    <a:pt x="48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21" name="Freeform 101"/>
            <p:cNvSpPr>
              <a:spLocks noEditPoints="1"/>
            </p:cNvSpPr>
            <p:nvPr/>
          </p:nvSpPr>
          <p:spPr>
            <a:xfrm>
              <a:off x="1963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22" name="Freeform 102"/>
            <p:cNvSpPr>
              <a:spLocks noEditPoints="1"/>
            </p:cNvSpPr>
            <p:nvPr/>
          </p:nvSpPr>
          <p:spPr>
            <a:xfrm>
              <a:off x="2037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32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2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23" name="Freeform 103"/>
            <p:cNvSpPr>
              <a:spLocks noEditPoints="1"/>
            </p:cNvSpPr>
            <p:nvPr/>
          </p:nvSpPr>
          <p:spPr>
            <a:xfrm>
              <a:off x="2104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880" y="0"/>
                </a:cxn>
                <a:cxn ang="0">
                  <a:pos x="1173" y="0"/>
                </a:cxn>
                <a:cxn ang="0">
                  <a:pos x="880" y="0"/>
                </a:cxn>
                <a:cxn ang="0">
                  <a:pos x="880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6" y="0"/>
                  </a:moveTo>
                  <a:lnTo>
                    <a:pt x="48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24" name="Freeform 104"/>
            <p:cNvSpPr>
              <a:spLocks noEditPoints="1"/>
            </p:cNvSpPr>
            <p:nvPr/>
          </p:nvSpPr>
          <p:spPr>
            <a:xfrm>
              <a:off x="2177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25" name="Freeform 105"/>
            <p:cNvSpPr>
              <a:spLocks noEditPoints="1"/>
            </p:cNvSpPr>
            <p:nvPr/>
          </p:nvSpPr>
          <p:spPr>
            <a:xfrm>
              <a:off x="2251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32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2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26" name="Freeform 106"/>
            <p:cNvSpPr>
              <a:spLocks noEditPoints="1"/>
            </p:cNvSpPr>
            <p:nvPr/>
          </p:nvSpPr>
          <p:spPr>
            <a:xfrm>
              <a:off x="2319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880" y="0"/>
                </a:cxn>
                <a:cxn ang="0">
                  <a:pos x="1173" y="0"/>
                </a:cxn>
                <a:cxn ang="0">
                  <a:pos x="880" y="0"/>
                </a:cxn>
                <a:cxn ang="0">
                  <a:pos x="880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6" y="0"/>
                  </a:moveTo>
                  <a:lnTo>
                    <a:pt x="48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27" name="Freeform 107"/>
            <p:cNvSpPr>
              <a:spLocks noEditPoints="1"/>
            </p:cNvSpPr>
            <p:nvPr/>
          </p:nvSpPr>
          <p:spPr>
            <a:xfrm>
              <a:off x="2393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28" name="Freeform 108"/>
            <p:cNvSpPr>
              <a:spLocks noEditPoints="1"/>
            </p:cNvSpPr>
            <p:nvPr/>
          </p:nvSpPr>
          <p:spPr>
            <a:xfrm>
              <a:off x="2467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32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2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29" name="Freeform 109"/>
            <p:cNvSpPr>
              <a:spLocks noEditPoints="1"/>
            </p:cNvSpPr>
            <p:nvPr/>
          </p:nvSpPr>
          <p:spPr>
            <a:xfrm>
              <a:off x="2533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880" y="0"/>
                </a:cxn>
                <a:cxn ang="0">
                  <a:pos x="1173" y="0"/>
                </a:cxn>
                <a:cxn ang="0">
                  <a:pos x="880" y="0"/>
                </a:cxn>
                <a:cxn ang="0">
                  <a:pos x="880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6" y="0"/>
                  </a:moveTo>
                  <a:lnTo>
                    <a:pt x="48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30" name="Freeform 110"/>
            <p:cNvSpPr>
              <a:spLocks noEditPoints="1"/>
            </p:cNvSpPr>
            <p:nvPr/>
          </p:nvSpPr>
          <p:spPr>
            <a:xfrm>
              <a:off x="2608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31" name="Freeform 111"/>
            <p:cNvSpPr>
              <a:spLocks noEditPoints="1"/>
            </p:cNvSpPr>
            <p:nvPr/>
          </p:nvSpPr>
          <p:spPr>
            <a:xfrm>
              <a:off x="2682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32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2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32" name="Freeform 112"/>
            <p:cNvSpPr>
              <a:spLocks noEditPoints="1"/>
            </p:cNvSpPr>
            <p:nvPr/>
          </p:nvSpPr>
          <p:spPr>
            <a:xfrm>
              <a:off x="2749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880" y="0"/>
                </a:cxn>
                <a:cxn ang="0">
                  <a:pos x="1173" y="0"/>
                </a:cxn>
                <a:cxn ang="0">
                  <a:pos x="880" y="0"/>
                </a:cxn>
                <a:cxn ang="0">
                  <a:pos x="880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6" y="0"/>
                  </a:moveTo>
                  <a:lnTo>
                    <a:pt x="48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33" name="Freeform 113"/>
            <p:cNvSpPr>
              <a:spLocks noEditPoints="1"/>
            </p:cNvSpPr>
            <p:nvPr/>
          </p:nvSpPr>
          <p:spPr>
            <a:xfrm>
              <a:off x="2823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34" name="Freeform 114"/>
            <p:cNvSpPr>
              <a:spLocks noEditPoints="1"/>
            </p:cNvSpPr>
            <p:nvPr/>
          </p:nvSpPr>
          <p:spPr>
            <a:xfrm>
              <a:off x="2896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32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2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35" name="Freeform 115"/>
            <p:cNvSpPr>
              <a:spLocks noEditPoints="1"/>
            </p:cNvSpPr>
            <p:nvPr/>
          </p:nvSpPr>
          <p:spPr>
            <a:xfrm>
              <a:off x="2964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880" y="0"/>
                </a:cxn>
                <a:cxn ang="0">
                  <a:pos x="1173" y="0"/>
                </a:cxn>
                <a:cxn ang="0">
                  <a:pos x="880" y="0"/>
                </a:cxn>
                <a:cxn ang="0">
                  <a:pos x="880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6" y="0"/>
                  </a:moveTo>
                  <a:lnTo>
                    <a:pt x="48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36" name="Freeform 116"/>
            <p:cNvSpPr>
              <a:spLocks noEditPoints="1"/>
            </p:cNvSpPr>
            <p:nvPr/>
          </p:nvSpPr>
          <p:spPr>
            <a:xfrm>
              <a:off x="3038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37" name="Freeform 117"/>
            <p:cNvSpPr>
              <a:spLocks noEditPoints="1"/>
            </p:cNvSpPr>
            <p:nvPr/>
          </p:nvSpPr>
          <p:spPr>
            <a:xfrm>
              <a:off x="3112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32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2" y="0"/>
                  </a:lnTo>
                  <a:lnTo>
                    <a:pt x="0" y="0"/>
                  </a:lnTo>
                  <a:close/>
                  <a:moveTo>
                    <a:pt x="30" y="0"/>
                  </a:moveTo>
                  <a:lnTo>
                    <a:pt x="48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38" name="Freeform 118"/>
            <p:cNvSpPr>
              <a:spLocks noEditPoints="1"/>
            </p:cNvSpPr>
            <p:nvPr/>
          </p:nvSpPr>
          <p:spPr>
            <a:xfrm>
              <a:off x="3180" y="3350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880" y="0"/>
                </a:cxn>
                <a:cxn ang="0">
                  <a:pos x="1173" y="0"/>
                </a:cxn>
                <a:cxn ang="0">
                  <a:pos x="880" y="0"/>
                </a:cxn>
                <a:cxn ang="0">
                  <a:pos x="880" y="0"/>
                </a:cxn>
              </a:cxnLst>
              <a:rect l="txL" t="txT" r="txR" b="txB"/>
              <a:pathLst>
                <a:path w="48" h="1">
                  <a:moveTo>
                    <a:pt x="0" y="0"/>
                  </a:moveTo>
                  <a:lnTo>
                    <a:pt x="18" y="0"/>
                  </a:lnTo>
                  <a:lnTo>
                    <a:pt x="0" y="0"/>
                  </a:lnTo>
                  <a:close/>
                  <a:moveTo>
                    <a:pt x="36" y="0"/>
                  </a:moveTo>
                  <a:lnTo>
                    <a:pt x="48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39" name="Freeform 119"/>
            <p:cNvSpPr>
              <a:spLocks noEditPoints="1"/>
            </p:cNvSpPr>
            <p:nvPr/>
          </p:nvSpPr>
          <p:spPr>
            <a:xfrm>
              <a:off x="3254" y="3336"/>
              <a:ext cx="12" cy="14"/>
            </a:xfrm>
            <a:custGeom>
              <a:avLst/>
              <a:gdLst>
                <a:gd name="txL" fmla="*/ 0 w 11"/>
                <a:gd name="txT" fmla="*/ 0 h 12"/>
                <a:gd name="txR" fmla="*/ 11 w 11"/>
                <a:gd name="txB" fmla="*/ 12 h 12"/>
              </a:gdLst>
              <a:ahLst/>
              <a:cxnLst>
                <a:cxn ang="0">
                  <a:pos x="0" y="775"/>
                </a:cxn>
                <a:cxn ang="0">
                  <a:pos x="106" y="775"/>
                </a:cxn>
                <a:cxn ang="0">
                  <a:pos x="0" y="775"/>
                </a:cxn>
                <a:cxn ang="0">
                  <a:pos x="0" y="775"/>
                </a:cxn>
                <a:cxn ang="0">
                  <a:pos x="106" y="775"/>
                </a:cxn>
                <a:cxn ang="0">
                  <a:pos x="106" y="0"/>
                </a:cxn>
                <a:cxn ang="0">
                  <a:pos x="106" y="775"/>
                </a:cxn>
                <a:cxn ang="0">
                  <a:pos x="106" y="775"/>
                </a:cxn>
              </a:cxnLst>
              <a:rect l="txL" t="txT" r="txR" b="txB"/>
              <a:pathLst>
                <a:path w="11" h="12">
                  <a:moveTo>
                    <a:pt x="0" y="12"/>
                  </a:moveTo>
                  <a:lnTo>
                    <a:pt x="11" y="12"/>
                  </a:lnTo>
                  <a:lnTo>
                    <a:pt x="0" y="12"/>
                  </a:lnTo>
                  <a:close/>
                  <a:moveTo>
                    <a:pt x="11" y="12"/>
                  </a:moveTo>
                  <a:lnTo>
                    <a:pt x="11" y="0"/>
                  </a:lnTo>
                  <a:lnTo>
                    <a:pt x="11" y="12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40" name="Freeform 120"/>
            <p:cNvSpPr>
              <a:spLocks noEditPoints="1"/>
            </p:cNvSpPr>
            <p:nvPr/>
          </p:nvSpPr>
          <p:spPr>
            <a:xfrm>
              <a:off x="3266" y="3302"/>
              <a:ext cx="1" cy="48"/>
            </a:xfrm>
            <a:custGeom>
              <a:avLst/>
              <a:gdLst>
                <a:gd name="txL" fmla="*/ 0 w 1"/>
                <a:gd name="txT" fmla="*/ 0 h 42"/>
                <a:gd name="txR" fmla="*/ 1 w 1"/>
                <a:gd name="txB" fmla="*/ 42 h 42"/>
              </a:gdLst>
              <a:ahLst/>
              <a:cxnLst>
                <a:cxn ang="0">
                  <a:pos x="0" y="1544"/>
                </a:cxn>
                <a:cxn ang="0">
                  <a:pos x="0" y="1544"/>
                </a:cxn>
                <a:cxn ang="0">
                  <a:pos x="0" y="1544"/>
                </a:cxn>
                <a:cxn ang="0">
                  <a:pos x="0" y="671"/>
                </a:cxn>
                <a:cxn ang="0">
                  <a:pos x="0" y="0"/>
                </a:cxn>
                <a:cxn ang="0">
                  <a:pos x="0" y="671"/>
                </a:cxn>
                <a:cxn ang="0">
                  <a:pos x="0" y="671"/>
                </a:cxn>
              </a:cxnLst>
              <a:rect l="txL" t="txT" r="txR" b="txB"/>
              <a:pathLst>
                <a:path w="1" h="42">
                  <a:moveTo>
                    <a:pt x="0" y="42"/>
                  </a:moveTo>
                  <a:lnTo>
                    <a:pt x="0" y="42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41" name="Freeform 121"/>
            <p:cNvSpPr>
              <a:spLocks noEditPoints="1"/>
            </p:cNvSpPr>
            <p:nvPr/>
          </p:nvSpPr>
          <p:spPr>
            <a:xfrm>
              <a:off x="3266" y="3227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896"/>
                </a:cxn>
                <a:cxn ang="0">
                  <a:pos x="0" y="1440"/>
                </a:cxn>
                <a:cxn ang="0">
                  <a:pos x="0" y="1896"/>
                </a:cxn>
                <a:cxn ang="0">
                  <a:pos x="0" y="1896"/>
                </a:cxn>
                <a:cxn ang="0">
                  <a:pos x="0" y="731"/>
                </a:cxn>
                <a:cxn ang="0">
                  <a:pos x="0" y="0"/>
                </a:cxn>
                <a:cxn ang="0">
                  <a:pos x="0" y="731"/>
                </a:cxn>
                <a:cxn ang="0">
                  <a:pos x="0" y="731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6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42" name="Freeform 122"/>
            <p:cNvSpPr>
              <a:spLocks noEditPoints="1"/>
            </p:cNvSpPr>
            <p:nvPr/>
          </p:nvSpPr>
          <p:spPr>
            <a:xfrm>
              <a:off x="3266" y="3159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896"/>
                </a:cxn>
                <a:cxn ang="0">
                  <a:pos x="0" y="1203"/>
                </a:cxn>
                <a:cxn ang="0">
                  <a:pos x="0" y="1896"/>
                </a:cxn>
                <a:cxn ang="0">
                  <a:pos x="0" y="1896"/>
                </a:cxn>
                <a:cxn ang="0">
                  <a:pos x="0" y="486"/>
                </a:cxn>
                <a:cxn ang="0">
                  <a:pos x="0" y="0"/>
                </a:cxn>
                <a:cxn ang="0">
                  <a:pos x="0" y="486"/>
                </a:cxn>
                <a:cxn ang="0">
                  <a:pos x="0" y="486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0"/>
                  </a:lnTo>
                  <a:lnTo>
                    <a:pt x="0" y="48"/>
                  </a:lnTo>
                  <a:close/>
                  <a:moveTo>
                    <a:pt x="0" y="12"/>
                  </a:moveTo>
                  <a:lnTo>
                    <a:pt x="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43" name="Freeform 123"/>
            <p:cNvSpPr>
              <a:spLocks noEditPoints="1"/>
            </p:cNvSpPr>
            <p:nvPr/>
          </p:nvSpPr>
          <p:spPr>
            <a:xfrm>
              <a:off x="3266" y="3085"/>
              <a:ext cx="1" cy="54"/>
            </a:xfrm>
            <a:custGeom>
              <a:avLst/>
              <a:gdLst>
                <a:gd name="txL" fmla="*/ 0 w 1"/>
                <a:gd name="txT" fmla="*/ 0 h 47"/>
                <a:gd name="txR" fmla="*/ 1 w 1"/>
                <a:gd name="txB" fmla="*/ 47 h 47"/>
              </a:gdLst>
              <a:ahLst/>
              <a:cxnLst>
                <a:cxn ang="0">
                  <a:pos x="0" y="1987"/>
                </a:cxn>
                <a:cxn ang="0">
                  <a:pos x="0" y="1259"/>
                </a:cxn>
                <a:cxn ang="0">
                  <a:pos x="0" y="1987"/>
                </a:cxn>
                <a:cxn ang="0">
                  <a:pos x="0" y="1987"/>
                </a:cxn>
                <a:cxn ang="0">
                  <a:pos x="0" y="787"/>
                </a:cxn>
                <a:cxn ang="0">
                  <a:pos x="0" y="0"/>
                </a:cxn>
                <a:cxn ang="0">
                  <a:pos x="0" y="787"/>
                </a:cxn>
                <a:cxn ang="0">
                  <a:pos x="0" y="787"/>
                </a:cxn>
              </a:cxnLst>
              <a:rect l="txL" t="txT" r="txR" b="txB"/>
              <a:pathLst>
                <a:path w="1" h="47">
                  <a:moveTo>
                    <a:pt x="0" y="47"/>
                  </a:moveTo>
                  <a:lnTo>
                    <a:pt x="0" y="29"/>
                  </a:lnTo>
                  <a:lnTo>
                    <a:pt x="0" y="47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44" name="Freeform 124"/>
            <p:cNvSpPr>
              <a:spLocks noEditPoints="1"/>
            </p:cNvSpPr>
            <p:nvPr/>
          </p:nvSpPr>
          <p:spPr>
            <a:xfrm>
              <a:off x="3266" y="3010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896"/>
                </a:cxn>
                <a:cxn ang="0">
                  <a:pos x="0" y="1440"/>
                </a:cxn>
                <a:cxn ang="0">
                  <a:pos x="0" y="1896"/>
                </a:cxn>
                <a:cxn ang="0">
                  <a:pos x="0" y="1896"/>
                </a:cxn>
                <a:cxn ang="0">
                  <a:pos x="0" y="731"/>
                </a:cxn>
                <a:cxn ang="0">
                  <a:pos x="0" y="0"/>
                </a:cxn>
                <a:cxn ang="0">
                  <a:pos x="0" y="731"/>
                </a:cxn>
                <a:cxn ang="0">
                  <a:pos x="0" y="731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6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45" name="Freeform 125"/>
            <p:cNvSpPr>
              <a:spLocks noEditPoints="1"/>
            </p:cNvSpPr>
            <p:nvPr/>
          </p:nvSpPr>
          <p:spPr>
            <a:xfrm>
              <a:off x="3266" y="2942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896"/>
                </a:cxn>
                <a:cxn ang="0">
                  <a:pos x="0" y="1203"/>
                </a:cxn>
                <a:cxn ang="0">
                  <a:pos x="0" y="1896"/>
                </a:cxn>
                <a:cxn ang="0">
                  <a:pos x="0" y="1896"/>
                </a:cxn>
                <a:cxn ang="0">
                  <a:pos x="0" y="486"/>
                </a:cxn>
                <a:cxn ang="0">
                  <a:pos x="0" y="0"/>
                </a:cxn>
                <a:cxn ang="0">
                  <a:pos x="0" y="486"/>
                </a:cxn>
                <a:cxn ang="0">
                  <a:pos x="0" y="486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0"/>
                  </a:lnTo>
                  <a:lnTo>
                    <a:pt x="0" y="48"/>
                  </a:lnTo>
                  <a:close/>
                  <a:moveTo>
                    <a:pt x="0" y="12"/>
                  </a:moveTo>
                  <a:lnTo>
                    <a:pt x="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46" name="Freeform 126"/>
            <p:cNvSpPr>
              <a:spLocks noEditPoints="1"/>
            </p:cNvSpPr>
            <p:nvPr/>
          </p:nvSpPr>
          <p:spPr>
            <a:xfrm>
              <a:off x="3266" y="2868"/>
              <a:ext cx="1" cy="53"/>
            </a:xfrm>
            <a:custGeom>
              <a:avLst/>
              <a:gdLst>
                <a:gd name="txL" fmla="*/ 0 w 1"/>
                <a:gd name="txT" fmla="*/ 0 h 47"/>
                <a:gd name="txR" fmla="*/ 1 w 1"/>
                <a:gd name="txB" fmla="*/ 47 h 47"/>
              </a:gdLst>
              <a:ahLst/>
              <a:cxnLst>
                <a:cxn ang="0">
                  <a:pos x="0" y="1227"/>
                </a:cxn>
                <a:cxn ang="0">
                  <a:pos x="0" y="759"/>
                </a:cxn>
                <a:cxn ang="0">
                  <a:pos x="0" y="1227"/>
                </a:cxn>
                <a:cxn ang="0">
                  <a:pos x="0" y="1227"/>
                </a:cxn>
                <a:cxn ang="0">
                  <a:pos x="0" y="417"/>
                </a:cxn>
                <a:cxn ang="0">
                  <a:pos x="0" y="0"/>
                </a:cxn>
                <a:cxn ang="0">
                  <a:pos x="0" y="417"/>
                </a:cxn>
                <a:cxn ang="0">
                  <a:pos x="0" y="417"/>
                </a:cxn>
              </a:cxnLst>
              <a:rect l="txL" t="txT" r="txR" b="txB"/>
              <a:pathLst>
                <a:path w="1" h="47">
                  <a:moveTo>
                    <a:pt x="0" y="47"/>
                  </a:moveTo>
                  <a:lnTo>
                    <a:pt x="0" y="29"/>
                  </a:lnTo>
                  <a:lnTo>
                    <a:pt x="0" y="47"/>
                  </a:lnTo>
                  <a:close/>
                  <a:moveTo>
                    <a:pt x="0" y="17"/>
                  </a:moveTo>
                  <a:lnTo>
                    <a:pt x="0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47" name="Freeform 127"/>
            <p:cNvSpPr>
              <a:spLocks noEditPoints="1"/>
            </p:cNvSpPr>
            <p:nvPr/>
          </p:nvSpPr>
          <p:spPr>
            <a:xfrm>
              <a:off x="3266" y="2793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896"/>
                </a:cxn>
                <a:cxn ang="0">
                  <a:pos x="0" y="1440"/>
                </a:cxn>
                <a:cxn ang="0">
                  <a:pos x="0" y="1896"/>
                </a:cxn>
                <a:cxn ang="0">
                  <a:pos x="0" y="1896"/>
                </a:cxn>
                <a:cxn ang="0">
                  <a:pos x="0" y="731"/>
                </a:cxn>
                <a:cxn ang="0">
                  <a:pos x="0" y="0"/>
                </a:cxn>
                <a:cxn ang="0">
                  <a:pos x="0" y="731"/>
                </a:cxn>
                <a:cxn ang="0">
                  <a:pos x="0" y="731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6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48" name="Freeform 128"/>
            <p:cNvSpPr>
              <a:spLocks noEditPoints="1"/>
            </p:cNvSpPr>
            <p:nvPr/>
          </p:nvSpPr>
          <p:spPr>
            <a:xfrm>
              <a:off x="3266" y="2725"/>
              <a:ext cx="1" cy="54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173"/>
                </a:cxn>
                <a:cxn ang="0">
                  <a:pos x="0" y="732"/>
                </a:cxn>
                <a:cxn ang="0">
                  <a:pos x="0" y="1173"/>
                </a:cxn>
                <a:cxn ang="0">
                  <a:pos x="0" y="1173"/>
                </a:cxn>
                <a:cxn ang="0">
                  <a:pos x="0" y="321"/>
                </a:cxn>
                <a:cxn ang="0">
                  <a:pos x="0" y="0"/>
                </a:cxn>
                <a:cxn ang="0">
                  <a:pos x="0" y="321"/>
                </a:cxn>
                <a:cxn ang="0">
                  <a:pos x="0" y="321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0"/>
                  </a:lnTo>
                  <a:lnTo>
                    <a:pt x="0" y="48"/>
                  </a:lnTo>
                  <a:close/>
                  <a:moveTo>
                    <a:pt x="0" y="12"/>
                  </a:moveTo>
                  <a:lnTo>
                    <a:pt x="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49" name="Freeform 129"/>
            <p:cNvSpPr>
              <a:spLocks noEditPoints="1"/>
            </p:cNvSpPr>
            <p:nvPr/>
          </p:nvSpPr>
          <p:spPr>
            <a:xfrm>
              <a:off x="3266" y="2650"/>
              <a:ext cx="1" cy="54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173"/>
                </a:cxn>
                <a:cxn ang="0">
                  <a:pos x="0" y="732"/>
                </a:cxn>
                <a:cxn ang="0">
                  <a:pos x="0" y="1173"/>
                </a:cxn>
                <a:cxn ang="0">
                  <a:pos x="0" y="1173"/>
                </a:cxn>
                <a:cxn ang="0">
                  <a:pos x="0" y="457"/>
                </a:cxn>
                <a:cxn ang="0">
                  <a:pos x="0" y="0"/>
                </a:cxn>
                <a:cxn ang="0">
                  <a:pos x="0" y="457"/>
                </a:cxn>
                <a:cxn ang="0">
                  <a:pos x="0" y="457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0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50" name="Freeform 130"/>
            <p:cNvSpPr>
              <a:spLocks noEditPoints="1"/>
            </p:cNvSpPr>
            <p:nvPr/>
          </p:nvSpPr>
          <p:spPr>
            <a:xfrm>
              <a:off x="3266" y="2576"/>
              <a:ext cx="1" cy="54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173"/>
                </a:cxn>
                <a:cxn ang="0">
                  <a:pos x="0" y="880"/>
                </a:cxn>
                <a:cxn ang="0">
                  <a:pos x="0" y="1173"/>
                </a:cxn>
                <a:cxn ang="0">
                  <a:pos x="0" y="1173"/>
                </a:cxn>
                <a:cxn ang="0">
                  <a:pos x="0" y="457"/>
                </a:cxn>
                <a:cxn ang="0">
                  <a:pos x="0" y="0"/>
                </a:cxn>
                <a:cxn ang="0">
                  <a:pos x="0" y="457"/>
                </a:cxn>
                <a:cxn ang="0">
                  <a:pos x="0" y="457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6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51" name="Freeform 131"/>
            <p:cNvSpPr>
              <a:spLocks noEditPoints="1"/>
            </p:cNvSpPr>
            <p:nvPr/>
          </p:nvSpPr>
          <p:spPr>
            <a:xfrm>
              <a:off x="3266" y="2508"/>
              <a:ext cx="1" cy="54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173"/>
                </a:cxn>
                <a:cxn ang="0">
                  <a:pos x="0" y="732"/>
                </a:cxn>
                <a:cxn ang="0">
                  <a:pos x="0" y="1173"/>
                </a:cxn>
                <a:cxn ang="0">
                  <a:pos x="0" y="1173"/>
                </a:cxn>
                <a:cxn ang="0">
                  <a:pos x="0" y="321"/>
                </a:cxn>
                <a:cxn ang="0">
                  <a:pos x="0" y="0"/>
                </a:cxn>
                <a:cxn ang="0">
                  <a:pos x="0" y="321"/>
                </a:cxn>
                <a:cxn ang="0">
                  <a:pos x="0" y="321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0"/>
                  </a:lnTo>
                  <a:lnTo>
                    <a:pt x="0" y="48"/>
                  </a:lnTo>
                  <a:close/>
                  <a:moveTo>
                    <a:pt x="0" y="12"/>
                  </a:moveTo>
                  <a:lnTo>
                    <a:pt x="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52" name="Freeform 132"/>
            <p:cNvSpPr>
              <a:spLocks noEditPoints="1"/>
            </p:cNvSpPr>
            <p:nvPr/>
          </p:nvSpPr>
          <p:spPr>
            <a:xfrm>
              <a:off x="3266" y="2433"/>
              <a:ext cx="1" cy="54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173"/>
                </a:cxn>
                <a:cxn ang="0">
                  <a:pos x="0" y="732"/>
                </a:cxn>
                <a:cxn ang="0">
                  <a:pos x="0" y="1173"/>
                </a:cxn>
                <a:cxn ang="0">
                  <a:pos x="0" y="1173"/>
                </a:cxn>
                <a:cxn ang="0">
                  <a:pos x="0" y="457"/>
                </a:cxn>
                <a:cxn ang="0">
                  <a:pos x="0" y="0"/>
                </a:cxn>
                <a:cxn ang="0">
                  <a:pos x="0" y="457"/>
                </a:cxn>
                <a:cxn ang="0">
                  <a:pos x="0" y="457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0"/>
                  </a:lnTo>
                  <a:lnTo>
                    <a:pt x="0" y="48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53" name="Freeform 133"/>
            <p:cNvSpPr>
              <a:spLocks noEditPoints="1"/>
            </p:cNvSpPr>
            <p:nvPr/>
          </p:nvSpPr>
          <p:spPr>
            <a:xfrm>
              <a:off x="3266" y="2359"/>
              <a:ext cx="1" cy="53"/>
            </a:xfrm>
            <a:custGeom>
              <a:avLst/>
              <a:gdLst>
                <a:gd name="txL" fmla="*/ 0 w 1"/>
                <a:gd name="txT" fmla="*/ 0 h 47"/>
                <a:gd name="txR" fmla="*/ 1 w 1"/>
                <a:gd name="txB" fmla="*/ 47 h 47"/>
              </a:gdLst>
              <a:ahLst/>
              <a:cxnLst>
                <a:cxn ang="0">
                  <a:pos x="0" y="1227"/>
                </a:cxn>
                <a:cxn ang="0">
                  <a:pos x="0" y="885"/>
                </a:cxn>
                <a:cxn ang="0">
                  <a:pos x="0" y="1227"/>
                </a:cxn>
                <a:cxn ang="0">
                  <a:pos x="0" y="1227"/>
                </a:cxn>
                <a:cxn ang="0">
                  <a:pos x="0" y="469"/>
                </a:cxn>
                <a:cxn ang="0">
                  <a:pos x="0" y="0"/>
                </a:cxn>
                <a:cxn ang="0">
                  <a:pos x="0" y="469"/>
                </a:cxn>
                <a:cxn ang="0">
                  <a:pos x="0" y="469"/>
                </a:cxn>
              </a:cxnLst>
              <a:rect l="txL" t="txT" r="txR" b="txB"/>
              <a:pathLst>
                <a:path w="1" h="47">
                  <a:moveTo>
                    <a:pt x="0" y="47"/>
                  </a:moveTo>
                  <a:lnTo>
                    <a:pt x="0" y="35"/>
                  </a:lnTo>
                  <a:lnTo>
                    <a:pt x="0" y="47"/>
                  </a:lnTo>
                  <a:close/>
                  <a:moveTo>
                    <a:pt x="0" y="18"/>
                  </a:move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54" name="Freeform 134"/>
            <p:cNvSpPr>
              <a:spLocks noEditPoints="1"/>
            </p:cNvSpPr>
            <p:nvPr/>
          </p:nvSpPr>
          <p:spPr>
            <a:xfrm>
              <a:off x="3266" y="2290"/>
              <a:ext cx="1" cy="55"/>
            </a:xfrm>
            <a:custGeom>
              <a:avLst/>
              <a:gdLst>
                <a:gd name="txL" fmla="*/ 0 w 1"/>
                <a:gd name="txT" fmla="*/ 0 h 48"/>
                <a:gd name="txR" fmla="*/ 1 w 1"/>
                <a:gd name="txB" fmla="*/ 48 h 48"/>
              </a:gdLst>
              <a:ahLst/>
              <a:cxnLst>
                <a:cxn ang="0">
                  <a:pos x="0" y="1896"/>
                </a:cxn>
                <a:cxn ang="0">
                  <a:pos x="0" y="1203"/>
                </a:cxn>
                <a:cxn ang="0">
                  <a:pos x="0" y="1896"/>
                </a:cxn>
                <a:cxn ang="0">
                  <a:pos x="0" y="1896"/>
                </a:cxn>
                <a:cxn ang="0">
                  <a:pos x="0" y="486"/>
                </a:cxn>
                <a:cxn ang="0">
                  <a:pos x="0" y="0"/>
                </a:cxn>
                <a:cxn ang="0">
                  <a:pos x="0" y="486"/>
                </a:cxn>
                <a:cxn ang="0">
                  <a:pos x="0" y="486"/>
                </a:cxn>
              </a:cxnLst>
              <a:rect l="txL" t="txT" r="txR" b="txB"/>
              <a:pathLst>
                <a:path w="1" h="48">
                  <a:moveTo>
                    <a:pt x="0" y="48"/>
                  </a:moveTo>
                  <a:lnTo>
                    <a:pt x="0" y="30"/>
                  </a:lnTo>
                  <a:lnTo>
                    <a:pt x="0" y="48"/>
                  </a:lnTo>
                  <a:close/>
                  <a:moveTo>
                    <a:pt x="0" y="12"/>
                  </a:moveTo>
                  <a:lnTo>
                    <a:pt x="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55" name="Freeform 135"/>
            <p:cNvSpPr>
              <a:spLocks noEditPoints="1"/>
            </p:cNvSpPr>
            <p:nvPr/>
          </p:nvSpPr>
          <p:spPr>
            <a:xfrm>
              <a:off x="3266" y="2222"/>
              <a:ext cx="1" cy="48"/>
            </a:xfrm>
            <a:custGeom>
              <a:avLst/>
              <a:gdLst>
                <a:gd name="txL" fmla="*/ 0 w 1"/>
                <a:gd name="txT" fmla="*/ 0 h 42"/>
                <a:gd name="txR" fmla="*/ 1 w 1"/>
                <a:gd name="txB" fmla="*/ 42 h 42"/>
              </a:gdLst>
              <a:ahLst/>
              <a:cxnLst>
                <a:cxn ang="0">
                  <a:pos x="0" y="1544"/>
                </a:cxn>
                <a:cxn ang="0">
                  <a:pos x="0" y="877"/>
                </a:cxn>
                <a:cxn ang="0">
                  <a:pos x="0" y="1544"/>
                </a:cxn>
                <a:cxn ang="0">
                  <a:pos x="0" y="1544"/>
                </a:cxn>
                <a:cxn ang="0">
                  <a:pos x="0" y="450"/>
                </a:cxn>
                <a:cxn ang="0">
                  <a:pos x="0" y="0"/>
                </a:cxn>
                <a:cxn ang="0">
                  <a:pos x="0" y="450"/>
                </a:cxn>
                <a:cxn ang="0">
                  <a:pos x="0" y="450"/>
                </a:cxn>
              </a:cxnLst>
              <a:rect l="txL" t="txT" r="txR" b="txB"/>
              <a:pathLst>
                <a:path w="1" h="42">
                  <a:moveTo>
                    <a:pt x="0" y="42"/>
                  </a:moveTo>
                  <a:lnTo>
                    <a:pt x="0" y="24"/>
                  </a:lnTo>
                  <a:lnTo>
                    <a:pt x="0" y="42"/>
                  </a:lnTo>
                  <a:close/>
                  <a:moveTo>
                    <a:pt x="0" y="12"/>
                  </a:moveTo>
                  <a:lnTo>
                    <a:pt x="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56" name="Freeform 136"/>
            <p:cNvSpPr>
              <a:spLocks noEditPoints="1"/>
            </p:cNvSpPr>
            <p:nvPr/>
          </p:nvSpPr>
          <p:spPr>
            <a:xfrm>
              <a:off x="3254" y="2222"/>
              <a:ext cx="12" cy="1"/>
            </a:xfrm>
            <a:custGeom>
              <a:avLst/>
              <a:gdLst>
                <a:gd name="txL" fmla="*/ 0 w 11"/>
                <a:gd name="txT" fmla="*/ 0 h 1"/>
                <a:gd name="txR" fmla="*/ 11 w 11"/>
                <a:gd name="txB" fmla="*/ 1 h 1"/>
              </a:gdLst>
              <a:ahLst/>
              <a:cxnLst>
                <a:cxn ang="0">
                  <a:pos x="106" y="0"/>
                </a:cxn>
                <a:cxn ang="0">
                  <a:pos x="0" y="0"/>
                </a:cxn>
                <a:cxn ang="0">
                  <a:pos x="106" y="0"/>
                </a:cxn>
                <a:cxn ang="0">
                  <a:pos x="106" y="0"/>
                </a:cxn>
                <a:cxn ang="0">
                  <a:pos x="106" y="0"/>
                </a:cxn>
                <a:cxn ang="0">
                  <a:pos x="106" y="0"/>
                </a:cxn>
                <a:cxn ang="0">
                  <a:pos x="106" y="0"/>
                </a:cxn>
              </a:cxnLst>
              <a:rect l="txL" t="txT" r="txR" b="txB"/>
              <a:pathLst>
                <a:path w="11" h="1">
                  <a:moveTo>
                    <a:pt x="11" y="0"/>
                  </a:moveTo>
                  <a:lnTo>
                    <a:pt x="0" y="0"/>
                  </a:lnTo>
                  <a:lnTo>
                    <a:pt x="11" y="0"/>
                  </a:lnTo>
                  <a:close/>
                  <a:moveTo>
                    <a:pt x="11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57" name="Freeform 137"/>
            <p:cNvSpPr>
              <a:spLocks noEditPoints="1"/>
            </p:cNvSpPr>
            <p:nvPr/>
          </p:nvSpPr>
          <p:spPr>
            <a:xfrm>
              <a:off x="3186" y="2222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1173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1173" y="0"/>
                </a:cxn>
                <a:cxn ang="0">
                  <a:pos x="321" y="0"/>
                </a:cxn>
                <a:cxn ang="0">
                  <a:pos x="0" y="0"/>
                </a:cxn>
                <a:cxn ang="0">
                  <a:pos x="321" y="0"/>
                </a:cxn>
                <a:cxn ang="0">
                  <a:pos x="321" y="0"/>
                </a:cxn>
              </a:cxnLst>
              <a:rect l="txL" t="txT" r="txR" b="txB"/>
              <a:pathLst>
                <a:path w="48" h="1">
                  <a:moveTo>
                    <a:pt x="48" y="0"/>
                  </a:moveTo>
                  <a:lnTo>
                    <a:pt x="30" y="0"/>
                  </a:lnTo>
                  <a:lnTo>
                    <a:pt x="48" y="0"/>
                  </a:lnTo>
                  <a:close/>
                  <a:moveTo>
                    <a:pt x="12" y="0"/>
                  </a:moveTo>
                  <a:lnTo>
                    <a:pt x="0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58" name="Freeform 138"/>
            <p:cNvSpPr>
              <a:spLocks noEditPoints="1"/>
            </p:cNvSpPr>
            <p:nvPr/>
          </p:nvSpPr>
          <p:spPr>
            <a:xfrm>
              <a:off x="3112" y="2222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1173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1173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457" y="0"/>
                </a:cxn>
                <a:cxn ang="0">
                  <a:pos x="457" y="0"/>
                </a:cxn>
              </a:cxnLst>
              <a:rect l="txL" t="txT" r="txR" b="txB"/>
              <a:pathLst>
                <a:path w="48" h="1">
                  <a:moveTo>
                    <a:pt x="48" y="0"/>
                  </a:moveTo>
                  <a:lnTo>
                    <a:pt x="30" y="0"/>
                  </a:lnTo>
                  <a:lnTo>
                    <a:pt x="48" y="0"/>
                  </a:lnTo>
                  <a:close/>
                  <a:moveTo>
                    <a:pt x="18" y="0"/>
                  </a:move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59" name="Freeform 139"/>
            <p:cNvSpPr>
              <a:spLocks noEditPoints="1"/>
            </p:cNvSpPr>
            <p:nvPr/>
          </p:nvSpPr>
          <p:spPr>
            <a:xfrm>
              <a:off x="3038" y="2222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1173" y="0"/>
                </a:cxn>
                <a:cxn ang="0">
                  <a:pos x="880" y="0"/>
                </a:cxn>
                <a:cxn ang="0">
                  <a:pos x="1173" y="0"/>
                </a:cxn>
                <a:cxn ang="0">
                  <a:pos x="1173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457" y="0"/>
                </a:cxn>
                <a:cxn ang="0">
                  <a:pos x="457" y="0"/>
                </a:cxn>
              </a:cxnLst>
              <a:rect l="txL" t="txT" r="txR" b="txB"/>
              <a:pathLst>
                <a:path w="48" h="1">
                  <a:moveTo>
                    <a:pt x="48" y="0"/>
                  </a:moveTo>
                  <a:lnTo>
                    <a:pt x="36" y="0"/>
                  </a:lnTo>
                  <a:lnTo>
                    <a:pt x="48" y="0"/>
                  </a:lnTo>
                  <a:close/>
                  <a:moveTo>
                    <a:pt x="18" y="0"/>
                  </a:move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60" name="Freeform 140"/>
            <p:cNvSpPr>
              <a:spLocks noEditPoints="1"/>
            </p:cNvSpPr>
            <p:nvPr/>
          </p:nvSpPr>
          <p:spPr>
            <a:xfrm>
              <a:off x="2971" y="2222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1173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1173" y="0"/>
                </a:cxn>
                <a:cxn ang="0">
                  <a:pos x="321" y="0"/>
                </a:cxn>
                <a:cxn ang="0">
                  <a:pos x="0" y="0"/>
                </a:cxn>
                <a:cxn ang="0">
                  <a:pos x="321" y="0"/>
                </a:cxn>
                <a:cxn ang="0">
                  <a:pos x="321" y="0"/>
                </a:cxn>
              </a:cxnLst>
              <a:rect l="txL" t="txT" r="txR" b="txB"/>
              <a:pathLst>
                <a:path w="48" h="1">
                  <a:moveTo>
                    <a:pt x="48" y="0"/>
                  </a:moveTo>
                  <a:lnTo>
                    <a:pt x="30" y="0"/>
                  </a:lnTo>
                  <a:lnTo>
                    <a:pt x="48" y="0"/>
                  </a:lnTo>
                  <a:close/>
                  <a:moveTo>
                    <a:pt x="12" y="0"/>
                  </a:moveTo>
                  <a:lnTo>
                    <a:pt x="0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61" name="Freeform 141"/>
            <p:cNvSpPr>
              <a:spLocks noEditPoints="1"/>
            </p:cNvSpPr>
            <p:nvPr/>
          </p:nvSpPr>
          <p:spPr>
            <a:xfrm>
              <a:off x="2896" y="2222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1173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1173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457" y="0"/>
                </a:cxn>
                <a:cxn ang="0">
                  <a:pos x="457" y="0"/>
                </a:cxn>
              </a:cxnLst>
              <a:rect l="txL" t="txT" r="txR" b="txB"/>
              <a:pathLst>
                <a:path w="48" h="1">
                  <a:moveTo>
                    <a:pt x="48" y="0"/>
                  </a:moveTo>
                  <a:lnTo>
                    <a:pt x="30" y="0"/>
                  </a:lnTo>
                  <a:lnTo>
                    <a:pt x="48" y="0"/>
                  </a:lnTo>
                  <a:close/>
                  <a:moveTo>
                    <a:pt x="18" y="0"/>
                  </a:move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62" name="Freeform 142"/>
            <p:cNvSpPr>
              <a:spLocks noEditPoints="1"/>
            </p:cNvSpPr>
            <p:nvPr/>
          </p:nvSpPr>
          <p:spPr>
            <a:xfrm>
              <a:off x="2823" y="2222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1173" y="0"/>
                </a:cxn>
                <a:cxn ang="0">
                  <a:pos x="880" y="0"/>
                </a:cxn>
                <a:cxn ang="0">
                  <a:pos x="1173" y="0"/>
                </a:cxn>
                <a:cxn ang="0">
                  <a:pos x="1173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457" y="0"/>
                </a:cxn>
                <a:cxn ang="0">
                  <a:pos x="457" y="0"/>
                </a:cxn>
              </a:cxnLst>
              <a:rect l="txL" t="txT" r="txR" b="txB"/>
              <a:pathLst>
                <a:path w="48" h="1">
                  <a:moveTo>
                    <a:pt x="48" y="0"/>
                  </a:moveTo>
                  <a:lnTo>
                    <a:pt x="36" y="0"/>
                  </a:lnTo>
                  <a:lnTo>
                    <a:pt x="48" y="0"/>
                  </a:lnTo>
                  <a:close/>
                  <a:moveTo>
                    <a:pt x="18" y="0"/>
                  </a:move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63" name="Freeform 143"/>
            <p:cNvSpPr>
              <a:spLocks noEditPoints="1"/>
            </p:cNvSpPr>
            <p:nvPr/>
          </p:nvSpPr>
          <p:spPr>
            <a:xfrm>
              <a:off x="2756" y="2222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1173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1173" y="0"/>
                </a:cxn>
                <a:cxn ang="0">
                  <a:pos x="321" y="0"/>
                </a:cxn>
                <a:cxn ang="0">
                  <a:pos x="0" y="0"/>
                </a:cxn>
                <a:cxn ang="0">
                  <a:pos x="321" y="0"/>
                </a:cxn>
                <a:cxn ang="0">
                  <a:pos x="321" y="0"/>
                </a:cxn>
              </a:cxnLst>
              <a:rect l="txL" t="txT" r="txR" b="txB"/>
              <a:pathLst>
                <a:path w="48" h="1">
                  <a:moveTo>
                    <a:pt x="48" y="0"/>
                  </a:moveTo>
                  <a:lnTo>
                    <a:pt x="30" y="0"/>
                  </a:lnTo>
                  <a:lnTo>
                    <a:pt x="48" y="0"/>
                  </a:lnTo>
                  <a:close/>
                  <a:moveTo>
                    <a:pt x="12" y="0"/>
                  </a:moveTo>
                  <a:lnTo>
                    <a:pt x="0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64" name="Freeform 144"/>
            <p:cNvSpPr>
              <a:spLocks noEditPoints="1"/>
            </p:cNvSpPr>
            <p:nvPr/>
          </p:nvSpPr>
          <p:spPr>
            <a:xfrm>
              <a:off x="2682" y="2222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1173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1173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457" y="0"/>
                </a:cxn>
                <a:cxn ang="0">
                  <a:pos x="457" y="0"/>
                </a:cxn>
              </a:cxnLst>
              <a:rect l="txL" t="txT" r="txR" b="txB"/>
              <a:pathLst>
                <a:path w="48" h="1">
                  <a:moveTo>
                    <a:pt x="48" y="0"/>
                  </a:moveTo>
                  <a:lnTo>
                    <a:pt x="30" y="0"/>
                  </a:lnTo>
                  <a:lnTo>
                    <a:pt x="48" y="0"/>
                  </a:lnTo>
                  <a:close/>
                  <a:moveTo>
                    <a:pt x="18" y="0"/>
                  </a:move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65" name="Freeform 145"/>
            <p:cNvSpPr>
              <a:spLocks noEditPoints="1"/>
            </p:cNvSpPr>
            <p:nvPr/>
          </p:nvSpPr>
          <p:spPr>
            <a:xfrm>
              <a:off x="2608" y="2222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1173" y="0"/>
                </a:cxn>
                <a:cxn ang="0">
                  <a:pos x="880" y="0"/>
                </a:cxn>
                <a:cxn ang="0">
                  <a:pos x="1173" y="0"/>
                </a:cxn>
                <a:cxn ang="0">
                  <a:pos x="1173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457" y="0"/>
                </a:cxn>
                <a:cxn ang="0">
                  <a:pos x="457" y="0"/>
                </a:cxn>
              </a:cxnLst>
              <a:rect l="txL" t="txT" r="txR" b="txB"/>
              <a:pathLst>
                <a:path w="48" h="1">
                  <a:moveTo>
                    <a:pt x="48" y="0"/>
                  </a:moveTo>
                  <a:lnTo>
                    <a:pt x="36" y="0"/>
                  </a:lnTo>
                  <a:lnTo>
                    <a:pt x="48" y="0"/>
                  </a:lnTo>
                  <a:close/>
                  <a:moveTo>
                    <a:pt x="18" y="0"/>
                  </a:move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66" name="Freeform 146"/>
            <p:cNvSpPr>
              <a:spLocks noEditPoints="1"/>
            </p:cNvSpPr>
            <p:nvPr/>
          </p:nvSpPr>
          <p:spPr>
            <a:xfrm>
              <a:off x="2540" y="2222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1173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1173" y="0"/>
                </a:cxn>
                <a:cxn ang="0">
                  <a:pos x="321" y="0"/>
                </a:cxn>
                <a:cxn ang="0">
                  <a:pos x="0" y="0"/>
                </a:cxn>
                <a:cxn ang="0">
                  <a:pos x="321" y="0"/>
                </a:cxn>
                <a:cxn ang="0">
                  <a:pos x="321" y="0"/>
                </a:cxn>
              </a:cxnLst>
              <a:rect l="txL" t="txT" r="txR" b="txB"/>
              <a:pathLst>
                <a:path w="48" h="1">
                  <a:moveTo>
                    <a:pt x="48" y="0"/>
                  </a:moveTo>
                  <a:lnTo>
                    <a:pt x="30" y="0"/>
                  </a:lnTo>
                  <a:lnTo>
                    <a:pt x="48" y="0"/>
                  </a:lnTo>
                  <a:close/>
                  <a:moveTo>
                    <a:pt x="12" y="0"/>
                  </a:moveTo>
                  <a:lnTo>
                    <a:pt x="0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67" name="Freeform 147"/>
            <p:cNvSpPr>
              <a:spLocks noEditPoints="1"/>
            </p:cNvSpPr>
            <p:nvPr/>
          </p:nvSpPr>
          <p:spPr>
            <a:xfrm>
              <a:off x="2467" y="2222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1173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1173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457" y="0"/>
                </a:cxn>
                <a:cxn ang="0">
                  <a:pos x="457" y="0"/>
                </a:cxn>
              </a:cxnLst>
              <a:rect l="txL" t="txT" r="txR" b="txB"/>
              <a:pathLst>
                <a:path w="48" h="1">
                  <a:moveTo>
                    <a:pt x="48" y="0"/>
                  </a:moveTo>
                  <a:lnTo>
                    <a:pt x="30" y="0"/>
                  </a:lnTo>
                  <a:lnTo>
                    <a:pt x="48" y="0"/>
                  </a:lnTo>
                  <a:close/>
                  <a:moveTo>
                    <a:pt x="18" y="0"/>
                  </a:move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68" name="Freeform 148"/>
            <p:cNvSpPr>
              <a:spLocks noEditPoints="1"/>
            </p:cNvSpPr>
            <p:nvPr/>
          </p:nvSpPr>
          <p:spPr>
            <a:xfrm>
              <a:off x="2393" y="2222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1173" y="0"/>
                </a:cxn>
                <a:cxn ang="0">
                  <a:pos x="880" y="0"/>
                </a:cxn>
                <a:cxn ang="0">
                  <a:pos x="1173" y="0"/>
                </a:cxn>
                <a:cxn ang="0">
                  <a:pos x="1173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457" y="0"/>
                </a:cxn>
                <a:cxn ang="0">
                  <a:pos x="457" y="0"/>
                </a:cxn>
              </a:cxnLst>
              <a:rect l="txL" t="txT" r="txR" b="txB"/>
              <a:pathLst>
                <a:path w="48" h="1">
                  <a:moveTo>
                    <a:pt x="48" y="0"/>
                  </a:moveTo>
                  <a:lnTo>
                    <a:pt x="36" y="0"/>
                  </a:lnTo>
                  <a:lnTo>
                    <a:pt x="48" y="0"/>
                  </a:lnTo>
                  <a:close/>
                  <a:moveTo>
                    <a:pt x="18" y="0"/>
                  </a:move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69" name="Freeform 149"/>
            <p:cNvSpPr>
              <a:spLocks noEditPoints="1"/>
            </p:cNvSpPr>
            <p:nvPr/>
          </p:nvSpPr>
          <p:spPr>
            <a:xfrm>
              <a:off x="2326" y="2222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1173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1173" y="0"/>
                </a:cxn>
                <a:cxn ang="0">
                  <a:pos x="321" y="0"/>
                </a:cxn>
                <a:cxn ang="0">
                  <a:pos x="0" y="0"/>
                </a:cxn>
                <a:cxn ang="0">
                  <a:pos x="321" y="0"/>
                </a:cxn>
                <a:cxn ang="0">
                  <a:pos x="321" y="0"/>
                </a:cxn>
              </a:cxnLst>
              <a:rect l="txL" t="txT" r="txR" b="txB"/>
              <a:pathLst>
                <a:path w="48" h="1">
                  <a:moveTo>
                    <a:pt x="48" y="0"/>
                  </a:moveTo>
                  <a:lnTo>
                    <a:pt x="30" y="0"/>
                  </a:lnTo>
                  <a:lnTo>
                    <a:pt x="48" y="0"/>
                  </a:lnTo>
                  <a:close/>
                  <a:moveTo>
                    <a:pt x="12" y="0"/>
                  </a:moveTo>
                  <a:lnTo>
                    <a:pt x="0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70" name="Freeform 150"/>
            <p:cNvSpPr>
              <a:spLocks noEditPoints="1"/>
            </p:cNvSpPr>
            <p:nvPr/>
          </p:nvSpPr>
          <p:spPr>
            <a:xfrm>
              <a:off x="2251" y="2222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1173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1173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457" y="0"/>
                </a:cxn>
                <a:cxn ang="0">
                  <a:pos x="457" y="0"/>
                </a:cxn>
              </a:cxnLst>
              <a:rect l="txL" t="txT" r="txR" b="txB"/>
              <a:pathLst>
                <a:path w="48" h="1">
                  <a:moveTo>
                    <a:pt x="48" y="0"/>
                  </a:moveTo>
                  <a:lnTo>
                    <a:pt x="30" y="0"/>
                  </a:lnTo>
                  <a:lnTo>
                    <a:pt x="48" y="0"/>
                  </a:lnTo>
                  <a:close/>
                  <a:moveTo>
                    <a:pt x="18" y="0"/>
                  </a:move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71" name="Freeform 151"/>
            <p:cNvSpPr>
              <a:spLocks noEditPoints="1"/>
            </p:cNvSpPr>
            <p:nvPr/>
          </p:nvSpPr>
          <p:spPr>
            <a:xfrm>
              <a:off x="2177" y="2222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1173" y="0"/>
                </a:cxn>
                <a:cxn ang="0">
                  <a:pos x="880" y="0"/>
                </a:cxn>
                <a:cxn ang="0">
                  <a:pos x="1173" y="0"/>
                </a:cxn>
                <a:cxn ang="0">
                  <a:pos x="1173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457" y="0"/>
                </a:cxn>
                <a:cxn ang="0">
                  <a:pos x="457" y="0"/>
                </a:cxn>
              </a:cxnLst>
              <a:rect l="txL" t="txT" r="txR" b="txB"/>
              <a:pathLst>
                <a:path w="48" h="1">
                  <a:moveTo>
                    <a:pt x="48" y="0"/>
                  </a:moveTo>
                  <a:lnTo>
                    <a:pt x="36" y="0"/>
                  </a:lnTo>
                  <a:lnTo>
                    <a:pt x="48" y="0"/>
                  </a:lnTo>
                  <a:close/>
                  <a:moveTo>
                    <a:pt x="18" y="0"/>
                  </a:move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72" name="Freeform 152"/>
            <p:cNvSpPr>
              <a:spLocks noEditPoints="1"/>
            </p:cNvSpPr>
            <p:nvPr/>
          </p:nvSpPr>
          <p:spPr>
            <a:xfrm>
              <a:off x="2111" y="2222"/>
              <a:ext cx="53" cy="1"/>
            </a:xfrm>
            <a:custGeom>
              <a:avLst/>
              <a:gdLst>
                <a:gd name="txL" fmla="*/ 0 w 47"/>
                <a:gd name="txT" fmla="*/ 0 h 1"/>
                <a:gd name="txR" fmla="*/ 47 w 47"/>
                <a:gd name="txB" fmla="*/ 1 h 1"/>
              </a:gdLst>
              <a:ahLst/>
              <a:cxnLst>
                <a:cxn ang="0">
                  <a:pos x="1227" y="0"/>
                </a:cxn>
                <a:cxn ang="0">
                  <a:pos x="760" y="0"/>
                </a:cxn>
                <a:cxn ang="0">
                  <a:pos x="1227" y="0"/>
                </a:cxn>
                <a:cxn ang="0">
                  <a:pos x="1227" y="0"/>
                </a:cxn>
                <a:cxn ang="0">
                  <a:pos x="327" y="0"/>
                </a:cxn>
                <a:cxn ang="0">
                  <a:pos x="0" y="0"/>
                </a:cxn>
                <a:cxn ang="0">
                  <a:pos x="327" y="0"/>
                </a:cxn>
                <a:cxn ang="0">
                  <a:pos x="327" y="0"/>
                </a:cxn>
              </a:cxnLst>
              <a:rect l="txL" t="txT" r="txR" b="txB"/>
              <a:pathLst>
                <a:path w="47" h="1">
                  <a:moveTo>
                    <a:pt x="47" y="0"/>
                  </a:moveTo>
                  <a:lnTo>
                    <a:pt x="30" y="0"/>
                  </a:lnTo>
                  <a:lnTo>
                    <a:pt x="47" y="0"/>
                  </a:lnTo>
                  <a:close/>
                  <a:moveTo>
                    <a:pt x="12" y="0"/>
                  </a:moveTo>
                  <a:lnTo>
                    <a:pt x="0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73" name="Freeform 153"/>
            <p:cNvSpPr>
              <a:spLocks noEditPoints="1"/>
            </p:cNvSpPr>
            <p:nvPr/>
          </p:nvSpPr>
          <p:spPr>
            <a:xfrm>
              <a:off x="2037" y="2222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1173" y="0"/>
                </a:cxn>
                <a:cxn ang="0">
                  <a:pos x="732" y="0"/>
                </a:cxn>
                <a:cxn ang="0">
                  <a:pos x="1173" y="0"/>
                </a:cxn>
                <a:cxn ang="0">
                  <a:pos x="1173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457" y="0"/>
                </a:cxn>
                <a:cxn ang="0">
                  <a:pos x="457" y="0"/>
                </a:cxn>
              </a:cxnLst>
              <a:rect l="txL" t="txT" r="txR" b="txB"/>
              <a:pathLst>
                <a:path w="48" h="1">
                  <a:moveTo>
                    <a:pt x="48" y="0"/>
                  </a:moveTo>
                  <a:lnTo>
                    <a:pt x="30" y="0"/>
                  </a:lnTo>
                  <a:lnTo>
                    <a:pt x="48" y="0"/>
                  </a:lnTo>
                  <a:close/>
                  <a:moveTo>
                    <a:pt x="18" y="0"/>
                  </a:move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74" name="Freeform 154"/>
            <p:cNvSpPr>
              <a:spLocks noEditPoints="1"/>
            </p:cNvSpPr>
            <p:nvPr/>
          </p:nvSpPr>
          <p:spPr>
            <a:xfrm>
              <a:off x="1963" y="2222"/>
              <a:ext cx="54" cy="1"/>
            </a:xfrm>
            <a:custGeom>
              <a:avLst/>
              <a:gdLst>
                <a:gd name="txL" fmla="*/ 0 w 48"/>
                <a:gd name="txT" fmla="*/ 0 h 1"/>
                <a:gd name="txR" fmla="*/ 48 w 48"/>
                <a:gd name="txB" fmla="*/ 1 h 1"/>
              </a:gdLst>
              <a:ahLst/>
              <a:cxnLst>
                <a:cxn ang="0">
                  <a:pos x="1173" y="0"/>
                </a:cxn>
                <a:cxn ang="0">
                  <a:pos x="880" y="0"/>
                </a:cxn>
                <a:cxn ang="0">
                  <a:pos x="1173" y="0"/>
                </a:cxn>
                <a:cxn ang="0">
                  <a:pos x="1173" y="0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457" y="0"/>
                </a:cxn>
                <a:cxn ang="0">
                  <a:pos x="457" y="0"/>
                </a:cxn>
              </a:cxnLst>
              <a:rect l="txL" t="txT" r="txR" b="txB"/>
              <a:pathLst>
                <a:path w="48" h="1">
                  <a:moveTo>
                    <a:pt x="48" y="0"/>
                  </a:moveTo>
                  <a:lnTo>
                    <a:pt x="36" y="0"/>
                  </a:lnTo>
                  <a:lnTo>
                    <a:pt x="48" y="0"/>
                  </a:lnTo>
                  <a:close/>
                  <a:moveTo>
                    <a:pt x="18" y="0"/>
                  </a:move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75" name="Rectangle 155"/>
            <p:cNvSpPr/>
            <p:nvPr/>
          </p:nvSpPr>
          <p:spPr>
            <a:xfrm>
              <a:off x="1949" y="2222"/>
              <a:ext cx="0" cy="0"/>
            </a:xfrm>
            <a:prstGeom prst="rect">
              <a:avLst/>
            </a:prstGeom>
            <a:solidFill>
              <a:srgbClr val="F0027F"/>
            </a:solidFill>
            <a:ln w="9525" cap="flat" cmpd="sng">
              <a:solidFill>
                <a:srgbClr val="0066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aseline="-25000" dirty="0">
                <a:ea typeface="Arial" panose="020B0604020202020204" pitchFamily="34" charset="0"/>
              </a:endParaRPr>
            </a:p>
          </p:txBody>
        </p:sp>
        <p:sp>
          <p:nvSpPr>
            <p:cNvPr id="47276" name="Freeform 156"/>
            <p:cNvSpPr/>
            <p:nvPr/>
          </p:nvSpPr>
          <p:spPr>
            <a:xfrm>
              <a:off x="3482" y="2060"/>
              <a:ext cx="1" cy="1460"/>
            </a:xfrm>
            <a:custGeom>
              <a:avLst/>
              <a:gdLst>
                <a:gd name="txL" fmla="*/ 0 w 1"/>
                <a:gd name="txT" fmla="*/ 0 h 1284"/>
                <a:gd name="txR" fmla="*/ 1 w 1"/>
                <a:gd name="txB" fmla="*/ 1284 h 1284"/>
              </a:gdLst>
              <a:ahLst/>
              <a:cxnLst>
                <a:cxn ang="0">
                  <a:pos x="0" y="0"/>
                </a:cxn>
                <a:cxn ang="0">
                  <a:pos x="0" y="41218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284">
                  <a:moveTo>
                    <a:pt x="0" y="0"/>
                  </a:moveTo>
                  <a:lnTo>
                    <a:pt x="0" y="12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77" name="Freeform 157"/>
            <p:cNvSpPr/>
            <p:nvPr/>
          </p:nvSpPr>
          <p:spPr>
            <a:xfrm>
              <a:off x="4685" y="2636"/>
              <a:ext cx="242" cy="306"/>
            </a:xfrm>
            <a:custGeom>
              <a:avLst/>
              <a:gdLst>
                <a:gd name="txL" fmla="*/ 0 w 215"/>
                <a:gd name="txT" fmla="*/ 0 h 269"/>
                <a:gd name="txR" fmla="*/ 215 w 215"/>
                <a:gd name="txB" fmla="*/ 269 h 269"/>
              </a:gdLst>
              <a:ahLst/>
              <a:cxnLst>
                <a:cxn ang="0">
                  <a:pos x="2592" y="8728"/>
                </a:cxn>
                <a:cxn ang="0">
                  <a:pos x="3631" y="8335"/>
                </a:cxn>
                <a:cxn ang="0">
                  <a:pos x="4500" y="7544"/>
                </a:cxn>
                <a:cxn ang="0">
                  <a:pos x="5079" y="6219"/>
                </a:cxn>
                <a:cxn ang="0">
                  <a:pos x="5227" y="4493"/>
                </a:cxn>
                <a:cxn ang="0">
                  <a:pos x="5079" y="2726"/>
                </a:cxn>
                <a:cxn ang="0">
                  <a:pos x="4500" y="1409"/>
                </a:cxn>
                <a:cxn ang="0">
                  <a:pos x="3631" y="394"/>
                </a:cxn>
                <a:cxn ang="0">
                  <a:pos x="2592" y="0"/>
                </a:cxn>
                <a:cxn ang="0">
                  <a:pos x="1587" y="394"/>
                </a:cxn>
                <a:cxn ang="0">
                  <a:pos x="736" y="1409"/>
                </a:cxn>
                <a:cxn ang="0">
                  <a:pos x="158" y="2726"/>
                </a:cxn>
                <a:cxn ang="0">
                  <a:pos x="0" y="4493"/>
                </a:cxn>
                <a:cxn ang="0">
                  <a:pos x="158" y="6219"/>
                </a:cxn>
                <a:cxn ang="0">
                  <a:pos x="736" y="7544"/>
                </a:cxn>
                <a:cxn ang="0">
                  <a:pos x="1587" y="8335"/>
                </a:cxn>
                <a:cxn ang="0">
                  <a:pos x="2592" y="8728"/>
                </a:cxn>
                <a:cxn ang="0">
                  <a:pos x="2592" y="8728"/>
                </a:cxn>
              </a:cxnLst>
              <a:rect l="txL" t="txT" r="txR" b="txB"/>
              <a:pathLst>
                <a:path w="215" h="269">
                  <a:moveTo>
                    <a:pt x="107" y="269"/>
                  </a:moveTo>
                  <a:lnTo>
                    <a:pt x="149" y="257"/>
                  </a:lnTo>
                  <a:lnTo>
                    <a:pt x="185" y="233"/>
                  </a:lnTo>
                  <a:lnTo>
                    <a:pt x="209" y="192"/>
                  </a:lnTo>
                  <a:lnTo>
                    <a:pt x="215" y="138"/>
                  </a:lnTo>
                  <a:lnTo>
                    <a:pt x="209" y="84"/>
                  </a:lnTo>
                  <a:lnTo>
                    <a:pt x="185" y="42"/>
                  </a:lnTo>
                  <a:lnTo>
                    <a:pt x="149" y="12"/>
                  </a:lnTo>
                  <a:lnTo>
                    <a:pt x="107" y="0"/>
                  </a:lnTo>
                  <a:lnTo>
                    <a:pt x="65" y="12"/>
                  </a:lnTo>
                  <a:lnTo>
                    <a:pt x="30" y="42"/>
                  </a:lnTo>
                  <a:lnTo>
                    <a:pt x="6" y="84"/>
                  </a:lnTo>
                  <a:lnTo>
                    <a:pt x="0" y="138"/>
                  </a:lnTo>
                  <a:lnTo>
                    <a:pt x="6" y="192"/>
                  </a:lnTo>
                  <a:lnTo>
                    <a:pt x="30" y="233"/>
                  </a:lnTo>
                  <a:lnTo>
                    <a:pt x="65" y="257"/>
                  </a:lnTo>
                  <a:lnTo>
                    <a:pt x="107" y="26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78" name="Freeform 158"/>
            <p:cNvSpPr/>
            <p:nvPr/>
          </p:nvSpPr>
          <p:spPr>
            <a:xfrm>
              <a:off x="4805" y="2793"/>
              <a:ext cx="122" cy="149"/>
            </a:xfrm>
            <a:custGeom>
              <a:avLst/>
              <a:gdLst>
                <a:gd name="txL" fmla="*/ 0 w 108"/>
                <a:gd name="txT" fmla="*/ 0 h 131"/>
                <a:gd name="txR" fmla="*/ 108 w 108"/>
                <a:gd name="txB" fmla="*/ 131 h 131"/>
              </a:gdLst>
              <a:ahLst/>
              <a:cxnLst>
                <a:cxn ang="0">
                  <a:pos x="0" y="4217"/>
                </a:cxn>
                <a:cxn ang="0">
                  <a:pos x="1121" y="3833"/>
                </a:cxn>
                <a:cxn ang="0">
                  <a:pos x="2099" y="3078"/>
                </a:cxn>
                <a:cxn ang="0">
                  <a:pos x="2744" y="1713"/>
                </a:cxn>
                <a:cxn ang="0">
                  <a:pos x="2904" y="0"/>
                </a:cxn>
                <a:cxn ang="0">
                  <a:pos x="2904" y="0"/>
                </a:cxn>
                <a:cxn ang="0">
                  <a:pos x="2744" y="1713"/>
                </a:cxn>
                <a:cxn ang="0">
                  <a:pos x="2099" y="3078"/>
                </a:cxn>
                <a:cxn ang="0">
                  <a:pos x="1121" y="3833"/>
                </a:cxn>
                <a:cxn ang="0">
                  <a:pos x="0" y="4217"/>
                </a:cxn>
                <a:cxn ang="0">
                  <a:pos x="0" y="4217"/>
                </a:cxn>
              </a:cxnLst>
              <a:rect l="txL" t="txT" r="txR" b="txB"/>
              <a:pathLst>
                <a:path w="108" h="131">
                  <a:moveTo>
                    <a:pt x="0" y="131"/>
                  </a:moveTo>
                  <a:lnTo>
                    <a:pt x="42" y="119"/>
                  </a:lnTo>
                  <a:lnTo>
                    <a:pt x="78" y="95"/>
                  </a:lnTo>
                  <a:lnTo>
                    <a:pt x="102" y="54"/>
                  </a:lnTo>
                  <a:lnTo>
                    <a:pt x="108" y="0"/>
                  </a:lnTo>
                  <a:lnTo>
                    <a:pt x="102" y="54"/>
                  </a:lnTo>
                  <a:lnTo>
                    <a:pt x="78" y="95"/>
                  </a:lnTo>
                  <a:lnTo>
                    <a:pt x="42" y="119"/>
                  </a:lnTo>
                  <a:lnTo>
                    <a:pt x="0" y="13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79" name="Freeform 159"/>
            <p:cNvSpPr>
              <a:spLocks noEditPoints="1"/>
            </p:cNvSpPr>
            <p:nvPr/>
          </p:nvSpPr>
          <p:spPr>
            <a:xfrm>
              <a:off x="4805" y="2636"/>
              <a:ext cx="122" cy="157"/>
            </a:xfrm>
            <a:custGeom>
              <a:avLst/>
              <a:gdLst>
                <a:gd name="txL" fmla="*/ 0 w 108"/>
                <a:gd name="txT" fmla="*/ 0 h 138"/>
                <a:gd name="txR" fmla="*/ 108 w 108"/>
                <a:gd name="txB" fmla="*/ 138 h 138"/>
              </a:gdLst>
              <a:ahLst/>
              <a:cxnLst>
                <a:cxn ang="0">
                  <a:pos x="2904" y="4502"/>
                </a:cxn>
                <a:cxn ang="0">
                  <a:pos x="2744" y="2736"/>
                </a:cxn>
                <a:cxn ang="0">
                  <a:pos x="2099" y="1410"/>
                </a:cxn>
                <a:cxn ang="0">
                  <a:pos x="1121" y="395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121" y="395"/>
                </a:cxn>
                <a:cxn ang="0">
                  <a:pos x="2099" y="1410"/>
                </a:cxn>
                <a:cxn ang="0">
                  <a:pos x="2744" y="2736"/>
                </a:cxn>
                <a:cxn ang="0">
                  <a:pos x="2904" y="4502"/>
                </a:cxn>
                <a:cxn ang="0">
                  <a:pos x="2904" y="4502"/>
                </a:cxn>
                <a:cxn ang="0">
                  <a:pos x="2904" y="4502"/>
                </a:cxn>
                <a:cxn ang="0">
                  <a:pos x="2904" y="4502"/>
                </a:cxn>
                <a:cxn ang="0">
                  <a:pos x="2904" y="4502"/>
                </a:cxn>
              </a:cxnLst>
              <a:rect l="txL" t="txT" r="txR" b="txB"/>
              <a:pathLst>
                <a:path w="108" h="138">
                  <a:moveTo>
                    <a:pt x="108" y="138"/>
                  </a:moveTo>
                  <a:lnTo>
                    <a:pt x="102" y="84"/>
                  </a:lnTo>
                  <a:lnTo>
                    <a:pt x="78" y="42"/>
                  </a:lnTo>
                  <a:lnTo>
                    <a:pt x="42" y="12"/>
                  </a:lnTo>
                  <a:lnTo>
                    <a:pt x="0" y="0"/>
                  </a:lnTo>
                  <a:lnTo>
                    <a:pt x="42" y="12"/>
                  </a:lnTo>
                  <a:lnTo>
                    <a:pt x="78" y="42"/>
                  </a:lnTo>
                  <a:lnTo>
                    <a:pt x="102" y="84"/>
                  </a:lnTo>
                  <a:lnTo>
                    <a:pt x="108" y="138"/>
                  </a:lnTo>
                  <a:close/>
                  <a:moveTo>
                    <a:pt x="108" y="138"/>
                  </a:moveTo>
                  <a:lnTo>
                    <a:pt x="108" y="13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80" name="Freeform 160"/>
            <p:cNvSpPr>
              <a:spLocks noEditPoints="1"/>
            </p:cNvSpPr>
            <p:nvPr/>
          </p:nvSpPr>
          <p:spPr>
            <a:xfrm>
              <a:off x="4685" y="2636"/>
              <a:ext cx="120" cy="157"/>
            </a:xfrm>
            <a:custGeom>
              <a:avLst/>
              <a:gdLst>
                <a:gd name="txL" fmla="*/ 0 w 107"/>
                <a:gd name="txT" fmla="*/ 0 h 138"/>
                <a:gd name="txR" fmla="*/ 107 w 107"/>
                <a:gd name="txB" fmla="*/ 138 h 138"/>
              </a:gdLst>
              <a:ahLst/>
              <a:cxnLst>
                <a:cxn ang="0">
                  <a:pos x="2376" y="0"/>
                </a:cxn>
                <a:cxn ang="0">
                  <a:pos x="1441" y="395"/>
                </a:cxn>
                <a:cxn ang="0">
                  <a:pos x="673" y="1410"/>
                </a:cxn>
                <a:cxn ang="0">
                  <a:pos x="135" y="2736"/>
                </a:cxn>
                <a:cxn ang="0">
                  <a:pos x="0" y="4502"/>
                </a:cxn>
                <a:cxn ang="0">
                  <a:pos x="0" y="4502"/>
                </a:cxn>
                <a:cxn ang="0">
                  <a:pos x="135" y="2736"/>
                </a:cxn>
                <a:cxn ang="0">
                  <a:pos x="673" y="1410"/>
                </a:cxn>
                <a:cxn ang="0">
                  <a:pos x="1441" y="395"/>
                </a:cxn>
                <a:cxn ang="0">
                  <a:pos x="2376" y="0"/>
                </a:cxn>
                <a:cxn ang="0">
                  <a:pos x="2376" y="0"/>
                </a:cxn>
                <a:cxn ang="0">
                  <a:pos x="2376" y="0"/>
                </a:cxn>
                <a:cxn ang="0">
                  <a:pos x="2376" y="0"/>
                </a:cxn>
                <a:cxn ang="0">
                  <a:pos x="2376" y="0"/>
                </a:cxn>
              </a:cxnLst>
              <a:rect l="txL" t="txT" r="txR" b="txB"/>
              <a:pathLst>
                <a:path w="107" h="138">
                  <a:moveTo>
                    <a:pt x="107" y="0"/>
                  </a:moveTo>
                  <a:lnTo>
                    <a:pt x="65" y="12"/>
                  </a:lnTo>
                  <a:lnTo>
                    <a:pt x="30" y="42"/>
                  </a:lnTo>
                  <a:lnTo>
                    <a:pt x="6" y="84"/>
                  </a:lnTo>
                  <a:lnTo>
                    <a:pt x="0" y="138"/>
                  </a:lnTo>
                  <a:lnTo>
                    <a:pt x="6" y="84"/>
                  </a:lnTo>
                  <a:lnTo>
                    <a:pt x="30" y="42"/>
                  </a:lnTo>
                  <a:lnTo>
                    <a:pt x="65" y="12"/>
                  </a:lnTo>
                  <a:lnTo>
                    <a:pt x="107" y="0"/>
                  </a:lnTo>
                  <a:close/>
                  <a:moveTo>
                    <a:pt x="107" y="0"/>
                  </a:moveTo>
                  <a:lnTo>
                    <a:pt x="107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81" name="Freeform 161"/>
            <p:cNvSpPr>
              <a:spLocks noEditPoints="1"/>
            </p:cNvSpPr>
            <p:nvPr/>
          </p:nvSpPr>
          <p:spPr>
            <a:xfrm>
              <a:off x="4685" y="2793"/>
              <a:ext cx="120" cy="149"/>
            </a:xfrm>
            <a:custGeom>
              <a:avLst/>
              <a:gdLst>
                <a:gd name="txL" fmla="*/ 0 w 107"/>
                <a:gd name="txT" fmla="*/ 0 h 131"/>
                <a:gd name="txR" fmla="*/ 107 w 107"/>
                <a:gd name="txB" fmla="*/ 131 h 131"/>
              </a:gdLst>
              <a:ahLst/>
              <a:cxnLst>
                <a:cxn ang="0">
                  <a:pos x="0" y="0"/>
                </a:cxn>
                <a:cxn ang="0">
                  <a:pos x="135" y="1713"/>
                </a:cxn>
                <a:cxn ang="0">
                  <a:pos x="673" y="3078"/>
                </a:cxn>
                <a:cxn ang="0">
                  <a:pos x="1441" y="3833"/>
                </a:cxn>
                <a:cxn ang="0">
                  <a:pos x="2376" y="4217"/>
                </a:cxn>
                <a:cxn ang="0">
                  <a:pos x="2376" y="4217"/>
                </a:cxn>
                <a:cxn ang="0">
                  <a:pos x="1441" y="3833"/>
                </a:cxn>
                <a:cxn ang="0">
                  <a:pos x="673" y="3078"/>
                </a:cxn>
                <a:cxn ang="0">
                  <a:pos x="135" y="1713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07" h="131">
                  <a:moveTo>
                    <a:pt x="0" y="0"/>
                  </a:moveTo>
                  <a:lnTo>
                    <a:pt x="6" y="54"/>
                  </a:lnTo>
                  <a:lnTo>
                    <a:pt x="30" y="95"/>
                  </a:lnTo>
                  <a:lnTo>
                    <a:pt x="65" y="119"/>
                  </a:lnTo>
                  <a:lnTo>
                    <a:pt x="107" y="131"/>
                  </a:lnTo>
                  <a:lnTo>
                    <a:pt x="65" y="119"/>
                  </a:lnTo>
                  <a:lnTo>
                    <a:pt x="30" y="95"/>
                  </a:lnTo>
                  <a:lnTo>
                    <a:pt x="6" y="54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82" name="Freeform 162"/>
            <p:cNvSpPr/>
            <p:nvPr/>
          </p:nvSpPr>
          <p:spPr>
            <a:xfrm>
              <a:off x="4805" y="2942"/>
              <a:ext cx="2" cy="1"/>
            </a:xfrm>
            <a:custGeom>
              <a:avLst/>
              <a:gdLst>
                <a:gd name="txL" fmla="*/ 0 w 2"/>
                <a:gd name="txT" fmla="*/ 0 h 1"/>
                <a:gd name="txR" fmla="*/ 2 w 2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83" name="Freeform 163"/>
            <p:cNvSpPr/>
            <p:nvPr/>
          </p:nvSpPr>
          <p:spPr>
            <a:xfrm>
              <a:off x="4765" y="2691"/>
              <a:ext cx="74" cy="88"/>
            </a:xfrm>
            <a:custGeom>
              <a:avLst/>
              <a:gdLst>
                <a:gd name="txL" fmla="*/ 0 w 66"/>
                <a:gd name="txT" fmla="*/ 0 h 78"/>
                <a:gd name="txR" fmla="*/ 66 w 66"/>
                <a:gd name="txB" fmla="*/ 78 h 78"/>
              </a:gdLst>
              <a:ahLst/>
              <a:cxnLst>
                <a:cxn ang="0">
                  <a:pos x="666" y="963"/>
                </a:cxn>
                <a:cxn ang="0">
                  <a:pos x="0" y="963"/>
                </a:cxn>
                <a:cxn ang="0">
                  <a:pos x="0" y="1241"/>
                </a:cxn>
                <a:cxn ang="0">
                  <a:pos x="666" y="1241"/>
                </a:cxn>
                <a:cxn ang="0">
                  <a:pos x="666" y="2009"/>
                </a:cxn>
                <a:cxn ang="0">
                  <a:pos x="787" y="2009"/>
                </a:cxn>
                <a:cxn ang="0">
                  <a:pos x="787" y="1241"/>
                </a:cxn>
                <a:cxn ang="0">
                  <a:pos x="1447" y="1241"/>
                </a:cxn>
                <a:cxn ang="0">
                  <a:pos x="1447" y="963"/>
                </a:cxn>
                <a:cxn ang="0">
                  <a:pos x="787" y="963"/>
                </a:cxn>
                <a:cxn ang="0">
                  <a:pos x="787" y="0"/>
                </a:cxn>
                <a:cxn ang="0">
                  <a:pos x="666" y="0"/>
                </a:cxn>
                <a:cxn ang="0">
                  <a:pos x="666" y="963"/>
                </a:cxn>
              </a:cxnLst>
              <a:rect l="txL" t="txT" r="txR" b="txB"/>
              <a:pathLst>
                <a:path w="66" h="78">
                  <a:moveTo>
                    <a:pt x="30" y="36"/>
                  </a:moveTo>
                  <a:lnTo>
                    <a:pt x="0" y="36"/>
                  </a:lnTo>
                  <a:lnTo>
                    <a:pt x="0" y="48"/>
                  </a:lnTo>
                  <a:lnTo>
                    <a:pt x="30" y="48"/>
                  </a:lnTo>
                  <a:lnTo>
                    <a:pt x="30" y="78"/>
                  </a:lnTo>
                  <a:lnTo>
                    <a:pt x="36" y="78"/>
                  </a:lnTo>
                  <a:lnTo>
                    <a:pt x="36" y="48"/>
                  </a:lnTo>
                  <a:lnTo>
                    <a:pt x="66" y="48"/>
                  </a:lnTo>
                  <a:lnTo>
                    <a:pt x="66" y="36"/>
                  </a:lnTo>
                  <a:lnTo>
                    <a:pt x="36" y="36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30" y="3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84" name="Rectangle 164"/>
            <p:cNvSpPr/>
            <p:nvPr/>
          </p:nvSpPr>
          <p:spPr>
            <a:xfrm>
              <a:off x="4765" y="2854"/>
              <a:ext cx="74" cy="14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aseline="-25000" dirty="0">
                <a:ea typeface="Arial" panose="020B0604020202020204" pitchFamily="34" charset="0"/>
              </a:endParaRPr>
            </a:p>
          </p:txBody>
        </p:sp>
        <p:sp>
          <p:nvSpPr>
            <p:cNvPr id="47285" name="Freeform 165"/>
            <p:cNvSpPr/>
            <p:nvPr/>
          </p:nvSpPr>
          <p:spPr>
            <a:xfrm>
              <a:off x="1378" y="1916"/>
              <a:ext cx="242" cy="306"/>
            </a:xfrm>
            <a:custGeom>
              <a:avLst/>
              <a:gdLst>
                <a:gd name="txL" fmla="*/ 0 w 215"/>
                <a:gd name="txT" fmla="*/ 0 h 269"/>
                <a:gd name="txR" fmla="*/ 215 w 215"/>
                <a:gd name="txB" fmla="*/ 269 h 269"/>
              </a:gdLst>
              <a:ahLst/>
              <a:cxnLst>
                <a:cxn ang="0">
                  <a:pos x="0" y="4307"/>
                </a:cxn>
                <a:cxn ang="0">
                  <a:pos x="158" y="6051"/>
                </a:cxn>
                <a:cxn ang="0">
                  <a:pos x="736" y="7330"/>
                </a:cxn>
                <a:cxn ang="0">
                  <a:pos x="1587" y="8335"/>
                </a:cxn>
                <a:cxn ang="0">
                  <a:pos x="2592" y="8728"/>
                </a:cxn>
                <a:cxn ang="0">
                  <a:pos x="3631" y="8335"/>
                </a:cxn>
                <a:cxn ang="0">
                  <a:pos x="4500" y="7330"/>
                </a:cxn>
                <a:cxn ang="0">
                  <a:pos x="5079" y="6051"/>
                </a:cxn>
                <a:cxn ang="0">
                  <a:pos x="5227" y="4307"/>
                </a:cxn>
                <a:cxn ang="0">
                  <a:pos x="5079" y="2726"/>
                </a:cxn>
                <a:cxn ang="0">
                  <a:pos x="4500" y="1409"/>
                </a:cxn>
                <a:cxn ang="0">
                  <a:pos x="3631" y="394"/>
                </a:cxn>
                <a:cxn ang="0">
                  <a:pos x="2592" y="0"/>
                </a:cxn>
                <a:cxn ang="0">
                  <a:pos x="1587" y="394"/>
                </a:cxn>
                <a:cxn ang="0">
                  <a:pos x="736" y="1409"/>
                </a:cxn>
                <a:cxn ang="0">
                  <a:pos x="158" y="2726"/>
                </a:cxn>
                <a:cxn ang="0">
                  <a:pos x="0" y="4307"/>
                </a:cxn>
                <a:cxn ang="0">
                  <a:pos x="0" y="4307"/>
                </a:cxn>
              </a:cxnLst>
              <a:rect l="txL" t="txT" r="txR" b="txB"/>
              <a:pathLst>
                <a:path w="215" h="269">
                  <a:moveTo>
                    <a:pt x="0" y="132"/>
                  </a:moveTo>
                  <a:lnTo>
                    <a:pt x="6" y="186"/>
                  </a:lnTo>
                  <a:lnTo>
                    <a:pt x="30" y="227"/>
                  </a:lnTo>
                  <a:lnTo>
                    <a:pt x="65" y="257"/>
                  </a:lnTo>
                  <a:lnTo>
                    <a:pt x="107" y="269"/>
                  </a:lnTo>
                  <a:lnTo>
                    <a:pt x="149" y="257"/>
                  </a:lnTo>
                  <a:lnTo>
                    <a:pt x="185" y="227"/>
                  </a:lnTo>
                  <a:lnTo>
                    <a:pt x="209" y="186"/>
                  </a:lnTo>
                  <a:lnTo>
                    <a:pt x="215" y="132"/>
                  </a:lnTo>
                  <a:lnTo>
                    <a:pt x="209" y="84"/>
                  </a:lnTo>
                  <a:lnTo>
                    <a:pt x="185" y="42"/>
                  </a:lnTo>
                  <a:lnTo>
                    <a:pt x="149" y="12"/>
                  </a:lnTo>
                  <a:lnTo>
                    <a:pt x="107" y="0"/>
                  </a:lnTo>
                  <a:lnTo>
                    <a:pt x="65" y="12"/>
                  </a:lnTo>
                  <a:lnTo>
                    <a:pt x="30" y="42"/>
                  </a:lnTo>
                  <a:lnTo>
                    <a:pt x="6" y="84"/>
                  </a:lnTo>
                  <a:lnTo>
                    <a:pt x="0" y="13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86" name="Freeform 166"/>
            <p:cNvSpPr/>
            <p:nvPr/>
          </p:nvSpPr>
          <p:spPr>
            <a:xfrm>
              <a:off x="1378" y="2066"/>
              <a:ext cx="121" cy="156"/>
            </a:xfrm>
            <a:custGeom>
              <a:avLst/>
              <a:gdLst>
                <a:gd name="txL" fmla="*/ 0 w 107"/>
                <a:gd name="txT" fmla="*/ 0 h 137"/>
                <a:gd name="txR" fmla="*/ 107 w 107"/>
                <a:gd name="txB" fmla="*/ 137 h 137"/>
              </a:gdLst>
              <a:ahLst/>
              <a:cxnLst>
                <a:cxn ang="0">
                  <a:pos x="0" y="0"/>
                </a:cxn>
                <a:cxn ang="0">
                  <a:pos x="161" y="1771"/>
                </a:cxn>
                <a:cxn ang="0">
                  <a:pos x="815" y="3154"/>
                </a:cxn>
                <a:cxn ang="0">
                  <a:pos x="1805" y="4171"/>
                </a:cxn>
                <a:cxn ang="0">
                  <a:pos x="2951" y="4568"/>
                </a:cxn>
                <a:cxn ang="0">
                  <a:pos x="2951" y="4568"/>
                </a:cxn>
                <a:cxn ang="0">
                  <a:pos x="1805" y="4171"/>
                </a:cxn>
                <a:cxn ang="0">
                  <a:pos x="815" y="3154"/>
                </a:cxn>
                <a:cxn ang="0">
                  <a:pos x="161" y="1771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07" h="137">
                  <a:moveTo>
                    <a:pt x="0" y="0"/>
                  </a:moveTo>
                  <a:lnTo>
                    <a:pt x="6" y="54"/>
                  </a:lnTo>
                  <a:lnTo>
                    <a:pt x="30" y="95"/>
                  </a:lnTo>
                  <a:lnTo>
                    <a:pt x="65" y="125"/>
                  </a:lnTo>
                  <a:lnTo>
                    <a:pt x="107" y="137"/>
                  </a:lnTo>
                  <a:lnTo>
                    <a:pt x="65" y="125"/>
                  </a:lnTo>
                  <a:lnTo>
                    <a:pt x="30" y="95"/>
                  </a:lnTo>
                  <a:lnTo>
                    <a:pt x="6" y="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87" name="Freeform 167"/>
            <p:cNvSpPr>
              <a:spLocks noEditPoints="1"/>
            </p:cNvSpPr>
            <p:nvPr/>
          </p:nvSpPr>
          <p:spPr>
            <a:xfrm>
              <a:off x="1499" y="2066"/>
              <a:ext cx="128" cy="156"/>
            </a:xfrm>
            <a:custGeom>
              <a:avLst/>
              <a:gdLst>
                <a:gd name="txL" fmla="*/ 0 w 114"/>
                <a:gd name="txT" fmla="*/ 0 h 137"/>
                <a:gd name="txR" fmla="*/ 114 w 114"/>
                <a:gd name="txB" fmla="*/ 137 h 137"/>
              </a:gdLst>
              <a:ahLst/>
              <a:cxnLst>
                <a:cxn ang="0">
                  <a:pos x="0" y="4568"/>
                </a:cxn>
                <a:cxn ang="0">
                  <a:pos x="954" y="4171"/>
                </a:cxn>
                <a:cxn ang="0">
                  <a:pos x="1788" y="3154"/>
                </a:cxn>
                <a:cxn ang="0">
                  <a:pos x="2332" y="1771"/>
                </a:cxn>
                <a:cxn ang="0">
                  <a:pos x="2609" y="0"/>
                </a:cxn>
                <a:cxn ang="0">
                  <a:pos x="2481" y="0"/>
                </a:cxn>
                <a:cxn ang="0">
                  <a:pos x="2332" y="1771"/>
                </a:cxn>
                <a:cxn ang="0">
                  <a:pos x="1788" y="3154"/>
                </a:cxn>
                <a:cxn ang="0">
                  <a:pos x="954" y="4171"/>
                </a:cxn>
                <a:cxn ang="0">
                  <a:pos x="0" y="4568"/>
                </a:cxn>
                <a:cxn ang="0">
                  <a:pos x="0" y="4568"/>
                </a:cxn>
                <a:cxn ang="0">
                  <a:pos x="0" y="4568"/>
                </a:cxn>
                <a:cxn ang="0">
                  <a:pos x="0" y="4568"/>
                </a:cxn>
                <a:cxn ang="0">
                  <a:pos x="0" y="4568"/>
                </a:cxn>
              </a:cxnLst>
              <a:rect l="txL" t="txT" r="txR" b="txB"/>
              <a:pathLst>
                <a:path w="114" h="137">
                  <a:moveTo>
                    <a:pt x="0" y="137"/>
                  </a:moveTo>
                  <a:lnTo>
                    <a:pt x="42" y="125"/>
                  </a:lnTo>
                  <a:lnTo>
                    <a:pt x="78" y="95"/>
                  </a:lnTo>
                  <a:lnTo>
                    <a:pt x="102" y="54"/>
                  </a:lnTo>
                  <a:lnTo>
                    <a:pt x="114" y="0"/>
                  </a:lnTo>
                  <a:lnTo>
                    <a:pt x="108" y="0"/>
                  </a:lnTo>
                  <a:lnTo>
                    <a:pt x="102" y="54"/>
                  </a:lnTo>
                  <a:lnTo>
                    <a:pt x="78" y="95"/>
                  </a:lnTo>
                  <a:lnTo>
                    <a:pt x="42" y="125"/>
                  </a:lnTo>
                  <a:lnTo>
                    <a:pt x="0" y="137"/>
                  </a:lnTo>
                  <a:close/>
                  <a:moveTo>
                    <a:pt x="0" y="137"/>
                  </a:moveTo>
                  <a:lnTo>
                    <a:pt x="0" y="13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88" name="Freeform 168"/>
            <p:cNvSpPr>
              <a:spLocks noEditPoints="1"/>
            </p:cNvSpPr>
            <p:nvPr/>
          </p:nvSpPr>
          <p:spPr>
            <a:xfrm>
              <a:off x="1499" y="1916"/>
              <a:ext cx="128" cy="150"/>
            </a:xfrm>
            <a:custGeom>
              <a:avLst/>
              <a:gdLst>
                <a:gd name="txL" fmla="*/ 0 w 114"/>
                <a:gd name="txT" fmla="*/ 0 h 132"/>
                <a:gd name="txR" fmla="*/ 114 w 114"/>
                <a:gd name="txB" fmla="*/ 132 h 132"/>
              </a:gdLst>
              <a:ahLst/>
              <a:cxnLst>
                <a:cxn ang="0">
                  <a:pos x="2481" y="4157"/>
                </a:cxn>
                <a:cxn ang="0">
                  <a:pos x="2332" y="2655"/>
                </a:cxn>
                <a:cxn ang="0">
                  <a:pos x="1788" y="1360"/>
                </a:cxn>
                <a:cxn ang="0">
                  <a:pos x="954" y="39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954" y="390"/>
                </a:cxn>
                <a:cxn ang="0">
                  <a:pos x="1788" y="1360"/>
                </a:cxn>
                <a:cxn ang="0">
                  <a:pos x="2332" y="2655"/>
                </a:cxn>
                <a:cxn ang="0">
                  <a:pos x="2609" y="4157"/>
                </a:cxn>
                <a:cxn ang="0">
                  <a:pos x="2481" y="4157"/>
                </a:cxn>
                <a:cxn ang="0">
                  <a:pos x="2481" y="4157"/>
                </a:cxn>
                <a:cxn ang="0">
                  <a:pos x="2481" y="4157"/>
                </a:cxn>
                <a:cxn ang="0">
                  <a:pos x="2481" y="4157"/>
                </a:cxn>
              </a:cxnLst>
              <a:rect l="txL" t="txT" r="txR" b="txB"/>
              <a:pathLst>
                <a:path w="114" h="132">
                  <a:moveTo>
                    <a:pt x="108" y="132"/>
                  </a:moveTo>
                  <a:lnTo>
                    <a:pt x="102" y="84"/>
                  </a:lnTo>
                  <a:lnTo>
                    <a:pt x="78" y="42"/>
                  </a:lnTo>
                  <a:lnTo>
                    <a:pt x="42" y="12"/>
                  </a:lnTo>
                  <a:lnTo>
                    <a:pt x="0" y="0"/>
                  </a:lnTo>
                  <a:lnTo>
                    <a:pt x="42" y="12"/>
                  </a:lnTo>
                  <a:lnTo>
                    <a:pt x="78" y="42"/>
                  </a:lnTo>
                  <a:lnTo>
                    <a:pt x="102" y="84"/>
                  </a:lnTo>
                  <a:lnTo>
                    <a:pt x="114" y="132"/>
                  </a:lnTo>
                  <a:lnTo>
                    <a:pt x="108" y="132"/>
                  </a:lnTo>
                  <a:close/>
                  <a:moveTo>
                    <a:pt x="108" y="132"/>
                  </a:moveTo>
                  <a:lnTo>
                    <a:pt x="108" y="13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89" name="Freeform 169"/>
            <p:cNvSpPr>
              <a:spLocks noEditPoints="1"/>
            </p:cNvSpPr>
            <p:nvPr/>
          </p:nvSpPr>
          <p:spPr>
            <a:xfrm>
              <a:off x="1378" y="1916"/>
              <a:ext cx="121" cy="150"/>
            </a:xfrm>
            <a:custGeom>
              <a:avLst/>
              <a:gdLst>
                <a:gd name="txL" fmla="*/ 0 w 107"/>
                <a:gd name="txT" fmla="*/ 0 h 132"/>
                <a:gd name="txR" fmla="*/ 107 w 107"/>
                <a:gd name="txB" fmla="*/ 132 h 132"/>
              </a:gdLst>
              <a:ahLst/>
              <a:cxnLst>
                <a:cxn ang="0">
                  <a:pos x="2951" y="0"/>
                </a:cxn>
                <a:cxn ang="0">
                  <a:pos x="1805" y="390"/>
                </a:cxn>
                <a:cxn ang="0">
                  <a:pos x="815" y="1360"/>
                </a:cxn>
                <a:cxn ang="0">
                  <a:pos x="161" y="2655"/>
                </a:cxn>
                <a:cxn ang="0">
                  <a:pos x="0" y="4157"/>
                </a:cxn>
                <a:cxn ang="0">
                  <a:pos x="0" y="4157"/>
                </a:cxn>
                <a:cxn ang="0">
                  <a:pos x="161" y="2655"/>
                </a:cxn>
                <a:cxn ang="0">
                  <a:pos x="815" y="1360"/>
                </a:cxn>
                <a:cxn ang="0">
                  <a:pos x="1805" y="390"/>
                </a:cxn>
                <a:cxn ang="0">
                  <a:pos x="2951" y="0"/>
                </a:cxn>
                <a:cxn ang="0">
                  <a:pos x="2951" y="0"/>
                </a:cxn>
                <a:cxn ang="0">
                  <a:pos x="2951" y="0"/>
                </a:cxn>
                <a:cxn ang="0">
                  <a:pos x="2951" y="0"/>
                </a:cxn>
                <a:cxn ang="0">
                  <a:pos x="2951" y="0"/>
                </a:cxn>
              </a:cxnLst>
              <a:rect l="txL" t="txT" r="txR" b="txB"/>
              <a:pathLst>
                <a:path w="107" h="132">
                  <a:moveTo>
                    <a:pt x="107" y="0"/>
                  </a:moveTo>
                  <a:lnTo>
                    <a:pt x="65" y="12"/>
                  </a:lnTo>
                  <a:lnTo>
                    <a:pt x="30" y="42"/>
                  </a:lnTo>
                  <a:lnTo>
                    <a:pt x="6" y="84"/>
                  </a:lnTo>
                  <a:lnTo>
                    <a:pt x="0" y="132"/>
                  </a:lnTo>
                  <a:lnTo>
                    <a:pt x="6" y="84"/>
                  </a:lnTo>
                  <a:lnTo>
                    <a:pt x="30" y="42"/>
                  </a:lnTo>
                  <a:lnTo>
                    <a:pt x="65" y="12"/>
                  </a:lnTo>
                  <a:lnTo>
                    <a:pt x="107" y="0"/>
                  </a:lnTo>
                  <a:close/>
                  <a:moveTo>
                    <a:pt x="107" y="0"/>
                  </a:moveTo>
                  <a:lnTo>
                    <a:pt x="107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90" name="Freeform 170"/>
            <p:cNvSpPr/>
            <p:nvPr/>
          </p:nvSpPr>
          <p:spPr>
            <a:xfrm>
              <a:off x="1378" y="2066"/>
              <a:ext cx="2" cy="2"/>
            </a:xfrm>
            <a:custGeom>
              <a:avLst/>
              <a:gdLst>
                <a:gd name="txL" fmla="*/ 0 w 2"/>
                <a:gd name="txT" fmla="*/ 0 h 2"/>
                <a:gd name="txR" fmla="*/ 2 w 2"/>
                <a:gd name="txB" fmla="*/ 2 h 2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91" name="Freeform 171"/>
            <p:cNvSpPr/>
            <p:nvPr/>
          </p:nvSpPr>
          <p:spPr>
            <a:xfrm>
              <a:off x="1405" y="2066"/>
              <a:ext cx="100" cy="2"/>
            </a:xfrm>
            <a:custGeom>
              <a:avLst/>
              <a:gdLst>
                <a:gd name="txL" fmla="*/ 0 w 89"/>
                <a:gd name="txT" fmla="*/ 0 h 2"/>
                <a:gd name="txR" fmla="*/ 89 w 89"/>
                <a:gd name="txB" fmla="*/ 2 h 2"/>
              </a:gdLst>
              <a:ahLst/>
              <a:cxnLst>
                <a:cxn ang="0">
                  <a:pos x="0" y="0"/>
                </a:cxn>
                <a:cxn ang="0">
                  <a:pos x="2074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89" h="2">
                  <a:moveTo>
                    <a:pt x="0" y="0"/>
                  </a:moveTo>
                  <a:lnTo>
                    <a:pt x="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92" name="Freeform 172"/>
            <p:cNvSpPr/>
            <p:nvPr/>
          </p:nvSpPr>
          <p:spPr>
            <a:xfrm>
              <a:off x="1485" y="2025"/>
              <a:ext cx="108" cy="75"/>
            </a:xfrm>
            <a:custGeom>
              <a:avLst/>
              <a:gdLst>
                <a:gd name="txL" fmla="*/ 0 w 96"/>
                <a:gd name="txT" fmla="*/ 0 h 66"/>
                <a:gd name="txR" fmla="*/ 96 w 96"/>
                <a:gd name="txB" fmla="*/ 66 h 66"/>
              </a:gdLst>
              <a:ahLst/>
              <a:cxnLst>
                <a:cxn ang="0">
                  <a:pos x="0" y="2080"/>
                </a:cxn>
                <a:cxn ang="0">
                  <a:pos x="2315" y="1149"/>
                </a:cxn>
                <a:cxn ang="0">
                  <a:pos x="0" y="0"/>
                </a:cxn>
                <a:cxn ang="0">
                  <a:pos x="0" y="2080"/>
                </a:cxn>
                <a:cxn ang="0">
                  <a:pos x="0" y="2080"/>
                </a:cxn>
              </a:cxnLst>
              <a:rect l="txL" t="txT" r="txR" b="txB"/>
              <a:pathLst>
                <a:path w="96" h="66">
                  <a:moveTo>
                    <a:pt x="0" y="66"/>
                  </a:moveTo>
                  <a:lnTo>
                    <a:pt x="96" y="36"/>
                  </a:lnTo>
                  <a:lnTo>
                    <a:pt x="0" y="0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93" name="Freeform 173"/>
            <p:cNvSpPr/>
            <p:nvPr/>
          </p:nvSpPr>
          <p:spPr>
            <a:xfrm>
              <a:off x="2003" y="2583"/>
              <a:ext cx="323" cy="407"/>
            </a:xfrm>
            <a:custGeom>
              <a:avLst/>
              <a:gdLst>
                <a:gd name="txL" fmla="*/ 0 w 287"/>
                <a:gd name="txT" fmla="*/ 0 h 358"/>
                <a:gd name="txR" fmla="*/ 287 w 287"/>
                <a:gd name="txB" fmla="*/ 358 h 358"/>
              </a:gdLst>
              <a:ahLst/>
              <a:cxnLst>
                <a:cxn ang="0">
                  <a:pos x="0" y="5734"/>
                </a:cxn>
                <a:cxn ang="0">
                  <a:pos x="3484" y="11435"/>
                </a:cxn>
                <a:cxn ang="0">
                  <a:pos x="6970" y="5734"/>
                </a:cxn>
                <a:cxn ang="0">
                  <a:pos x="3484" y="0"/>
                </a:cxn>
                <a:cxn ang="0">
                  <a:pos x="0" y="5734"/>
                </a:cxn>
                <a:cxn ang="0">
                  <a:pos x="0" y="5734"/>
                </a:cxn>
              </a:cxnLst>
              <a:rect l="txL" t="txT" r="txR" b="txB"/>
              <a:pathLst>
                <a:path w="287" h="358">
                  <a:moveTo>
                    <a:pt x="0" y="179"/>
                  </a:moveTo>
                  <a:lnTo>
                    <a:pt x="143" y="358"/>
                  </a:lnTo>
                  <a:lnTo>
                    <a:pt x="287" y="179"/>
                  </a:lnTo>
                  <a:lnTo>
                    <a:pt x="143" y="0"/>
                  </a:lnTo>
                  <a:lnTo>
                    <a:pt x="0" y="17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94" name="Freeform 174"/>
            <p:cNvSpPr/>
            <p:nvPr/>
          </p:nvSpPr>
          <p:spPr>
            <a:xfrm>
              <a:off x="2003" y="2786"/>
              <a:ext cx="161" cy="204"/>
            </a:xfrm>
            <a:custGeom>
              <a:avLst/>
              <a:gdLst>
                <a:gd name="txL" fmla="*/ 0 w 143"/>
                <a:gd name="txT" fmla="*/ 0 h 179"/>
                <a:gd name="txR" fmla="*/ 143 w 143"/>
                <a:gd name="txB" fmla="*/ 179 h 179"/>
              </a:gdLst>
              <a:ahLst/>
              <a:cxnLst>
                <a:cxn ang="0">
                  <a:pos x="0" y="0"/>
                </a:cxn>
                <a:cxn ang="0">
                  <a:pos x="3515" y="6088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43" h="179">
                  <a:moveTo>
                    <a:pt x="0" y="0"/>
                  </a:moveTo>
                  <a:lnTo>
                    <a:pt x="143" y="1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95" name="Freeform 175"/>
            <p:cNvSpPr>
              <a:spLocks noEditPoints="1"/>
            </p:cNvSpPr>
            <p:nvPr/>
          </p:nvSpPr>
          <p:spPr>
            <a:xfrm>
              <a:off x="2164" y="2786"/>
              <a:ext cx="162" cy="204"/>
            </a:xfrm>
            <a:custGeom>
              <a:avLst/>
              <a:gdLst>
                <a:gd name="txL" fmla="*/ 0 w 144"/>
                <a:gd name="txT" fmla="*/ 0 h 179"/>
                <a:gd name="txR" fmla="*/ 144 w 144"/>
                <a:gd name="txB" fmla="*/ 179 h 179"/>
              </a:gdLst>
              <a:ahLst/>
              <a:cxnLst>
                <a:cxn ang="0">
                  <a:pos x="0" y="6088"/>
                </a:cxn>
                <a:cxn ang="0">
                  <a:pos x="3483" y="0"/>
                </a:cxn>
                <a:cxn ang="0">
                  <a:pos x="0" y="6088"/>
                </a:cxn>
                <a:cxn ang="0">
                  <a:pos x="0" y="6088"/>
                </a:cxn>
                <a:cxn ang="0">
                  <a:pos x="0" y="6088"/>
                </a:cxn>
                <a:cxn ang="0">
                  <a:pos x="0" y="6088"/>
                </a:cxn>
                <a:cxn ang="0">
                  <a:pos x="0" y="6088"/>
                </a:cxn>
              </a:cxnLst>
              <a:rect l="txL" t="txT" r="txR" b="txB"/>
              <a:pathLst>
                <a:path w="144" h="179">
                  <a:moveTo>
                    <a:pt x="0" y="179"/>
                  </a:moveTo>
                  <a:lnTo>
                    <a:pt x="144" y="0"/>
                  </a:lnTo>
                  <a:lnTo>
                    <a:pt x="0" y="179"/>
                  </a:lnTo>
                  <a:close/>
                  <a:moveTo>
                    <a:pt x="0" y="179"/>
                  </a:moveTo>
                  <a:lnTo>
                    <a:pt x="0" y="17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96" name="Freeform 176"/>
            <p:cNvSpPr>
              <a:spLocks noEditPoints="1"/>
            </p:cNvSpPr>
            <p:nvPr/>
          </p:nvSpPr>
          <p:spPr>
            <a:xfrm>
              <a:off x="2164" y="2583"/>
              <a:ext cx="162" cy="203"/>
            </a:xfrm>
            <a:custGeom>
              <a:avLst/>
              <a:gdLst>
                <a:gd name="txL" fmla="*/ 0 w 144"/>
                <a:gd name="txT" fmla="*/ 0 h 179"/>
                <a:gd name="txR" fmla="*/ 144 w 144"/>
                <a:gd name="txB" fmla="*/ 179 h 179"/>
              </a:gdLst>
              <a:ahLst/>
              <a:cxnLst>
                <a:cxn ang="0">
                  <a:pos x="3483" y="5362"/>
                </a:cxn>
                <a:cxn ang="0">
                  <a:pos x="0" y="0"/>
                </a:cxn>
                <a:cxn ang="0">
                  <a:pos x="3483" y="5362"/>
                </a:cxn>
                <a:cxn ang="0">
                  <a:pos x="3483" y="5362"/>
                </a:cxn>
                <a:cxn ang="0">
                  <a:pos x="3483" y="5362"/>
                </a:cxn>
                <a:cxn ang="0">
                  <a:pos x="3483" y="5362"/>
                </a:cxn>
                <a:cxn ang="0">
                  <a:pos x="3483" y="5362"/>
                </a:cxn>
              </a:cxnLst>
              <a:rect l="txL" t="txT" r="txR" b="txB"/>
              <a:pathLst>
                <a:path w="144" h="179">
                  <a:moveTo>
                    <a:pt x="144" y="179"/>
                  </a:moveTo>
                  <a:lnTo>
                    <a:pt x="0" y="0"/>
                  </a:lnTo>
                  <a:lnTo>
                    <a:pt x="144" y="179"/>
                  </a:lnTo>
                  <a:close/>
                  <a:moveTo>
                    <a:pt x="144" y="179"/>
                  </a:moveTo>
                  <a:lnTo>
                    <a:pt x="144" y="17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97" name="Freeform 177"/>
            <p:cNvSpPr>
              <a:spLocks noEditPoints="1"/>
            </p:cNvSpPr>
            <p:nvPr/>
          </p:nvSpPr>
          <p:spPr>
            <a:xfrm>
              <a:off x="2003" y="2583"/>
              <a:ext cx="161" cy="203"/>
            </a:xfrm>
            <a:custGeom>
              <a:avLst/>
              <a:gdLst>
                <a:gd name="txL" fmla="*/ 0 w 143"/>
                <a:gd name="txT" fmla="*/ 0 h 179"/>
                <a:gd name="txR" fmla="*/ 143 w 143"/>
                <a:gd name="txB" fmla="*/ 179 h 179"/>
              </a:gdLst>
              <a:ahLst/>
              <a:cxnLst>
                <a:cxn ang="0">
                  <a:pos x="3515" y="0"/>
                </a:cxn>
                <a:cxn ang="0">
                  <a:pos x="0" y="5362"/>
                </a:cxn>
                <a:cxn ang="0">
                  <a:pos x="3515" y="0"/>
                </a:cxn>
                <a:cxn ang="0">
                  <a:pos x="3515" y="0"/>
                </a:cxn>
                <a:cxn ang="0">
                  <a:pos x="3515" y="0"/>
                </a:cxn>
                <a:cxn ang="0">
                  <a:pos x="3515" y="0"/>
                </a:cxn>
                <a:cxn ang="0">
                  <a:pos x="3515" y="0"/>
                </a:cxn>
              </a:cxnLst>
              <a:rect l="txL" t="txT" r="txR" b="txB"/>
              <a:pathLst>
                <a:path w="143" h="179">
                  <a:moveTo>
                    <a:pt x="143" y="0"/>
                  </a:moveTo>
                  <a:lnTo>
                    <a:pt x="0" y="179"/>
                  </a:lnTo>
                  <a:lnTo>
                    <a:pt x="143" y="0"/>
                  </a:lnTo>
                  <a:close/>
                  <a:moveTo>
                    <a:pt x="143" y="0"/>
                  </a:moveTo>
                  <a:lnTo>
                    <a:pt x="143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98" name="Freeform 178"/>
            <p:cNvSpPr/>
            <p:nvPr/>
          </p:nvSpPr>
          <p:spPr>
            <a:xfrm>
              <a:off x="2003" y="2786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99" name="Freeform 179"/>
            <p:cNvSpPr/>
            <p:nvPr/>
          </p:nvSpPr>
          <p:spPr>
            <a:xfrm>
              <a:off x="2164" y="2670"/>
              <a:ext cx="1" cy="123"/>
            </a:xfrm>
            <a:custGeom>
              <a:avLst/>
              <a:gdLst>
                <a:gd name="txL" fmla="*/ 0 w 1"/>
                <a:gd name="txT" fmla="*/ 0 h 108"/>
                <a:gd name="txR" fmla="*/ 1 w 1"/>
                <a:gd name="txB" fmla="*/ 108 h 108"/>
              </a:gdLst>
              <a:ahLst/>
              <a:cxnLst>
                <a:cxn ang="0">
                  <a:pos x="0" y="0"/>
                </a:cxn>
                <a:cxn ang="0">
                  <a:pos x="0" y="3602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08">
                  <a:moveTo>
                    <a:pt x="0" y="0"/>
                  </a:moveTo>
                  <a:lnTo>
                    <a:pt x="0" y="1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00" name="Freeform 180"/>
            <p:cNvSpPr/>
            <p:nvPr/>
          </p:nvSpPr>
          <p:spPr>
            <a:xfrm>
              <a:off x="2138" y="2766"/>
              <a:ext cx="60" cy="142"/>
            </a:xfrm>
            <a:custGeom>
              <a:avLst/>
              <a:gdLst>
                <a:gd name="txL" fmla="*/ 0 w 53"/>
                <a:gd name="txT" fmla="*/ 0 h 125"/>
                <a:gd name="txR" fmla="*/ 53 w 53"/>
                <a:gd name="txB" fmla="*/ 125 h 125"/>
              </a:gdLst>
              <a:ahLst/>
              <a:cxnLst>
                <a:cxn ang="0">
                  <a:pos x="0" y="0"/>
                </a:cxn>
                <a:cxn ang="0">
                  <a:pos x="648" y="3893"/>
                </a:cxn>
                <a:cxn ang="0">
                  <a:pos x="1508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53" h="125">
                  <a:moveTo>
                    <a:pt x="0" y="0"/>
                  </a:moveTo>
                  <a:lnTo>
                    <a:pt x="23" y="125"/>
                  </a:lnTo>
                  <a:lnTo>
                    <a:pt x="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01" name="Freeform 181"/>
            <p:cNvSpPr/>
            <p:nvPr/>
          </p:nvSpPr>
          <p:spPr>
            <a:xfrm>
              <a:off x="833" y="2610"/>
              <a:ext cx="34" cy="366"/>
            </a:xfrm>
            <a:custGeom>
              <a:avLst/>
              <a:gdLst>
                <a:gd name="txL" fmla="*/ 0 w 30"/>
                <a:gd name="txT" fmla="*/ 0 h 322"/>
                <a:gd name="txR" fmla="*/ 30 w 30"/>
                <a:gd name="txB" fmla="*/ 322 h 322"/>
              </a:gdLst>
              <a:ahLst/>
              <a:cxnLst>
                <a:cxn ang="0">
                  <a:pos x="0" y="0"/>
                </a:cxn>
                <a:cxn ang="0">
                  <a:pos x="902" y="0"/>
                </a:cxn>
                <a:cxn ang="0">
                  <a:pos x="902" y="10249"/>
                </a:cxn>
                <a:cxn ang="0">
                  <a:pos x="0" y="10249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30" h="322">
                  <a:moveTo>
                    <a:pt x="0" y="0"/>
                  </a:moveTo>
                  <a:lnTo>
                    <a:pt x="30" y="0"/>
                  </a:lnTo>
                  <a:lnTo>
                    <a:pt x="30" y="322"/>
                  </a:lnTo>
                  <a:lnTo>
                    <a:pt x="0" y="3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02" name="Freeform 182"/>
            <p:cNvSpPr/>
            <p:nvPr/>
          </p:nvSpPr>
          <p:spPr>
            <a:xfrm>
              <a:off x="807" y="2956"/>
              <a:ext cx="40" cy="27"/>
            </a:xfrm>
            <a:custGeom>
              <a:avLst/>
              <a:gdLst>
                <a:gd name="txL" fmla="*/ 0 w 36"/>
                <a:gd name="txT" fmla="*/ 0 h 24"/>
                <a:gd name="txR" fmla="*/ 36 w 36"/>
                <a:gd name="txB" fmla="*/ 24 h 24"/>
              </a:gdLst>
              <a:ahLst/>
              <a:cxnLst>
                <a:cxn ang="0">
                  <a:pos x="603" y="579"/>
                </a:cxn>
                <a:cxn ang="0">
                  <a:pos x="0" y="0"/>
                </a:cxn>
                <a:cxn ang="0">
                  <a:pos x="603" y="579"/>
                </a:cxn>
                <a:cxn ang="0">
                  <a:pos x="603" y="579"/>
                </a:cxn>
              </a:cxnLst>
              <a:rect l="txL" t="txT" r="txR" b="txB"/>
              <a:pathLst>
                <a:path w="36" h="24">
                  <a:moveTo>
                    <a:pt x="36" y="24"/>
                  </a:moveTo>
                  <a:lnTo>
                    <a:pt x="0" y="0"/>
                  </a:lnTo>
                  <a:lnTo>
                    <a:pt x="36" y="24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03" name="Freeform 183"/>
            <p:cNvSpPr>
              <a:spLocks noEditPoints="1"/>
            </p:cNvSpPr>
            <p:nvPr/>
          </p:nvSpPr>
          <p:spPr>
            <a:xfrm>
              <a:off x="807" y="2935"/>
              <a:ext cx="40" cy="21"/>
            </a:xfrm>
            <a:custGeom>
              <a:avLst/>
              <a:gdLst>
                <a:gd name="txL" fmla="*/ 0 w 36"/>
                <a:gd name="txT" fmla="*/ 0 h 18"/>
                <a:gd name="txR" fmla="*/ 36 w 36"/>
                <a:gd name="txB" fmla="*/ 18 h 18"/>
              </a:gdLst>
              <a:ahLst/>
              <a:cxnLst>
                <a:cxn ang="0">
                  <a:pos x="0" y="1210"/>
                </a:cxn>
                <a:cxn ang="0">
                  <a:pos x="603" y="0"/>
                </a:cxn>
                <a:cxn ang="0">
                  <a:pos x="0" y="1210"/>
                </a:cxn>
                <a:cxn ang="0">
                  <a:pos x="0" y="1210"/>
                </a:cxn>
                <a:cxn ang="0">
                  <a:pos x="0" y="1210"/>
                </a:cxn>
                <a:cxn ang="0">
                  <a:pos x="0" y="1210"/>
                </a:cxn>
                <a:cxn ang="0">
                  <a:pos x="0" y="1210"/>
                </a:cxn>
              </a:cxnLst>
              <a:rect l="txL" t="txT" r="txR" b="txB"/>
              <a:pathLst>
                <a:path w="36" h="18">
                  <a:moveTo>
                    <a:pt x="0" y="18"/>
                  </a:moveTo>
                  <a:lnTo>
                    <a:pt x="36" y="0"/>
                  </a:lnTo>
                  <a:lnTo>
                    <a:pt x="0" y="18"/>
                  </a:lnTo>
                  <a:close/>
                  <a:moveTo>
                    <a:pt x="0" y="18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04" name="Freeform 184"/>
            <p:cNvSpPr>
              <a:spLocks noEditPoints="1"/>
            </p:cNvSpPr>
            <p:nvPr/>
          </p:nvSpPr>
          <p:spPr>
            <a:xfrm>
              <a:off x="847" y="2908"/>
              <a:ext cx="47" cy="27"/>
            </a:xfrm>
            <a:custGeom>
              <a:avLst/>
              <a:gdLst>
                <a:gd name="txL" fmla="*/ 0 w 42"/>
                <a:gd name="txT" fmla="*/ 0 h 24"/>
                <a:gd name="txR" fmla="*/ 42 w 42"/>
                <a:gd name="txB" fmla="*/ 24 h 24"/>
              </a:gdLst>
              <a:ahLst/>
              <a:cxnLst>
                <a:cxn ang="0">
                  <a:pos x="0" y="579"/>
                </a:cxn>
                <a:cxn ang="0">
                  <a:pos x="873" y="0"/>
                </a:cxn>
                <a:cxn ang="0">
                  <a:pos x="0" y="579"/>
                </a:cxn>
                <a:cxn ang="0">
                  <a:pos x="0" y="579"/>
                </a:cxn>
                <a:cxn ang="0">
                  <a:pos x="0" y="579"/>
                </a:cxn>
                <a:cxn ang="0">
                  <a:pos x="0" y="579"/>
                </a:cxn>
                <a:cxn ang="0">
                  <a:pos x="0" y="579"/>
                </a:cxn>
              </a:cxnLst>
              <a:rect l="txL" t="txT" r="txR" b="txB"/>
              <a:pathLst>
                <a:path w="42" h="24">
                  <a:moveTo>
                    <a:pt x="0" y="24"/>
                  </a:moveTo>
                  <a:lnTo>
                    <a:pt x="42" y="0"/>
                  </a:lnTo>
                  <a:lnTo>
                    <a:pt x="0" y="24"/>
                  </a:lnTo>
                  <a:close/>
                  <a:moveTo>
                    <a:pt x="0" y="24"/>
                  </a:moveTo>
                  <a:lnTo>
                    <a:pt x="0" y="24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05" name="Freeform 185"/>
            <p:cNvSpPr>
              <a:spLocks noEditPoints="1"/>
            </p:cNvSpPr>
            <p:nvPr/>
          </p:nvSpPr>
          <p:spPr>
            <a:xfrm>
              <a:off x="847" y="2887"/>
              <a:ext cx="47" cy="21"/>
            </a:xfrm>
            <a:custGeom>
              <a:avLst/>
              <a:gdLst>
                <a:gd name="txL" fmla="*/ 0 w 42"/>
                <a:gd name="txT" fmla="*/ 0 h 18"/>
                <a:gd name="txR" fmla="*/ 42 w 42"/>
                <a:gd name="txB" fmla="*/ 18 h 18"/>
              </a:gdLst>
              <a:ahLst/>
              <a:cxnLst>
                <a:cxn ang="0">
                  <a:pos x="873" y="1210"/>
                </a:cxn>
                <a:cxn ang="0">
                  <a:pos x="0" y="0"/>
                </a:cxn>
                <a:cxn ang="0">
                  <a:pos x="873" y="1210"/>
                </a:cxn>
                <a:cxn ang="0">
                  <a:pos x="873" y="1210"/>
                </a:cxn>
                <a:cxn ang="0">
                  <a:pos x="873" y="1210"/>
                </a:cxn>
                <a:cxn ang="0">
                  <a:pos x="873" y="1210"/>
                </a:cxn>
                <a:cxn ang="0">
                  <a:pos x="873" y="1210"/>
                </a:cxn>
              </a:cxnLst>
              <a:rect l="txL" t="txT" r="txR" b="txB"/>
              <a:pathLst>
                <a:path w="42" h="18">
                  <a:moveTo>
                    <a:pt x="42" y="18"/>
                  </a:moveTo>
                  <a:lnTo>
                    <a:pt x="0" y="0"/>
                  </a:lnTo>
                  <a:lnTo>
                    <a:pt x="42" y="18"/>
                  </a:lnTo>
                  <a:close/>
                  <a:moveTo>
                    <a:pt x="42" y="18"/>
                  </a:moveTo>
                  <a:lnTo>
                    <a:pt x="42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06" name="Freeform 186"/>
            <p:cNvSpPr>
              <a:spLocks noEditPoints="1"/>
            </p:cNvSpPr>
            <p:nvPr/>
          </p:nvSpPr>
          <p:spPr>
            <a:xfrm>
              <a:off x="847" y="2887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07" name="Freeform 187"/>
            <p:cNvSpPr>
              <a:spLocks noEditPoints="1"/>
            </p:cNvSpPr>
            <p:nvPr/>
          </p:nvSpPr>
          <p:spPr>
            <a:xfrm>
              <a:off x="807" y="2861"/>
              <a:ext cx="40" cy="26"/>
            </a:xfrm>
            <a:custGeom>
              <a:avLst/>
              <a:gdLst>
                <a:gd name="txL" fmla="*/ 0 w 36"/>
                <a:gd name="txT" fmla="*/ 0 h 23"/>
                <a:gd name="txR" fmla="*/ 36 w 36"/>
                <a:gd name="txB" fmla="*/ 23 h 23"/>
              </a:gdLst>
              <a:ahLst/>
              <a:cxnLst>
                <a:cxn ang="0">
                  <a:pos x="603" y="610"/>
                </a:cxn>
                <a:cxn ang="0">
                  <a:pos x="0" y="0"/>
                </a:cxn>
                <a:cxn ang="0">
                  <a:pos x="603" y="610"/>
                </a:cxn>
                <a:cxn ang="0">
                  <a:pos x="603" y="610"/>
                </a:cxn>
                <a:cxn ang="0">
                  <a:pos x="603" y="610"/>
                </a:cxn>
                <a:cxn ang="0">
                  <a:pos x="603" y="610"/>
                </a:cxn>
                <a:cxn ang="0">
                  <a:pos x="603" y="610"/>
                </a:cxn>
              </a:cxnLst>
              <a:rect l="txL" t="txT" r="txR" b="txB"/>
              <a:pathLst>
                <a:path w="36" h="23">
                  <a:moveTo>
                    <a:pt x="36" y="23"/>
                  </a:moveTo>
                  <a:lnTo>
                    <a:pt x="0" y="0"/>
                  </a:lnTo>
                  <a:lnTo>
                    <a:pt x="36" y="23"/>
                  </a:lnTo>
                  <a:close/>
                  <a:moveTo>
                    <a:pt x="36" y="23"/>
                  </a:moveTo>
                  <a:lnTo>
                    <a:pt x="36" y="23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08" name="Freeform 188"/>
            <p:cNvSpPr>
              <a:spLocks noEditPoints="1"/>
            </p:cNvSpPr>
            <p:nvPr/>
          </p:nvSpPr>
          <p:spPr>
            <a:xfrm>
              <a:off x="807" y="2841"/>
              <a:ext cx="40" cy="20"/>
            </a:xfrm>
            <a:custGeom>
              <a:avLst/>
              <a:gdLst>
                <a:gd name="txL" fmla="*/ 0 w 36"/>
                <a:gd name="txT" fmla="*/ 0 h 18"/>
                <a:gd name="txR" fmla="*/ 36 w 36"/>
                <a:gd name="txB" fmla="*/ 18 h 18"/>
              </a:gdLst>
              <a:ahLst/>
              <a:cxnLst>
                <a:cxn ang="0">
                  <a:pos x="0" y="308"/>
                </a:cxn>
                <a:cxn ang="0">
                  <a:pos x="603" y="0"/>
                </a:cxn>
                <a:cxn ang="0">
                  <a:pos x="0" y="308"/>
                </a:cxn>
                <a:cxn ang="0">
                  <a:pos x="0" y="308"/>
                </a:cxn>
                <a:cxn ang="0">
                  <a:pos x="0" y="308"/>
                </a:cxn>
                <a:cxn ang="0">
                  <a:pos x="0" y="308"/>
                </a:cxn>
                <a:cxn ang="0">
                  <a:pos x="0" y="308"/>
                </a:cxn>
              </a:cxnLst>
              <a:rect l="txL" t="txT" r="txR" b="txB"/>
              <a:pathLst>
                <a:path w="36" h="18">
                  <a:moveTo>
                    <a:pt x="0" y="18"/>
                  </a:moveTo>
                  <a:lnTo>
                    <a:pt x="36" y="0"/>
                  </a:lnTo>
                  <a:lnTo>
                    <a:pt x="0" y="18"/>
                  </a:lnTo>
                  <a:close/>
                  <a:moveTo>
                    <a:pt x="0" y="18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09" name="Freeform 189"/>
            <p:cNvSpPr>
              <a:spLocks noEditPoints="1"/>
            </p:cNvSpPr>
            <p:nvPr/>
          </p:nvSpPr>
          <p:spPr>
            <a:xfrm>
              <a:off x="847" y="2813"/>
              <a:ext cx="47" cy="28"/>
            </a:xfrm>
            <a:custGeom>
              <a:avLst/>
              <a:gdLst>
                <a:gd name="txL" fmla="*/ 0 w 42"/>
                <a:gd name="txT" fmla="*/ 0 h 24"/>
                <a:gd name="txR" fmla="*/ 42 w 42"/>
                <a:gd name="txB" fmla="*/ 24 h 24"/>
              </a:gdLst>
              <a:ahLst/>
              <a:cxnLst>
                <a:cxn ang="0">
                  <a:pos x="0" y="1611"/>
                </a:cxn>
                <a:cxn ang="0">
                  <a:pos x="873" y="0"/>
                </a:cxn>
                <a:cxn ang="0">
                  <a:pos x="0" y="1611"/>
                </a:cxn>
                <a:cxn ang="0">
                  <a:pos x="0" y="1611"/>
                </a:cxn>
                <a:cxn ang="0">
                  <a:pos x="0" y="1611"/>
                </a:cxn>
                <a:cxn ang="0">
                  <a:pos x="0" y="1611"/>
                </a:cxn>
                <a:cxn ang="0">
                  <a:pos x="0" y="1611"/>
                </a:cxn>
              </a:cxnLst>
              <a:rect l="txL" t="txT" r="txR" b="txB"/>
              <a:pathLst>
                <a:path w="42" h="24">
                  <a:moveTo>
                    <a:pt x="0" y="24"/>
                  </a:moveTo>
                  <a:lnTo>
                    <a:pt x="42" y="0"/>
                  </a:lnTo>
                  <a:lnTo>
                    <a:pt x="0" y="24"/>
                  </a:lnTo>
                  <a:close/>
                  <a:moveTo>
                    <a:pt x="0" y="24"/>
                  </a:moveTo>
                  <a:lnTo>
                    <a:pt x="0" y="24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10" name="Freeform 190"/>
            <p:cNvSpPr>
              <a:spLocks noEditPoints="1"/>
            </p:cNvSpPr>
            <p:nvPr/>
          </p:nvSpPr>
          <p:spPr>
            <a:xfrm>
              <a:off x="847" y="2793"/>
              <a:ext cx="47" cy="20"/>
            </a:xfrm>
            <a:custGeom>
              <a:avLst/>
              <a:gdLst>
                <a:gd name="txL" fmla="*/ 0 w 42"/>
                <a:gd name="txT" fmla="*/ 0 h 18"/>
                <a:gd name="txR" fmla="*/ 42 w 42"/>
                <a:gd name="txB" fmla="*/ 18 h 18"/>
              </a:gdLst>
              <a:ahLst/>
              <a:cxnLst>
                <a:cxn ang="0">
                  <a:pos x="873" y="308"/>
                </a:cxn>
                <a:cxn ang="0">
                  <a:pos x="0" y="0"/>
                </a:cxn>
                <a:cxn ang="0">
                  <a:pos x="873" y="308"/>
                </a:cxn>
                <a:cxn ang="0">
                  <a:pos x="873" y="308"/>
                </a:cxn>
                <a:cxn ang="0">
                  <a:pos x="873" y="308"/>
                </a:cxn>
                <a:cxn ang="0">
                  <a:pos x="873" y="308"/>
                </a:cxn>
                <a:cxn ang="0">
                  <a:pos x="873" y="308"/>
                </a:cxn>
              </a:cxnLst>
              <a:rect l="txL" t="txT" r="txR" b="txB"/>
              <a:pathLst>
                <a:path w="42" h="18">
                  <a:moveTo>
                    <a:pt x="42" y="18"/>
                  </a:moveTo>
                  <a:lnTo>
                    <a:pt x="0" y="0"/>
                  </a:lnTo>
                  <a:lnTo>
                    <a:pt x="42" y="18"/>
                  </a:lnTo>
                  <a:close/>
                  <a:moveTo>
                    <a:pt x="42" y="18"/>
                  </a:moveTo>
                  <a:lnTo>
                    <a:pt x="42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11" name="Freeform 191"/>
            <p:cNvSpPr>
              <a:spLocks noEditPoints="1"/>
            </p:cNvSpPr>
            <p:nvPr/>
          </p:nvSpPr>
          <p:spPr>
            <a:xfrm>
              <a:off x="807" y="2766"/>
              <a:ext cx="40" cy="27"/>
            </a:xfrm>
            <a:custGeom>
              <a:avLst/>
              <a:gdLst>
                <a:gd name="txL" fmla="*/ 0 w 36"/>
                <a:gd name="txT" fmla="*/ 0 h 24"/>
                <a:gd name="txR" fmla="*/ 36 w 36"/>
                <a:gd name="txB" fmla="*/ 24 h 24"/>
              </a:gdLst>
              <a:ahLst/>
              <a:cxnLst>
                <a:cxn ang="0">
                  <a:pos x="603" y="579"/>
                </a:cxn>
                <a:cxn ang="0">
                  <a:pos x="0" y="0"/>
                </a:cxn>
                <a:cxn ang="0">
                  <a:pos x="603" y="579"/>
                </a:cxn>
                <a:cxn ang="0">
                  <a:pos x="603" y="579"/>
                </a:cxn>
                <a:cxn ang="0">
                  <a:pos x="603" y="579"/>
                </a:cxn>
                <a:cxn ang="0">
                  <a:pos x="603" y="579"/>
                </a:cxn>
                <a:cxn ang="0">
                  <a:pos x="603" y="579"/>
                </a:cxn>
              </a:cxnLst>
              <a:rect l="txL" t="txT" r="txR" b="txB"/>
              <a:pathLst>
                <a:path w="36" h="24">
                  <a:moveTo>
                    <a:pt x="36" y="24"/>
                  </a:moveTo>
                  <a:lnTo>
                    <a:pt x="0" y="0"/>
                  </a:lnTo>
                  <a:lnTo>
                    <a:pt x="36" y="24"/>
                  </a:lnTo>
                  <a:close/>
                  <a:moveTo>
                    <a:pt x="36" y="24"/>
                  </a:moveTo>
                  <a:lnTo>
                    <a:pt x="36" y="24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12" name="Freeform 192"/>
            <p:cNvSpPr>
              <a:spLocks noEditPoints="1"/>
            </p:cNvSpPr>
            <p:nvPr/>
          </p:nvSpPr>
          <p:spPr>
            <a:xfrm>
              <a:off x="807" y="2745"/>
              <a:ext cx="40" cy="21"/>
            </a:xfrm>
            <a:custGeom>
              <a:avLst/>
              <a:gdLst>
                <a:gd name="txL" fmla="*/ 0 w 36"/>
                <a:gd name="txT" fmla="*/ 0 h 18"/>
                <a:gd name="txR" fmla="*/ 36 w 36"/>
                <a:gd name="txB" fmla="*/ 18 h 18"/>
              </a:gdLst>
              <a:ahLst/>
              <a:cxnLst>
                <a:cxn ang="0">
                  <a:pos x="0" y="1210"/>
                </a:cxn>
                <a:cxn ang="0">
                  <a:pos x="603" y="0"/>
                </a:cxn>
                <a:cxn ang="0">
                  <a:pos x="0" y="1210"/>
                </a:cxn>
                <a:cxn ang="0">
                  <a:pos x="0" y="1210"/>
                </a:cxn>
                <a:cxn ang="0">
                  <a:pos x="0" y="1210"/>
                </a:cxn>
                <a:cxn ang="0">
                  <a:pos x="0" y="1210"/>
                </a:cxn>
                <a:cxn ang="0">
                  <a:pos x="0" y="1210"/>
                </a:cxn>
              </a:cxnLst>
              <a:rect l="txL" t="txT" r="txR" b="txB"/>
              <a:pathLst>
                <a:path w="36" h="18">
                  <a:moveTo>
                    <a:pt x="0" y="18"/>
                  </a:moveTo>
                  <a:lnTo>
                    <a:pt x="36" y="0"/>
                  </a:lnTo>
                  <a:lnTo>
                    <a:pt x="0" y="18"/>
                  </a:lnTo>
                  <a:close/>
                  <a:moveTo>
                    <a:pt x="0" y="18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13" name="Freeform 193"/>
            <p:cNvSpPr>
              <a:spLocks noEditPoints="1"/>
            </p:cNvSpPr>
            <p:nvPr/>
          </p:nvSpPr>
          <p:spPr>
            <a:xfrm>
              <a:off x="847" y="2725"/>
              <a:ext cx="47" cy="20"/>
            </a:xfrm>
            <a:custGeom>
              <a:avLst/>
              <a:gdLst>
                <a:gd name="txL" fmla="*/ 0 w 42"/>
                <a:gd name="txT" fmla="*/ 0 h 18"/>
                <a:gd name="txR" fmla="*/ 42 w 42"/>
                <a:gd name="txB" fmla="*/ 18 h 18"/>
              </a:gdLst>
              <a:ahLst/>
              <a:cxnLst>
                <a:cxn ang="0">
                  <a:pos x="0" y="308"/>
                </a:cxn>
                <a:cxn ang="0">
                  <a:pos x="873" y="0"/>
                </a:cxn>
                <a:cxn ang="0">
                  <a:pos x="0" y="308"/>
                </a:cxn>
                <a:cxn ang="0">
                  <a:pos x="0" y="308"/>
                </a:cxn>
                <a:cxn ang="0">
                  <a:pos x="0" y="308"/>
                </a:cxn>
                <a:cxn ang="0">
                  <a:pos x="0" y="308"/>
                </a:cxn>
                <a:cxn ang="0">
                  <a:pos x="0" y="308"/>
                </a:cxn>
              </a:cxnLst>
              <a:rect l="txL" t="txT" r="txR" b="txB"/>
              <a:pathLst>
                <a:path w="42" h="18">
                  <a:moveTo>
                    <a:pt x="0" y="18"/>
                  </a:moveTo>
                  <a:lnTo>
                    <a:pt x="42" y="0"/>
                  </a:lnTo>
                  <a:lnTo>
                    <a:pt x="0" y="18"/>
                  </a:lnTo>
                  <a:close/>
                  <a:moveTo>
                    <a:pt x="0" y="18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14" name="Freeform 194"/>
            <p:cNvSpPr>
              <a:spLocks noEditPoints="1"/>
            </p:cNvSpPr>
            <p:nvPr/>
          </p:nvSpPr>
          <p:spPr>
            <a:xfrm>
              <a:off x="847" y="2697"/>
              <a:ext cx="47" cy="28"/>
            </a:xfrm>
            <a:custGeom>
              <a:avLst/>
              <a:gdLst>
                <a:gd name="txL" fmla="*/ 0 w 42"/>
                <a:gd name="txT" fmla="*/ 0 h 24"/>
                <a:gd name="txR" fmla="*/ 42 w 42"/>
                <a:gd name="txB" fmla="*/ 24 h 24"/>
              </a:gdLst>
              <a:ahLst/>
              <a:cxnLst>
                <a:cxn ang="0">
                  <a:pos x="873" y="1611"/>
                </a:cxn>
                <a:cxn ang="0">
                  <a:pos x="0" y="0"/>
                </a:cxn>
                <a:cxn ang="0">
                  <a:pos x="873" y="1611"/>
                </a:cxn>
                <a:cxn ang="0">
                  <a:pos x="873" y="1611"/>
                </a:cxn>
                <a:cxn ang="0">
                  <a:pos x="873" y="1611"/>
                </a:cxn>
                <a:cxn ang="0">
                  <a:pos x="873" y="1611"/>
                </a:cxn>
                <a:cxn ang="0">
                  <a:pos x="873" y="1611"/>
                </a:cxn>
              </a:cxnLst>
              <a:rect l="txL" t="txT" r="txR" b="txB"/>
              <a:pathLst>
                <a:path w="42" h="24">
                  <a:moveTo>
                    <a:pt x="42" y="24"/>
                  </a:moveTo>
                  <a:lnTo>
                    <a:pt x="0" y="0"/>
                  </a:lnTo>
                  <a:lnTo>
                    <a:pt x="42" y="24"/>
                  </a:lnTo>
                  <a:close/>
                  <a:moveTo>
                    <a:pt x="42" y="24"/>
                  </a:moveTo>
                  <a:lnTo>
                    <a:pt x="42" y="24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15" name="Freeform 195"/>
            <p:cNvSpPr>
              <a:spLocks noEditPoints="1"/>
            </p:cNvSpPr>
            <p:nvPr/>
          </p:nvSpPr>
          <p:spPr>
            <a:xfrm>
              <a:off x="807" y="2677"/>
              <a:ext cx="40" cy="20"/>
            </a:xfrm>
            <a:custGeom>
              <a:avLst/>
              <a:gdLst>
                <a:gd name="txL" fmla="*/ 0 w 36"/>
                <a:gd name="txT" fmla="*/ 0 h 18"/>
                <a:gd name="txR" fmla="*/ 36 w 36"/>
                <a:gd name="txB" fmla="*/ 18 h 18"/>
              </a:gdLst>
              <a:ahLst/>
              <a:cxnLst>
                <a:cxn ang="0">
                  <a:pos x="603" y="308"/>
                </a:cxn>
                <a:cxn ang="0">
                  <a:pos x="0" y="0"/>
                </a:cxn>
                <a:cxn ang="0">
                  <a:pos x="603" y="308"/>
                </a:cxn>
                <a:cxn ang="0">
                  <a:pos x="603" y="308"/>
                </a:cxn>
                <a:cxn ang="0">
                  <a:pos x="603" y="308"/>
                </a:cxn>
                <a:cxn ang="0">
                  <a:pos x="603" y="308"/>
                </a:cxn>
                <a:cxn ang="0">
                  <a:pos x="603" y="308"/>
                </a:cxn>
              </a:cxnLst>
              <a:rect l="txL" t="txT" r="txR" b="txB"/>
              <a:pathLst>
                <a:path w="36" h="18">
                  <a:moveTo>
                    <a:pt x="36" y="18"/>
                  </a:moveTo>
                  <a:lnTo>
                    <a:pt x="0" y="0"/>
                  </a:lnTo>
                  <a:lnTo>
                    <a:pt x="36" y="18"/>
                  </a:lnTo>
                  <a:close/>
                  <a:moveTo>
                    <a:pt x="36" y="18"/>
                  </a:moveTo>
                  <a:lnTo>
                    <a:pt x="36" y="18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16" name="Freeform 196"/>
            <p:cNvSpPr>
              <a:spLocks noEditPoints="1"/>
            </p:cNvSpPr>
            <p:nvPr/>
          </p:nvSpPr>
          <p:spPr>
            <a:xfrm>
              <a:off x="807" y="2650"/>
              <a:ext cx="40" cy="27"/>
            </a:xfrm>
            <a:custGeom>
              <a:avLst/>
              <a:gdLst>
                <a:gd name="txL" fmla="*/ 0 w 36"/>
                <a:gd name="txT" fmla="*/ 0 h 24"/>
                <a:gd name="txR" fmla="*/ 36 w 36"/>
                <a:gd name="txB" fmla="*/ 24 h 24"/>
              </a:gdLst>
              <a:ahLst/>
              <a:cxnLst>
                <a:cxn ang="0">
                  <a:pos x="0" y="579"/>
                </a:cxn>
                <a:cxn ang="0">
                  <a:pos x="603" y="0"/>
                </a:cxn>
                <a:cxn ang="0">
                  <a:pos x="0" y="579"/>
                </a:cxn>
                <a:cxn ang="0">
                  <a:pos x="0" y="579"/>
                </a:cxn>
                <a:cxn ang="0">
                  <a:pos x="0" y="579"/>
                </a:cxn>
                <a:cxn ang="0">
                  <a:pos x="0" y="579"/>
                </a:cxn>
                <a:cxn ang="0">
                  <a:pos x="0" y="579"/>
                </a:cxn>
              </a:cxnLst>
              <a:rect l="txL" t="txT" r="txR" b="txB"/>
              <a:pathLst>
                <a:path w="36" h="24">
                  <a:moveTo>
                    <a:pt x="0" y="24"/>
                  </a:moveTo>
                  <a:lnTo>
                    <a:pt x="36" y="0"/>
                  </a:lnTo>
                  <a:lnTo>
                    <a:pt x="0" y="24"/>
                  </a:lnTo>
                  <a:close/>
                  <a:moveTo>
                    <a:pt x="0" y="24"/>
                  </a:moveTo>
                  <a:lnTo>
                    <a:pt x="0" y="24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17" name="Freeform 197"/>
            <p:cNvSpPr>
              <a:spLocks noEditPoints="1"/>
            </p:cNvSpPr>
            <p:nvPr/>
          </p:nvSpPr>
          <p:spPr>
            <a:xfrm>
              <a:off x="847" y="2630"/>
              <a:ext cx="47" cy="20"/>
            </a:xfrm>
            <a:custGeom>
              <a:avLst/>
              <a:gdLst>
                <a:gd name="txL" fmla="*/ 0 w 42"/>
                <a:gd name="txT" fmla="*/ 0 h 17"/>
                <a:gd name="txR" fmla="*/ 42 w 42"/>
                <a:gd name="txB" fmla="*/ 17 h 17"/>
              </a:gdLst>
              <a:ahLst/>
              <a:cxnLst>
                <a:cxn ang="0">
                  <a:pos x="0" y="1396"/>
                </a:cxn>
                <a:cxn ang="0">
                  <a:pos x="873" y="0"/>
                </a:cxn>
                <a:cxn ang="0">
                  <a:pos x="0" y="1396"/>
                </a:cxn>
                <a:cxn ang="0">
                  <a:pos x="0" y="1396"/>
                </a:cxn>
                <a:cxn ang="0">
                  <a:pos x="0" y="1396"/>
                </a:cxn>
                <a:cxn ang="0">
                  <a:pos x="0" y="1396"/>
                </a:cxn>
                <a:cxn ang="0">
                  <a:pos x="0" y="1396"/>
                </a:cxn>
              </a:cxnLst>
              <a:rect l="txL" t="txT" r="txR" b="txB"/>
              <a:pathLst>
                <a:path w="42" h="17">
                  <a:moveTo>
                    <a:pt x="0" y="17"/>
                  </a:moveTo>
                  <a:lnTo>
                    <a:pt x="42" y="0"/>
                  </a:lnTo>
                  <a:lnTo>
                    <a:pt x="0" y="17"/>
                  </a:lnTo>
                  <a:close/>
                  <a:moveTo>
                    <a:pt x="0" y="17"/>
                  </a:moveTo>
                  <a:lnTo>
                    <a:pt x="0" y="17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18" name="Freeform 198"/>
            <p:cNvSpPr>
              <a:spLocks noEditPoints="1"/>
            </p:cNvSpPr>
            <p:nvPr/>
          </p:nvSpPr>
          <p:spPr>
            <a:xfrm>
              <a:off x="847" y="2603"/>
              <a:ext cx="47" cy="27"/>
            </a:xfrm>
            <a:custGeom>
              <a:avLst/>
              <a:gdLst>
                <a:gd name="txL" fmla="*/ 0 w 42"/>
                <a:gd name="txT" fmla="*/ 0 h 24"/>
                <a:gd name="txR" fmla="*/ 42 w 42"/>
                <a:gd name="txB" fmla="*/ 24 h 24"/>
              </a:gdLst>
              <a:ahLst/>
              <a:cxnLst>
                <a:cxn ang="0">
                  <a:pos x="873" y="579"/>
                </a:cxn>
                <a:cxn ang="0">
                  <a:pos x="0" y="0"/>
                </a:cxn>
                <a:cxn ang="0">
                  <a:pos x="873" y="579"/>
                </a:cxn>
                <a:cxn ang="0">
                  <a:pos x="873" y="579"/>
                </a:cxn>
                <a:cxn ang="0">
                  <a:pos x="873" y="579"/>
                </a:cxn>
                <a:cxn ang="0">
                  <a:pos x="873" y="579"/>
                </a:cxn>
                <a:cxn ang="0">
                  <a:pos x="873" y="579"/>
                </a:cxn>
              </a:cxnLst>
              <a:rect l="txL" t="txT" r="txR" b="txB"/>
              <a:pathLst>
                <a:path w="42" h="24">
                  <a:moveTo>
                    <a:pt x="42" y="24"/>
                  </a:moveTo>
                  <a:lnTo>
                    <a:pt x="0" y="0"/>
                  </a:lnTo>
                  <a:lnTo>
                    <a:pt x="42" y="24"/>
                  </a:lnTo>
                  <a:close/>
                  <a:moveTo>
                    <a:pt x="42" y="24"/>
                  </a:moveTo>
                  <a:lnTo>
                    <a:pt x="42" y="24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19" name="Freeform 199"/>
            <p:cNvSpPr/>
            <p:nvPr/>
          </p:nvSpPr>
          <p:spPr>
            <a:xfrm>
              <a:off x="3462" y="2610"/>
              <a:ext cx="40" cy="366"/>
            </a:xfrm>
            <a:custGeom>
              <a:avLst/>
              <a:gdLst>
                <a:gd name="txL" fmla="*/ 0 w 36"/>
                <a:gd name="txT" fmla="*/ 0 h 322"/>
                <a:gd name="txR" fmla="*/ 36 w 36"/>
                <a:gd name="txB" fmla="*/ 322 h 322"/>
              </a:gdLst>
              <a:ahLst/>
              <a:cxnLst>
                <a:cxn ang="0">
                  <a:pos x="0" y="0"/>
                </a:cxn>
                <a:cxn ang="0">
                  <a:pos x="603" y="0"/>
                </a:cxn>
                <a:cxn ang="0">
                  <a:pos x="603" y="10249"/>
                </a:cxn>
                <a:cxn ang="0">
                  <a:pos x="0" y="10249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36" h="322">
                  <a:moveTo>
                    <a:pt x="0" y="0"/>
                  </a:moveTo>
                  <a:lnTo>
                    <a:pt x="36" y="0"/>
                  </a:lnTo>
                  <a:lnTo>
                    <a:pt x="36" y="322"/>
                  </a:lnTo>
                  <a:lnTo>
                    <a:pt x="0" y="3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20" name="Freeform 200"/>
            <p:cNvSpPr/>
            <p:nvPr/>
          </p:nvSpPr>
          <p:spPr>
            <a:xfrm>
              <a:off x="3441" y="2956"/>
              <a:ext cx="41" cy="27"/>
            </a:xfrm>
            <a:custGeom>
              <a:avLst/>
              <a:gdLst>
                <a:gd name="txL" fmla="*/ 0 w 36"/>
                <a:gd name="txT" fmla="*/ 0 h 24"/>
                <a:gd name="txR" fmla="*/ 36 w 36"/>
                <a:gd name="txB" fmla="*/ 24 h 24"/>
              </a:gdLst>
              <a:ahLst/>
              <a:cxnLst>
                <a:cxn ang="0">
                  <a:pos x="1257" y="579"/>
                </a:cxn>
                <a:cxn ang="0">
                  <a:pos x="0" y="0"/>
                </a:cxn>
                <a:cxn ang="0">
                  <a:pos x="1257" y="579"/>
                </a:cxn>
                <a:cxn ang="0">
                  <a:pos x="1257" y="579"/>
                </a:cxn>
              </a:cxnLst>
              <a:rect l="txL" t="txT" r="txR" b="txB"/>
              <a:pathLst>
                <a:path w="36" h="24">
                  <a:moveTo>
                    <a:pt x="36" y="24"/>
                  </a:moveTo>
                  <a:lnTo>
                    <a:pt x="0" y="0"/>
                  </a:lnTo>
                  <a:lnTo>
                    <a:pt x="36" y="24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21" name="Freeform 201"/>
            <p:cNvSpPr>
              <a:spLocks noEditPoints="1"/>
            </p:cNvSpPr>
            <p:nvPr/>
          </p:nvSpPr>
          <p:spPr>
            <a:xfrm>
              <a:off x="3441" y="2935"/>
              <a:ext cx="41" cy="21"/>
            </a:xfrm>
            <a:custGeom>
              <a:avLst/>
              <a:gdLst>
                <a:gd name="txL" fmla="*/ 0 w 36"/>
                <a:gd name="txT" fmla="*/ 0 h 18"/>
                <a:gd name="txR" fmla="*/ 36 w 36"/>
                <a:gd name="txB" fmla="*/ 18 h 18"/>
              </a:gdLst>
              <a:ahLst/>
              <a:cxnLst>
                <a:cxn ang="0">
                  <a:pos x="0" y="1210"/>
                </a:cxn>
                <a:cxn ang="0">
                  <a:pos x="1257" y="0"/>
                </a:cxn>
                <a:cxn ang="0">
                  <a:pos x="0" y="1210"/>
                </a:cxn>
                <a:cxn ang="0">
                  <a:pos x="0" y="1210"/>
                </a:cxn>
                <a:cxn ang="0">
                  <a:pos x="0" y="1210"/>
                </a:cxn>
                <a:cxn ang="0">
                  <a:pos x="0" y="1210"/>
                </a:cxn>
                <a:cxn ang="0">
                  <a:pos x="0" y="1210"/>
                </a:cxn>
              </a:cxnLst>
              <a:rect l="txL" t="txT" r="txR" b="txB"/>
              <a:pathLst>
                <a:path w="36" h="18">
                  <a:moveTo>
                    <a:pt x="0" y="18"/>
                  </a:moveTo>
                  <a:lnTo>
                    <a:pt x="36" y="0"/>
                  </a:lnTo>
                  <a:lnTo>
                    <a:pt x="0" y="18"/>
                  </a:lnTo>
                  <a:close/>
                  <a:moveTo>
                    <a:pt x="0" y="18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22" name="Freeform 202"/>
            <p:cNvSpPr>
              <a:spLocks noEditPoints="1"/>
            </p:cNvSpPr>
            <p:nvPr/>
          </p:nvSpPr>
          <p:spPr>
            <a:xfrm>
              <a:off x="3482" y="2908"/>
              <a:ext cx="47" cy="27"/>
            </a:xfrm>
            <a:custGeom>
              <a:avLst/>
              <a:gdLst>
                <a:gd name="txL" fmla="*/ 0 w 42"/>
                <a:gd name="txT" fmla="*/ 0 h 24"/>
                <a:gd name="txR" fmla="*/ 42 w 42"/>
                <a:gd name="txB" fmla="*/ 24 h 24"/>
              </a:gdLst>
              <a:ahLst/>
              <a:cxnLst>
                <a:cxn ang="0">
                  <a:pos x="0" y="579"/>
                </a:cxn>
                <a:cxn ang="0">
                  <a:pos x="873" y="0"/>
                </a:cxn>
                <a:cxn ang="0">
                  <a:pos x="0" y="579"/>
                </a:cxn>
                <a:cxn ang="0">
                  <a:pos x="0" y="579"/>
                </a:cxn>
                <a:cxn ang="0">
                  <a:pos x="0" y="579"/>
                </a:cxn>
                <a:cxn ang="0">
                  <a:pos x="0" y="579"/>
                </a:cxn>
                <a:cxn ang="0">
                  <a:pos x="0" y="579"/>
                </a:cxn>
              </a:cxnLst>
              <a:rect l="txL" t="txT" r="txR" b="txB"/>
              <a:pathLst>
                <a:path w="42" h="24">
                  <a:moveTo>
                    <a:pt x="0" y="24"/>
                  </a:moveTo>
                  <a:lnTo>
                    <a:pt x="42" y="0"/>
                  </a:lnTo>
                  <a:lnTo>
                    <a:pt x="0" y="24"/>
                  </a:lnTo>
                  <a:close/>
                  <a:moveTo>
                    <a:pt x="0" y="24"/>
                  </a:moveTo>
                  <a:lnTo>
                    <a:pt x="0" y="24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23" name="Freeform 203"/>
            <p:cNvSpPr>
              <a:spLocks noEditPoints="1"/>
            </p:cNvSpPr>
            <p:nvPr/>
          </p:nvSpPr>
          <p:spPr>
            <a:xfrm>
              <a:off x="3482" y="2887"/>
              <a:ext cx="47" cy="21"/>
            </a:xfrm>
            <a:custGeom>
              <a:avLst/>
              <a:gdLst>
                <a:gd name="txL" fmla="*/ 0 w 42"/>
                <a:gd name="txT" fmla="*/ 0 h 18"/>
                <a:gd name="txR" fmla="*/ 42 w 42"/>
                <a:gd name="txB" fmla="*/ 18 h 18"/>
              </a:gdLst>
              <a:ahLst/>
              <a:cxnLst>
                <a:cxn ang="0">
                  <a:pos x="873" y="1210"/>
                </a:cxn>
                <a:cxn ang="0">
                  <a:pos x="0" y="0"/>
                </a:cxn>
                <a:cxn ang="0">
                  <a:pos x="873" y="1210"/>
                </a:cxn>
                <a:cxn ang="0">
                  <a:pos x="873" y="1210"/>
                </a:cxn>
                <a:cxn ang="0">
                  <a:pos x="873" y="1210"/>
                </a:cxn>
                <a:cxn ang="0">
                  <a:pos x="873" y="1210"/>
                </a:cxn>
                <a:cxn ang="0">
                  <a:pos x="873" y="1210"/>
                </a:cxn>
              </a:cxnLst>
              <a:rect l="txL" t="txT" r="txR" b="txB"/>
              <a:pathLst>
                <a:path w="42" h="18">
                  <a:moveTo>
                    <a:pt x="42" y="18"/>
                  </a:moveTo>
                  <a:lnTo>
                    <a:pt x="0" y="0"/>
                  </a:lnTo>
                  <a:lnTo>
                    <a:pt x="42" y="18"/>
                  </a:lnTo>
                  <a:close/>
                  <a:moveTo>
                    <a:pt x="42" y="18"/>
                  </a:moveTo>
                  <a:lnTo>
                    <a:pt x="42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24" name="Freeform 204"/>
            <p:cNvSpPr>
              <a:spLocks noEditPoints="1"/>
            </p:cNvSpPr>
            <p:nvPr/>
          </p:nvSpPr>
          <p:spPr>
            <a:xfrm>
              <a:off x="3482" y="2887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25" name="Freeform 205"/>
            <p:cNvSpPr>
              <a:spLocks noEditPoints="1"/>
            </p:cNvSpPr>
            <p:nvPr/>
          </p:nvSpPr>
          <p:spPr>
            <a:xfrm>
              <a:off x="3441" y="2861"/>
              <a:ext cx="41" cy="26"/>
            </a:xfrm>
            <a:custGeom>
              <a:avLst/>
              <a:gdLst>
                <a:gd name="txL" fmla="*/ 0 w 36"/>
                <a:gd name="txT" fmla="*/ 0 h 23"/>
                <a:gd name="txR" fmla="*/ 36 w 36"/>
                <a:gd name="txB" fmla="*/ 23 h 23"/>
              </a:gdLst>
              <a:ahLst/>
              <a:cxnLst>
                <a:cxn ang="0">
                  <a:pos x="1257" y="610"/>
                </a:cxn>
                <a:cxn ang="0">
                  <a:pos x="0" y="0"/>
                </a:cxn>
                <a:cxn ang="0">
                  <a:pos x="1257" y="610"/>
                </a:cxn>
                <a:cxn ang="0">
                  <a:pos x="1257" y="610"/>
                </a:cxn>
                <a:cxn ang="0">
                  <a:pos x="1257" y="610"/>
                </a:cxn>
                <a:cxn ang="0">
                  <a:pos x="1257" y="610"/>
                </a:cxn>
                <a:cxn ang="0">
                  <a:pos x="1257" y="610"/>
                </a:cxn>
              </a:cxnLst>
              <a:rect l="txL" t="txT" r="txR" b="txB"/>
              <a:pathLst>
                <a:path w="36" h="23">
                  <a:moveTo>
                    <a:pt x="36" y="23"/>
                  </a:moveTo>
                  <a:lnTo>
                    <a:pt x="0" y="0"/>
                  </a:lnTo>
                  <a:lnTo>
                    <a:pt x="36" y="23"/>
                  </a:lnTo>
                  <a:close/>
                  <a:moveTo>
                    <a:pt x="36" y="23"/>
                  </a:moveTo>
                  <a:lnTo>
                    <a:pt x="36" y="23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26" name="Freeform 206"/>
            <p:cNvSpPr>
              <a:spLocks noEditPoints="1"/>
            </p:cNvSpPr>
            <p:nvPr/>
          </p:nvSpPr>
          <p:spPr>
            <a:xfrm>
              <a:off x="3441" y="2841"/>
              <a:ext cx="41" cy="20"/>
            </a:xfrm>
            <a:custGeom>
              <a:avLst/>
              <a:gdLst>
                <a:gd name="txL" fmla="*/ 0 w 36"/>
                <a:gd name="txT" fmla="*/ 0 h 18"/>
                <a:gd name="txR" fmla="*/ 36 w 36"/>
                <a:gd name="txB" fmla="*/ 18 h 18"/>
              </a:gdLst>
              <a:ahLst/>
              <a:cxnLst>
                <a:cxn ang="0">
                  <a:pos x="0" y="308"/>
                </a:cxn>
                <a:cxn ang="0">
                  <a:pos x="1257" y="0"/>
                </a:cxn>
                <a:cxn ang="0">
                  <a:pos x="0" y="308"/>
                </a:cxn>
                <a:cxn ang="0">
                  <a:pos x="0" y="308"/>
                </a:cxn>
                <a:cxn ang="0">
                  <a:pos x="0" y="308"/>
                </a:cxn>
                <a:cxn ang="0">
                  <a:pos x="0" y="308"/>
                </a:cxn>
                <a:cxn ang="0">
                  <a:pos x="0" y="308"/>
                </a:cxn>
              </a:cxnLst>
              <a:rect l="txL" t="txT" r="txR" b="txB"/>
              <a:pathLst>
                <a:path w="36" h="18">
                  <a:moveTo>
                    <a:pt x="0" y="18"/>
                  </a:moveTo>
                  <a:lnTo>
                    <a:pt x="36" y="0"/>
                  </a:lnTo>
                  <a:lnTo>
                    <a:pt x="0" y="18"/>
                  </a:lnTo>
                  <a:close/>
                  <a:moveTo>
                    <a:pt x="0" y="18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27" name="Freeform 207"/>
            <p:cNvSpPr>
              <a:spLocks noEditPoints="1"/>
            </p:cNvSpPr>
            <p:nvPr/>
          </p:nvSpPr>
          <p:spPr>
            <a:xfrm>
              <a:off x="3482" y="2813"/>
              <a:ext cx="47" cy="28"/>
            </a:xfrm>
            <a:custGeom>
              <a:avLst/>
              <a:gdLst>
                <a:gd name="txL" fmla="*/ 0 w 42"/>
                <a:gd name="txT" fmla="*/ 0 h 24"/>
                <a:gd name="txR" fmla="*/ 42 w 42"/>
                <a:gd name="txB" fmla="*/ 24 h 24"/>
              </a:gdLst>
              <a:ahLst/>
              <a:cxnLst>
                <a:cxn ang="0">
                  <a:pos x="0" y="1611"/>
                </a:cxn>
                <a:cxn ang="0">
                  <a:pos x="873" y="0"/>
                </a:cxn>
                <a:cxn ang="0">
                  <a:pos x="0" y="1611"/>
                </a:cxn>
                <a:cxn ang="0">
                  <a:pos x="0" y="1611"/>
                </a:cxn>
                <a:cxn ang="0">
                  <a:pos x="0" y="1611"/>
                </a:cxn>
                <a:cxn ang="0">
                  <a:pos x="0" y="1611"/>
                </a:cxn>
                <a:cxn ang="0">
                  <a:pos x="0" y="1611"/>
                </a:cxn>
              </a:cxnLst>
              <a:rect l="txL" t="txT" r="txR" b="txB"/>
              <a:pathLst>
                <a:path w="42" h="24">
                  <a:moveTo>
                    <a:pt x="0" y="24"/>
                  </a:moveTo>
                  <a:lnTo>
                    <a:pt x="42" y="0"/>
                  </a:lnTo>
                  <a:lnTo>
                    <a:pt x="0" y="24"/>
                  </a:lnTo>
                  <a:close/>
                  <a:moveTo>
                    <a:pt x="0" y="24"/>
                  </a:moveTo>
                  <a:lnTo>
                    <a:pt x="0" y="24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28" name="Freeform 208"/>
            <p:cNvSpPr>
              <a:spLocks noEditPoints="1"/>
            </p:cNvSpPr>
            <p:nvPr/>
          </p:nvSpPr>
          <p:spPr>
            <a:xfrm>
              <a:off x="3482" y="2793"/>
              <a:ext cx="47" cy="20"/>
            </a:xfrm>
            <a:custGeom>
              <a:avLst/>
              <a:gdLst>
                <a:gd name="txL" fmla="*/ 0 w 42"/>
                <a:gd name="txT" fmla="*/ 0 h 18"/>
                <a:gd name="txR" fmla="*/ 42 w 42"/>
                <a:gd name="txB" fmla="*/ 18 h 18"/>
              </a:gdLst>
              <a:ahLst/>
              <a:cxnLst>
                <a:cxn ang="0">
                  <a:pos x="873" y="308"/>
                </a:cxn>
                <a:cxn ang="0">
                  <a:pos x="0" y="0"/>
                </a:cxn>
                <a:cxn ang="0">
                  <a:pos x="873" y="308"/>
                </a:cxn>
                <a:cxn ang="0">
                  <a:pos x="873" y="308"/>
                </a:cxn>
                <a:cxn ang="0">
                  <a:pos x="873" y="308"/>
                </a:cxn>
                <a:cxn ang="0">
                  <a:pos x="873" y="308"/>
                </a:cxn>
                <a:cxn ang="0">
                  <a:pos x="873" y="308"/>
                </a:cxn>
              </a:cxnLst>
              <a:rect l="txL" t="txT" r="txR" b="txB"/>
              <a:pathLst>
                <a:path w="42" h="18">
                  <a:moveTo>
                    <a:pt x="42" y="18"/>
                  </a:moveTo>
                  <a:lnTo>
                    <a:pt x="0" y="0"/>
                  </a:lnTo>
                  <a:lnTo>
                    <a:pt x="42" y="18"/>
                  </a:lnTo>
                  <a:close/>
                  <a:moveTo>
                    <a:pt x="42" y="18"/>
                  </a:moveTo>
                  <a:lnTo>
                    <a:pt x="42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29" name="Freeform 209"/>
            <p:cNvSpPr>
              <a:spLocks noEditPoints="1"/>
            </p:cNvSpPr>
            <p:nvPr/>
          </p:nvSpPr>
          <p:spPr>
            <a:xfrm>
              <a:off x="3441" y="2766"/>
              <a:ext cx="41" cy="27"/>
            </a:xfrm>
            <a:custGeom>
              <a:avLst/>
              <a:gdLst>
                <a:gd name="txL" fmla="*/ 0 w 36"/>
                <a:gd name="txT" fmla="*/ 0 h 24"/>
                <a:gd name="txR" fmla="*/ 36 w 36"/>
                <a:gd name="txB" fmla="*/ 24 h 24"/>
              </a:gdLst>
              <a:ahLst/>
              <a:cxnLst>
                <a:cxn ang="0">
                  <a:pos x="1257" y="579"/>
                </a:cxn>
                <a:cxn ang="0">
                  <a:pos x="0" y="0"/>
                </a:cxn>
                <a:cxn ang="0">
                  <a:pos x="1257" y="579"/>
                </a:cxn>
                <a:cxn ang="0">
                  <a:pos x="1257" y="579"/>
                </a:cxn>
                <a:cxn ang="0">
                  <a:pos x="1257" y="579"/>
                </a:cxn>
                <a:cxn ang="0">
                  <a:pos x="1257" y="579"/>
                </a:cxn>
                <a:cxn ang="0">
                  <a:pos x="1257" y="579"/>
                </a:cxn>
              </a:cxnLst>
              <a:rect l="txL" t="txT" r="txR" b="txB"/>
              <a:pathLst>
                <a:path w="36" h="24">
                  <a:moveTo>
                    <a:pt x="36" y="24"/>
                  </a:moveTo>
                  <a:lnTo>
                    <a:pt x="0" y="0"/>
                  </a:lnTo>
                  <a:lnTo>
                    <a:pt x="36" y="24"/>
                  </a:lnTo>
                  <a:close/>
                  <a:moveTo>
                    <a:pt x="36" y="24"/>
                  </a:moveTo>
                  <a:lnTo>
                    <a:pt x="36" y="24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30" name="Freeform 210"/>
            <p:cNvSpPr>
              <a:spLocks noEditPoints="1"/>
            </p:cNvSpPr>
            <p:nvPr/>
          </p:nvSpPr>
          <p:spPr>
            <a:xfrm>
              <a:off x="3441" y="2745"/>
              <a:ext cx="41" cy="21"/>
            </a:xfrm>
            <a:custGeom>
              <a:avLst/>
              <a:gdLst>
                <a:gd name="txL" fmla="*/ 0 w 36"/>
                <a:gd name="txT" fmla="*/ 0 h 18"/>
                <a:gd name="txR" fmla="*/ 36 w 36"/>
                <a:gd name="txB" fmla="*/ 18 h 18"/>
              </a:gdLst>
              <a:ahLst/>
              <a:cxnLst>
                <a:cxn ang="0">
                  <a:pos x="0" y="1210"/>
                </a:cxn>
                <a:cxn ang="0">
                  <a:pos x="1257" y="0"/>
                </a:cxn>
                <a:cxn ang="0">
                  <a:pos x="0" y="1210"/>
                </a:cxn>
                <a:cxn ang="0">
                  <a:pos x="0" y="1210"/>
                </a:cxn>
                <a:cxn ang="0">
                  <a:pos x="0" y="1210"/>
                </a:cxn>
                <a:cxn ang="0">
                  <a:pos x="0" y="1210"/>
                </a:cxn>
                <a:cxn ang="0">
                  <a:pos x="0" y="1210"/>
                </a:cxn>
              </a:cxnLst>
              <a:rect l="txL" t="txT" r="txR" b="txB"/>
              <a:pathLst>
                <a:path w="36" h="18">
                  <a:moveTo>
                    <a:pt x="0" y="18"/>
                  </a:moveTo>
                  <a:lnTo>
                    <a:pt x="36" y="0"/>
                  </a:lnTo>
                  <a:lnTo>
                    <a:pt x="0" y="18"/>
                  </a:lnTo>
                  <a:close/>
                  <a:moveTo>
                    <a:pt x="0" y="18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31" name="Freeform 211"/>
            <p:cNvSpPr>
              <a:spLocks noEditPoints="1"/>
            </p:cNvSpPr>
            <p:nvPr/>
          </p:nvSpPr>
          <p:spPr>
            <a:xfrm>
              <a:off x="3482" y="2725"/>
              <a:ext cx="47" cy="20"/>
            </a:xfrm>
            <a:custGeom>
              <a:avLst/>
              <a:gdLst>
                <a:gd name="txL" fmla="*/ 0 w 42"/>
                <a:gd name="txT" fmla="*/ 0 h 18"/>
                <a:gd name="txR" fmla="*/ 42 w 42"/>
                <a:gd name="txB" fmla="*/ 18 h 18"/>
              </a:gdLst>
              <a:ahLst/>
              <a:cxnLst>
                <a:cxn ang="0">
                  <a:pos x="0" y="308"/>
                </a:cxn>
                <a:cxn ang="0">
                  <a:pos x="873" y="0"/>
                </a:cxn>
                <a:cxn ang="0">
                  <a:pos x="0" y="308"/>
                </a:cxn>
                <a:cxn ang="0">
                  <a:pos x="0" y="308"/>
                </a:cxn>
                <a:cxn ang="0">
                  <a:pos x="0" y="308"/>
                </a:cxn>
                <a:cxn ang="0">
                  <a:pos x="0" y="308"/>
                </a:cxn>
                <a:cxn ang="0">
                  <a:pos x="0" y="308"/>
                </a:cxn>
              </a:cxnLst>
              <a:rect l="txL" t="txT" r="txR" b="txB"/>
              <a:pathLst>
                <a:path w="42" h="18">
                  <a:moveTo>
                    <a:pt x="0" y="18"/>
                  </a:moveTo>
                  <a:lnTo>
                    <a:pt x="42" y="0"/>
                  </a:lnTo>
                  <a:lnTo>
                    <a:pt x="0" y="18"/>
                  </a:lnTo>
                  <a:close/>
                  <a:moveTo>
                    <a:pt x="0" y="18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32" name="Freeform 212"/>
            <p:cNvSpPr>
              <a:spLocks noEditPoints="1"/>
            </p:cNvSpPr>
            <p:nvPr/>
          </p:nvSpPr>
          <p:spPr>
            <a:xfrm>
              <a:off x="3482" y="2697"/>
              <a:ext cx="47" cy="28"/>
            </a:xfrm>
            <a:custGeom>
              <a:avLst/>
              <a:gdLst>
                <a:gd name="txL" fmla="*/ 0 w 42"/>
                <a:gd name="txT" fmla="*/ 0 h 24"/>
                <a:gd name="txR" fmla="*/ 42 w 42"/>
                <a:gd name="txB" fmla="*/ 24 h 24"/>
              </a:gdLst>
              <a:ahLst/>
              <a:cxnLst>
                <a:cxn ang="0">
                  <a:pos x="873" y="1611"/>
                </a:cxn>
                <a:cxn ang="0">
                  <a:pos x="0" y="0"/>
                </a:cxn>
                <a:cxn ang="0">
                  <a:pos x="873" y="1611"/>
                </a:cxn>
                <a:cxn ang="0">
                  <a:pos x="873" y="1611"/>
                </a:cxn>
                <a:cxn ang="0">
                  <a:pos x="873" y="1611"/>
                </a:cxn>
                <a:cxn ang="0">
                  <a:pos x="873" y="1611"/>
                </a:cxn>
                <a:cxn ang="0">
                  <a:pos x="873" y="1611"/>
                </a:cxn>
              </a:cxnLst>
              <a:rect l="txL" t="txT" r="txR" b="txB"/>
              <a:pathLst>
                <a:path w="42" h="24">
                  <a:moveTo>
                    <a:pt x="42" y="24"/>
                  </a:moveTo>
                  <a:lnTo>
                    <a:pt x="0" y="0"/>
                  </a:lnTo>
                  <a:lnTo>
                    <a:pt x="42" y="24"/>
                  </a:lnTo>
                  <a:close/>
                  <a:moveTo>
                    <a:pt x="42" y="24"/>
                  </a:moveTo>
                  <a:lnTo>
                    <a:pt x="42" y="24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33" name="Freeform 213"/>
            <p:cNvSpPr>
              <a:spLocks noEditPoints="1"/>
            </p:cNvSpPr>
            <p:nvPr/>
          </p:nvSpPr>
          <p:spPr>
            <a:xfrm>
              <a:off x="3441" y="2677"/>
              <a:ext cx="41" cy="20"/>
            </a:xfrm>
            <a:custGeom>
              <a:avLst/>
              <a:gdLst>
                <a:gd name="txL" fmla="*/ 0 w 36"/>
                <a:gd name="txT" fmla="*/ 0 h 18"/>
                <a:gd name="txR" fmla="*/ 36 w 36"/>
                <a:gd name="txB" fmla="*/ 18 h 18"/>
              </a:gdLst>
              <a:ahLst/>
              <a:cxnLst>
                <a:cxn ang="0">
                  <a:pos x="1257" y="308"/>
                </a:cxn>
                <a:cxn ang="0">
                  <a:pos x="0" y="0"/>
                </a:cxn>
                <a:cxn ang="0">
                  <a:pos x="1257" y="308"/>
                </a:cxn>
                <a:cxn ang="0">
                  <a:pos x="1257" y="308"/>
                </a:cxn>
                <a:cxn ang="0">
                  <a:pos x="1257" y="308"/>
                </a:cxn>
                <a:cxn ang="0">
                  <a:pos x="1257" y="308"/>
                </a:cxn>
                <a:cxn ang="0">
                  <a:pos x="1257" y="308"/>
                </a:cxn>
              </a:cxnLst>
              <a:rect l="txL" t="txT" r="txR" b="txB"/>
              <a:pathLst>
                <a:path w="36" h="18">
                  <a:moveTo>
                    <a:pt x="36" y="18"/>
                  </a:moveTo>
                  <a:lnTo>
                    <a:pt x="0" y="0"/>
                  </a:lnTo>
                  <a:lnTo>
                    <a:pt x="36" y="18"/>
                  </a:lnTo>
                  <a:close/>
                  <a:moveTo>
                    <a:pt x="36" y="18"/>
                  </a:moveTo>
                  <a:lnTo>
                    <a:pt x="36" y="1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34" name="Freeform 214"/>
            <p:cNvSpPr>
              <a:spLocks noEditPoints="1"/>
            </p:cNvSpPr>
            <p:nvPr/>
          </p:nvSpPr>
          <p:spPr>
            <a:xfrm>
              <a:off x="3441" y="2650"/>
              <a:ext cx="41" cy="27"/>
            </a:xfrm>
            <a:custGeom>
              <a:avLst/>
              <a:gdLst>
                <a:gd name="txL" fmla="*/ 0 w 36"/>
                <a:gd name="txT" fmla="*/ 0 h 24"/>
                <a:gd name="txR" fmla="*/ 36 w 36"/>
                <a:gd name="txB" fmla="*/ 24 h 24"/>
              </a:gdLst>
              <a:ahLst/>
              <a:cxnLst>
                <a:cxn ang="0">
                  <a:pos x="0" y="579"/>
                </a:cxn>
                <a:cxn ang="0">
                  <a:pos x="1257" y="0"/>
                </a:cxn>
                <a:cxn ang="0">
                  <a:pos x="0" y="579"/>
                </a:cxn>
                <a:cxn ang="0">
                  <a:pos x="0" y="579"/>
                </a:cxn>
                <a:cxn ang="0">
                  <a:pos x="0" y="579"/>
                </a:cxn>
                <a:cxn ang="0">
                  <a:pos x="0" y="579"/>
                </a:cxn>
                <a:cxn ang="0">
                  <a:pos x="0" y="579"/>
                </a:cxn>
              </a:cxnLst>
              <a:rect l="txL" t="txT" r="txR" b="txB"/>
              <a:pathLst>
                <a:path w="36" h="24">
                  <a:moveTo>
                    <a:pt x="0" y="24"/>
                  </a:moveTo>
                  <a:lnTo>
                    <a:pt x="36" y="0"/>
                  </a:lnTo>
                  <a:lnTo>
                    <a:pt x="0" y="24"/>
                  </a:lnTo>
                  <a:close/>
                  <a:moveTo>
                    <a:pt x="0" y="24"/>
                  </a:moveTo>
                  <a:lnTo>
                    <a:pt x="0" y="24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35" name="Freeform 215"/>
            <p:cNvSpPr>
              <a:spLocks noEditPoints="1"/>
            </p:cNvSpPr>
            <p:nvPr/>
          </p:nvSpPr>
          <p:spPr>
            <a:xfrm>
              <a:off x="3482" y="2630"/>
              <a:ext cx="47" cy="20"/>
            </a:xfrm>
            <a:custGeom>
              <a:avLst/>
              <a:gdLst>
                <a:gd name="txL" fmla="*/ 0 w 42"/>
                <a:gd name="txT" fmla="*/ 0 h 17"/>
                <a:gd name="txR" fmla="*/ 42 w 42"/>
                <a:gd name="txB" fmla="*/ 17 h 17"/>
              </a:gdLst>
              <a:ahLst/>
              <a:cxnLst>
                <a:cxn ang="0">
                  <a:pos x="0" y="1396"/>
                </a:cxn>
                <a:cxn ang="0">
                  <a:pos x="873" y="0"/>
                </a:cxn>
                <a:cxn ang="0">
                  <a:pos x="0" y="1396"/>
                </a:cxn>
                <a:cxn ang="0">
                  <a:pos x="0" y="1396"/>
                </a:cxn>
                <a:cxn ang="0">
                  <a:pos x="0" y="1396"/>
                </a:cxn>
                <a:cxn ang="0">
                  <a:pos x="0" y="1396"/>
                </a:cxn>
                <a:cxn ang="0">
                  <a:pos x="0" y="1396"/>
                </a:cxn>
              </a:cxnLst>
              <a:rect l="txL" t="txT" r="txR" b="txB"/>
              <a:pathLst>
                <a:path w="42" h="17">
                  <a:moveTo>
                    <a:pt x="0" y="17"/>
                  </a:moveTo>
                  <a:lnTo>
                    <a:pt x="42" y="0"/>
                  </a:lnTo>
                  <a:lnTo>
                    <a:pt x="0" y="17"/>
                  </a:lnTo>
                  <a:close/>
                  <a:moveTo>
                    <a:pt x="0" y="17"/>
                  </a:moveTo>
                  <a:lnTo>
                    <a:pt x="0" y="1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36" name="Freeform 216"/>
            <p:cNvSpPr>
              <a:spLocks noEditPoints="1"/>
            </p:cNvSpPr>
            <p:nvPr/>
          </p:nvSpPr>
          <p:spPr>
            <a:xfrm>
              <a:off x="3482" y="2603"/>
              <a:ext cx="47" cy="27"/>
            </a:xfrm>
            <a:custGeom>
              <a:avLst/>
              <a:gdLst>
                <a:gd name="txL" fmla="*/ 0 w 42"/>
                <a:gd name="txT" fmla="*/ 0 h 24"/>
                <a:gd name="txR" fmla="*/ 42 w 42"/>
                <a:gd name="txB" fmla="*/ 24 h 24"/>
              </a:gdLst>
              <a:ahLst/>
              <a:cxnLst>
                <a:cxn ang="0">
                  <a:pos x="873" y="579"/>
                </a:cxn>
                <a:cxn ang="0">
                  <a:pos x="0" y="0"/>
                </a:cxn>
                <a:cxn ang="0">
                  <a:pos x="873" y="579"/>
                </a:cxn>
                <a:cxn ang="0">
                  <a:pos x="873" y="579"/>
                </a:cxn>
                <a:cxn ang="0">
                  <a:pos x="873" y="579"/>
                </a:cxn>
                <a:cxn ang="0">
                  <a:pos x="873" y="579"/>
                </a:cxn>
                <a:cxn ang="0">
                  <a:pos x="873" y="579"/>
                </a:cxn>
              </a:cxnLst>
              <a:rect l="txL" t="txT" r="txR" b="txB"/>
              <a:pathLst>
                <a:path w="42" h="24">
                  <a:moveTo>
                    <a:pt x="42" y="24"/>
                  </a:moveTo>
                  <a:lnTo>
                    <a:pt x="0" y="0"/>
                  </a:lnTo>
                  <a:lnTo>
                    <a:pt x="42" y="24"/>
                  </a:lnTo>
                  <a:close/>
                  <a:moveTo>
                    <a:pt x="42" y="24"/>
                  </a:moveTo>
                  <a:lnTo>
                    <a:pt x="42" y="24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37" name="Freeform 217"/>
            <p:cNvSpPr/>
            <p:nvPr/>
          </p:nvSpPr>
          <p:spPr>
            <a:xfrm>
              <a:off x="1627" y="1333"/>
              <a:ext cx="47" cy="265"/>
            </a:xfrm>
            <a:custGeom>
              <a:avLst/>
              <a:gdLst>
                <a:gd name="txL" fmla="*/ 0 w 42"/>
                <a:gd name="txT" fmla="*/ 0 h 233"/>
                <a:gd name="txR" fmla="*/ 42 w 42"/>
                <a:gd name="txB" fmla="*/ 233 h 233"/>
              </a:gdLst>
              <a:ahLst/>
              <a:cxnLst>
                <a:cxn ang="0">
                  <a:pos x="0" y="7516"/>
                </a:cxn>
                <a:cxn ang="0">
                  <a:pos x="643" y="5777"/>
                </a:cxn>
                <a:cxn ang="0">
                  <a:pos x="873" y="3829"/>
                </a:cxn>
                <a:cxn ang="0">
                  <a:pos x="741" y="1940"/>
                </a:cxn>
                <a:cxn ang="0">
                  <a:pos x="261" y="0"/>
                </a:cxn>
                <a:cxn ang="0">
                  <a:pos x="261" y="0"/>
                </a:cxn>
                <a:cxn ang="0">
                  <a:pos x="741" y="1940"/>
                </a:cxn>
                <a:cxn ang="0">
                  <a:pos x="873" y="3829"/>
                </a:cxn>
                <a:cxn ang="0">
                  <a:pos x="643" y="5777"/>
                </a:cxn>
                <a:cxn ang="0">
                  <a:pos x="0" y="7516"/>
                </a:cxn>
                <a:cxn ang="0">
                  <a:pos x="0" y="7516"/>
                </a:cxn>
              </a:cxnLst>
              <a:rect l="txL" t="txT" r="txR" b="txB"/>
              <a:pathLst>
                <a:path w="42" h="233">
                  <a:moveTo>
                    <a:pt x="0" y="233"/>
                  </a:moveTo>
                  <a:lnTo>
                    <a:pt x="30" y="179"/>
                  </a:lnTo>
                  <a:lnTo>
                    <a:pt x="42" y="119"/>
                  </a:lnTo>
                  <a:lnTo>
                    <a:pt x="36" y="60"/>
                  </a:lnTo>
                  <a:lnTo>
                    <a:pt x="12" y="0"/>
                  </a:lnTo>
                  <a:lnTo>
                    <a:pt x="36" y="60"/>
                  </a:lnTo>
                  <a:lnTo>
                    <a:pt x="42" y="119"/>
                  </a:lnTo>
                  <a:lnTo>
                    <a:pt x="30" y="179"/>
                  </a:lnTo>
                  <a:lnTo>
                    <a:pt x="0" y="233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38" name="Freeform 218"/>
            <p:cNvSpPr>
              <a:spLocks noEditPoints="1"/>
            </p:cNvSpPr>
            <p:nvPr/>
          </p:nvSpPr>
          <p:spPr>
            <a:xfrm>
              <a:off x="1405" y="1251"/>
              <a:ext cx="235" cy="82"/>
            </a:xfrm>
            <a:custGeom>
              <a:avLst/>
              <a:gdLst>
                <a:gd name="txL" fmla="*/ 0 w 209"/>
                <a:gd name="txT" fmla="*/ 0 h 72"/>
                <a:gd name="txR" fmla="*/ 209 w 209"/>
                <a:gd name="txB" fmla="*/ 72 h 72"/>
              </a:gdLst>
              <a:ahLst/>
              <a:cxnLst>
                <a:cxn ang="0">
                  <a:pos x="4969" y="2411"/>
                </a:cxn>
                <a:cxn ang="0">
                  <a:pos x="4534" y="1433"/>
                </a:cxn>
                <a:cxn ang="0">
                  <a:pos x="3943" y="790"/>
                </a:cxn>
                <a:cxn ang="0">
                  <a:pos x="3250" y="203"/>
                </a:cxn>
                <a:cxn ang="0">
                  <a:pos x="2670" y="0"/>
                </a:cxn>
                <a:cxn ang="0">
                  <a:pos x="1992" y="0"/>
                </a:cxn>
                <a:cxn ang="0">
                  <a:pos x="1248" y="203"/>
                </a:cxn>
                <a:cxn ang="0">
                  <a:pos x="550" y="609"/>
                </a:cxn>
                <a:cxn ang="0">
                  <a:pos x="0" y="1257"/>
                </a:cxn>
                <a:cxn ang="0">
                  <a:pos x="0" y="1257"/>
                </a:cxn>
                <a:cxn ang="0">
                  <a:pos x="550" y="609"/>
                </a:cxn>
                <a:cxn ang="0">
                  <a:pos x="1248" y="203"/>
                </a:cxn>
                <a:cxn ang="0">
                  <a:pos x="1992" y="0"/>
                </a:cxn>
                <a:cxn ang="0">
                  <a:pos x="2670" y="0"/>
                </a:cxn>
                <a:cxn ang="0">
                  <a:pos x="3250" y="203"/>
                </a:cxn>
                <a:cxn ang="0">
                  <a:pos x="3943" y="790"/>
                </a:cxn>
                <a:cxn ang="0">
                  <a:pos x="4534" y="1433"/>
                </a:cxn>
                <a:cxn ang="0">
                  <a:pos x="4969" y="2411"/>
                </a:cxn>
                <a:cxn ang="0">
                  <a:pos x="4969" y="2411"/>
                </a:cxn>
                <a:cxn ang="0">
                  <a:pos x="4969" y="2411"/>
                </a:cxn>
                <a:cxn ang="0">
                  <a:pos x="4969" y="2411"/>
                </a:cxn>
                <a:cxn ang="0">
                  <a:pos x="4969" y="2411"/>
                </a:cxn>
              </a:cxnLst>
              <a:rect l="txL" t="txT" r="txR" b="txB"/>
              <a:pathLst>
                <a:path w="209" h="72">
                  <a:moveTo>
                    <a:pt x="209" y="72"/>
                  </a:moveTo>
                  <a:lnTo>
                    <a:pt x="191" y="42"/>
                  </a:lnTo>
                  <a:lnTo>
                    <a:pt x="167" y="24"/>
                  </a:lnTo>
                  <a:lnTo>
                    <a:pt x="137" y="6"/>
                  </a:lnTo>
                  <a:lnTo>
                    <a:pt x="113" y="0"/>
                  </a:lnTo>
                  <a:lnTo>
                    <a:pt x="83" y="0"/>
                  </a:lnTo>
                  <a:lnTo>
                    <a:pt x="53" y="6"/>
                  </a:lnTo>
                  <a:lnTo>
                    <a:pt x="23" y="18"/>
                  </a:lnTo>
                  <a:lnTo>
                    <a:pt x="0" y="36"/>
                  </a:lnTo>
                  <a:lnTo>
                    <a:pt x="23" y="18"/>
                  </a:lnTo>
                  <a:lnTo>
                    <a:pt x="53" y="6"/>
                  </a:lnTo>
                  <a:lnTo>
                    <a:pt x="83" y="0"/>
                  </a:lnTo>
                  <a:lnTo>
                    <a:pt x="113" y="0"/>
                  </a:lnTo>
                  <a:lnTo>
                    <a:pt x="137" y="6"/>
                  </a:lnTo>
                  <a:lnTo>
                    <a:pt x="167" y="24"/>
                  </a:lnTo>
                  <a:lnTo>
                    <a:pt x="191" y="42"/>
                  </a:lnTo>
                  <a:lnTo>
                    <a:pt x="209" y="72"/>
                  </a:lnTo>
                  <a:close/>
                  <a:moveTo>
                    <a:pt x="209" y="72"/>
                  </a:moveTo>
                  <a:lnTo>
                    <a:pt x="209" y="7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39" name="Freeform 219"/>
            <p:cNvSpPr>
              <a:spLocks noEditPoints="1"/>
            </p:cNvSpPr>
            <p:nvPr/>
          </p:nvSpPr>
          <p:spPr>
            <a:xfrm>
              <a:off x="1338" y="1292"/>
              <a:ext cx="67" cy="224"/>
            </a:xfrm>
            <a:custGeom>
              <a:avLst/>
              <a:gdLst>
                <a:gd name="txL" fmla="*/ 0 w 60"/>
                <a:gd name="txT" fmla="*/ 0 h 197"/>
                <a:gd name="txR" fmla="*/ 60 w 60"/>
                <a:gd name="txB" fmla="*/ 197 h 197"/>
              </a:gdLst>
              <a:ahLst/>
              <a:cxnLst>
                <a:cxn ang="0">
                  <a:pos x="1186" y="0"/>
                </a:cxn>
                <a:cxn ang="0">
                  <a:pos x="600" y="1402"/>
                </a:cxn>
                <a:cxn ang="0">
                  <a:pos x="121" y="2870"/>
                </a:cxn>
                <a:cxn ang="0">
                  <a:pos x="0" y="4576"/>
                </a:cxn>
                <a:cxn ang="0">
                  <a:pos x="121" y="6308"/>
                </a:cxn>
                <a:cxn ang="0">
                  <a:pos x="121" y="6308"/>
                </a:cxn>
                <a:cxn ang="0">
                  <a:pos x="0" y="4576"/>
                </a:cxn>
                <a:cxn ang="0">
                  <a:pos x="121" y="2870"/>
                </a:cxn>
                <a:cxn ang="0">
                  <a:pos x="600" y="1402"/>
                </a:cxn>
                <a:cxn ang="0">
                  <a:pos x="1186" y="0"/>
                </a:cxn>
                <a:cxn ang="0">
                  <a:pos x="1186" y="0"/>
                </a:cxn>
                <a:cxn ang="0">
                  <a:pos x="1186" y="0"/>
                </a:cxn>
                <a:cxn ang="0">
                  <a:pos x="1186" y="0"/>
                </a:cxn>
                <a:cxn ang="0">
                  <a:pos x="1186" y="0"/>
                </a:cxn>
              </a:cxnLst>
              <a:rect l="txL" t="txT" r="txR" b="txB"/>
              <a:pathLst>
                <a:path w="60" h="197">
                  <a:moveTo>
                    <a:pt x="60" y="0"/>
                  </a:moveTo>
                  <a:lnTo>
                    <a:pt x="30" y="42"/>
                  </a:lnTo>
                  <a:lnTo>
                    <a:pt x="6" y="90"/>
                  </a:lnTo>
                  <a:lnTo>
                    <a:pt x="0" y="143"/>
                  </a:lnTo>
                  <a:lnTo>
                    <a:pt x="6" y="197"/>
                  </a:lnTo>
                  <a:lnTo>
                    <a:pt x="0" y="143"/>
                  </a:lnTo>
                  <a:lnTo>
                    <a:pt x="6" y="90"/>
                  </a:lnTo>
                  <a:lnTo>
                    <a:pt x="30" y="42"/>
                  </a:lnTo>
                  <a:lnTo>
                    <a:pt x="60" y="0"/>
                  </a:lnTo>
                  <a:close/>
                  <a:moveTo>
                    <a:pt x="60" y="0"/>
                  </a:moveTo>
                  <a:lnTo>
                    <a:pt x="6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40" name="Freeform 220"/>
            <p:cNvSpPr/>
            <p:nvPr/>
          </p:nvSpPr>
          <p:spPr>
            <a:xfrm>
              <a:off x="1566" y="1557"/>
              <a:ext cx="101" cy="122"/>
            </a:xfrm>
            <a:custGeom>
              <a:avLst/>
              <a:gdLst>
                <a:gd name="txL" fmla="*/ 0 w 90"/>
                <a:gd name="txT" fmla="*/ 0 h 107"/>
                <a:gd name="txR" fmla="*/ 90 w 90"/>
                <a:gd name="txB" fmla="*/ 107 h 107"/>
              </a:gdLst>
              <a:ahLst/>
              <a:cxnLst>
                <a:cxn ang="0">
                  <a:pos x="1078" y="0"/>
                </a:cxn>
                <a:cxn ang="0">
                  <a:pos x="0" y="3685"/>
                </a:cxn>
                <a:cxn ang="0">
                  <a:pos x="2028" y="1459"/>
                </a:cxn>
                <a:cxn ang="0">
                  <a:pos x="1078" y="0"/>
                </a:cxn>
                <a:cxn ang="0">
                  <a:pos x="1078" y="0"/>
                </a:cxn>
              </a:cxnLst>
              <a:rect l="txL" t="txT" r="txR" b="txB"/>
              <a:pathLst>
                <a:path w="90" h="107">
                  <a:moveTo>
                    <a:pt x="48" y="0"/>
                  </a:moveTo>
                  <a:lnTo>
                    <a:pt x="0" y="107"/>
                  </a:lnTo>
                  <a:lnTo>
                    <a:pt x="90" y="4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41" name="Freeform 221"/>
            <p:cNvSpPr/>
            <p:nvPr/>
          </p:nvSpPr>
          <p:spPr>
            <a:xfrm>
              <a:off x="1627" y="2670"/>
              <a:ext cx="47" cy="272"/>
            </a:xfrm>
            <a:custGeom>
              <a:avLst/>
              <a:gdLst>
                <a:gd name="txL" fmla="*/ 0 w 42"/>
                <a:gd name="txT" fmla="*/ 0 h 239"/>
                <a:gd name="txR" fmla="*/ 42 w 42"/>
                <a:gd name="txB" fmla="*/ 239 h 239"/>
              </a:gdLst>
              <a:ahLst/>
              <a:cxnLst>
                <a:cxn ang="0">
                  <a:pos x="0" y="7870"/>
                </a:cxn>
                <a:cxn ang="0">
                  <a:pos x="643" y="6096"/>
                </a:cxn>
                <a:cxn ang="0">
                  <a:pos x="873" y="3970"/>
                </a:cxn>
                <a:cxn ang="0">
                  <a:pos x="741" y="1953"/>
                </a:cxn>
                <a:cxn ang="0">
                  <a:pos x="261" y="0"/>
                </a:cxn>
                <a:cxn ang="0">
                  <a:pos x="261" y="0"/>
                </a:cxn>
                <a:cxn ang="0">
                  <a:pos x="741" y="1953"/>
                </a:cxn>
                <a:cxn ang="0">
                  <a:pos x="873" y="3970"/>
                </a:cxn>
                <a:cxn ang="0">
                  <a:pos x="643" y="6096"/>
                </a:cxn>
                <a:cxn ang="0">
                  <a:pos x="0" y="7870"/>
                </a:cxn>
                <a:cxn ang="0">
                  <a:pos x="0" y="7870"/>
                </a:cxn>
              </a:cxnLst>
              <a:rect l="txL" t="txT" r="txR" b="txB"/>
              <a:pathLst>
                <a:path w="42" h="239">
                  <a:moveTo>
                    <a:pt x="0" y="239"/>
                  </a:moveTo>
                  <a:lnTo>
                    <a:pt x="30" y="185"/>
                  </a:lnTo>
                  <a:lnTo>
                    <a:pt x="42" y="120"/>
                  </a:lnTo>
                  <a:lnTo>
                    <a:pt x="36" y="60"/>
                  </a:lnTo>
                  <a:lnTo>
                    <a:pt x="12" y="0"/>
                  </a:lnTo>
                  <a:lnTo>
                    <a:pt x="36" y="60"/>
                  </a:lnTo>
                  <a:lnTo>
                    <a:pt x="42" y="120"/>
                  </a:lnTo>
                  <a:lnTo>
                    <a:pt x="30" y="185"/>
                  </a:lnTo>
                  <a:lnTo>
                    <a:pt x="0" y="23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42" name="Freeform 222"/>
            <p:cNvSpPr>
              <a:spLocks noEditPoints="1"/>
            </p:cNvSpPr>
            <p:nvPr/>
          </p:nvSpPr>
          <p:spPr>
            <a:xfrm>
              <a:off x="1405" y="2589"/>
              <a:ext cx="235" cy="81"/>
            </a:xfrm>
            <a:custGeom>
              <a:avLst/>
              <a:gdLst>
                <a:gd name="txL" fmla="*/ 0 w 209"/>
                <a:gd name="txT" fmla="*/ 0 h 71"/>
                <a:gd name="txR" fmla="*/ 209 w 209"/>
                <a:gd name="txB" fmla="*/ 71 h 71"/>
              </a:gdLst>
              <a:ahLst/>
              <a:cxnLst>
                <a:cxn ang="0">
                  <a:pos x="4969" y="2487"/>
                </a:cxn>
                <a:cxn ang="0">
                  <a:pos x="4534" y="1675"/>
                </a:cxn>
                <a:cxn ang="0">
                  <a:pos x="3943" y="819"/>
                </a:cxn>
                <a:cxn ang="0">
                  <a:pos x="3250" y="423"/>
                </a:cxn>
                <a:cxn ang="0">
                  <a:pos x="2670" y="0"/>
                </a:cxn>
                <a:cxn ang="0">
                  <a:pos x="1992" y="0"/>
                </a:cxn>
                <a:cxn ang="0">
                  <a:pos x="1248" y="209"/>
                </a:cxn>
                <a:cxn ang="0">
                  <a:pos x="550" y="629"/>
                </a:cxn>
                <a:cxn ang="0">
                  <a:pos x="0" y="1287"/>
                </a:cxn>
                <a:cxn ang="0">
                  <a:pos x="0" y="1287"/>
                </a:cxn>
                <a:cxn ang="0">
                  <a:pos x="550" y="629"/>
                </a:cxn>
                <a:cxn ang="0">
                  <a:pos x="1248" y="209"/>
                </a:cxn>
                <a:cxn ang="0">
                  <a:pos x="1992" y="0"/>
                </a:cxn>
                <a:cxn ang="0">
                  <a:pos x="2670" y="0"/>
                </a:cxn>
                <a:cxn ang="0">
                  <a:pos x="3250" y="423"/>
                </a:cxn>
                <a:cxn ang="0">
                  <a:pos x="3943" y="819"/>
                </a:cxn>
                <a:cxn ang="0">
                  <a:pos x="4534" y="1675"/>
                </a:cxn>
                <a:cxn ang="0">
                  <a:pos x="4969" y="2487"/>
                </a:cxn>
                <a:cxn ang="0">
                  <a:pos x="4969" y="2487"/>
                </a:cxn>
                <a:cxn ang="0">
                  <a:pos x="4969" y="2487"/>
                </a:cxn>
                <a:cxn ang="0">
                  <a:pos x="4969" y="2487"/>
                </a:cxn>
                <a:cxn ang="0">
                  <a:pos x="4969" y="2487"/>
                </a:cxn>
              </a:cxnLst>
              <a:rect l="txL" t="txT" r="txR" b="txB"/>
              <a:pathLst>
                <a:path w="209" h="71">
                  <a:moveTo>
                    <a:pt x="209" y="71"/>
                  </a:moveTo>
                  <a:lnTo>
                    <a:pt x="191" y="47"/>
                  </a:lnTo>
                  <a:lnTo>
                    <a:pt x="167" y="24"/>
                  </a:lnTo>
                  <a:lnTo>
                    <a:pt x="137" y="12"/>
                  </a:lnTo>
                  <a:lnTo>
                    <a:pt x="113" y="0"/>
                  </a:lnTo>
                  <a:lnTo>
                    <a:pt x="83" y="0"/>
                  </a:lnTo>
                  <a:lnTo>
                    <a:pt x="53" y="6"/>
                  </a:lnTo>
                  <a:lnTo>
                    <a:pt x="23" y="18"/>
                  </a:lnTo>
                  <a:lnTo>
                    <a:pt x="0" y="36"/>
                  </a:lnTo>
                  <a:lnTo>
                    <a:pt x="23" y="18"/>
                  </a:lnTo>
                  <a:lnTo>
                    <a:pt x="53" y="6"/>
                  </a:lnTo>
                  <a:lnTo>
                    <a:pt x="83" y="0"/>
                  </a:lnTo>
                  <a:lnTo>
                    <a:pt x="113" y="0"/>
                  </a:lnTo>
                  <a:lnTo>
                    <a:pt x="137" y="12"/>
                  </a:lnTo>
                  <a:lnTo>
                    <a:pt x="167" y="24"/>
                  </a:lnTo>
                  <a:lnTo>
                    <a:pt x="191" y="47"/>
                  </a:lnTo>
                  <a:lnTo>
                    <a:pt x="209" y="71"/>
                  </a:lnTo>
                  <a:close/>
                  <a:moveTo>
                    <a:pt x="209" y="71"/>
                  </a:moveTo>
                  <a:lnTo>
                    <a:pt x="209" y="7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43" name="Freeform 223"/>
            <p:cNvSpPr>
              <a:spLocks noEditPoints="1"/>
            </p:cNvSpPr>
            <p:nvPr/>
          </p:nvSpPr>
          <p:spPr>
            <a:xfrm>
              <a:off x="1338" y="2630"/>
              <a:ext cx="67" cy="231"/>
            </a:xfrm>
            <a:custGeom>
              <a:avLst/>
              <a:gdLst>
                <a:gd name="txL" fmla="*/ 0 w 60"/>
                <a:gd name="txT" fmla="*/ 0 h 203"/>
                <a:gd name="txR" fmla="*/ 60 w 60"/>
                <a:gd name="txB" fmla="*/ 203 h 203"/>
              </a:gdLst>
              <a:ahLst/>
              <a:cxnLst>
                <a:cxn ang="0">
                  <a:pos x="1186" y="0"/>
                </a:cxn>
                <a:cxn ang="0">
                  <a:pos x="600" y="1325"/>
                </a:cxn>
                <a:cxn ang="0">
                  <a:pos x="121" y="3102"/>
                </a:cxn>
                <a:cxn ang="0">
                  <a:pos x="0" y="4885"/>
                </a:cxn>
                <a:cxn ang="0">
                  <a:pos x="121" y="6643"/>
                </a:cxn>
                <a:cxn ang="0">
                  <a:pos x="121" y="6643"/>
                </a:cxn>
                <a:cxn ang="0">
                  <a:pos x="0" y="4885"/>
                </a:cxn>
                <a:cxn ang="0">
                  <a:pos x="121" y="3102"/>
                </a:cxn>
                <a:cxn ang="0">
                  <a:pos x="600" y="1325"/>
                </a:cxn>
                <a:cxn ang="0">
                  <a:pos x="1186" y="0"/>
                </a:cxn>
                <a:cxn ang="0">
                  <a:pos x="1186" y="0"/>
                </a:cxn>
                <a:cxn ang="0">
                  <a:pos x="1186" y="0"/>
                </a:cxn>
                <a:cxn ang="0">
                  <a:pos x="1186" y="0"/>
                </a:cxn>
                <a:cxn ang="0">
                  <a:pos x="1186" y="0"/>
                </a:cxn>
              </a:cxnLst>
              <a:rect l="txL" t="txT" r="txR" b="txB"/>
              <a:pathLst>
                <a:path w="60" h="203">
                  <a:moveTo>
                    <a:pt x="60" y="0"/>
                  </a:moveTo>
                  <a:lnTo>
                    <a:pt x="30" y="41"/>
                  </a:lnTo>
                  <a:lnTo>
                    <a:pt x="6" y="95"/>
                  </a:lnTo>
                  <a:lnTo>
                    <a:pt x="0" y="149"/>
                  </a:lnTo>
                  <a:lnTo>
                    <a:pt x="6" y="203"/>
                  </a:lnTo>
                  <a:lnTo>
                    <a:pt x="0" y="149"/>
                  </a:lnTo>
                  <a:lnTo>
                    <a:pt x="6" y="95"/>
                  </a:lnTo>
                  <a:lnTo>
                    <a:pt x="30" y="41"/>
                  </a:lnTo>
                  <a:lnTo>
                    <a:pt x="60" y="0"/>
                  </a:lnTo>
                  <a:close/>
                  <a:moveTo>
                    <a:pt x="60" y="0"/>
                  </a:moveTo>
                  <a:lnTo>
                    <a:pt x="6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44" name="Freeform 224"/>
            <p:cNvSpPr/>
            <p:nvPr/>
          </p:nvSpPr>
          <p:spPr>
            <a:xfrm>
              <a:off x="1566" y="2894"/>
              <a:ext cx="101" cy="130"/>
            </a:xfrm>
            <a:custGeom>
              <a:avLst/>
              <a:gdLst>
                <a:gd name="txL" fmla="*/ 0 w 90"/>
                <a:gd name="txT" fmla="*/ 0 h 114"/>
                <a:gd name="txR" fmla="*/ 90 w 90"/>
                <a:gd name="txB" fmla="*/ 114 h 114"/>
              </a:gdLst>
              <a:ahLst/>
              <a:cxnLst>
                <a:cxn ang="0">
                  <a:pos x="1078" y="0"/>
                </a:cxn>
                <a:cxn ang="0">
                  <a:pos x="0" y="3954"/>
                </a:cxn>
                <a:cxn ang="0">
                  <a:pos x="2028" y="1690"/>
                </a:cxn>
                <a:cxn ang="0">
                  <a:pos x="1078" y="0"/>
                </a:cxn>
                <a:cxn ang="0">
                  <a:pos x="1078" y="0"/>
                </a:cxn>
              </a:cxnLst>
              <a:rect l="txL" t="txT" r="txR" b="txB"/>
              <a:pathLst>
                <a:path w="90" h="114">
                  <a:moveTo>
                    <a:pt x="48" y="0"/>
                  </a:moveTo>
                  <a:lnTo>
                    <a:pt x="0" y="114"/>
                  </a:lnTo>
                  <a:lnTo>
                    <a:pt x="90" y="48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45" name="Freeform 225"/>
            <p:cNvSpPr/>
            <p:nvPr/>
          </p:nvSpPr>
          <p:spPr>
            <a:xfrm>
              <a:off x="2998" y="2670"/>
              <a:ext cx="47" cy="272"/>
            </a:xfrm>
            <a:custGeom>
              <a:avLst/>
              <a:gdLst>
                <a:gd name="txL" fmla="*/ 0 w 42"/>
                <a:gd name="txT" fmla="*/ 0 h 239"/>
                <a:gd name="txR" fmla="*/ 42 w 42"/>
                <a:gd name="txB" fmla="*/ 239 h 239"/>
              </a:gdLst>
              <a:ahLst/>
              <a:cxnLst>
                <a:cxn ang="0">
                  <a:pos x="0" y="7870"/>
                </a:cxn>
                <a:cxn ang="0">
                  <a:pos x="643" y="6096"/>
                </a:cxn>
                <a:cxn ang="0">
                  <a:pos x="873" y="3970"/>
                </a:cxn>
                <a:cxn ang="0">
                  <a:pos x="741" y="1953"/>
                </a:cxn>
                <a:cxn ang="0">
                  <a:pos x="261" y="0"/>
                </a:cxn>
                <a:cxn ang="0">
                  <a:pos x="261" y="0"/>
                </a:cxn>
                <a:cxn ang="0">
                  <a:pos x="741" y="1953"/>
                </a:cxn>
                <a:cxn ang="0">
                  <a:pos x="873" y="3970"/>
                </a:cxn>
                <a:cxn ang="0">
                  <a:pos x="643" y="6096"/>
                </a:cxn>
                <a:cxn ang="0">
                  <a:pos x="0" y="7870"/>
                </a:cxn>
                <a:cxn ang="0">
                  <a:pos x="0" y="7870"/>
                </a:cxn>
              </a:cxnLst>
              <a:rect l="txL" t="txT" r="txR" b="txB"/>
              <a:pathLst>
                <a:path w="42" h="239">
                  <a:moveTo>
                    <a:pt x="0" y="239"/>
                  </a:moveTo>
                  <a:lnTo>
                    <a:pt x="30" y="185"/>
                  </a:lnTo>
                  <a:lnTo>
                    <a:pt x="42" y="120"/>
                  </a:lnTo>
                  <a:lnTo>
                    <a:pt x="36" y="60"/>
                  </a:lnTo>
                  <a:lnTo>
                    <a:pt x="12" y="0"/>
                  </a:lnTo>
                  <a:lnTo>
                    <a:pt x="36" y="60"/>
                  </a:lnTo>
                  <a:lnTo>
                    <a:pt x="42" y="120"/>
                  </a:lnTo>
                  <a:lnTo>
                    <a:pt x="30" y="185"/>
                  </a:lnTo>
                  <a:lnTo>
                    <a:pt x="0" y="23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46" name="Freeform 226"/>
            <p:cNvSpPr>
              <a:spLocks noEditPoints="1"/>
            </p:cNvSpPr>
            <p:nvPr/>
          </p:nvSpPr>
          <p:spPr>
            <a:xfrm>
              <a:off x="2776" y="2589"/>
              <a:ext cx="235" cy="81"/>
            </a:xfrm>
            <a:custGeom>
              <a:avLst/>
              <a:gdLst>
                <a:gd name="txL" fmla="*/ 0 w 209"/>
                <a:gd name="txT" fmla="*/ 0 h 71"/>
                <a:gd name="txR" fmla="*/ 209 w 209"/>
                <a:gd name="txB" fmla="*/ 71 h 71"/>
              </a:gdLst>
              <a:ahLst/>
              <a:cxnLst>
                <a:cxn ang="0">
                  <a:pos x="4969" y="2487"/>
                </a:cxn>
                <a:cxn ang="0">
                  <a:pos x="4534" y="1675"/>
                </a:cxn>
                <a:cxn ang="0">
                  <a:pos x="3943" y="819"/>
                </a:cxn>
                <a:cxn ang="0">
                  <a:pos x="3250" y="423"/>
                </a:cxn>
                <a:cxn ang="0">
                  <a:pos x="2670" y="0"/>
                </a:cxn>
                <a:cxn ang="0">
                  <a:pos x="1995" y="0"/>
                </a:cxn>
                <a:cxn ang="0">
                  <a:pos x="1314" y="209"/>
                </a:cxn>
                <a:cxn ang="0">
                  <a:pos x="579" y="629"/>
                </a:cxn>
                <a:cxn ang="0">
                  <a:pos x="0" y="1287"/>
                </a:cxn>
                <a:cxn ang="0">
                  <a:pos x="0" y="1287"/>
                </a:cxn>
                <a:cxn ang="0">
                  <a:pos x="579" y="629"/>
                </a:cxn>
                <a:cxn ang="0">
                  <a:pos x="1314" y="209"/>
                </a:cxn>
                <a:cxn ang="0">
                  <a:pos x="1995" y="0"/>
                </a:cxn>
                <a:cxn ang="0">
                  <a:pos x="2670" y="0"/>
                </a:cxn>
                <a:cxn ang="0">
                  <a:pos x="3250" y="423"/>
                </a:cxn>
                <a:cxn ang="0">
                  <a:pos x="3943" y="819"/>
                </a:cxn>
                <a:cxn ang="0">
                  <a:pos x="4534" y="1675"/>
                </a:cxn>
                <a:cxn ang="0">
                  <a:pos x="4969" y="2487"/>
                </a:cxn>
                <a:cxn ang="0">
                  <a:pos x="4969" y="2487"/>
                </a:cxn>
                <a:cxn ang="0">
                  <a:pos x="4969" y="2487"/>
                </a:cxn>
                <a:cxn ang="0">
                  <a:pos x="4969" y="2487"/>
                </a:cxn>
                <a:cxn ang="0">
                  <a:pos x="4969" y="2487"/>
                </a:cxn>
              </a:cxnLst>
              <a:rect l="txL" t="txT" r="txR" b="txB"/>
              <a:pathLst>
                <a:path w="209" h="71">
                  <a:moveTo>
                    <a:pt x="209" y="71"/>
                  </a:moveTo>
                  <a:lnTo>
                    <a:pt x="191" y="47"/>
                  </a:lnTo>
                  <a:lnTo>
                    <a:pt x="167" y="24"/>
                  </a:lnTo>
                  <a:lnTo>
                    <a:pt x="137" y="12"/>
                  </a:lnTo>
                  <a:lnTo>
                    <a:pt x="113" y="0"/>
                  </a:lnTo>
                  <a:lnTo>
                    <a:pt x="84" y="0"/>
                  </a:lnTo>
                  <a:lnTo>
                    <a:pt x="54" y="6"/>
                  </a:lnTo>
                  <a:lnTo>
                    <a:pt x="24" y="18"/>
                  </a:lnTo>
                  <a:lnTo>
                    <a:pt x="0" y="36"/>
                  </a:lnTo>
                  <a:lnTo>
                    <a:pt x="24" y="18"/>
                  </a:lnTo>
                  <a:lnTo>
                    <a:pt x="54" y="6"/>
                  </a:lnTo>
                  <a:lnTo>
                    <a:pt x="84" y="0"/>
                  </a:lnTo>
                  <a:lnTo>
                    <a:pt x="113" y="0"/>
                  </a:lnTo>
                  <a:lnTo>
                    <a:pt x="137" y="12"/>
                  </a:lnTo>
                  <a:lnTo>
                    <a:pt x="167" y="24"/>
                  </a:lnTo>
                  <a:lnTo>
                    <a:pt x="191" y="47"/>
                  </a:lnTo>
                  <a:lnTo>
                    <a:pt x="209" y="71"/>
                  </a:lnTo>
                  <a:close/>
                  <a:moveTo>
                    <a:pt x="209" y="71"/>
                  </a:moveTo>
                  <a:lnTo>
                    <a:pt x="209" y="7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47" name="Freeform 227"/>
            <p:cNvSpPr>
              <a:spLocks noEditPoints="1"/>
            </p:cNvSpPr>
            <p:nvPr/>
          </p:nvSpPr>
          <p:spPr>
            <a:xfrm>
              <a:off x="2709" y="2630"/>
              <a:ext cx="67" cy="231"/>
            </a:xfrm>
            <a:custGeom>
              <a:avLst/>
              <a:gdLst>
                <a:gd name="txL" fmla="*/ 0 w 60"/>
                <a:gd name="txT" fmla="*/ 0 h 203"/>
                <a:gd name="txR" fmla="*/ 60 w 60"/>
                <a:gd name="txB" fmla="*/ 203 h 203"/>
              </a:gdLst>
              <a:ahLst/>
              <a:cxnLst>
                <a:cxn ang="0">
                  <a:pos x="1186" y="0"/>
                </a:cxn>
                <a:cxn ang="0">
                  <a:pos x="600" y="1325"/>
                </a:cxn>
                <a:cxn ang="0">
                  <a:pos x="236" y="3102"/>
                </a:cxn>
                <a:cxn ang="0">
                  <a:pos x="0" y="4885"/>
                </a:cxn>
                <a:cxn ang="0">
                  <a:pos x="121" y="6643"/>
                </a:cxn>
                <a:cxn ang="0">
                  <a:pos x="121" y="6643"/>
                </a:cxn>
                <a:cxn ang="0">
                  <a:pos x="0" y="4885"/>
                </a:cxn>
                <a:cxn ang="0">
                  <a:pos x="236" y="3102"/>
                </a:cxn>
                <a:cxn ang="0">
                  <a:pos x="600" y="1325"/>
                </a:cxn>
                <a:cxn ang="0">
                  <a:pos x="1186" y="0"/>
                </a:cxn>
                <a:cxn ang="0">
                  <a:pos x="1186" y="0"/>
                </a:cxn>
                <a:cxn ang="0">
                  <a:pos x="1186" y="0"/>
                </a:cxn>
                <a:cxn ang="0">
                  <a:pos x="1186" y="0"/>
                </a:cxn>
                <a:cxn ang="0">
                  <a:pos x="1186" y="0"/>
                </a:cxn>
              </a:cxnLst>
              <a:rect l="txL" t="txT" r="txR" b="txB"/>
              <a:pathLst>
                <a:path w="60" h="203">
                  <a:moveTo>
                    <a:pt x="60" y="0"/>
                  </a:moveTo>
                  <a:lnTo>
                    <a:pt x="30" y="41"/>
                  </a:lnTo>
                  <a:lnTo>
                    <a:pt x="12" y="95"/>
                  </a:lnTo>
                  <a:lnTo>
                    <a:pt x="0" y="149"/>
                  </a:lnTo>
                  <a:lnTo>
                    <a:pt x="6" y="203"/>
                  </a:lnTo>
                  <a:lnTo>
                    <a:pt x="0" y="149"/>
                  </a:lnTo>
                  <a:lnTo>
                    <a:pt x="12" y="95"/>
                  </a:lnTo>
                  <a:lnTo>
                    <a:pt x="30" y="41"/>
                  </a:lnTo>
                  <a:lnTo>
                    <a:pt x="60" y="0"/>
                  </a:lnTo>
                  <a:close/>
                  <a:moveTo>
                    <a:pt x="60" y="0"/>
                  </a:moveTo>
                  <a:lnTo>
                    <a:pt x="6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48" name="Freeform 228"/>
            <p:cNvSpPr/>
            <p:nvPr/>
          </p:nvSpPr>
          <p:spPr>
            <a:xfrm>
              <a:off x="2937" y="2894"/>
              <a:ext cx="101" cy="130"/>
            </a:xfrm>
            <a:custGeom>
              <a:avLst/>
              <a:gdLst>
                <a:gd name="txL" fmla="*/ 0 w 90"/>
                <a:gd name="txT" fmla="*/ 0 h 114"/>
                <a:gd name="txR" fmla="*/ 90 w 90"/>
                <a:gd name="txB" fmla="*/ 114 h 114"/>
              </a:gdLst>
              <a:ahLst/>
              <a:cxnLst>
                <a:cxn ang="0">
                  <a:pos x="1078" y="0"/>
                </a:cxn>
                <a:cxn ang="0">
                  <a:pos x="0" y="3954"/>
                </a:cxn>
                <a:cxn ang="0">
                  <a:pos x="2028" y="1690"/>
                </a:cxn>
                <a:cxn ang="0">
                  <a:pos x="1078" y="0"/>
                </a:cxn>
                <a:cxn ang="0">
                  <a:pos x="1078" y="0"/>
                </a:cxn>
              </a:cxnLst>
              <a:rect l="txL" t="txT" r="txR" b="txB"/>
              <a:pathLst>
                <a:path w="90" h="114">
                  <a:moveTo>
                    <a:pt x="48" y="0"/>
                  </a:moveTo>
                  <a:lnTo>
                    <a:pt x="0" y="114"/>
                  </a:lnTo>
                  <a:lnTo>
                    <a:pt x="90" y="48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49" name="Freeform 229"/>
            <p:cNvSpPr/>
            <p:nvPr/>
          </p:nvSpPr>
          <p:spPr>
            <a:xfrm>
              <a:off x="4343" y="2670"/>
              <a:ext cx="46" cy="272"/>
            </a:xfrm>
            <a:custGeom>
              <a:avLst/>
              <a:gdLst>
                <a:gd name="txL" fmla="*/ 0 w 41"/>
                <a:gd name="txT" fmla="*/ 0 h 239"/>
                <a:gd name="txR" fmla="*/ 41 w 41"/>
                <a:gd name="txB" fmla="*/ 239 h 239"/>
              </a:gdLst>
              <a:ahLst/>
              <a:cxnLst>
                <a:cxn ang="0">
                  <a:pos x="0" y="7870"/>
                </a:cxn>
                <a:cxn ang="0">
                  <a:pos x="656" y="6096"/>
                </a:cxn>
                <a:cxn ang="0">
                  <a:pos x="919" y="3970"/>
                </a:cxn>
                <a:cxn ang="0">
                  <a:pos x="788" y="1953"/>
                </a:cxn>
                <a:cxn ang="0">
                  <a:pos x="239" y="0"/>
                </a:cxn>
                <a:cxn ang="0">
                  <a:pos x="239" y="0"/>
                </a:cxn>
                <a:cxn ang="0">
                  <a:pos x="788" y="1953"/>
                </a:cxn>
                <a:cxn ang="0">
                  <a:pos x="919" y="3970"/>
                </a:cxn>
                <a:cxn ang="0">
                  <a:pos x="656" y="6096"/>
                </a:cxn>
                <a:cxn ang="0">
                  <a:pos x="0" y="7870"/>
                </a:cxn>
                <a:cxn ang="0">
                  <a:pos x="0" y="7870"/>
                </a:cxn>
              </a:cxnLst>
              <a:rect l="txL" t="txT" r="txR" b="txB"/>
              <a:pathLst>
                <a:path w="41" h="239">
                  <a:moveTo>
                    <a:pt x="0" y="239"/>
                  </a:moveTo>
                  <a:lnTo>
                    <a:pt x="29" y="185"/>
                  </a:lnTo>
                  <a:lnTo>
                    <a:pt x="41" y="120"/>
                  </a:lnTo>
                  <a:lnTo>
                    <a:pt x="35" y="60"/>
                  </a:lnTo>
                  <a:lnTo>
                    <a:pt x="11" y="0"/>
                  </a:lnTo>
                  <a:lnTo>
                    <a:pt x="35" y="60"/>
                  </a:lnTo>
                  <a:lnTo>
                    <a:pt x="41" y="120"/>
                  </a:lnTo>
                  <a:lnTo>
                    <a:pt x="29" y="185"/>
                  </a:lnTo>
                  <a:lnTo>
                    <a:pt x="0" y="23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50" name="Freeform 230"/>
            <p:cNvSpPr>
              <a:spLocks noEditPoints="1"/>
            </p:cNvSpPr>
            <p:nvPr/>
          </p:nvSpPr>
          <p:spPr>
            <a:xfrm>
              <a:off x="4120" y="2589"/>
              <a:ext cx="235" cy="81"/>
            </a:xfrm>
            <a:custGeom>
              <a:avLst/>
              <a:gdLst>
                <a:gd name="txL" fmla="*/ 0 w 209"/>
                <a:gd name="txT" fmla="*/ 0 h 71"/>
                <a:gd name="txR" fmla="*/ 209 w 209"/>
                <a:gd name="txB" fmla="*/ 71 h 71"/>
              </a:gdLst>
              <a:ahLst/>
              <a:cxnLst>
                <a:cxn ang="0">
                  <a:pos x="4969" y="2487"/>
                </a:cxn>
                <a:cxn ang="0">
                  <a:pos x="4419" y="1675"/>
                </a:cxn>
                <a:cxn ang="0">
                  <a:pos x="3848" y="819"/>
                </a:cxn>
                <a:cxn ang="0">
                  <a:pos x="3264" y="423"/>
                </a:cxn>
                <a:cxn ang="0">
                  <a:pos x="2539" y="0"/>
                </a:cxn>
                <a:cxn ang="0">
                  <a:pos x="1995" y="0"/>
                </a:cxn>
                <a:cxn ang="0">
                  <a:pos x="1314" y="209"/>
                </a:cxn>
                <a:cxn ang="0">
                  <a:pos x="579" y="629"/>
                </a:cxn>
                <a:cxn ang="0">
                  <a:pos x="0" y="1287"/>
                </a:cxn>
                <a:cxn ang="0">
                  <a:pos x="0" y="1287"/>
                </a:cxn>
                <a:cxn ang="0">
                  <a:pos x="579" y="629"/>
                </a:cxn>
                <a:cxn ang="0">
                  <a:pos x="1314" y="209"/>
                </a:cxn>
                <a:cxn ang="0">
                  <a:pos x="1995" y="0"/>
                </a:cxn>
                <a:cxn ang="0">
                  <a:pos x="2539" y="0"/>
                </a:cxn>
                <a:cxn ang="0">
                  <a:pos x="3264" y="423"/>
                </a:cxn>
                <a:cxn ang="0">
                  <a:pos x="3848" y="819"/>
                </a:cxn>
                <a:cxn ang="0">
                  <a:pos x="4419" y="1675"/>
                </a:cxn>
                <a:cxn ang="0">
                  <a:pos x="4969" y="2487"/>
                </a:cxn>
                <a:cxn ang="0">
                  <a:pos x="4969" y="2487"/>
                </a:cxn>
                <a:cxn ang="0">
                  <a:pos x="4969" y="2487"/>
                </a:cxn>
                <a:cxn ang="0">
                  <a:pos x="4969" y="2487"/>
                </a:cxn>
                <a:cxn ang="0">
                  <a:pos x="4969" y="2487"/>
                </a:cxn>
              </a:cxnLst>
              <a:rect l="txL" t="txT" r="txR" b="txB"/>
              <a:pathLst>
                <a:path w="209" h="71">
                  <a:moveTo>
                    <a:pt x="209" y="71"/>
                  </a:moveTo>
                  <a:lnTo>
                    <a:pt x="186" y="47"/>
                  </a:lnTo>
                  <a:lnTo>
                    <a:pt x="162" y="24"/>
                  </a:lnTo>
                  <a:lnTo>
                    <a:pt x="138" y="12"/>
                  </a:lnTo>
                  <a:lnTo>
                    <a:pt x="108" y="0"/>
                  </a:lnTo>
                  <a:lnTo>
                    <a:pt x="84" y="0"/>
                  </a:lnTo>
                  <a:lnTo>
                    <a:pt x="54" y="6"/>
                  </a:lnTo>
                  <a:lnTo>
                    <a:pt x="24" y="18"/>
                  </a:lnTo>
                  <a:lnTo>
                    <a:pt x="0" y="36"/>
                  </a:lnTo>
                  <a:lnTo>
                    <a:pt x="24" y="18"/>
                  </a:lnTo>
                  <a:lnTo>
                    <a:pt x="54" y="6"/>
                  </a:lnTo>
                  <a:lnTo>
                    <a:pt x="84" y="0"/>
                  </a:lnTo>
                  <a:lnTo>
                    <a:pt x="108" y="0"/>
                  </a:lnTo>
                  <a:lnTo>
                    <a:pt x="138" y="12"/>
                  </a:lnTo>
                  <a:lnTo>
                    <a:pt x="162" y="24"/>
                  </a:lnTo>
                  <a:lnTo>
                    <a:pt x="186" y="47"/>
                  </a:lnTo>
                  <a:lnTo>
                    <a:pt x="209" y="71"/>
                  </a:lnTo>
                  <a:close/>
                  <a:moveTo>
                    <a:pt x="209" y="71"/>
                  </a:moveTo>
                  <a:lnTo>
                    <a:pt x="209" y="71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51" name="Freeform 231"/>
            <p:cNvSpPr>
              <a:spLocks noEditPoints="1"/>
            </p:cNvSpPr>
            <p:nvPr/>
          </p:nvSpPr>
          <p:spPr>
            <a:xfrm>
              <a:off x="4053" y="2630"/>
              <a:ext cx="67" cy="231"/>
            </a:xfrm>
            <a:custGeom>
              <a:avLst/>
              <a:gdLst>
                <a:gd name="txL" fmla="*/ 0 w 60"/>
                <a:gd name="txT" fmla="*/ 0 h 203"/>
                <a:gd name="txR" fmla="*/ 60 w 60"/>
                <a:gd name="txB" fmla="*/ 203 h 203"/>
              </a:gdLst>
              <a:ahLst/>
              <a:cxnLst>
                <a:cxn ang="0">
                  <a:pos x="1186" y="0"/>
                </a:cxn>
                <a:cxn ang="0">
                  <a:pos x="481" y="1325"/>
                </a:cxn>
                <a:cxn ang="0">
                  <a:pos x="121" y="3102"/>
                </a:cxn>
                <a:cxn ang="0">
                  <a:pos x="0" y="4885"/>
                </a:cxn>
                <a:cxn ang="0">
                  <a:pos x="121" y="6643"/>
                </a:cxn>
                <a:cxn ang="0">
                  <a:pos x="121" y="6643"/>
                </a:cxn>
                <a:cxn ang="0">
                  <a:pos x="0" y="4885"/>
                </a:cxn>
                <a:cxn ang="0">
                  <a:pos x="121" y="3102"/>
                </a:cxn>
                <a:cxn ang="0">
                  <a:pos x="481" y="1325"/>
                </a:cxn>
                <a:cxn ang="0">
                  <a:pos x="1186" y="0"/>
                </a:cxn>
                <a:cxn ang="0">
                  <a:pos x="1186" y="0"/>
                </a:cxn>
                <a:cxn ang="0">
                  <a:pos x="1186" y="0"/>
                </a:cxn>
                <a:cxn ang="0">
                  <a:pos x="1186" y="0"/>
                </a:cxn>
                <a:cxn ang="0">
                  <a:pos x="1186" y="0"/>
                </a:cxn>
              </a:cxnLst>
              <a:rect l="txL" t="txT" r="txR" b="txB"/>
              <a:pathLst>
                <a:path w="60" h="203">
                  <a:moveTo>
                    <a:pt x="60" y="0"/>
                  </a:moveTo>
                  <a:lnTo>
                    <a:pt x="24" y="41"/>
                  </a:lnTo>
                  <a:lnTo>
                    <a:pt x="6" y="95"/>
                  </a:lnTo>
                  <a:lnTo>
                    <a:pt x="0" y="149"/>
                  </a:lnTo>
                  <a:lnTo>
                    <a:pt x="6" y="203"/>
                  </a:lnTo>
                  <a:lnTo>
                    <a:pt x="0" y="149"/>
                  </a:lnTo>
                  <a:lnTo>
                    <a:pt x="6" y="95"/>
                  </a:lnTo>
                  <a:lnTo>
                    <a:pt x="24" y="41"/>
                  </a:lnTo>
                  <a:lnTo>
                    <a:pt x="60" y="0"/>
                  </a:lnTo>
                  <a:close/>
                  <a:moveTo>
                    <a:pt x="60" y="0"/>
                  </a:moveTo>
                  <a:lnTo>
                    <a:pt x="6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52" name="Freeform 232"/>
            <p:cNvSpPr/>
            <p:nvPr/>
          </p:nvSpPr>
          <p:spPr>
            <a:xfrm>
              <a:off x="4282" y="2894"/>
              <a:ext cx="93" cy="130"/>
            </a:xfrm>
            <a:custGeom>
              <a:avLst/>
              <a:gdLst>
                <a:gd name="txL" fmla="*/ 0 w 83"/>
                <a:gd name="txT" fmla="*/ 0 h 114"/>
                <a:gd name="txR" fmla="*/ 83 w 83"/>
                <a:gd name="txB" fmla="*/ 114 h 114"/>
              </a:gdLst>
              <a:ahLst/>
              <a:cxnLst>
                <a:cxn ang="0">
                  <a:pos x="1032" y="0"/>
                </a:cxn>
                <a:cxn ang="0">
                  <a:pos x="0" y="3954"/>
                </a:cxn>
                <a:cxn ang="0">
                  <a:pos x="1792" y="1690"/>
                </a:cxn>
                <a:cxn ang="0">
                  <a:pos x="1032" y="0"/>
                </a:cxn>
                <a:cxn ang="0">
                  <a:pos x="1032" y="0"/>
                </a:cxn>
              </a:cxnLst>
              <a:rect l="txL" t="txT" r="txR" b="txB"/>
              <a:pathLst>
                <a:path w="83" h="114">
                  <a:moveTo>
                    <a:pt x="48" y="0"/>
                  </a:moveTo>
                  <a:lnTo>
                    <a:pt x="0" y="114"/>
                  </a:lnTo>
                  <a:lnTo>
                    <a:pt x="83" y="48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53" name="Freeform 233"/>
            <p:cNvSpPr/>
            <p:nvPr/>
          </p:nvSpPr>
          <p:spPr>
            <a:xfrm>
              <a:off x="1358" y="654"/>
              <a:ext cx="296" cy="48"/>
            </a:xfrm>
            <a:custGeom>
              <a:avLst/>
              <a:gdLst>
                <a:gd name="txL" fmla="*/ 0 w 263"/>
                <a:gd name="txT" fmla="*/ 0 h 42"/>
                <a:gd name="txR" fmla="*/ 263 w 263"/>
                <a:gd name="txB" fmla="*/ 42 h 42"/>
              </a:gdLst>
              <a:ahLst/>
              <a:cxnLst>
                <a:cxn ang="0">
                  <a:pos x="0" y="1544"/>
                </a:cxn>
                <a:cxn ang="0">
                  <a:pos x="0" y="0"/>
                </a:cxn>
                <a:cxn ang="0">
                  <a:pos x="6416" y="0"/>
                </a:cxn>
                <a:cxn ang="0">
                  <a:pos x="6416" y="1544"/>
                </a:cxn>
                <a:cxn ang="0">
                  <a:pos x="0" y="1544"/>
                </a:cxn>
                <a:cxn ang="0">
                  <a:pos x="0" y="1544"/>
                </a:cxn>
              </a:cxnLst>
              <a:rect l="txL" t="txT" r="txR" b="txB"/>
              <a:pathLst>
                <a:path w="263" h="42">
                  <a:moveTo>
                    <a:pt x="0" y="42"/>
                  </a:moveTo>
                  <a:lnTo>
                    <a:pt x="0" y="0"/>
                  </a:lnTo>
                  <a:lnTo>
                    <a:pt x="263" y="0"/>
                  </a:lnTo>
                  <a:lnTo>
                    <a:pt x="263" y="42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54" name="Freeform 234"/>
            <p:cNvSpPr/>
            <p:nvPr/>
          </p:nvSpPr>
          <p:spPr>
            <a:xfrm>
              <a:off x="1640" y="675"/>
              <a:ext cx="20" cy="60"/>
            </a:xfrm>
            <a:custGeom>
              <a:avLst/>
              <a:gdLst>
                <a:gd name="txL" fmla="*/ 0 w 18"/>
                <a:gd name="txT" fmla="*/ 0 h 53"/>
                <a:gd name="txR" fmla="*/ 18 w 18"/>
                <a:gd name="txB" fmla="*/ 53 h 53"/>
              </a:gdLst>
              <a:ahLst/>
              <a:cxnLst>
                <a:cxn ang="0">
                  <a:pos x="308" y="0"/>
                </a:cxn>
                <a:cxn ang="0">
                  <a:pos x="0" y="1508"/>
                </a:cxn>
                <a:cxn ang="0">
                  <a:pos x="308" y="0"/>
                </a:cxn>
                <a:cxn ang="0">
                  <a:pos x="308" y="0"/>
                </a:cxn>
              </a:cxnLst>
              <a:rect l="txL" t="txT" r="txR" b="txB"/>
              <a:pathLst>
                <a:path w="18" h="53">
                  <a:moveTo>
                    <a:pt x="18" y="0"/>
                  </a:moveTo>
                  <a:lnTo>
                    <a:pt x="0" y="53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55" name="Freeform 235"/>
            <p:cNvSpPr>
              <a:spLocks noEditPoints="1"/>
            </p:cNvSpPr>
            <p:nvPr/>
          </p:nvSpPr>
          <p:spPr>
            <a:xfrm>
              <a:off x="1620" y="675"/>
              <a:ext cx="20" cy="60"/>
            </a:xfrm>
            <a:custGeom>
              <a:avLst/>
              <a:gdLst>
                <a:gd name="txL" fmla="*/ 0 w 18"/>
                <a:gd name="txT" fmla="*/ 0 h 53"/>
                <a:gd name="txR" fmla="*/ 18 w 18"/>
                <a:gd name="txB" fmla="*/ 53 h 53"/>
              </a:gdLst>
              <a:ahLst/>
              <a:cxnLst>
                <a:cxn ang="0">
                  <a:pos x="308" y="1508"/>
                </a:cxn>
                <a:cxn ang="0">
                  <a:pos x="0" y="0"/>
                </a:cxn>
                <a:cxn ang="0">
                  <a:pos x="308" y="1508"/>
                </a:cxn>
                <a:cxn ang="0">
                  <a:pos x="308" y="1508"/>
                </a:cxn>
                <a:cxn ang="0">
                  <a:pos x="308" y="1508"/>
                </a:cxn>
                <a:cxn ang="0">
                  <a:pos x="308" y="1508"/>
                </a:cxn>
                <a:cxn ang="0">
                  <a:pos x="308" y="1508"/>
                </a:cxn>
              </a:cxnLst>
              <a:rect l="txL" t="txT" r="txR" b="txB"/>
              <a:pathLst>
                <a:path w="18" h="53">
                  <a:moveTo>
                    <a:pt x="18" y="53"/>
                  </a:moveTo>
                  <a:lnTo>
                    <a:pt x="0" y="0"/>
                  </a:lnTo>
                  <a:lnTo>
                    <a:pt x="18" y="53"/>
                  </a:lnTo>
                  <a:close/>
                  <a:moveTo>
                    <a:pt x="18" y="53"/>
                  </a:moveTo>
                  <a:lnTo>
                    <a:pt x="18" y="53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56" name="Freeform 236"/>
            <p:cNvSpPr>
              <a:spLocks noEditPoints="1"/>
            </p:cNvSpPr>
            <p:nvPr/>
          </p:nvSpPr>
          <p:spPr>
            <a:xfrm>
              <a:off x="1600" y="620"/>
              <a:ext cx="20" cy="55"/>
            </a:xfrm>
            <a:custGeom>
              <a:avLst/>
              <a:gdLst>
                <a:gd name="txL" fmla="*/ 0 w 18"/>
                <a:gd name="txT" fmla="*/ 0 h 48"/>
                <a:gd name="txR" fmla="*/ 18 w 18"/>
                <a:gd name="txB" fmla="*/ 48 h 48"/>
              </a:gdLst>
              <a:ahLst/>
              <a:cxnLst>
                <a:cxn ang="0">
                  <a:pos x="308" y="1896"/>
                </a:cxn>
                <a:cxn ang="0">
                  <a:pos x="0" y="0"/>
                </a:cxn>
                <a:cxn ang="0">
                  <a:pos x="308" y="1896"/>
                </a:cxn>
                <a:cxn ang="0">
                  <a:pos x="308" y="1896"/>
                </a:cxn>
                <a:cxn ang="0">
                  <a:pos x="308" y="1896"/>
                </a:cxn>
                <a:cxn ang="0">
                  <a:pos x="308" y="1896"/>
                </a:cxn>
                <a:cxn ang="0">
                  <a:pos x="308" y="1896"/>
                </a:cxn>
              </a:cxnLst>
              <a:rect l="txL" t="txT" r="txR" b="txB"/>
              <a:pathLst>
                <a:path w="18" h="48">
                  <a:moveTo>
                    <a:pt x="18" y="48"/>
                  </a:moveTo>
                  <a:lnTo>
                    <a:pt x="0" y="0"/>
                  </a:lnTo>
                  <a:lnTo>
                    <a:pt x="18" y="48"/>
                  </a:lnTo>
                  <a:close/>
                  <a:moveTo>
                    <a:pt x="18" y="48"/>
                  </a:moveTo>
                  <a:lnTo>
                    <a:pt x="18" y="4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57" name="Freeform 237"/>
            <p:cNvSpPr>
              <a:spLocks noEditPoints="1"/>
            </p:cNvSpPr>
            <p:nvPr/>
          </p:nvSpPr>
          <p:spPr>
            <a:xfrm>
              <a:off x="1580" y="620"/>
              <a:ext cx="20" cy="55"/>
            </a:xfrm>
            <a:custGeom>
              <a:avLst/>
              <a:gdLst>
                <a:gd name="txL" fmla="*/ 0 w 18"/>
                <a:gd name="txT" fmla="*/ 0 h 48"/>
                <a:gd name="txR" fmla="*/ 18 w 18"/>
                <a:gd name="txB" fmla="*/ 48 h 48"/>
              </a:gdLst>
              <a:ahLst/>
              <a:cxnLst>
                <a:cxn ang="0">
                  <a:pos x="308" y="0"/>
                </a:cxn>
                <a:cxn ang="0">
                  <a:pos x="0" y="1896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</a:cxnLst>
              <a:rect l="txL" t="txT" r="txR" b="txB"/>
              <a:pathLst>
                <a:path w="18" h="48">
                  <a:moveTo>
                    <a:pt x="18" y="0"/>
                  </a:moveTo>
                  <a:lnTo>
                    <a:pt x="0" y="48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58" name="Freeform 238"/>
            <p:cNvSpPr>
              <a:spLocks noEditPoints="1"/>
            </p:cNvSpPr>
            <p:nvPr/>
          </p:nvSpPr>
          <p:spPr>
            <a:xfrm>
              <a:off x="1580" y="675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59" name="Freeform 239"/>
            <p:cNvSpPr>
              <a:spLocks noEditPoints="1"/>
            </p:cNvSpPr>
            <p:nvPr/>
          </p:nvSpPr>
          <p:spPr>
            <a:xfrm>
              <a:off x="1566" y="675"/>
              <a:ext cx="14" cy="60"/>
            </a:xfrm>
            <a:custGeom>
              <a:avLst/>
              <a:gdLst>
                <a:gd name="txL" fmla="*/ 0 w 12"/>
                <a:gd name="txT" fmla="*/ 0 h 53"/>
                <a:gd name="txR" fmla="*/ 12 w 12"/>
                <a:gd name="txB" fmla="*/ 53 h 53"/>
              </a:gdLst>
              <a:ahLst/>
              <a:cxnLst>
                <a:cxn ang="0">
                  <a:pos x="775" y="0"/>
                </a:cxn>
                <a:cxn ang="0">
                  <a:pos x="0" y="1508"/>
                </a:cxn>
                <a:cxn ang="0">
                  <a:pos x="775" y="0"/>
                </a:cxn>
                <a:cxn ang="0">
                  <a:pos x="775" y="0"/>
                </a:cxn>
                <a:cxn ang="0">
                  <a:pos x="775" y="0"/>
                </a:cxn>
                <a:cxn ang="0">
                  <a:pos x="775" y="0"/>
                </a:cxn>
                <a:cxn ang="0">
                  <a:pos x="775" y="0"/>
                </a:cxn>
              </a:cxnLst>
              <a:rect l="txL" t="txT" r="txR" b="txB"/>
              <a:pathLst>
                <a:path w="12" h="53">
                  <a:moveTo>
                    <a:pt x="12" y="0"/>
                  </a:moveTo>
                  <a:lnTo>
                    <a:pt x="0" y="53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60" name="Freeform 240"/>
            <p:cNvSpPr>
              <a:spLocks noEditPoints="1"/>
            </p:cNvSpPr>
            <p:nvPr/>
          </p:nvSpPr>
          <p:spPr>
            <a:xfrm>
              <a:off x="1546" y="675"/>
              <a:ext cx="20" cy="60"/>
            </a:xfrm>
            <a:custGeom>
              <a:avLst/>
              <a:gdLst>
                <a:gd name="txL" fmla="*/ 0 w 18"/>
                <a:gd name="txT" fmla="*/ 0 h 53"/>
                <a:gd name="txR" fmla="*/ 18 w 18"/>
                <a:gd name="txB" fmla="*/ 53 h 53"/>
              </a:gdLst>
              <a:ahLst/>
              <a:cxnLst>
                <a:cxn ang="0">
                  <a:pos x="308" y="1508"/>
                </a:cxn>
                <a:cxn ang="0">
                  <a:pos x="0" y="0"/>
                </a:cxn>
                <a:cxn ang="0">
                  <a:pos x="308" y="1508"/>
                </a:cxn>
                <a:cxn ang="0">
                  <a:pos x="308" y="1508"/>
                </a:cxn>
                <a:cxn ang="0">
                  <a:pos x="308" y="1508"/>
                </a:cxn>
                <a:cxn ang="0">
                  <a:pos x="308" y="1508"/>
                </a:cxn>
                <a:cxn ang="0">
                  <a:pos x="308" y="1508"/>
                </a:cxn>
              </a:cxnLst>
              <a:rect l="txL" t="txT" r="txR" b="txB"/>
              <a:pathLst>
                <a:path w="18" h="53">
                  <a:moveTo>
                    <a:pt x="18" y="53"/>
                  </a:moveTo>
                  <a:lnTo>
                    <a:pt x="0" y="0"/>
                  </a:lnTo>
                  <a:lnTo>
                    <a:pt x="18" y="53"/>
                  </a:lnTo>
                  <a:close/>
                  <a:moveTo>
                    <a:pt x="18" y="53"/>
                  </a:moveTo>
                  <a:lnTo>
                    <a:pt x="18" y="53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61" name="Freeform 241"/>
            <p:cNvSpPr>
              <a:spLocks noEditPoints="1"/>
            </p:cNvSpPr>
            <p:nvPr/>
          </p:nvSpPr>
          <p:spPr>
            <a:xfrm>
              <a:off x="1526" y="620"/>
              <a:ext cx="20" cy="55"/>
            </a:xfrm>
            <a:custGeom>
              <a:avLst/>
              <a:gdLst>
                <a:gd name="txL" fmla="*/ 0 w 18"/>
                <a:gd name="txT" fmla="*/ 0 h 48"/>
                <a:gd name="txR" fmla="*/ 18 w 18"/>
                <a:gd name="txB" fmla="*/ 48 h 48"/>
              </a:gdLst>
              <a:ahLst/>
              <a:cxnLst>
                <a:cxn ang="0">
                  <a:pos x="308" y="1896"/>
                </a:cxn>
                <a:cxn ang="0">
                  <a:pos x="0" y="0"/>
                </a:cxn>
                <a:cxn ang="0">
                  <a:pos x="308" y="1896"/>
                </a:cxn>
                <a:cxn ang="0">
                  <a:pos x="308" y="1896"/>
                </a:cxn>
                <a:cxn ang="0">
                  <a:pos x="308" y="1896"/>
                </a:cxn>
                <a:cxn ang="0">
                  <a:pos x="308" y="1896"/>
                </a:cxn>
                <a:cxn ang="0">
                  <a:pos x="308" y="1896"/>
                </a:cxn>
              </a:cxnLst>
              <a:rect l="txL" t="txT" r="txR" b="txB"/>
              <a:pathLst>
                <a:path w="18" h="48">
                  <a:moveTo>
                    <a:pt x="18" y="48"/>
                  </a:moveTo>
                  <a:lnTo>
                    <a:pt x="0" y="0"/>
                  </a:lnTo>
                  <a:lnTo>
                    <a:pt x="18" y="48"/>
                  </a:lnTo>
                  <a:close/>
                  <a:moveTo>
                    <a:pt x="18" y="48"/>
                  </a:moveTo>
                  <a:lnTo>
                    <a:pt x="18" y="4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62" name="Freeform 242"/>
            <p:cNvSpPr>
              <a:spLocks noEditPoints="1"/>
            </p:cNvSpPr>
            <p:nvPr/>
          </p:nvSpPr>
          <p:spPr>
            <a:xfrm>
              <a:off x="1505" y="620"/>
              <a:ext cx="21" cy="55"/>
            </a:xfrm>
            <a:custGeom>
              <a:avLst/>
              <a:gdLst>
                <a:gd name="txL" fmla="*/ 0 w 18"/>
                <a:gd name="txT" fmla="*/ 0 h 48"/>
                <a:gd name="txR" fmla="*/ 18 w 18"/>
                <a:gd name="txB" fmla="*/ 48 h 48"/>
              </a:gdLst>
              <a:ahLst/>
              <a:cxnLst>
                <a:cxn ang="0">
                  <a:pos x="1210" y="0"/>
                </a:cxn>
                <a:cxn ang="0">
                  <a:pos x="0" y="1896"/>
                </a:cxn>
                <a:cxn ang="0">
                  <a:pos x="1210" y="0"/>
                </a:cxn>
                <a:cxn ang="0">
                  <a:pos x="1210" y="0"/>
                </a:cxn>
                <a:cxn ang="0">
                  <a:pos x="1210" y="0"/>
                </a:cxn>
                <a:cxn ang="0">
                  <a:pos x="1210" y="0"/>
                </a:cxn>
                <a:cxn ang="0">
                  <a:pos x="1210" y="0"/>
                </a:cxn>
              </a:cxnLst>
              <a:rect l="txL" t="txT" r="txR" b="txB"/>
              <a:pathLst>
                <a:path w="18" h="48">
                  <a:moveTo>
                    <a:pt x="18" y="0"/>
                  </a:moveTo>
                  <a:lnTo>
                    <a:pt x="0" y="48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63" name="Freeform 243"/>
            <p:cNvSpPr>
              <a:spLocks noEditPoints="1"/>
            </p:cNvSpPr>
            <p:nvPr/>
          </p:nvSpPr>
          <p:spPr>
            <a:xfrm>
              <a:off x="1485" y="675"/>
              <a:ext cx="20" cy="60"/>
            </a:xfrm>
            <a:custGeom>
              <a:avLst/>
              <a:gdLst>
                <a:gd name="txL" fmla="*/ 0 w 18"/>
                <a:gd name="txT" fmla="*/ 0 h 53"/>
                <a:gd name="txR" fmla="*/ 18 w 18"/>
                <a:gd name="txB" fmla="*/ 53 h 53"/>
              </a:gdLst>
              <a:ahLst/>
              <a:cxnLst>
                <a:cxn ang="0">
                  <a:pos x="308" y="0"/>
                </a:cxn>
                <a:cxn ang="0">
                  <a:pos x="0" y="1508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</a:cxnLst>
              <a:rect l="txL" t="txT" r="txR" b="txB"/>
              <a:pathLst>
                <a:path w="18" h="53">
                  <a:moveTo>
                    <a:pt x="18" y="0"/>
                  </a:moveTo>
                  <a:lnTo>
                    <a:pt x="0" y="53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64" name="Freeform 244"/>
            <p:cNvSpPr>
              <a:spLocks noEditPoints="1"/>
            </p:cNvSpPr>
            <p:nvPr/>
          </p:nvSpPr>
          <p:spPr>
            <a:xfrm>
              <a:off x="1472" y="675"/>
              <a:ext cx="13" cy="60"/>
            </a:xfrm>
            <a:custGeom>
              <a:avLst/>
              <a:gdLst>
                <a:gd name="txL" fmla="*/ 0 w 12"/>
                <a:gd name="txT" fmla="*/ 0 h 53"/>
                <a:gd name="txR" fmla="*/ 12 w 12"/>
                <a:gd name="txB" fmla="*/ 53 h 53"/>
              </a:gdLst>
              <a:ahLst/>
              <a:cxnLst>
                <a:cxn ang="0">
                  <a:pos x="102" y="1508"/>
                </a:cxn>
                <a:cxn ang="0">
                  <a:pos x="0" y="0"/>
                </a:cxn>
                <a:cxn ang="0">
                  <a:pos x="102" y="1508"/>
                </a:cxn>
                <a:cxn ang="0">
                  <a:pos x="102" y="1508"/>
                </a:cxn>
                <a:cxn ang="0">
                  <a:pos x="102" y="1508"/>
                </a:cxn>
                <a:cxn ang="0">
                  <a:pos x="102" y="1508"/>
                </a:cxn>
                <a:cxn ang="0">
                  <a:pos x="102" y="1508"/>
                </a:cxn>
              </a:cxnLst>
              <a:rect l="txL" t="txT" r="txR" b="txB"/>
              <a:pathLst>
                <a:path w="12" h="53">
                  <a:moveTo>
                    <a:pt x="12" y="53"/>
                  </a:moveTo>
                  <a:lnTo>
                    <a:pt x="0" y="0"/>
                  </a:lnTo>
                  <a:lnTo>
                    <a:pt x="12" y="53"/>
                  </a:lnTo>
                  <a:close/>
                  <a:moveTo>
                    <a:pt x="12" y="53"/>
                  </a:moveTo>
                  <a:lnTo>
                    <a:pt x="12" y="53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65" name="Freeform 245"/>
            <p:cNvSpPr>
              <a:spLocks noEditPoints="1"/>
            </p:cNvSpPr>
            <p:nvPr/>
          </p:nvSpPr>
          <p:spPr>
            <a:xfrm>
              <a:off x="1451" y="620"/>
              <a:ext cx="21" cy="55"/>
            </a:xfrm>
            <a:custGeom>
              <a:avLst/>
              <a:gdLst>
                <a:gd name="txL" fmla="*/ 0 w 18"/>
                <a:gd name="txT" fmla="*/ 0 h 48"/>
                <a:gd name="txR" fmla="*/ 18 w 18"/>
                <a:gd name="txB" fmla="*/ 48 h 48"/>
              </a:gdLst>
              <a:ahLst/>
              <a:cxnLst>
                <a:cxn ang="0">
                  <a:pos x="1210" y="1896"/>
                </a:cxn>
                <a:cxn ang="0">
                  <a:pos x="0" y="0"/>
                </a:cxn>
                <a:cxn ang="0">
                  <a:pos x="1210" y="1896"/>
                </a:cxn>
                <a:cxn ang="0">
                  <a:pos x="1210" y="1896"/>
                </a:cxn>
                <a:cxn ang="0">
                  <a:pos x="1210" y="1896"/>
                </a:cxn>
                <a:cxn ang="0">
                  <a:pos x="1210" y="1896"/>
                </a:cxn>
                <a:cxn ang="0">
                  <a:pos x="1210" y="1896"/>
                </a:cxn>
              </a:cxnLst>
              <a:rect l="txL" t="txT" r="txR" b="txB"/>
              <a:pathLst>
                <a:path w="18" h="48">
                  <a:moveTo>
                    <a:pt x="18" y="48"/>
                  </a:moveTo>
                  <a:lnTo>
                    <a:pt x="0" y="0"/>
                  </a:lnTo>
                  <a:lnTo>
                    <a:pt x="18" y="48"/>
                  </a:lnTo>
                  <a:close/>
                  <a:moveTo>
                    <a:pt x="18" y="48"/>
                  </a:moveTo>
                  <a:lnTo>
                    <a:pt x="18" y="4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66" name="Freeform 246"/>
            <p:cNvSpPr>
              <a:spLocks noEditPoints="1"/>
            </p:cNvSpPr>
            <p:nvPr/>
          </p:nvSpPr>
          <p:spPr>
            <a:xfrm>
              <a:off x="1431" y="620"/>
              <a:ext cx="20" cy="55"/>
            </a:xfrm>
            <a:custGeom>
              <a:avLst/>
              <a:gdLst>
                <a:gd name="txL" fmla="*/ 0 w 18"/>
                <a:gd name="txT" fmla="*/ 0 h 48"/>
                <a:gd name="txR" fmla="*/ 18 w 18"/>
                <a:gd name="txB" fmla="*/ 48 h 48"/>
              </a:gdLst>
              <a:ahLst/>
              <a:cxnLst>
                <a:cxn ang="0">
                  <a:pos x="308" y="0"/>
                </a:cxn>
                <a:cxn ang="0">
                  <a:pos x="0" y="1896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</a:cxnLst>
              <a:rect l="txL" t="txT" r="txR" b="txB"/>
              <a:pathLst>
                <a:path w="18" h="48">
                  <a:moveTo>
                    <a:pt x="18" y="0"/>
                  </a:moveTo>
                  <a:lnTo>
                    <a:pt x="0" y="48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67" name="Freeform 247"/>
            <p:cNvSpPr>
              <a:spLocks noEditPoints="1"/>
            </p:cNvSpPr>
            <p:nvPr/>
          </p:nvSpPr>
          <p:spPr>
            <a:xfrm>
              <a:off x="1412" y="675"/>
              <a:ext cx="19" cy="60"/>
            </a:xfrm>
            <a:custGeom>
              <a:avLst/>
              <a:gdLst>
                <a:gd name="txL" fmla="*/ 0 w 17"/>
                <a:gd name="txT" fmla="*/ 0 h 53"/>
                <a:gd name="txR" fmla="*/ 17 w 17"/>
                <a:gd name="txB" fmla="*/ 53 h 53"/>
              </a:gdLst>
              <a:ahLst/>
              <a:cxnLst>
                <a:cxn ang="0">
                  <a:pos x="330" y="0"/>
                </a:cxn>
                <a:cxn ang="0">
                  <a:pos x="0" y="1508"/>
                </a:cxn>
                <a:cxn ang="0">
                  <a:pos x="330" y="0"/>
                </a:cxn>
                <a:cxn ang="0">
                  <a:pos x="330" y="0"/>
                </a:cxn>
                <a:cxn ang="0">
                  <a:pos x="330" y="0"/>
                </a:cxn>
                <a:cxn ang="0">
                  <a:pos x="330" y="0"/>
                </a:cxn>
                <a:cxn ang="0">
                  <a:pos x="330" y="0"/>
                </a:cxn>
              </a:cxnLst>
              <a:rect l="txL" t="txT" r="txR" b="txB"/>
              <a:pathLst>
                <a:path w="17" h="53">
                  <a:moveTo>
                    <a:pt x="17" y="0"/>
                  </a:moveTo>
                  <a:lnTo>
                    <a:pt x="0" y="53"/>
                  </a:lnTo>
                  <a:lnTo>
                    <a:pt x="17" y="0"/>
                  </a:lnTo>
                  <a:close/>
                  <a:moveTo>
                    <a:pt x="17" y="0"/>
                  </a:moveTo>
                  <a:lnTo>
                    <a:pt x="17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68" name="Freeform 248"/>
            <p:cNvSpPr>
              <a:spLocks noEditPoints="1"/>
            </p:cNvSpPr>
            <p:nvPr/>
          </p:nvSpPr>
          <p:spPr>
            <a:xfrm>
              <a:off x="1392" y="675"/>
              <a:ext cx="20" cy="60"/>
            </a:xfrm>
            <a:custGeom>
              <a:avLst/>
              <a:gdLst>
                <a:gd name="txL" fmla="*/ 0 w 18"/>
                <a:gd name="txT" fmla="*/ 0 h 53"/>
                <a:gd name="txR" fmla="*/ 18 w 18"/>
                <a:gd name="txB" fmla="*/ 53 h 53"/>
              </a:gdLst>
              <a:ahLst/>
              <a:cxnLst>
                <a:cxn ang="0">
                  <a:pos x="308" y="1508"/>
                </a:cxn>
                <a:cxn ang="0">
                  <a:pos x="0" y="0"/>
                </a:cxn>
                <a:cxn ang="0">
                  <a:pos x="308" y="1508"/>
                </a:cxn>
                <a:cxn ang="0">
                  <a:pos x="308" y="1508"/>
                </a:cxn>
                <a:cxn ang="0">
                  <a:pos x="308" y="1508"/>
                </a:cxn>
                <a:cxn ang="0">
                  <a:pos x="308" y="1508"/>
                </a:cxn>
                <a:cxn ang="0">
                  <a:pos x="308" y="1508"/>
                </a:cxn>
              </a:cxnLst>
              <a:rect l="txL" t="txT" r="txR" b="txB"/>
              <a:pathLst>
                <a:path w="18" h="53">
                  <a:moveTo>
                    <a:pt x="18" y="53"/>
                  </a:moveTo>
                  <a:lnTo>
                    <a:pt x="0" y="0"/>
                  </a:lnTo>
                  <a:lnTo>
                    <a:pt x="18" y="53"/>
                  </a:lnTo>
                  <a:close/>
                  <a:moveTo>
                    <a:pt x="18" y="53"/>
                  </a:moveTo>
                  <a:lnTo>
                    <a:pt x="18" y="53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69" name="Freeform 249"/>
            <p:cNvSpPr>
              <a:spLocks noEditPoints="1"/>
            </p:cNvSpPr>
            <p:nvPr/>
          </p:nvSpPr>
          <p:spPr>
            <a:xfrm>
              <a:off x="1378" y="620"/>
              <a:ext cx="14" cy="55"/>
            </a:xfrm>
            <a:custGeom>
              <a:avLst/>
              <a:gdLst>
                <a:gd name="txL" fmla="*/ 0 w 12"/>
                <a:gd name="txT" fmla="*/ 0 h 48"/>
                <a:gd name="txR" fmla="*/ 12 w 12"/>
                <a:gd name="txB" fmla="*/ 48 h 48"/>
              </a:gdLst>
              <a:ahLst/>
              <a:cxnLst>
                <a:cxn ang="0">
                  <a:pos x="775" y="1896"/>
                </a:cxn>
                <a:cxn ang="0">
                  <a:pos x="0" y="0"/>
                </a:cxn>
                <a:cxn ang="0">
                  <a:pos x="775" y="1896"/>
                </a:cxn>
                <a:cxn ang="0">
                  <a:pos x="775" y="1896"/>
                </a:cxn>
                <a:cxn ang="0">
                  <a:pos x="775" y="1896"/>
                </a:cxn>
                <a:cxn ang="0">
                  <a:pos x="775" y="1896"/>
                </a:cxn>
                <a:cxn ang="0">
                  <a:pos x="775" y="1896"/>
                </a:cxn>
              </a:cxnLst>
              <a:rect l="txL" t="txT" r="txR" b="txB"/>
              <a:pathLst>
                <a:path w="12" h="48">
                  <a:moveTo>
                    <a:pt x="12" y="48"/>
                  </a:moveTo>
                  <a:lnTo>
                    <a:pt x="0" y="0"/>
                  </a:lnTo>
                  <a:lnTo>
                    <a:pt x="12" y="48"/>
                  </a:lnTo>
                  <a:close/>
                  <a:moveTo>
                    <a:pt x="12" y="48"/>
                  </a:moveTo>
                  <a:lnTo>
                    <a:pt x="12" y="4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70" name="Freeform 250"/>
            <p:cNvSpPr>
              <a:spLocks noEditPoints="1"/>
            </p:cNvSpPr>
            <p:nvPr/>
          </p:nvSpPr>
          <p:spPr>
            <a:xfrm>
              <a:off x="1358" y="620"/>
              <a:ext cx="20" cy="61"/>
            </a:xfrm>
            <a:custGeom>
              <a:avLst/>
              <a:gdLst>
                <a:gd name="txL" fmla="*/ 0 w 18"/>
                <a:gd name="txT" fmla="*/ 0 h 54"/>
                <a:gd name="txR" fmla="*/ 18 w 18"/>
                <a:gd name="txB" fmla="*/ 54 h 54"/>
              </a:gdLst>
              <a:ahLst/>
              <a:cxnLst>
                <a:cxn ang="0">
                  <a:pos x="308" y="0"/>
                </a:cxn>
                <a:cxn ang="0">
                  <a:pos x="0" y="1456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</a:cxnLst>
              <a:rect l="txL" t="txT" r="txR" b="txB"/>
              <a:pathLst>
                <a:path w="18" h="54">
                  <a:moveTo>
                    <a:pt x="18" y="0"/>
                  </a:moveTo>
                  <a:lnTo>
                    <a:pt x="0" y="54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71" name="Freeform 251"/>
            <p:cNvSpPr/>
            <p:nvPr/>
          </p:nvSpPr>
          <p:spPr>
            <a:xfrm>
              <a:off x="5001" y="2732"/>
              <a:ext cx="40" cy="122"/>
            </a:xfrm>
            <a:custGeom>
              <a:avLst/>
              <a:gdLst>
                <a:gd name="txL" fmla="*/ 0 w 36"/>
                <a:gd name="txT" fmla="*/ 0 h 108"/>
                <a:gd name="txR" fmla="*/ 36 w 36"/>
                <a:gd name="txB" fmla="*/ 108 h 108"/>
              </a:gdLst>
              <a:ahLst/>
              <a:cxnLst>
                <a:cxn ang="0">
                  <a:pos x="0" y="2904"/>
                </a:cxn>
                <a:cxn ang="0">
                  <a:pos x="603" y="2904"/>
                </a:cxn>
                <a:cxn ang="0">
                  <a:pos x="603" y="2744"/>
                </a:cxn>
                <a:cxn ang="0">
                  <a:pos x="422" y="2744"/>
                </a:cxn>
                <a:cxn ang="0">
                  <a:pos x="422" y="2571"/>
                </a:cxn>
                <a:cxn ang="0">
                  <a:pos x="422" y="0"/>
                </a:cxn>
                <a:cxn ang="0">
                  <a:pos x="422" y="0"/>
                </a:cxn>
                <a:cxn ang="0">
                  <a:pos x="0" y="331"/>
                </a:cxn>
                <a:cxn ang="0">
                  <a:pos x="0" y="477"/>
                </a:cxn>
                <a:cxn ang="0">
                  <a:pos x="108" y="331"/>
                </a:cxn>
                <a:cxn ang="0">
                  <a:pos x="108" y="331"/>
                </a:cxn>
                <a:cxn ang="0">
                  <a:pos x="202" y="477"/>
                </a:cxn>
                <a:cxn ang="0">
                  <a:pos x="202" y="477"/>
                </a:cxn>
                <a:cxn ang="0">
                  <a:pos x="202" y="2429"/>
                </a:cxn>
                <a:cxn ang="0">
                  <a:pos x="108" y="2744"/>
                </a:cxn>
                <a:cxn ang="0">
                  <a:pos x="0" y="2744"/>
                </a:cxn>
                <a:cxn ang="0">
                  <a:pos x="0" y="2904"/>
                </a:cxn>
              </a:cxnLst>
              <a:rect l="txL" t="txT" r="txR" b="txB"/>
              <a:pathLst>
                <a:path w="36" h="108">
                  <a:moveTo>
                    <a:pt x="0" y="108"/>
                  </a:moveTo>
                  <a:lnTo>
                    <a:pt x="36" y="108"/>
                  </a:lnTo>
                  <a:lnTo>
                    <a:pt x="36" y="102"/>
                  </a:lnTo>
                  <a:lnTo>
                    <a:pt x="24" y="102"/>
                  </a:lnTo>
                  <a:lnTo>
                    <a:pt x="24" y="96"/>
                  </a:lnTo>
                  <a:lnTo>
                    <a:pt x="24" y="0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6" y="12"/>
                  </a:lnTo>
                  <a:lnTo>
                    <a:pt x="12" y="18"/>
                  </a:lnTo>
                  <a:lnTo>
                    <a:pt x="12" y="90"/>
                  </a:lnTo>
                  <a:lnTo>
                    <a:pt x="6" y="102"/>
                  </a:lnTo>
                  <a:lnTo>
                    <a:pt x="0" y="102"/>
                  </a:lnTo>
                  <a:lnTo>
                    <a:pt x="0" y="10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72" name="Freeform 252"/>
            <p:cNvSpPr>
              <a:spLocks noEditPoints="1"/>
            </p:cNvSpPr>
            <p:nvPr/>
          </p:nvSpPr>
          <p:spPr>
            <a:xfrm>
              <a:off x="5062" y="2732"/>
              <a:ext cx="59" cy="122"/>
            </a:xfrm>
            <a:custGeom>
              <a:avLst/>
              <a:gdLst>
                <a:gd name="txL" fmla="*/ 0 w 53"/>
                <a:gd name="txT" fmla="*/ 0 h 108"/>
                <a:gd name="txR" fmla="*/ 53 w 53"/>
                <a:gd name="txB" fmla="*/ 108 h 108"/>
              </a:gdLst>
              <a:ahLst/>
              <a:cxnLst>
                <a:cxn ang="0">
                  <a:pos x="434" y="0"/>
                </a:cxn>
                <a:cxn ang="0">
                  <a:pos x="621" y="159"/>
                </a:cxn>
                <a:cxn ang="0">
                  <a:pos x="745" y="673"/>
                </a:cxn>
                <a:cxn ang="0">
                  <a:pos x="745" y="1121"/>
                </a:cxn>
                <a:cxn ang="0">
                  <a:pos x="745" y="1456"/>
                </a:cxn>
                <a:cxn ang="0">
                  <a:pos x="745" y="1784"/>
                </a:cxn>
                <a:cxn ang="0">
                  <a:pos x="745" y="2266"/>
                </a:cxn>
                <a:cxn ang="0">
                  <a:pos x="621" y="2571"/>
                </a:cxn>
                <a:cxn ang="0">
                  <a:pos x="434" y="2744"/>
                </a:cxn>
                <a:cxn ang="0">
                  <a:pos x="316" y="2571"/>
                </a:cxn>
                <a:cxn ang="0">
                  <a:pos x="206" y="2266"/>
                </a:cxn>
                <a:cxn ang="0">
                  <a:pos x="206" y="1784"/>
                </a:cxn>
                <a:cxn ang="0">
                  <a:pos x="206" y="1456"/>
                </a:cxn>
                <a:cxn ang="0">
                  <a:pos x="206" y="1121"/>
                </a:cxn>
                <a:cxn ang="0">
                  <a:pos x="206" y="673"/>
                </a:cxn>
                <a:cxn ang="0">
                  <a:pos x="316" y="159"/>
                </a:cxn>
                <a:cxn ang="0">
                  <a:pos x="434" y="0"/>
                </a:cxn>
                <a:cxn ang="0">
                  <a:pos x="434" y="0"/>
                </a:cxn>
                <a:cxn ang="0">
                  <a:pos x="434" y="0"/>
                </a:cxn>
                <a:cxn ang="0">
                  <a:pos x="206" y="159"/>
                </a:cxn>
                <a:cxn ang="0">
                  <a:pos x="108" y="477"/>
                </a:cxn>
                <a:cxn ang="0">
                  <a:pos x="0" y="977"/>
                </a:cxn>
                <a:cxn ang="0">
                  <a:pos x="0" y="1456"/>
                </a:cxn>
                <a:cxn ang="0">
                  <a:pos x="0" y="1926"/>
                </a:cxn>
                <a:cxn ang="0">
                  <a:pos x="108" y="2429"/>
                </a:cxn>
                <a:cxn ang="0">
                  <a:pos x="206" y="2744"/>
                </a:cxn>
                <a:cxn ang="0">
                  <a:pos x="434" y="2904"/>
                </a:cxn>
                <a:cxn ang="0">
                  <a:pos x="745" y="2744"/>
                </a:cxn>
                <a:cxn ang="0">
                  <a:pos x="838" y="2429"/>
                </a:cxn>
                <a:cxn ang="0">
                  <a:pos x="953" y="1926"/>
                </a:cxn>
                <a:cxn ang="0">
                  <a:pos x="953" y="1456"/>
                </a:cxn>
                <a:cxn ang="0">
                  <a:pos x="953" y="977"/>
                </a:cxn>
                <a:cxn ang="0">
                  <a:pos x="838" y="477"/>
                </a:cxn>
                <a:cxn ang="0">
                  <a:pos x="745" y="159"/>
                </a:cxn>
                <a:cxn ang="0">
                  <a:pos x="434" y="0"/>
                </a:cxn>
                <a:cxn ang="0">
                  <a:pos x="434" y="0"/>
                </a:cxn>
              </a:cxnLst>
              <a:rect l="txL" t="txT" r="txR" b="txB"/>
              <a:pathLst>
                <a:path w="53" h="108">
                  <a:moveTo>
                    <a:pt x="23" y="0"/>
                  </a:moveTo>
                  <a:lnTo>
                    <a:pt x="35" y="6"/>
                  </a:lnTo>
                  <a:lnTo>
                    <a:pt x="41" y="24"/>
                  </a:lnTo>
                  <a:lnTo>
                    <a:pt x="41" y="42"/>
                  </a:lnTo>
                  <a:lnTo>
                    <a:pt x="41" y="54"/>
                  </a:lnTo>
                  <a:lnTo>
                    <a:pt x="41" y="66"/>
                  </a:lnTo>
                  <a:lnTo>
                    <a:pt x="41" y="84"/>
                  </a:lnTo>
                  <a:lnTo>
                    <a:pt x="35" y="96"/>
                  </a:lnTo>
                  <a:lnTo>
                    <a:pt x="23" y="102"/>
                  </a:lnTo>
                  <a:lnTo>
                    <a:pt x="18" y="96"/>
                  </a:lnTo>
                  <a:lnTo>
                    <a:pt x="12" y="84"/>
                  </a:lnTo>
                  <a:lnTo>
                    <a:pt x="12" y="66"/>
                  </a:lnTo>
                  <a:lnTo>
                    <a:pt x="12" y="54"/>
                  </a:lnTo>
                  <a:lnTo>
                    <a:pt x="12" y="42"/>
                  </a:lnTo>
                  <a:lnTo>
                    <a:pt x="12" y="24"/>
                  </a:lnTo>
                  <a:lnTo>
                    <a:pt x="18" y="6"/>
                  </a:lnTo>
                  <a:lnTo>
                    <a:pt x="23" y="0"/>
                  </a:lnTo>
                  <a:close/>
                  <a:moveTo>
                    <a:pt x="23" y="0"/>
                  </a:moveTo>
                  <a:lnTo>
                    <a:pt x="12" y="6"/>
                  </a:lnTo>
                  <a:lnTo>
                    <a:pt x="6" y="18"/>
                  </a:lnTo>
                  <a:lnTo>
                    <a:pt x="0" y="36"/>
                  </a:lnTo>
                  <a:lnTo>
                    <a:pt x="0" y="54"/>
                  </a:lnTo>
                  <a:lnTo>
                    <a:pt x="0" y="72"/>
                  </a:lnTo>
                  <a:lnTo>
                    <a:pt x="6" y="90"/>
                  </a:lnTo>
                  <a:lnTo>
                    <a:pt x="12" y="102"/>
                  </a:lnTo>
                  <a:lnTo>
                    <a:pt x="23" y="108"/>
                  </a:lnTo>
                  <a:lnTo>
                    <a:pt x="41" y="102"/>
                  </a:lnTo>
                  <a:lnTo>
                    <a:pt x="47" y="90"/>
                  </a:lnTo>
                  <a:lnTo>
                    <a:pt x="53" y="72"/>
                  </a:lnTo>
                  <a:lnTo>
                    <a:pt x="53" y="54"/>
                  </a:lnTo>
                  <a:lnTo>
                    <a:pt x="53" y="36"/>
                  </a:lnTo>
                  <a:lnTo>
                    <a:pt x="47" y="18"/>
                  </a:lnTo>
                  <a:lnTo>
                    <a:pt x="41" y="6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73" name="Freeform 253"/>
            <p:cNvSpPr/>
            <p:nvPr/>
          </p:nvSpPr>
          <p:spPr>
            <a:xfrm>
              <a:off x="5162" y="2732"/>
              <a:ext cx="94" cy="122"/>
            </a:xfrm>
            <a:custGeom>
              <a:avLst/>
              <a:gdLst>
                <a:gd name="txL" fmla="*/ 0 w 84"/>
                <a:gd name="txT" fmla="*/ 0 h 108"/>
                <a:gd name="txR" fmla="*/ 84 w 84"/>
                <a:gd name="txB" fmla="*/ 108 h 108"/>
              </a:gdLst>
              <a:ahLst/>
              <a:cxnLst>
                <a:cxn ang="0">
                  <a:pos x="1769" y="0"/>
                </a:cxn>
                <a:cxn ang="0">
                  <a:pos x="1263" y="0"/>
                </a:cxn>
                <a:cxn ang="0">
                  <a:pos x="1263" y="159"/>
                </a:cxn>
                <a:cxn ang="0">
                  <a:pos x="1369" y="159"/>
                </a:cxn>
                <a:cxn ang="0">
                  <a:pos x="1369" y="331"/>
                </a:cxn>
                <a:cxn ang="0">
                  <a:pos x="1369" y="477"/>
                </a:cxn>
                <a:cxn ang="0">
                  <a:pos x="1369" y="673"/>
                </a:cxn>
                <a:cxn ang="0">
                  <a:pos x="1009" y="2099"/>
                </a:cxn>
                <a:cxn ang="0">
                  <a:pos x="643" y="673"/>
                </a:cxn>
                <a:cxn ang="0">
                  <a:pos x="514" y="477"/>
                </a:cxn>
                <a:cxn ang="0">
                  <a:pos x="514" y="331"/>
                </a:cxn>
                <a:cxn ang="0">
                  <a:pos x="514" y="159"/>
                </a:cxn>
                <a:cxn ang="0">
                  <a:pos x="643" y="159"/>
                </a:cxn>
                <a:cxn ang="0">
                  <a:pos x="643" y="0"/>
                </a:cxn>
                <a:cxn ang="0">
                  <a:pos x="0" y="0"/>
                </a:cxn>
                <a:cxn ang="0">
                  <a:pos x="0" y="159"/>
                </a:cxn>
                <a:cxn ang="0">
                  <a:pos x="132" y="159"/>
                </a:cxn>
                <a:cxn ang="0">
                  <a:pos x="261" y="477"/>
                </a:cxn>
                <a:cxn ang="0">
                  <a:pos x="873" y="2904"/>
                </a:cxn>
                <a:cxn ang="0">
                  <a:pos x="873" y="2904"/>
                </a:cxn>
                <a:cxn ang="0">
                  <a:pos x="1516" y="477"/>
                </a:cxn>
                <a:cxn ang="0">
                  <a:pos x="1620" y="159"/>
                </a:cxn>
                <a:cxn ang="0">
                  <a:pos x="1769" y="159"/>
                </a:cxn>
                <a:cxn ang="0">
                  <a:pos x="1769" y="0"/>
                </a:cxn>
              </a:cxnLst>
              <a:rect l="txL" t="txT" r="txR" b="txB"/>
              <a:pathLst>
                <a:path w="84" h="108">
                  <a:moveTo>
                    <a:pt x="84" y="0"/>
                  </a:moveTo>
                  <a:lnTo>
                    <a:pt x="60" y="0"/>
                  </a:lnTo>
                  <a:lnTo>
                    <a:pt x="60" y="6"/>
                  </a:lnTo>
                  <a:lnTo>
                    <a:pt x="66" y="6"/>
                  </a:lnTo>
                  <a:lnTo>
                    <a:pt x="66" y="12"/>
                  </a:lnTo>
                  <a:lnTo>
                    <a:pt x="66" y="18"/>
                  </a:lnTo>
                  <a:lnTo>
                    <a:pt x="66" y="24"/>
                  </a:lnTo>
                  <a:lnTo>
                    <a:pt x="48" y="78"/>
                  </a:lnTo>
                  <a:lnTo>
                    <a:pt x="30" y="24"/>
                  </a:lnTo>
                  <a:lnTo>
                    <a:pt x="24" y="18"/>
                  </a:lnTo>
                  <a:lnTo>
                    <a:pt x="24" y="12"/>
                  </a:lnTo>
                  <a:lnTo>
                    <a:pt x="24" y="6"/>
                  </a:lnTo>
                  <a:lnTo>
                    <a:pt x="30" y="6"/>
                  </a:lnTo>
                  <a:lnTo>
                    <a:pt x="30" y="0"/>
                  </a:ln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12" y="18"/>
                  </a:lnTo>
                  <a:lnTo>
                    <a:pt x="42" y="108"/>
                  </a:lnTo>
                  <a:lnTo>
                    <a:pt x="72" y="18"/>
                  </a:lnTo>
                  <a:lnTo>
                    <a:pt x="78" y="6"/>
                  </a:lnTo>
                  <a:lnTo>
                    <a:pt x="84" y="6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74" name="Freeform 254"/>
            <p:cNvSpPr>
              <a:spLocks noEditPoints="1"/>
            </p:cNvSpPr>
            <p:nvPr/>
          </p:nvSpPr>
          <p:spPr>
            <a:xfrm>
              <a:off x="511" y="2732"/>
              <a:ext cx="67" cy="122"/>
            </a:xfrm>
            <a:custGeom>
              <a:avLst/>
              <a:gdLst>
                <a:gd name="txL" fmla="*/ 0 w 60"/>
                <a:gd name="txT" fmla="*/ 0 h 108"/>
                <a:gd name="txR" fmla="*/ 60 w 60"/>
                <a:gd name="txB" fmla="*/ 108 h 108"/>
              </a:gdLst>
              <a:ahLst/>
              <a:cxnLst>
                <a:cxn ang="0">
                  <a:pos x="1062" y="0"/>
                </a:cxn>
                <a:cxn ang="0">
                  <a:pos x="712" y="159"/>
                </a:cxn>
                <a:cxn ang="0">
                  <a:pos x="355" y="477"/>
                </a:cxn>
                <a:cxn ang="0">
                  <a:pos x="121" y="977"/>
                </a:cxn>
                <a:cxn ang="0">
                  <a:pos x="0" y="1615"/>
                </a:cxn>
                <a:cxn ang="0">
                  <a:pos x="0" y="2266"/>
                </a:cxn>
                <a:cxn ang="0">
                  <a:pos x="121" y="2571"/>
                </a:cxn>
                <a:cxn ang="0">
                  <a:pos x="355" y="2904"/>
                </a:cxn>
                <a:cxn ang="0">
                  <a:pos x="600" y="2904"/>
                </a:cxn>
                <a:cxn ang="0">
                  <a:pos x="951" y="2744"/>
                </a:cxn>
                <a:cxn ang="0">
                  <a:pos x="1062" y="2571"/>
                </a:cxn>
                <a:cxn ang="0">
                  <a:pos x="1186" y="1926"/>
                </a:cxn>
                <a:cxn ang="0">
                  <a:pos x="1062" y="1289"/>
                </a:cxn>
                <a:cxn ang="0">
                  <a:pos x="712" y="1121"/>
                </a:cxn>
                <a:cxn ang="0">
                  <a:pos x="481" y="1121"/>
                </a:cxn>
                <a:cxn ang="0">
                  <a:pos x="355" y="1289"/>
                </a:cxn>
                <a:cxn ang="0">
                  <a:pos x="600" y="477"/>
                </a:cxn>
                <a:cxn ang="0">
                  <a:pos x="712" y="159"/>
                </a:cxn>
                <a:cxn ang="0">
                  <a:pos x="1062" y="0"/>
                </a:cxn>
                <a:cxn ang="0">
                  <a:pos x="1062" y="0"/>
                </a:cxn>
                <a:cxn ang="0">
                  <a:pos x="600" y="1289"/>
                </a:cxn>
                <a:cxn ang="0">
                  <a:pos x="712" y="1456"/>
                </a:cxn>
                <a:cxn ang="0">
                  <a:pos x="835" y="1615"/>
                </a:cxn>
                <a:cxn ang="0">
                  <a:pos x="951" y="2099"/>
                </a:cxn>
                <a:cxn ang="0">
                  <a:pos x="835" y="2744"/>
                </a:cxn>
                <a:cxn ang="0">
                  <a:pos x="600" y="2904"/>
                </a:cxn>
                <a:cxn ang="0">
                  <a:pos x="355" y="2571"/>
                </a:cxn>
                <a:cxn ang="0">
                  <a:pos x="236" y="2266"/>
                </a:cxn>
                <a:cxn ang="0">
                  <a:pos x="236" y="1784"/>
                </a:cxn>
                <a:cxn ang="0">
                  <a:pos x="236" y="1615"/>
                </a:cxn>
                <a:cxn ang="0">
                  <a:pos x="355" y="1456"/>
                </a:cxn>
                <a:cxn ang="0">
                  <a:pos x="481" y="1289"/>
                </a:cxn>
                <a:cxn ang="0">
                  <a:pos x="600" y="1289"/>
                </a:cxn>
                <a:cxn ang="0">
                  <a:pos x="600" y="1289"/>
                </a:cxn>
              </a:cxnLst>
              <a:rect l="txL" t="txT" r="txR" b="txB"/>
              <a:pathLst>
                <a:path w="60" h="108">
                  <a:moveTo>
                    <a:pt x="54" y="0"/>
                  </a:moveTo>
                  <a:lnTo>
                    <a:pt x="36" y="6"/>
                  </a:lnTo>
                  <a:lnTo>
                    <a:pt x="18" y="18"/>
                  </a:lnTo>
                  <a:lnTo>
                    <a:pt x="6" y="36"/>
                  </a:lnTo>
                  <a:lnTo>
                    <a:pt x="0" y="60"/>
                  </a:lnTo>
                  <a:lnTo>
                    <a:pt x="0" y="84"/>
                  </a:lnTo>
                  <a:lnTo>
                    <a:pt x="6" y="96"/>
                  </a:lnTo>
                  <a:lnTo>
                    <a:pt x="18" y="108"/>
                  </a:lnTo>
                  <a:lnTo>
                    <a:pt x="30" y="108"/>
                  </a:lnTo>
                  <a:lnTo>
                    <a:pt x="48" y="102"/>
                  </a:lnTo>
                  <a:lnTo>
                    <a:pt x="54" y="96"/>
                  </a:lnTo>
                  <a:lnTo>
                    <a:pt x="60" y="72"/>
                  </a:lnTo>
                  <a:lnTo>
                    <a:pt x="54" y="48"/>
                  </a:lnTo>
                  <a:lnTo>
                    <a:pt x="36" y="42"/>
                  </a:lnTo>
                  <a:lnTo>
                    <a:pt x="24" y="42"/>
                  </a:lnTo>
                  <a:lnTo>
                    <a:pt x="18" y="48"/>
                  </a:lnTo>
                  <a:lnTo>
                    <a:pt x="30" y="18"/>
                  </a:lnTo>
                  <a:lnTo>
                    <a:pt x="36" y="6"/>
                  </a:lnTo>
                  <a:lnTo>
                    <a:pt x="54" y="0"/>
                  </a:lnTo>
                  <a:close/>
                  <a:moveTo>
                    <a:pt x="30" y="48"/>
                  </a:moveTo>
                  <a:lnTo>
                    <a:pt x="36" y="54"/>
                  </a:lnTo>
                  <a:lnTo>
                    <a:pt x="42" y="60"/>
                  </a:lnTo>
                  <a:lnTo>
                    <a:pt x="48" y="78"/>
                  </a:lnTo>
                  <a:lnTo>
                    <a:pt x="42" y="102"/>
                  </a:lnTo>
                  <a:lnTo>
                    <a:pt x="30" y="108"/>
                  </a:lnTo>
                  <a:lnTo>
                    <a:pt x="18" y="96"/>
                  </a:lnTo>
                  <a:lnTo>
                    <a:pt x="12" y="84"/>
                  </a:lnTo>
                  <a:lnTo>
                    <a:pt x="12" y="66"/>
                  </a:lnTo>
                  <a:lnTo>
                    <a:pt x="12" y="60"/>
                  </a:lnTo>
                  <a:lnTo>
                    <a:pt x="18" y="54"/>
                  </a:lnTo>
                  <a:lnTo>
                    <a:pt x="24" y="48"/>
                  </a:lnTo>
                  <a:lnTo>
                    <a:pt x="30" y="4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75" name="Freeform 255"/>
            <p:cNvSpPr/>
            <p:nvPr/>
          </p:nvSpPr>
          <p:spPr>
            <a:xfrm>
              <a:off x="619" y="2732"/>
              <a:ext cx="107" cy="122"/>
            </a:xfrm>
            <a:custGeom>
              <a:avLst/>
              <a:gdLst>
                <a:gd name="txL" fmla="*/ 0 w 95"/>
                <a:gd name="txT" fmla="*/ 0 h 108"/>
                <a:gd name="txR" fmla="*/ 95 w 95"/>
                <a:gd name="txB" fmla="*/ 108 h 108"/>
              </a:gdLst>
              <a:ahLst/>
              <a:cxnLst>
                <a:cxn ang="0">
                  <a:pos x="891" y="2266"/>
                </a:cxn>
                <a:cxn ang="0">
                  <a:pos x="755" y="2099"/>
                </a:cxn>
                <a:cxn ang="0">
                  <a:pos x="595" y="1784"/>
                </a:cxn>
                <a:cxn ang="0">
                  <a:pos x="460" y="1456"/>
                </a:cxn>
                <a:cxn ang="0">
                  <a:pos x="460" y="1121"/>
                </a:cxn>
                <a:cxn ang="0">
                  <a:pos x="595" y="673"/>
                </a:cxn>
                <a:cxn ang="0">
                  <a:pos x="755" y="331"/>
                </a:cxn>
                <a:cxn ang="0">
                  <a:pos x="1056" y="159"/>
                </a:cxn>
                <a:cxn ang="0">
                  <a:pos x="1214" y="159"/>
                </a:cxn>
                <a:cxn ang="0">
                  <a:pos x="1508" y="159"/>
                </a:cxn>
                <a:cxn ang="0">
                  <a:pos x="1616" y="331"/>
                </a:cxn>
                <a:cxn ang="0">
                  <a:pos x="1747" y="673"/>
                </a:cxn>
                <a:cxn ang="0">
                  <a:pos x="1912" y="1121"/>
                </a:cxn>
                <a:cxn ang="0">
                  <a:pos x="1912" y="1456"/>
                </a:cxn>
                <a:cxn ang="0">
                  <a:pos x="1747" y="1784"/>
                </a:cxn>
                <a:cxn ang="0">
                  <a:pos x="1616" y="2099"/>
                </a:cxn>
                <a:cxn ang="0">
                  <a:pos x="1508" y="2266"/>
                </a:cxn>
                <a:cxn ang="0">
                  <a:pos x="1367" y="2904"/>
                </a:cxn>
                <a:cxn ang="0">
                  <a:pos x="2372" y="2904"/>
                </a:cxn>
                <a:cxn ang="0">
                  <a:pos x="2372" y="2266"/>
                </a:cxn>
                <a:cxn ang="0">
                  <a:pos x="2209" y="2266"/>
                </a:cxn>
                <a:cxn ang="0">
                  <a:pos x="2209" y="2429"/>
                </a:cxn>
                <a:cxn ang="0">
                  <a:pos x="2050" y="2429"/>
                </a:cxn>
                <a:cxn ang="0">
                  <a:pos x="1508" y="2429"/>
                </a:cxn>
                <a:cxn ang="0">
                  <a:pos x="1508" y="2429"/>
                </a:cxn>
                <a:cxn ang="0">
                  <a:pos x="1747" y="2266"/>
                </a:cxn>
                <a:cxn ang="0">
                  <a:pos x="2050" y="1926"/>
                </a:cxn>
                <a:cxn ang="0">
                  <a:pos x="2209" y="1615"/>
                </a:cxn>
                <a:cxn ang="0">
                  <a:pos x="2209" y="1289"/>
                </a:cxn>
                <a:cxn ang="0">
                  <a:pos x="2050" y="673"/>
                </a:cxn>
                <a:cxn ang="0">
                  <a:pos x="1912" y="331"/>
                </a:cxn>
                <a:cxn ang="0">
                  <a:pos x="1747" y="159"/>
                </a:cxn>
                <a:cxn ang="0">
                  <a:pos x="1508" y="0"/>
                </a:cxn>
                <a:cxn ang="0">
                  <a:pos x="1214" y="0"/>
                </a:cxn>
                <a:cxn ang="0">
                  <a:pos x="891" y="0"/>
                </a:cxn>
                <a:cxn ang="0">
                  <a:pos x="595" y="159"/>
                </a:cxn>
                <a:cxn ang="0">
                  <a:pos x="460" y="331"/>
                </a:cxn>
                <a:cxn ang="0">
                  <a:pos x="321" y="673"/>
                </a:cxn>
                <a:cxn ang="0">
                  <a:pos x="158" y="1289"/>
                </a:cxn>
                <a:cxn ang="0">
                  <a:pos x="158" y="1615"/>
                </a:cxn>
                <a:cxn ang="0">
                  <a:pos x="321" y="1926"/>
                </a:cxn>
                <a:cxn ang="0">
                  <a:pos x="595" y="2266"/>
                </a:cxn>
                <a:cxn ang="0">
                  <a:pos x="891" y="2429"/>
                </a:cxn>
                <a:cxn ang="0">
                  <a:pos x="891" y="2429"/>
                </a:cxn>
                <a:cxn ang="0">
                  <a:pos x="321" y="2429"/>
                </a:cxn>
                <a:cxn ang="0">
                  <a:pos x="158" y="2429"/>
                </a:cxn>
                <a:cxn ang="0">
                  <a:pos x="158" y="2266"/>
                </a:cxn>
                <a:cxn ang="0">
                  <a:pos x="0" y="2266"/>
                </a:cxn>
                <a:cxn ang="0">
                  <a:pos x="0" y="2904"/>
                </a:cxn>
                <a:cxn ang="0">
                  <a:pos x="1056" y="2904"/>
                </a:cxn>
                <a:cxn ang="0">
                  <a:pos x="891" y="2266"/>
                </a:cxn>
              </a:cxnLst>
              <a:rect l="txL" t="txT" r="txR" b="txB"/>
              <a:pathLst>
                <a:path w="95" h="108">
                  <a:moveTo>
                    <a:pt x="36" y="84"/>
                  </a:moveTo>
                  <a:lnTo>
                    <a:pt x="30" y="78"/>
                  </a:lnTo>
                  <a:lnTo>
                    <a:pt x="24" y="66"/>
                  </a:lnTo>
                  <a:lnTo>
                    <a:pt x="18" y="54"/>
                  </a:lnTo>
                  <a:lnTo>
                    <a:pt x="18" y="42"/>
                  </a:lnTo>
                  <a:lnTo>
                    <a:pt x="24" y="24"/>
                  </a:lnTo>
                  <a:lnTo>
                    <a:pt x="30" y="12"/>
                  </a:lnTo>
                  <a:lnTo>
                    <a:pt x="42" y="6"/>
                  </a:lnTo>
                  <a:lnTo>
                    <a:pt x="48" y="6"/>
                  </a:lnTo>
                  <a:lnTo>
                    <a:pt x="60" y="6"/>
                  </a:lnTo>
                  <a:lnTo>
                    <a:pt x="66" y="12"/>
                  </a:lnTo>
                  <a:lnTo>
                    <a:pt x="71" y="24"/>
                  </a:lnTo>
                  <a:lnTo>
                    <a:pt x="77" y="42"/>
                  </a:lnTo>
                  <a:lnTo>
                    <a:pt x="77" y="54"/>
                  </a:lnTo>
                  <a:lnTo>
                    <a:pt x="71" y="66"/>
                  </a:lnTo>
                  <a:lnTo>
                    <a:pt x="66" y="78"/>
                  </a:lnTo>
                  <a:lnTo>
                    <a:pt x="60" y="84"/>
                  </a:lnTo>
                  <a:lnTo>
                    <a:pt x="54" y="108"/>
                  </a:lnTo>
                  <a:lnTo>
                    <a:pt x="95" y="108"/>
                  </a:lnTo>
                  <a:lnTo>
                    <a:pt x="95" y="84"/>
                  </a:lnTo>
                  <a:lnTo>
                    <a:pt x="89" y="84"/>
                  </a:lnTo>
                  <a:lnTo>
                    <a:pt x="89" y="90"/>
                  </a:lnTo>
                  <a:lnTo>
                    <a:pt x="83" y="90"/>
                  </a:lnTo>
                  <a:lnTo>
                    <a:pt x="60" y="90"/>
                  </a:lnTo>
                  <a:lnTo>
                    <a:pt x="71" y="84"/>
                  </a:lnTo>
                  <a:lnTo>
                    <a:pt x="83" y="72"/>
                  </a:lnTo>
                  <a:lnTo>
                    <a:pt x="89" y="60"/>
                  </a:lnTo>
                  <a:lnTo>
                    <a:pt x="89" y="48"/>
                  </a:lnTo>
                  <a:lnTo>
                    <a:pt x="83" y="24"/>
                  </a:lnTo>
                  <a:lnTo>
                    <a:pt x="77" y="12"/>
                  </a:lnTo>
                  <a:lnTo>
                    <a:pt x="71" y="6"/>
                  </a:lnTo>
                  <a:lnTo>
                    <a:pt x="60" y="0"/>
                  </a:lnTo>
                  <a:lnTo>
                    <a:pt x="48" y="0"/>
                  </a:lnTo>
                  <a:lnTo>
                    <a:pt x="36" y="0"/>
                  </a:lnTo>
                  <a:lnTo>
                    <a:pt x="24" y="6"/>
                  </a:lnTo>
                  <a:lnTo>
                    <a:pt x="18" y="12"/>
                  </a:lnTo>
                  <a:lnTo>
                    <a:pt x="12" y="24"/>
                  </a:lnTo>
                  <a:lnTo>
                    <a:pt x="6" y="48"/>
                  </a:lnTo>
                  <a:lnTo>
                    <a:pt x="6" y="60"/>
                  </a:lnTo>
                  <a:lnTo>
                    <a:pt x="12" y="72"/>
                  </a:lnTo>
                  <a:lnTo>
                    <a:pt x="24" y="84"/>
                  </a:lnTo>
                  <a:lnTo>
                    <a:pt x="36" y="90"/>
                  </a:lnTo>
                  <a:lnTo>
                    <a:pt x="12" y="90"/>
                  </a:lnTo>
                  <a:lnTo>
                    <a:pt x="6" y="90"/>
                  </a:lnTo>
                  <a:lnTo>
                    <a:pt x="6" y="84"/>
                  </a:lnTo>
                  <a:lnTo>
                    <a:pt x="0" y="84"/>
                  </a:lnTo>
                  <a:lnTo>
                    <a:pt x="0" y="108"/>
                  </a:lnTo>
                  <a:lnTo>
                    <a:pt x="42" y="108"/>
                  </a:lnTo>
                  <a:lnTo>
                    <a:pt x="36" y="8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76" name="Freeform 256"/>
            <p:cNvSpPr>
              <a:spLocks noEditPoints="1"/>
            </p:cNvSpPr>
            <p:nvPr/>
          </p:nvSpPr>
          <p:spPr>
            <a:xfrm>
              <a:off x="3610" y="2732"/>
              <a:ext cx="53" cy="122"/>
            </a:xfrm>
            <a:custGeom>
              <a:avLst/>
              <a:gdLst>
                <a:gd name="txL" fmla="*/ 0 w 47"/>
                <a:gd name="txT" fmla="*/ 0 h 108"/>
                <a:gd name="txR" fmla="*/ 47 w 47"/>
                <a:gd name="txB" fmla="*/ 108 h 108"/>
              </a:gdLst>
              <a:ahLst/>
              <a:cxnLst>
                <a:cxn ang="0">
                  <a:pos x="417" y="1615"/>
                </a:cxn>
                <a:cxn ang="0">
                  <a:pos x="885" y="2099"/>
                </a:cxn>
                <a:cxn ang="0">
                  <a:pos x="1079" y="2429"/>
                </a:cxn>
                <a:cxn ang="0">
                  <a:pos x="885" y="2744"/>
                </a:cxn>
                <a:cxn ang="0">
                  <a:pos x="597" y="2904"/>
                </a:cxn>
                <a:cxn ang="0">
                  <a:pos x="417" y="2744"/>
                </a:cxn>
                <a:cxn ang="0">
                  <a:pos x="290" y="2266"/>
                </a:cxn>
                <a:cxn ang="0">
                  <a:pos x="417" y="1784"/>
                </a:cxn>
                <a:cxn ang="0">
                  <a:pos x="417" y="1615"/>
                </a:cxn>
                <a:cxn ang="0">
                  <a:pos x="417" y="1615"/>
                </a:cxn>
                <a:cxn ang="0">
                  <a:pos x="0" y="2266"/>
                </a:cxn>
                <a:cxn ang="0">
                  <a:pos x="159" y="2744"/>
                </a:cxn>
                <a:cxn ang="0">
                  <a:pos x="597" y="2904"/>
                </a:cxn>
                <a:cxn ang="0">
                  <a:pos x="885" y="2904"/>
                </a:cxn>
                <a:cxn ang="0">
                  <a:pos x="1227" y="2571"/>
                </a:cxn>
                <a:cxn ang="0">
                  <a:pos x="1227" y="2266"/>
                </a:cxn>
                <a:cxn ang="0">
                  <a:pos x="1227" y="1784"/>
                </a:cxn>
                <a:cxn ang="0">
                  <a:pos x="1079" y="1615"/>
                </a:cxn>
                <a:cxn ang="0">
                  <a:pos x="759" y="1289"/>
                </a:cxn>
                <a:cxn ang="0">
                  <a:pos x="1079" y="977"/>
                </a:cxn>
                <a:cxn ang="0">
                  <a:pos x="1227" y="673"/>
                </a:cxn>
                <a:cxn ang="0">
                  <a:pos x="1079" y="159"/>
                </a:cxn>
                <a:cxn ang="0">
                  <a:pos x="597" y="0"/>
                </a:cxn>
                <a:cxn ang="0">
                  <a:pos x="159" y="159"/>
                </a:cxn>
                <a:cxn ang="0">
                  <a:pos x="0" y="673"/>
                </a:cxn>
                <a:cxn ang="0">
                  <a:pos x="159" y="1121"/>
                </a:cxn>
                <a:cxn ang="0">
                  <a:pos x="417" y="1456"/>
                </a:cxn>
                <a:cxn ang="0">
                  <a:pos x="159" y="1926"/>
                </a:cxn>
                <a:cxn ang="0">
                  <a:pos x="0" y="2266"/>
                </a:cxn>
                <a:cxn ang="0">
                  <a:pos x="0" y="2266"/>
                </a:cxn>
                <a:cxn ang="0">
                  <a:pos x="290" y="477"/>
                </a:cxn>
                <a:cxn ang="0">
                  <a:pos x="417" y="331"/>
                </a:cxn>
                <a:cxn ang="0">
                  <a:pos x="597" y="159"/>
                </a:cxn>
                <a:cxn ang="0">
                  <a:pos x="885" y="331"/>
                </a:cxn>
                <a:cxn ang="0">
                  <a:pos x="1079" y="673"/>
                </a:cxn>
                <a:cxn ang="0">
                  <a:pos x="885" y="977"/>
                </a:cxn>
                <a:cxn ang="0">
                  <a:pos x="759" y="1289"/>
                </a:cxn>
                <a:cxn ang="0">
                  <a:pos x="417" y="977"/>
                </a:cxn>
                <a:cxn ang="0">
                  <a:pos x="290" y="477"/>
                </a:cxn>
                <a:cxn ang="0">
                  <a:pos x="290" y="477"/>
                </a:cxn>
              </a:cxnLst>
              <a:rect l="txL" t="txT" r="txR" b="txB"/>
              <a:pathLst>
                <a:path w="47" h="108">
                  <a:moveTo>
                    <a:pt x="17" y="60"/>
                  </a:moveTo>
                  <a:lnTo>
                    <a:pt x="35" y="78"/>
                  </a:lnTo>
                  <a:lnTo>
                    <a:pt x="41" y="90"/>
                  </a:lnTo>
                  <a:lnTo>
                    <a:pt x="35" y="102"/>
                  </a:lnTo>
                  <a:lnTo>
                    <a:pt x="23" y="108"/>
                  </a:lnTo>
                  <a:lnTo>
                    <a:pt x="17" y="102"/>
                  </a:lnTo>
                  <a:lnTo>
                    <a:pt x="11" y="84"/>
                  </a:lnTo>
                  <a:lnTo>
                    <a:pt x="17" y="66"/>
                  </a:lnTo>
                  <a:lnTo>
                    <a:pt x="17" y="60"/>
                  </a:lnTo>
                  <a:close/>
                  <a:moveTo>
                    <a:pt x="0" y="84"/>
                  </a:moveTo>
                  <a:lnTo>
                    <a:pt x="6" y="102"/>
                  </a:lnTo>
                  <a:lnTo>
                    <a:pt x="23" y="108"/>
                  </a:lnTo>
                  <a:lnTo>
                    <a:pt x="35" y="108"/>
                  </a:lnTo>
                  <a:lnTo>
                    <a:pt x="47" y="96"/>
                  </a:lnTo>
                  <a:lnTo>
                    <a:pt x="47" y="84"/>
                  </a:lnTo>
                  <a:lnTo>
                    <a:pt x="47" y="66"/>
                  </a:lnTo>
                  <a:lnTo>
                    <a:pt x="41" y="60"/>
                  </a:lnTo>
                  <a:lnTo>
                    <a:pt x="29" y="48"/>
                  </a:lnTo>
                  <a:lnTo>
                    <a:pt x="41" y="36"/>
                  </a:lnTo>
                  <a:lnTo>
                    <a:pt x="47" y="24"/>
                  </a:lnTo>
                  <a:lnTo>
                    <a:pt x="41" y="6"/>
                  </a:lnTo>
                  <a:lnTo>
                    <a:pt x="23" y="0"/>
                  </a:lnTo>
                  <a:lnTo>
                    <a:pt x="6" y="6"/>
                  </a:lnTo>
                  <a:lnTo>
                    <a:pt x="0" y="24"/>
                  </a:lnTo>
                  <a:lnTo>
                    <a:pt x="6" y="42"/>
                  </a:lnTo>
                  <a:lnTo>
                    <a:pt x="17" y="54"/>
                  </a:lnTo>
                  <a:lnTo>
                    <a:pt x="6" y="72"/>
                  </a:lnTo>
                  <a:lnTo>
                    <a:pt x="0" y="84"/>
                  </a:lnTo>
                  <a:close/>
                  <a:moveTo>
                    <a:pt x="11" y="18"/>
                  </a:moveTo>
                  <a:lnTo>
                    <a:pt x="17" y="12"/>
                  </a:lnTo>
                  <a:lnTo>
                    <a:pt x="23" y="6"/>
                  </a:lnTo>
                  <a:lnTo>
                    <a:pt x="35" y="12"/>
                  </a:lnTo>
                  <a:lnTo>
                    <a:pt x="41" y="24"/>
                  </a:lnTo>
                  <a:lnTo>
                    <a:pt x="35" y="36"/>
                  </a:lnTo>
                  <a:lnTo>
                    <a:pt x="29" y="48"/>
                  </a:lnTo>
                  <a:lnTo>
                    <a:pt x="17" y="36"/>
                  </a:lnTo>
                  <a:lnTo>
                    <a:pt x="11" y="1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77" name="Freeform 257"/>
            <p:cNvSpPr/>
            <p:nvPr/>
          </p:nvSpPr>
          <p:spPr>
            <a:xfrm>
              <a:off x="3717" y="2732"/>
              <a:ext cx="101" cy="122"/>
            </a:xfrm>
            <a:custGeom>
              <a:avLst/>
              <a:gdLst>
                <a:gd name="txL" fmla="*/ 0 w 90"/>
                <a:gd name="txT" fmla="*/ 0 h 108"/>
                <a:gd name="txR" fmla="*/ 90 w 90"/>
                <a:gd name="txB" fmla="*/ 108 h 108"/>
              </a:gdLst>
              <a:ahLst/>
              <a:cxnLst>
                <a:cxn ang="0">
                  <a:pos x="812" y="2266"/>
                </a:cxn>
                <a:cxn ang="0">
                  <a:pos x="680" y="2099"/>
                </a:cxn>
                <a:cxn ang="0">
                  <a:pos x="397" y="1784"/>
                </a:cxn>
                <a:cxn ang="0">
                  <a:pos x="397" y="1456"/>
                </a:cxn>
                <a:cxn ang="0">
                  <a:pos x="397" y="1121"/>
                </a:cxn>
                <a:cxn ang="0">
                  <a:pos x="397" y="673"/>
                </a:cxn>
                <a:cxn ang="0">
                  <a:pos x="540" y="331"/>
                </a:cxn>
                <a:cxn ang="0">
                  <a:pos x="812" y="159"/>
                </a:cxn>
                <a:cxn ang="0">
                  <a:pos x="929" y="159"/>
                </a:cxn>
                <a:cxn ang="0">
                  <a:pos x="1210" y="159"/>
                </a:cxn>
                <a:cxn ang="0">
                  <a:pos x="1473" y="331"/>
                </a:cxn>
                <a:cxn ang="0">
                  <a:pos x="1620" y="673"/>
                </a:cxn>
                <a:cxn ang="0">
                  <a:pos x="1620" y="1121"/>
                </a:cxn>
                <a:cxn ang="0">
                  <a:pos x="1620" y="1456"/>
                </a:cxn>
                <a:cxn ang="0">
                  <a:pos x="1620" y="1784"/>
                </a:cxn>
                <a:cxn ang="0">
                  <a:pos x="1473" y="2099"/>
                </a:cxn>
                <a:cxn ang="0">
                  <a:pos x="1210" y="2266"/>
                </a:cxn>
                <a:cxn ang="0">
                  <a:pos x="1210" y="2904"/>
                </a:cxn>
                <a:cxn ang="0">
                  <a:pos x="2028" y="2904"/>
                </a:cxn>
                <a:cxn ang="0">
                  <a:pos x="2028" y="2266"/>
                </a:cxn>
                <a:cxn ang="0">
                  <a:pos x="2028" y="2266"/>
                </a:cxn>
                <a:cxn ang="0">
                  <a:pos x="1873" y="2429"/>
                </a:cxn>
                <a:cxn ang="0">
                  <a:pos x="1764" y="2429"/>
                </a:cxn>
                <a:cxn ang="0">
                  <a:pos x="1325" y="2429"/>
                </a:cxn>
                <a:cxn ang="0">
                  <a:pos x="1325" y="2429"/>
                </a:cxn>
                <a:cxn ang="0">
                  <a:pos x="1620" y="2266"/>
                </a:cxn>
                <a:cxn ang="0">
                  <a:pos x="1764" y="1926"/>
                </a:cxn>
                <a:cxn ang="0">
                  <a:pos x="2028" y="1289"/>
                </a:cxn>
                <a:cxn ang="0">
                  <a:pos x="1873" y="673"/>
                </a:cxn>
                <a:cxn ang="0">
                  <a:pos x="1764" y="331"/>
                </a:cxn>
                <a:cxn ang="0">
                  <a:pos x="1473" y="159"/>
                </a:cxn>
                <a:cxn ang="0">
                  <a:pos x="1210" y="0"/>
                </a:cxn>
                <a:cxn ang="0">
                  <a:pos x="929" y="0"/>
                </a:cxn>
                <a:cxn ang="0">
                  <a:pos x="680" y="0"/>
                </a:cxn>
                <a:cxn ang="0">
                  <a:pos x="397" y="159"/>
                </a:cxn>
                <a:cxn ang="0">
                  <a:pos x="270" y="331"/>
                </a:cxn>
                <a:cxn ang="0">
                  <a:pos x="135" y="673"/>
                </a:cxn>
                <a:cxn ang="0">
                  <a:pos x="0" y="1289"/>
                </a:cxn>
                <a:cxn ang="0">
                  <a:pos x="135" y="1926"/>
                </a:cxn>
                <a:cxn ang="0">
                  <a:pos x="397" y="2266"/>
                </a:cxn>
                <a:cxn ang="0">
                  <a:pos x="680" y="2429"/>
                </a:cxn>
                <a:cxn ang="0">
                  <a:pos x="680" y="2429"/>
                </a:cxn>
                <a:cxn ang="0">
                  <a:pos x="270" y="2429"/>
                </a:cxn>
                <a:cxn ang="0">
                  <a:pos x="135" y="2429"/>
                </a:cxn>
                <a:cxn ang="0">
                  <a:pos x="0" y="2266"/>
                </a:cxn>
                <a:cxn ang="0">
                  <a:pos x="0" y="2266"/>
                </a:cxn>
                <a:cxn ang="0">
                  <a:pos x="0" y="2904"/>
                </a:cxn>
                <a:cxn ang="0">
                  <a:pos x="812" y="2904"/>
                </a:cxn>
                <a:cxn ang="0">
                  <a:pos x="812" y="2266"/>
                </a:cxn>
              </a:cxnLst>
              <a:rect l="txL" t="txT" r="txR" b="txB"/>
              <a:pathLst>
                <a:path w="90" h="108">
                  <a:moveTo>
                    <a:pt x="36" y="84"/>
                  </a:moveTo>
                  <a:lnTo>
                    <a:pt x="30" y="78"/>
                  </a:lnTo>
                  <a:lnTo>
                    <a:pt x="18" y="66"/>
                  </a:lnTo>
                  <a:lnTo>
                    <a:pt x="18" y="54"/>
                  </a:lnTo>
                  <a:lnTo>
                    <a:pt x="18" y="42"/>
                  </a:lnTo>
                  <a:lnTo>
                    <a:pt x="18" y="24"/>
                  </a:lnTo>
                  <a:lnTo>
                    <a:pt x="24" y="12"/>
                  </a:lnTo>
                  <a:lnTo>
                    <a:pt x="36" y="6"/>
                  </a:lnTo>
                  <a:lnTo>
                    <a:pt x="42" y="6"/>
                  </a:lnTo>
                  <a:lnTo>
                    <a:pt x="54" y="6"/>
                  </a:lnTo>
                  <a:lnTo>
                    <a:pt x="66" y="12"/>
                  </a:lnTo>
                  <a:lnTo>
                    <a:pt x="72" y="24"/>
                  </a:lnTo>
                  <a:lnTo>
                    <a:pt x="72" y="42"/>
                  </a:lnTo>
                  <a:lnTo>
                    <a:pt x="72" y="54"/>
                  </a:lnTo>
                  <a:lnTo>
                    <a:pt x="72" y="66"/>
                  </a:lnTo>
                  <a:lnTo>
                    <a:pt x="66" y="78"/>
                  </a:lnTo>
                  <a:lnTo>
                    <a:pt x="54" y="84"/>
                  </a:lnTo>
                  <a:lnTo>
                    <a:pt x="54" y="108"/>
                  </a:lnTo>
                  <a:lnTo>
                    <a:pt x="90" y="108"/>
                  </a:lnTo>
                  <a:lnTo>
                    <a:pt x="90" y="84"/>
                  </a:lnTo>
                  <a:lnTo>
                    <a:pt x="84" y="90"/>
                  </a:lnTo>
                  <a:lnTo>
                    <a:pt x="78" y="90"/>
                  </a:lnTo>
                  <a:lnTo>
                    <a:pt x="60" y="90"/>
                  </a:lnTo>
                  <a:lnTo>
                    <a:pt x="72" y="84"/>
                  </a:lnTo>
                  <a:lnTo>
                    <a:pt x="78" y="72"/>
                  </a:lnTo>
                  <a:lnTo>
                    <a:pt x="90" y="48"/>
                  </a:lnTo>
                  <a:lnTo>
                    <a:pt x="84" y="24"/>
                  </a:lnTo>
                  <a:lnTo>
                    <a:pt x="78" y="12"/>
                  </a:lnTo>
                  <a:lnTo>
                    <a:pt x="66" y="6"/>
                  </a:lnTo>
                  <a:lnTo>
                    <a:pt x="54" y="0"/>
                  </a:lnTo>
                  <a:lnTo>
                    <a:pt x="42" y="0"/>
                  </a:lnTo>
                  <a:lnTo>
                    <a:pt x="30" y="0"/>
                  </a:lnTo>
                  <a:lnTo>
                    <a:pt x="18" y="6"/>
                  </a:lnTo>
                  <a:lnTo>
                    <a:pt x="12" y="12"/>
                  </a:lnTo>
                  <a:lnTo>
                    <a:pt x="6" y="24"/>
                  </a:lnTo>
                  <a:lnTo>
                    <a:pt x="0" y="48"/>
                  </a:lnTo>
                  <a:lnTo>
                    <a:pt x="6" y="72"/>
                  </a:lnTo>
                  <a:lnTo>
                    <a:pt x="18" y="84"/>
                  </a:lnTo>
                  <a:lnTo>
                    <a:pt x="30" y="90"/>
                  </a:lnTo>
                  <a:lnTo>
                    <a:pt x="12" y="90"/>
                  </a:lnTo>
                  <a:lnTo>
                    <a:pt x="6" y="90"/>
                  </a:lnTo>
                  <a:lnTo>
                    <a:pt x="0" y="84"/>
                  </a:lnTo>
                  <a:lnTo>
                    <a:pt x="0" y="108"/>
                  </a:lnTo>
                  <a:lnTo>
                    <a:pt x="36" y="108"/>
                  </a:lnTo>
                  <a:lnTo>
                    <a:pt x="36" y="8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78" name="Freeform 258"/>
            <p:cNvSpPr/>
            <p:nvPr/>
          </p:nvSpPr>
          <p:spPr>
            <a:xfrm>
              <a:off x="4039" y="1781"/>
              <a:ext cx="68" cy="123"/>
            </a:xfrm>
            <a:custGeom>
              <a:avLst/>
              <a:gdLst>
                <a:gd name="txL" fmla="*/ 0 w 60"/>
                <a:gd name="txT" fmla="*/ 0 h 108"/>
                <a:gd name="txR" fmla="*/ 60 w 60"/>
                <a:gd name="txB" fmla="*/ 108 h 108"/>
              </a:gdLst>
              <a:ahLst/>
              <a:cxnLst>
                <a:cxn ang="0">
                  <a:pos x="1761" y="2811"/>
                </a:cxn>
                <a:cxn ang="0">
                  <a:pos x="1569" y="2811"/>
                </a:cxn>
                <a:cxn ang="0">
                  <a:pos x="1384" y="3201"/>
                </a:cxn>
                <a:cxn ang="0">
                  <a:pos x="1221" y="3201"/>
                </a:cxn>
                <a:cxn ang="0">
                  <a:pos x="348" y="3201"/>
                </a:cxn>
                <a:cxn ang="0">
                  <a:pos x="1047" y="2184"/>
                </a:cxn>
                <a:cxn ang="0">
                  <a:pos x="1221" y="1858"/>
                </a:cxn>
                <a:cxn ang="0">
                  <a:pos x="1384" y="993"/>
                </a:cxn>
                <a:cxn ang="0">
                  <a:pos x="1221" y="203"/>
                </a:cxn>
                <a:cxn ang="0">
                  <a:pos x="902" y="0"/>
                </a:cxn>
                <a:cxn ang="0">
                  <a:pos x="348" y="203"/>
                </a:cxn>
                <a:cxn ang="0">
                  <a:pos x="164" y="609"/>
                </a:cxn>
                <a:cxn ang="0">
                  <a:pos x="0" y="993"/>
                </a:cxn>
                <a:cxn ang="0">
                  <a:pos x="0" y="993"/>
                </a:cxn>
                <a:cxn ang="0">
                  <a:pos x="348" y="609"/>
                </a:cxn>
                <a:cxn ang="0">
                  <a:pos x="716" y="413"/>
                </a:cxn>
                <a:cxn ang="0">
                  <a:pos x="1047" y="609"/>
                </a:cxn>
                <a:cxn ang="0">
                  <a:pos x="1221" y="1257"/>
                </a:cxn>
                <a:cxn ang="0">
                  <a:pos x="1047" y="1858"/>
                </a:cxn>
                <a:cxn ang="0">
                  <a:pos x="716" y="2617"/>
                </a:cxn>
                <a:cxn ang="0">
                  <a:pos x="0" y="3602"/>
                </a:cxn>
                <a:cxn ang="0">
                  <a:pos x="0" y="3602"/>
                </a:cxn>
                <a:cxn ang="0">
                  <a:pos x="1384" y="3602"/>
                </a:cxn>
                <a:cxn ang="0">
                  <a:pos x="1761" y="2811"/>
                </a:cxn>
              </a:cxnLst>
              <a:rect l="txL" t="txT" r="txR" b="txB"/>
              <a:pathLst>
                <a:path w="60" h="108">
                  <a:moveTo>
                    <a:pt x="60" y="84"/>
                  </a:moveTo>
                  <a:lnTo>
                    <a:pt x="54" y="84"/>
                  </a:lnTo>
                  <a:lnTo>
                    <a:pt x="48" y="96"/>
                  </a:lnTo>
                  <a:lnTo>
                    <a:pt x="42" y="96"/>
                  </a:lnTo>
                  <a:lnTo>
                    <a:pt x="12" y="96"/>
                  </a:lnTo>
                  <a:lnTo>
                    <a:pt x="36" y="66"/>
                  </a:lnTo>
                  <a:lnTo>
                    <a:pt x="42" y="54"/>
                  </a:lnTo>
                  <a:lnTo>
                    <a:pt x="48" y="30"/>
                  </a:lnTo>
                  <a:lnTo>
                    <a:pt x="42" y="6"/>
                  </a:lnTo>
                  <a:lnTo>
                    <a:pt x="30" y="0"/>
                  </a:lnTo>
                  <a:lnTo>
                    <a:pt x="12" y="6"/>
                  </a:lnTo>
                  <a:lnTo>
                    <a:pt x="6" y="18"/>
                  </a:lnTo>
                  <a:lnTo>
                    <a:pt x="0" y="30"/>
                  </a:lnTo>
                  <a:lnTo>
                    <a:pt x="12" y="18"/>
                  </a:lnTo>
                  <a:lnTo>
                    <a:pt x="24" y="12"/>
                  </a:lnTo>
                  <a:lnTo>
                    <a:pt x="36" y="18"/>
                  </a:lnTo>
                  <a:lnTo>
                    <a:pt x="42" y="36"/>
                  </a:lnTo>
                  <a:lnTo>
                    <a:pt x="36" y="54"/>
                  </a:lnTo>
                  <a:lnTo>
                    <a:pt x="24" y="78"/>
                  </a:lnTo>
                  <a:lnTo>
                    <a:pt x="0" y="108"/>
                  </a:lnTo>
                  <a:lnTo>
                    <a:pt x="48" y="108"/>
                  </a:lnTo>
                  <a:lnTo>
                    <a:pt x="60" y="8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79" name="Freeform 259"/>
            <p:cNvSpPr/>
            <p:nvPr/>
          </p:nvSpPr>
          <p:spPr>
            <a:xfrm>
              <a:off x="4147" y="1781"/>
              <a:ext cx="101" cy="123"/>
            </a:xfrm>
            <a:custGeom>
              <a:avLst/>
              <a:gdLst>
                <a:gd name="txL" fmla="*/ 0 w 90"/>
                <a:gd name="txT" fmla="*/ 0 h 108"/>
                <a:gd name="txR" fmla="*/ 90 w 90"/>
                <a:gd name="txB" fmla="*/ 108 h 108"/>
              </a:gdLst>
              <a:ahLst/>
              <a:cxnLst>
                <a:cxn ang="0">
                  <a:pos x="812" y="2811"/>
                </a:cxn>
                <a:cxn ang="0">
                  <a:pos x="680" y="2617"/>
                </a:cxn>
                <a:cxn ang="0">
                  <a:pos x="540" y="2184"/>
                </a:cxn>
                <a:cxn ang="0">
                  <a:pos x="397" y="1858"/>
                </a:cxn>
                <a:cxn ang="0">
                  <a:pos x="397" y="1433"/>
                </a:cxn>
                <a:cxn ang="0">
                  <a:pos x="540" y="790"/>
                </a:cxn>
                <a:cxn ang="0">
                  <a:pos x="680" y="413"/>
                </a:cxn>
                <a:cxn ang="0">
                  <a:pos x="929" y="203"/>
                </a:cxn>
                <a:cxn ang="0">
                  <a:pos x="1078" y="203"/>
                </a:cxn>
                <a:cxn ang="0">
                  <a:pos x="1325" y="203"/>
                </a:cxn>
                <a:cxn ang="0">
                  <a:pos x="1473" y="413"/>
                </a:cxn>
                <a:cxn ang="0">
                  <a:pos x="1620" y="790"/>
                </a:cxn>
                <a:cxn ang="0">
                  <a:pos x="1764" y="1433"/>
                </a:cxn>
                <a:cxn ang="0">
                  <a:pos x="1764" y="1858"/>
                </a:cxn>
                <a:cxn ang="0">
                  <a:pos x="1620" y="2184"/>
                </a:cxn>
                <a:cxn ang="0">
                  <a:pos x="1473" y="2617"/>
                </a:cxn>
                <a:cxn ang="0">
                  <a:pos x="1210" y="2811"/>
                </a:cxn>
                <a:cxn ang="0">
                  <a:pos x="1210" y="3602"/>
                </a:cxn>
                <a:cxn ang="0">
                  <a:pos x="2028" y="3602"/>
                </a:cxn>
                <a:cxn ang="0">
                  <a:pos x="2028" y="2811"/>
                </a:cxn>
                <a:cxn ang="0">
                  <a:pos x="2028" y="2811"/>
                </a:cxn>
                <a:cxn ang="0">
                  <a:pos x="2028" y="3009"/>
                </a:cxn>
                <a:cxn ang="0">
                  <a:pos x="1873" y="3009"/>
                </a:cxn>
                <a:cxn ang="0">
                  <a:pos x="1325" y="3009"/>
                </a:cxn>
                <a:cxn ang="0">
                  <a:pos x="1325" y="3009"/>
                </a:cxn>
                <a:cxn ang="0">
                  <a:pos x="1620" y="2811"/>
                </a:cxn>
                <a:cxn ang="0">
                  <a:pos x="1873" y="2411"/>
                </a:cxn>
                <a:cxn ang="0">
                  <a:pos x="2028" y="1632"/>
                </a:cxn>
                <a:cxn ang="0">
                  <a:pos x="1873" y="790"/>
                </a:cxn>
                <a:cxn ang="0">
                  <a:pos x="1764" y="413"/>
                </a:cxn>
                <a:cxn ang="0">
                  <a:pos x="1620" y="203"/>
                </a:cxn>
                <a:cxn ang="0">
                  <a:pos x="1325" y="0"/>
                </a:cxn>
                <a:cxn ang="0">
                  <a:pos x="1078" y="0"/>
                </a:cxn>
                <a:cxn ang="0">
                  <a:pos x="812" y="0"/>
                </a:cxn>
                <a:cxn ang="0">
                  <a:pos x="540" y="203"/>
                </a:cxn>
                <a:cxn ang="0">
                  <a:pos x="397" y="413"/>
                </a:cxn>
                <a:cxn ang="0">
                  <a:pos x="135" y="790"/>
                </a:cxn>
                <a:cxn ang="0">
                  <a:pos x="135" y="1632"/>
                </a:cxn>
                <a:cxn ang="0">
                  <a:pos x="135" y="1991"/>
                </a:cxn>
                <a:cxn ang="0">
                  <a:pos x="270" y="2411"/>
                </a:cxn>
                <a:cxn ang="0">
                  <a:pos x="680" y="3009"/>
                </a:cxn>
                <a:cxn ang="0">
                  <a:pos x="680" y="3009"/>
                </a:cxn>
                <a:cxn ang="0">
                  <a:pos x="270" y="3009"/>
                </a:cxn>
                <a:cxn ang="0">
                  <a:pos x="135" y="3009"/>
                </a:cxn>
                <a:cxn ang="0">
                  <a:pos x="135" y="2811"/>
                </a:cxn>
                <a:cxn ang="0">
                  <a:pos x="0" y="2811"/>
                </a:cxn>
                <a:cxn ang="0">
                  <a:pos x="0" y="3602"/>
                </a:cxn>
                <a:cxn ang="0">
                  <a:pos x="929" y="3602"/>
                </a:cxn>
                <a:cxn ang="0">
                  <a:pos x="812" y="2811"/>
                </a:cxn>
              </a:cxnLst>
              <a:rect l="txL" t="txT" r="txR" b="txB"/>
              <a:pathLst>
                <a:path w="90" h="108">
                  <a:moveTo>
                    <a:pt x="36" y="84"/>
                  </a:moveTo>
                  <a:lnTo>
                    <a:pt x="30" y="78"/>
                  </a:lnTo>
                  <a:lnTo>
                    <a:pt x="24" y="66"/>
                  </a:lnTo>
                  <a:lnTo>
                    <a:pt x="18" y="54"/>
                  </a:lnTo>
                  <a:lnTo>
                    <a:pt x="18" y="42"/>
                  </a:lnTo>
                  <a:lnTo>
                    <a:pt x="24" y="24"/>
                  </a:lnTo>
                  <a:lnTo>
                    <a:pt x="30" y="12"/>
                  </a:lnTo>
                  <a:lnTo>
                    <a:pt x="42" y="6"/>
                  </a:lnTo>
                  <a:lnTo>
                    <a:pt x="48" y="6"/>
                  </a:lnTo>
                  <a:lnTo>
                    <a:pt x="60" y="6"/>
                  </a:lnTo>
                  <a:lnTo>
                    <a:pt x="66" y="12"/>
                  </a:lnTo>
                  <a:lnTo>
                    <a:pt x="72" y="24"/>
                  </a:lnTo>
                  <a:lnTo>
                    <a:pt x="78" y="42"/>
                  </a:lnTo>
                  <a:lnTo>
                    <a:pt x="78" y="54"/>
                  </a:lnTo>
                  <a:lnTo>
                    <a:pt x="72" y="66"/>
                  </a:lnTo>
                  <a:lnTo>
                    <a:pt x="66" y="78"/>
                  </a:lnTo>
                  <a:lnTo>
                    <a:pt x="54" y="84"/>
                  </a:lnTo>
                  <a:lnTo>
                    <a:pt x="54" y="108"/>
                  </a:lnTo>
                  <a:lnTo>
                    <a:pt x="90" y="108"/>
                  </a:lnTo>
                  <a:lnTo>
                    <a:pt x="90" y="84"/>
                  </a:lnTo>
                  <a:lnTo>
                    <a:pt x="90" y="90"/>
                  </a:lnTo>
                  <a:lnTo>
                    <a:pt x="84" y="90"/>
                  </a:lnTo>
                  <a:lnTo>
                    <a:pt x="60" y="90"/>
                  </a:lnTo>
                  <a:lnTo>
                    <a:pt x="72" y="84"/>
                  </a:lnTo>
                  <a:lnTo>
                    <a:pt x="84" y="72"/>
                  </a:lnTo>
                  <a:lnTo>
                    <a:pt x="90" y="48"/>
                  </a:lnTo>
                  <a:lnTo>
                    <a:pt x="84" y="24"/>
                  </a:lnTo>
                  <a:lnTo>
                    <a:pt x="78" y="12"/>
                  </a:lnTo>
                  <a:lnTo>
                    <a:pt x="72" y="6"/>
                  </a:lnTo>
                  <a:lnTo>
                    <a:pt x="60" y="0"/>
                  </a:lnTo>
                  <a:lnTo>
                    <a:pt x="48" y="0"/>
                  </a:lnTo>
                  <a:lnTo>
                    <a:pt x="36" y="0"/>
                  </a:lnTo>
                  <a:lnTo>
                    <a:pt x="24" y="6"/>
                  </a:lnTo>
                  <a:lnTo>
                    <a:pt x="18" y="12"/>
                  </a:lnTo>
                  <a:lnTo>
                    <a:pt x="6" y="24"/>
                  </a:lnTo>
                  <a:lnTo>
                    <a:pt x="6" y="48"/>
                  </a:lnTo>
                  <a:lnTo>
                    <a:pt x="6" y="60"/>
                  </a:lnTo>
                  <a:lnTo>
                    <a:pt x="12" y="72"/>
                  </a:lnTo>
                  <a:lnTo>
                    <a:pt x="30" y="90"/>
                  </a:lnTo>
                  <a:lnTo>
                    <a:pt x="12" y="90"/>
                  </a:lnTo>
                  <a:lnTo>
                    <a:pt x="6" y="90"/>
                  </a:lnTo>
                  <a:lnTo>
                    <a:pt x="6" y="84"/>
                  </a:lnTo>
                  <a:lnTo>
                    <a:pt x="0" y="84"/>
                  </a:lnTo>
                  <a:lnTo>
                    <a:pt x="0" y="108"/>
                  </a:lnTo>
                  <a:lnTo>
                    <a:pt x="42" y="108"/>
                  </a:lnTo>
                  <a:lnTo>
                    <a:pt x="36" y="8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80" name="Freeform 260"/>
            <p:cNvSpPr>
              <a:spLocks noEditPoints="1"/>
            </p:cNvSpPr>
            <p:nvPr/>
          </p:nvSpPr>
          <p:spPr>
            <a:xfrm>
              <a:off x="2722" y="1781"/>
              <a:ext cx="68" cy="123"/>
            </a:xfrm>
            <a:custGeom>
              <a:avLst/>
              <a:gdLst>
                <a:gd name="txL" fmla="*/ 0 w 60"/>
                <a:gd name="txT" fmla="*/ 0 h 108"/>
                <a:gd name="txR" fmla="*/ 60 w 60"/>
                <a:gd name="txB" fmla="*/ 108 h 108"/>
              </a:gdLst>
              <a:ahLst/>
              <a:cxnLst>
                <a:cxn ang="0">
                  <a:pos x="1761" y="2411"/>
                </a:cxn>
                <a:cxn ang="0">
                  <a:pos x="1384" y="2411"/>
                </a:cxn>
                <a:cxn ang="0">
                  <a:pos x="1384" y="0"/>
                </a:cxn>
                <a:cxn ang="0">
                  <a:pos x="1221" y="0"/>
                </a:cxn>
                <a:cxn ang="0">
                  <a:pos x="0" y="2411"/>
                </a:cxn>
                <a:cxn ang="0">
                  <a:pos x="0" y="2811"/>
                </a:cxn>
                <a:cxn ang="0">
                  <a:pos x="1047" y="2811"/>
                </a:cxn>
                <a:cxn ang="0">
                  <a:pos x="1047" y="3602"/>
                </a:cxn>
                <a:cxn ang="0">
                  <a:pos x="1384" y="3602"/>
                </a:cxn>
                <a:cxn ang="0">
                  <a:pos x="1384" y="2811"/>
                </a:cxn>
                <a:cxn ang="0">
                  <a:pos x="1761" y="2811"/>
                </a:cxn>
                <a:cxn ang="0">
                  <a:pos x="1761" y="2411"/>
                </a:cxn>
                <a:cxn ang="0">
                  <a:pos x="1047" y="2411"/>
                </a:cxn>
                <a:cxn ang="0">
                  <a:pos x="164" y="2411"/>
                </a:cxn>
                <a:cxn ang="0">
                  <a:pos x="1047" y="609"/>
                </a:cxn>
                <a:cxn ang="0">
                  <a:pos x="1047" y="609"/>
                </a:cxn>
                <a:cxn ang="0">
                  <a:pos x="1047" y="2411"/>
                </a:cxn>
              </a:cxnLst>
              <a:rect l="txL" t="txT" r="txR" b="txB"/>
              <a:pathLst>
                <a:path w="60" h="108">
                  <a:moveTo>
                    <a:pt x="60" y="72"/>
                  </a:moveTo>
                  <a:lnTo>
                    <a:pt x="48" y="72"/>
                  </a:lnTo>
                  <a:lnTo>
                    <a:pt x="48" y="0"/>
                  </a:lnTo>
                  <a:lnTo>
                    <a:pt x="42" y="0"/>
                  </a:lnTo>
                  <a:lnTo>
                    <a:pt x="0" y="72"/>
                  </a:lnTo>
                  <a:lnTo>
                    <a:pt x="0" y="84"/>
                  </a:lnTo>
                  <a:lnTo>
                    <a:pt x="36" y="84"/>
                  </a:lnTo>
                  <a:lnTo>
                    <a:pt x="36" y="108"/>
                  </a:lnTo>
                  <a:lnTo>
                    <a:pt x="48" y="108"/>
                  </a:lnTo>
                  <a:lnTo>
                    <a:pt x="48" y="84"/>
                  </a:lnTo>
                  <a:lnTo>
                    <a:pt x="60" y="84"/>
                  </a:lnTo>
                  <a:lnTo>
                    <a:pt x="60" y="72"/>
                  </a:lnTo>
                  <a:close/>
                  <a:moveTo>
                    <a:pt x="36" y="72"/>
                  </a:moveTo>
                  <a:lnTo>
                    <a:pt x="6" y="72"/>
                  </a:lnTo>
                  <a:lnTo>
                    <a:pt x="36" y="18"/>
                  </a:lnTo>
                  <a:lnTo>
                    <a:pt x="36" y="7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81" name="Freeform 261"/>
            <p:cNvSpPr/>
            <p:nvPr/>
          </p:nvSpPr>
          <p:spPr>
            <a:xfrm>
              <a:off x="2837" y="1781"/>
              <a:ext cx="100" cy="123"/>
            </a:xfrm>
            <a:custGeom>
              <a:avLst/>
              <a:gdLst>
                <a:gd name="txL" fmla="*/ 0 w 89"/>
                <a:gd name="txT" fmla="*/ 0 h 108"/>
                <a:gd name="txR" fmla="*/ 89 w 89"/>
                <a:gd name="txB" fmla="*/ 108 h 108"/>
              </a:gdLst>
              <a:ahLst/>
              <a:cxnLst>
                <a:cxn ang="0">
                  <a:pos x="836" y="2811"/>
                </a:cxn>
                <a:cxn ang="0">
                  <a:pos x="712" y="2617"/>
                </a:cxn>
                <a:cxn ang="0">
                  <a:pos x="407" y="2184"/>
                </a:cxn>
                <a:cxn ang="0">
                  <a:pos x="280" y="1858"/>
                </a:cxn>
                <a:cxn ang="0">
                  <a:pos x="280" y="1433"/>
                </a:cxn>
                <a:cxn ang="0">
                  <a:pos x="407" y="790"/>
                </a:cxn>
                <a:cxn ang="0">
                  <a:pos x="564" y="413"/>
                </a:cxn>
                <a:cxn ang="0">
                  <a:pos x="836" y="203"/>
                </a:cxn>
                <a:cxn ang="0">
                  <a:pos x="983" y="203"/>
                </a:cxn>
                <a:cxn ang="0">
                  <a:pos x="1240" y="203"/>
                </a:cxn>
                <a:cxn ang="0">
                  <a:pos x="1349" y="413"/>
                </a:cxn>
                <a:cxn ang="0">
                  <a:pos x="1503" y="790"/>
                </a:cxn>
                <a:cxn ang="0">
                  <a:pos x="1662" y="1433"/>
                </a:cxn>
                <a:cxn ang="0">
                  <a:pos x="1662" y="1858"/>
                </a:cxn>
                <a:cxn ang="0">
                  <a:pos x="1503" y="2184"/>
                </a:cxn>
                <a:cxn ang="0">
                  <a:pos x="1349" y="2617"/>
                </a:cxn>
                <a:cxn ang="0">
                  <a:pos x="1240" y="2811"/>
                </a:cxn>
                <a:cxn ang="0">
                  <a:pos x="1135" y="3602"/>
                </a:cxn>
                <a:cxn ang="0">
                  <a:pos x="2074" y="3602"/>
                </a:cxn>
                <a:cxn ang="0">
                  <a:pos x="2074" y="2811"/>
                </a:cxn>
                <a:cxn ang="0">
                  <a:pos x="2074" y="2811"/>
                </a:cxn>
                <a:cxn ang="0">
                  <a:pos x="1913" y="3009"/>
                </a:cxn>
                <a:cxn ang="0">
                  <a:pos x="1802" y="3009"/>
                </a:cxn>
                <a:cxn ang="0">
                  <a:pos x="1349" y="3009"/>
                </a:cxn>
                <a:cxn ang="0">
                  <a:pos x="1349" y="3009"/>
                </a:cxn>
                <a:cxn ang="0">
                  <a:pos x="1802" y="2411"/>
                </a:cxn>
                <a:cxn ang="0">
                  <a:pos x="2074" y="1632"/>
                </a:cxn>
                <a:cxn ang="0">
                  <a:pos x="1913" y="790"/>
                </a:cxn>
                <a:cxn ang="0">
                  <a:pos x="1802" y="413"/>
                </a:cxn>
                <a:cxn ang="0">
                  <a:pos x="1503" y="203"/>
                </a:cxn>
                <a:cxn ang="0">
                  <a:pos x="1240" y="0"/>
                </a:cxn>
                <a:cxn ang="0">
                  <a:pos x="983" y="0"/>
                </a:cxn>
                <a:cxn ang="0">
                  <a:pos x="712" y="0"/>
                </a:cxn>
                <a:cxn ang="0">
                  <a:pos x="407" y="203"/>
                </a:cxn>
                <a:cxn ang="0">
                  <a:pos x="280" y="413"/>
                </a:cxn>
                <a:cxn ang="0">
                  <a:pos x="140" y="790"/>
                </a:cxn>
                <a:cxn ang="0">
                  <a:pos x="0" y="1632"/>
                </a:cxn>
                <a:cxn ang="0">
                  <a:pos x="140" y="2411"/>
                </a:cxn>
                <a:cxn ang="0">
                  <a:pos x="407" y="2811"/>
                </a:cxn>
                <a:cxn ang="0">
                  <a:pos x="712" y="3009"/>
                </a:cxn>
                <a:cxn ang="0">
                  <a:pos x="712" y="3009"/>
                </a:cxn>
                <a:cxn ang="0">
                  <a:pos x="140" y="3009"/>
                </a:cxn>
                <a:cxn ang="0">
                  <a:pos x="140" y="3009"/>
                </a:cxn>
                <a:cxn ang="0">
                  <a:pos x="0" y="2811"/>
                </a:cxn>
                <a:cxn ang="0">
                  <a:pos x="0" y="2811"/>
                </a:cxn>
                <a:cxn ang="0">
                  <a:pos x="0" y="3602"/>
                </a:cxn>
                <a:cxn ang="0">
                  <a:pos x="836" y="3602"/>
                </a:cxn>
                <a:cxn ang="0">
                  <a:pos x="836" y="2811"/>
                </a:cxn>
              </a:cxnLst>
              <a:rect l="txL" t="txT" r="txR" b="txB"/>
              <a:pathLst>
                <a:path w="89" h="108">
                  <a:moveTo>
                    <a:pt x="36" y="84"/>
                  </a:moveTo>
                  <a:lnTo>
                    <a:pt x="30" y="78"/>
                  </a:lnTo>
                  <a:lnTo>
                    <a:pt x="18" y="66"/>
                  </a:lnTo>
                  <a:lnTo>
                    <a:pt x="12" y="54"/>
                  </a:lnTo>
                  <a:lnTo>
                    <a:pt x="12" y="42"/>
                  </a:lnTo>
                  <a:lnTo>
                    <a:pt x="18" y="24"/>
                  </a:lnTo>
                  <a:lnTo>
                    <a:pt x="24" y="12"/>
                  </a:lnTo>
                  <a:lnTo>
                    <a:pt x="36" y="6"/>
                  </a:lnTo>
                  <a:lnTo>
                    <a:pt x="42" y="6"/>
                  </a:lnTo>
                  <a:lnTo>
                    <a:pt x="53" y="6"/>
                  </a:lnTo>
                  <a:lnTo>
                    <a:pt x="59" y="12"/>
                  </a:lnTo>
                  <a:lnTo>
                    <a:pt x="65" y="24"/>
                  </a:lnTo>
                  <a:lnTo>
                    <a:pt x="71" y="42"/>
                  </a:lnTo>
                  <a:lnTo>
                    <a:pt x="71" y="54"/>
                  </a:lnTo>
                  <a:lnTo>
                    <a:pt x="65" y="66"/>
                  </a:lnTo>
                  <a:lnTo>
                    <a:pt x="59" y="78"/>
                  </a:lnTo>
                  <a:lnTo>
                    <a:pt x="53" y="84"/>
                  </a:lnTo>
                  <a:lnTo>
                    <a:pt x="48" y="108"/>
                  </a:lnTo>
                  <a:lnTo>
                    <a:pt x="89" y="108"/>
                  </a:lnTo>
                  <a:lnTo>
                    <a:pt x="89" y="84"/>
                  </a:lnTo>
                  <a:lnTo>
                    <a:pt x="83" y="90"/>
                  </a:lnTo>
                  <a:lnTo>
                    <a:pt x="77" y="90"/>
                  </a:lnTo>
                  <a:lnTo>
                    <a:pt x="59" y="90"/>
                  </a:lnTo>
                  <a:lnTo>
                    <a:pt x="77" y="72"/>
                  </a:lnTo>
                  <a:lnTo>
                    <a:pt x="89" y="48"/>
                  </a:lnTo>
                  <a:lnTo>
                    <a:pt x="83" y="24"/>
                  </a:lnTo>
                  <a:lnTo>
                    <a:pt x="77" y="12"/>
                  </a:lnTo>
                  <a:lnTo>
                    <a:pt x="65" y="6"/>
                  </a:lnTo>
                  <a:lnTo>
                    <a:pt x="53" y="0"/>
                  </a:lnTo>
                  <a:lnTo>
                    <a:pt x="42" y="0"/>
                  </a:lnTo>
                  <a:lnTo>
                    <a:pt x="30" y="0"/>
                  </a:lnTo>
                  <a:lnTo>
                    <a:pt x="18" y="6"/>
                  </a:lnTo>
                  <a:lnTo>
                    <a:pt x="12" y="12"/>
                  </a:lnTo>
                  <a:lnTo>
                    <a:pt x="6" y="24"/>
                  </a:lnTo>
                  <a:lnTo>
                    <a:pt x="0" y="48"/>
                  </a:lnTo>
                  <a:lnTo>
                    <a:pt x="6" y="72"/>
                  </a:lnTo>
                  <a:lnTo>
                    <a:pt x="18" y="84"/>
                  </a:lnTo>
                  <a:lnTo>
                    <a:pt x="30" y="90"/>
                  </a:lnTo>
                  <a:lnTo>
                    <a:pt x="6" y="90"/>
                  </a:lnTo>
                  <a:lnTo>
                    <a:pt x="0" y="84"/>
                  </a:lnTo>
                  <a:lnTo>
                    <a:pt x="0" y="108"/>
                  </a:lnTo>
                  <a:lnTo>
                    <a:pt x="36" y="108"/>
                  </a:lnTo>
                  <a:lnTo>
                    <a:pt x="36" y="8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82" name="Freeform 262"/>
            <p:cNvSpPr>
              <a:spLocks noEditPoints="1"/>
            </p:cNvSpPr>
            <p:nvPr/>
          </p:nvSpPr>
          <p:spPr>
            <a:xfrm>
              <a:off x="1472" y="1374"/>
              <a:ext cx="27" cy="122"/>
            </a:xfrm>
            <a:custGeom>
              <a:avLst/>
              <a:gdLst>
                <a:gd name="txL" fmla="*/ 0 w 24"/>
                <a:gd name="txT" fmla="*/ 0 h 107"/>
                <a:gd name="txR" fmla="*/ 24 w 24"/>
                <a:gd name="txB" fmla="*/ 107 h 107"/>
              </a:gdLst>
              <a:ahLst/>
              <a:cxnLst>
                <a:cxn ang="0">
                  <a:pos x="579" y="2862"/>
                </a:cxn>
                <a:cxn ang="0">
                  <a:pos x="457" y="3263"/>
                </a:cxn>
                <a:cxn ang="0">
                  <a:pos x="321" y="3468"/>
                </a:cxn>
                <a:cxn ang="0">
                  <a:pos x="321" y="3468"/>
                </a:cxn>
                <a:cxn ang="0">
                  <a:pos x="158" y="3263"/>
                </a:cxn>
                <a:cxn ang="0">
                  <a:pos x="321" y="3042"/>
                </a:cxn>
                <a:cxn ang="0">
                  <a:pos x="321" y="2862"/>
                </a:cxn>
                <a:cxn ang="0">
                  <a:pos x="579" y="1269"/>
                </a:cxn>
                <a:cxn ang="0">
                  <a:pos x="579" y="1269"/>
                </a:cxn>
                <a:cxn ang="0">
                  <a:pos x="321" y="1269"/>
                </a:cxn>
                <a:cxn ang="0">
                  <a:pos x="0" y="1269"/>
                </a:cxn>
                <a:cxn ang="0">
                  <a:pos x="0" y="1459"/>
                </a:cxn>
                <a:cxn ang="0">
                  <a:pos x="158" y="1459"/>
                </a:cxn>
                <a:cxn ang="0">
                  <a:pos x="321" y="1650"/>
                </a:cxn>
                <a:cxn ang="0">
                  <a:pos x="321" y="1800"/>
                </a:cxn>
                <a:cxn ang="0">
                  <a:pos x="158" y="2446"/>
                </a:cxn>
                <a:cxn ang="0">
                  <a:pos x="0" y="2862"/>
                </a:cxn>
                <a:cxn ang="0">
                  <a:pos x="0" y="3263"/>
                </a:cxn>
                <a:cxn ang="0">
                  <a:pos x="0" y="3468"/>
                </a:cxn>
                <a:cxn ang="0">
                  <a:pos x="158" y="3685"/>
                </a:cxn>
                <a:cxn ang="0">
                  <a:pos x="457" y="3468"/>
                </a:cxn>
                <a:cxn ang="0">
                  <a:pos x="579" y="3042"/>
                </a:cxn>
                <a:cxn ang="0">
                  <a:pos x="579" y="2862"/>
                </a:cxn>
                <a:cxn ang="0">
                  <a:pos x="579" y="423"/>
                </a:cxn>
                <a:cxn ang="0">
                  <a:pos x="579" y="208"/>
                </a:cxn>
                <a:cxn ang="0">
                  <a:pos x="457" y="0"/>
                </a:cxn>
                <a:cxn ang="0">
                  <a:pos x="457" y="208"/>
                </a:cxn>
                <a:cxn ang="0">
                  <a:pos x="321" y="208"/>
                </a:cxn>
                <a:cxn ang="0">
                  <a:pos x="457" y="423"/>
                </a:cxn>
                <a:cxn ang="0">
                  <a:pos x="457" y="627"/>
                </a:cxn>
                <a:cxn ang="0">
                  <a:pos x="579" y="627"/>
                </a:cxn>
                <a:cxn ang="0">
                  <a:pos x="579" y="423"/>
                </a:cxn>
                <a:cxn ang="0">
                  <a:pos x="579" y="423"/>
                </a:cxn>
              </a:cxnLst>
              <a:rect l="txL" t="txT" r="txR" b="txB"/>
              <a:pathLst>
                <a:path w="24" h="107">
                  <a:moveTo>
                    <a:pt x="24" y="83"/>
                  </a:moveTo>
                  <a:lnTo>
                    <a:pt x="18" y="95"/>
                  </a:lnTo>
                  <a:lnTo>
                    <a:pt x="12" y="101"/>
                  </a:lnTo>
                  <a:lnTo>
                    <a:pt x="6" y="95"/>
                  </a:lnTo>
                  <a:lnTo>
                    <a:pt x="12" y="89"/>
                  </a:lnTo>
                  <a:lnTo>
                    <a:pt x="12" y="83"/>
                  </a:lnTo>
                  <a:lnTo>
                    <a:pt x="24" y="36"/>
                  </a:lnTo>
                  <a:lnTo>
                    <a:pt x="12" y="36"/>
                  </a:lnTo>
                  <a:lnTo>
                    <a:pt x="0" y="36"/>
                  </a:lnTo>
                  <a:lnTo>
                    <a:pt x="0" y="42"/>
                  </a:lnTo>
                  <a:lnTo>
                    <a:pt x="6" y="42"/>
                  </a:lnTo>
                  <a:lnTo>
                    <a:pt x="12" y="47"/>
                  </a:lnTo>
                  <a:lnTo>
                    <a:pt x="12" y="53"/>
                  </a:lnTo>
                  <a:lnTo>
                    <a:pt x="6" y="71"/>
                  </a:lnTo>
                  <a:lnTo>
                    <a:pt x="0" y="83"/>
                  </a:lnTo>
                  <a:lnTo>
                    <a:pt x="0" y="95"/>
                  </a:lnTo>
                  <a:lnTo>
                    <a:pt x="0" y="101"/>
                  </a:lnTo>
                  <a:lnTo>
                    <a:pt x="6" y="107"/>
                  </a:lnTo>
                  <a:lnTo>
                    <a:pt x="18" y="101"/>
                  </a:lnTo>
                  <a:lnTo>
                    <a:pt x="24" y="89"/>
                  </a:lnTo>
                  <a:lnTo>
                    <a:pt x="24" y="83"/>
                  </a:lnTo>
                  <a:close/>
                  <a:moveTo>
                    <a:pt x="24" y="12"/>
                  </a:moveTo>
                  <a:lnTo>
                    <a:pt x="24" y="6"/>
                  </a:lnTo>
                  <a:lnTo>
                    <a:pt x="18" y="0"/>
                  </a:lnTo>
                  <a:lnTo>
                    <a:pt x="18" y="6"/>
                  </a:lnTo>
                  <a:lnTo>
                    <a:pt x="12" y="6"/>
                  </a:lnTo>
                  <a:lnTo>
                    <a:pt x="18" y="12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83" name="Freeform 263"/>
            <p:cNvSpPr/>
            <p:nvPr/>
          </p:nvSpPr>
          <p:spPr>
            <a:xfrm>
              <a:off x="1512" y="1448"/>
              <a:ext cx="27" cy="88"/>
            </a:xfrm>
            <a:custGeom>
              <a:avLst/>
              <a:gdLst>
                <a:gd name="txL" fmla="*/ 0 w 24"/>
                <a:gd name="txT" fmla="*/ 0 h 78"/>
                <a:gd name="txR" fmla="*/ 24 w 24"/>
                <a:gd name="txB" fmla="*/ 78 h 78"/>
              </a:gdLst>
              <a:ahLst/>
              <a:cxnLst>
                <a:cxn ang="0">
                  <a:pos x="0" y="2009"/>
                </a:cxn>
                <a:cxn ang="0">
                  <a:pos x="579" y="2009"/>
                </a:cxn>
                <a:cxn ang="0">
                  <a:pos x="579" y="2009"/>
                </a:cxn>
                <a:cxn ang="0">
                  <a:pos x="457" y="2009"/>
                </a:cxn>
                <a:cxn ang="0">
                  <a:pos x="457" y="1863"/>
                </a:cxn>
                <a:cxn ang="0">
                  <a:pos x="457" y="0"/>
                </a:cxn>
                <a:cxn ang="0">
                  <a:pos x="321" y="0"/>
                </a:cxn>
                <a:cxn ang="0">
                  <a:pos x="0" y="159"/>
                </a:cxn>
                <a:cxn ang="0">
                  <a:pos x="0" y="327"/>
                </a:cxn>
                <a:cxn ang="0">
                  <a:pos x="0" y="159"/>
                </a:cxn>
                <a:cxn ang="0">
                  <a:pos x="158" y="159"/>
                </a:cxn>
                <a:cxn ang="0">
                  <a:pos x="158" y="327"/>
                </a:cxn>
                <a:cxn ang="0">
                  <a:pos x="158" y="327"/>
                </a:cxn>
                <a:cxn ang="0">
                  <a:pos x="158" y="1695"/>
                </a:cxn>
                <a:cxn ang="0">
                  <a:pos x="158" y="2009"/>
                </a:cxn>
                <a:cxn ang="0">
                  <a:pos x="0" y="2009"/>
                </a:cxn>
                <a:cxn ang="0">
                  <a:pos x="0" y="2009"/>
                </a:cxn>
              </a:cxnLst>
              <a:rect l="txL" t="txT" r="txR" b="txB"/>
              <a:pathLst>
                <a:path w="24" h="78">
                  <a:moveTo>
                    <a:pt x="0" y="78"/>
                  </a:moveTo>
                  <a:lnTo>
                    <a:pt x="24" y="78"/>
                  </a:lnTo>
                  <a:lnTo>
                    <a:pt x="18" y="78"/>
                  </a:lnTo>
                  <a:lnTo>
                    <a:pt x="18" y="7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12"/>
                  </a:lnTo>
                  <a:lnTo>
                    <a:pt x="6" y="66"/>
                  </a:lnTo>
                  <a:lnTo>
                    <a:pt x="6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84" name="Freeform 264"/>
            <p:cNvSpPr>
              <a:spLocks noEditPoints="1"/>
            </p:cNvSpPr>
            <p:nvPr/>
          </p:nvSpPr>
          <p:spPr>
            <a:xfrm>
              <a:off x="1465" y="2711"/>
              <a:ext cx="34" cy="123"/>
            </a:xfrm>
            <a:custGeom>
              <a:avLst/>
              <a:gdLst>
                <a:gd name="txL" fmla="*/ 0 w 30"/>
                <a:gd name="txT" fmla="*/ 0 h 108"/>
                <a:gd name="txR" fmla="*/ 30 w 30"/>
                <a:gd name="txB" fmla="*/ 108 h 108"/>
              </a:gdLst>
              <a:ahLst/>
              <a:cxnLst>
                <a:cxn ang="0">
                  <a:pos x="716" y="2811"/>
                </a:cxn>
                <a:cxn ang="0">
                  <a:pos x="507" y="3201"/>
                </a:cxn>
                <a:cxn ang="0">
                  <a:pos x="348" y="3201"/>
                </a:cxn>
                <a:cxn ang="0">
                  <a:pos x="348" y="3201"/>
                </a:cxn>
                <a:cxn ang="0">
                  <a:pos x="348" y="3009"/>
                </a:cxn>
                <a:cxn ang="0">
                  <a:pos x="348" y="2811"/>
                </a:cxn>
                <a:cxn ang="0">
                  <a:pos x="716" y="1257"/>
                </a:cxn>
                <a:cxn ang="0">
                  <a:pos x="716" y="1257"/>
                </a:cxn>
                <a:cxn ang="0">
                  <a:pos x="348" y="1257"/>
                </a:cxn>
                <a:cxn ang="0">
                  <a:pos x="164" y="1257"/>
                </a:cxn>
                <a:cxn ang="0">
                  <a:pos x="164" y="1433"/>
                </a:cxn>
                <a:cxn ang="0">
                  <a:pos x="348" y="1433"/>
                </a:cxn>
                <a:cxn ang="0">
                  <a:pos x="348" y="1433"/>
                </a:cxn>
                <a:cxn ang="0">
                  <a:pos x="348" y="1858"/>
                </a:cxn>
                <a:cxn ang="0">
                  <a:pos x="164" y="2411"/>
                </a:cxn>
                <a:cxn ang="0">
                  <a:pos x="0" y="2811"/>
                </a:cxn>
                <a:cxn ang="0">
                  <a:pos x="0" y="3201"/>
                </a:cxn>
                <a:cxn ang="0">
                  <a:pos x="0" y="3406"/>
                </a:cxn>
                <a:cxn ang="0">
                  <a:pos x="164" y="3602"/>
                </a:cxn>
                <a:cxn ang="0">
                  <a:pos x="507" y="3406"/>
                </a:cxn>
                <a:cxn ang="0">
                  <a:pos x="716" y="3009"/>
                </a:cxn>
                <a:cxn ang="0">
                  <a:pos x="716" y="2811"/>
                </a:cxn>
                <a:cxn ang="0">
                  <a:pos x="902" y="203"/>
                </a:cxn>
                <a:cxn ang="0">
                  <a:pos x="902" y="203"/>
                </a:cxn>
                <a:cxn ang="0">
                  <a:pos x="716" y="0"/>
                </a:cxn>
                <a:cxn ang="0">
                  <a:pos x="507" y="0"/>
                </a:cxn>
                <a:cxn ang="0">
                  <a:pos x="507" y="203"/>
                </a:cxn>
                <a:cxn ang="0">
                  <a:pos x="507" y="413"/>
                </a:cxn>
                <a:cxn ang="0">
                  <a:pos x="716" y="609"/>
                </a:cxn>
                <a:cxn ang="0">
                  <a:pos x="902" y="413"/>
                </a:cxn>
                <a:cxn ang="0">
                  <a:pos x="902" y="203"/>
                </a:cxn>
                <a:cxn ang="0">
                  <a:pos x="902" y="203"/>
                </a:cxn>
              </a:cxnLst>
              <a:rect l="txL" t="txT" r="txR" b="txB"/>
              <a:pathLst>
                <a:path w="30" h="108">
                  <a:moveTo>
                    <a:pt x="24" y="84"/>
                  </a:moveTo>
                  <a:lnTo>
                    <a:pt x="18" y="96"/>
                  </a:lnTo>
                  <a:lnTo>
                    <a:pt x="12" y="96"/>
                  </a:lnTo>
                  <a:lnTo>
                    <a:pt x="12" y="90"/>
                  </a:lnTo>
                  <a:lnTo>
                    <a:pt x="12" y="84"/>
                  </a:lnTo>
                  <a:lnTo>
                    <a:pt x="24" y="36"/>
                  </a:lnTo>
                  <a:lnTo>
                    <a:pt x="12" y="36"/>
                  </a:lnTo>
                  <a:lnTo>
                    <a:pt x="6" y="36"/>
                  </a:lnTo>
                  <a:lnTo>
                    <a:pt x="6" y="42"/>
                  </a:lnTo>
                  <a:lnTo>
                    <a:pt x="12" y="42"/>
                  </a:lnTo>
                  <a:lnTo>
                    <a:pt x="12" y="54"/>
                  </a:lnTo>
                  <a:lnTo>
                    <a:pt x="6" y="72"/>
                  </a:lnTo>
                  <a:lnTo>
                    <a:pt x="0" y="84"/>
                  </a:lnTo>
                  <a:lnTo>
                    <a:pt x="0" y="96"/>
                  </a:lnTo>
                  <a:lnTo>
                    <a:pt x="0" y="102"/>
                  </a:lnTo>
                  <a:lnTo>
                    <a:pt x="6" y="108"/>
                  </a:lnTo>
                  <a:lnTo>
                    <a:pt x="18" y="102"/>
                  </a:lnTo>
                  <a:lnTo>
                    <a:pt x="24" y="90"/>
                  </a:lnTo>
                  <a:lnTo>
                    <a:pt x="24" y="84"/>
                  </a:lnTo>
                  <a:close/>
                  <a:moveTo>
                    <a:pt x="30" y="6"/>
                  </a:moveTo>
                  <a:lnTo>
                    <a:pt x="30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8" y="6"/>
                  </a:lnTo>
                  <a:lnTo>
                    <a:pt x="18" y="12"/>
                  </a:lnTo>
                  <a:lnTo>
                    <a:pt x="24" y="18"/>
                  </a:lnTo>
                  <a:lnTo>
                    <a:pt x="30" y="12"/>
                  </a:lnTo>
                  <a:lnTo>
                    <a:pt x="30" y="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85" name="Freeform 265"/>
            <p:cNvSpPr/>
            <p:nvPr/>
          </p:nvSpPr>
          <p:spPr>
            <a:xfrm>
              <a:off x="1505" y="2779"/>
              <a:ext cx="48" cy="96"/>
            </a:xfrm>
            <a:custGeom>
              <a:avLst/>
              <a:gdLst>
                <a:gd name="txL" fmla="*/ 0 w 42"/>
                <a:gd name="txT" fmla="*/ 0 h 84"/>
                <a:gd name="txR" fmla="*/ 42 w 42"/>
                <a:gd name="txB" fmla="*/ 84 h 84"/>
              </a:gdLst>
              <a:ahLst/>
              <a:cxnLst>
                <a:cxn ang="0">
                  <a:pos x="1544" y="2422"/>
                </a:cxn>
                <a:cxn ang="0">
                  <a:pos x="1544" y="2422"/>
                </a:cxn>
                <a:cxn ang="0">
                  <a:pos x="1347" y="2634"/>
                </a:cxn>
                <a:cxn ang="0">
                  <a:pos x="1087" y="2634"/>
                </a:cxn>
                <a:cxn ang="0">
                  <a:pos x="213" y="2634"/>
                </a:cxn>
                <a:cxn ang="0">
                  <a:pos x="877" y="2010"/>
                </a:cxn>
                <a:cxn ang="0">
                  <a:pos x="1087" y="1544"/>
                </a:cxn>
                <a:cxn ang="0">
                  <a:pos x="1347" y="877"/>
                </a:cxn>
                <a:cxn ang="0">
                  <a:pos x="1087" y="213"/>
                </a:cxn>
                <a:cxn ang="0">
                  <a:pos x="671" y="0"/>
                </a:cxn>
                <a:cxn ang="0">
                  <a:pos x="213" y="213"/>
                </a:cxn>
                <a:cxn ang="0">
                  <a:pos x="0" y="877"/>
                </a:cxn>
                <a:cxn ang="0">
                  <a:pos x="0" y="1087"/>
                </a:cxn>
                <a:cxn ang="0">
                  <a:pos x="213" y="671"/>
                </a:cxn>
                <a:cxn ang="0">
                  <a:pos x="450" y="450"/>
                </a:cxn>
                <a:cxn ang="0">
                  <a:pos x="877" y="671"/>
                </a:cxn>
                <a:cxn ang="0">
                  <a:pos x="1087" y="1087"/>
                </a:cxn>
                <a:cxn ang="0">
                  <a:pos x="877" y="1544"/>
                </a:cxn>
                <a:cxn ang="0">
                  <a:pos x="671" y="2229"/>
                </a:cxn>
                <a:cxn ang="0">
                  <a:pos x="0" y="3121"/>
                </a:cxn>
                <a:cxn ang="0">
                  <a:pos x="0" y="3121"/>
                </a:cxn>
                <a:cxn ang="0">
                  <a:pos x="1347" y="3121"/>
                </a:cxn>
                <a:cxn ang="0">
                  <a:pos x="1544" y="2422"/>
                </a:cxn>
              </a:cxnLst>
              <a:rect l="txL" t="txT" r="txR" b="txB"/>
              <a:pathLst>
                <a:path w="42" h="84">
                  <a:moveTo>
                    <a:pt x="42" y="66"/>
                  </a:moveTo>
                  <a:lnTo>
                    <a:pt x="42" y="66"/>
                  </a:lnTo>
                  <a:lnTo>
                    <a:pt x="36" y="72"/>
                  </a:lnTo>
                  <a:lnTo>
                    <a:pt x="30" y="72"/>
                  </a:lnTo>
                  <a:lnTo>
                    <a:pt x="6" y="72"/>
                  </a:lnTo>
                  <a:lnTo>
                    <a:pt x="24" y="54"/>
                  </a:lnTo>
                  <a:lnTo>
                    <a:pt x="30" y="42"/>
                  </a:lnTo>
                  <a:lnTo>
                    <a:pt x="36" y="24"/>
                  </a:lnTo>
                  <a:lnTo>
                    <a:pt x="30" y="6"/>
                  </a:lnTo>
                  <a:lnTo>
                    <a:pt x="18" y="0"/>
                  </a:lnTo>
                  <a:lnTo>
                    <a:pt x="6" y="6"/>
                  </a:lnTo>
                  <a:lnTo>
                    <a:pt x="0" y="24"/>
                  </a:lnTo>
                  <a:lnTo>
                    <a:pt x="0" y="30"/>
                  </a:lnTo>
                  <a:lnTo>
                    <a:pt x="6" y="18"/>
                  </a:lnTo>
                  <a:lnTo>
                    <a:pt x="12" y="12"/>
                  </a:lnTo>
                  <a:lnTo>
                    <a:pt x="24" y="18"/>
                  </a:lnTo>
                  <a:lnTo>
                    <a:pt x="30" y="30"/>
                  </a:lnTo>
                  <a:lnTo>
                    <a:pt x="24" y="42"/>
                  </a:lnTo>
                  <a:lnTo>
                    <a:pt x="18" y="60"/>
                  </a:lnTo>
                  <a:lnTo>
                    <a:pt x="0" y="84"/>
                  </a:lnTo>
                  <a:lnTo>
                    <a:pt x="36" y="84"/>
                  </a:lnTo>
                  <a:lnTo>
                    <a:pt x="42" y="6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86" name="Freeform 266"/>
            <p:cNvSpPr>
              <a:spLocks noEditPoints="1"/>
            </p:cNvSpPr>
            <p:nvPr/>
          </p:nvSpPr>
          <p:spPr>
            <a:xfrm>
              <a:off x="2837" y="2711"/>
              <a:ext cx="34" cy="123"/>
            </a:xfrm>
            <a:custGeom>
              <a:avLst/>
              <a:gdLst>
                <a:gd name="txL" fmla="*/ 0 w 30"/>
                <a:gd name="txT" fmla="*/ 0 h 108"/>
                <a:gd name="txR" fmla="*/ 30 w 30"/>
                <a:gd name="txB" fmla="*/ 108 h 108"/>
              </a:gdLst>
              <a:ahLst/>
              <a:cxnLst>
                <a:cxn ang="0">
                  <a:pos x="716" y="2811"/>
                </a:cxn>
                <a:cxn ang="0">
                  <a:pos x="507" y="3201"/>
                </a:cxn>
                <a:cxn ang="0">
                  <a:pos x="348" y="3201"/>
                </a:cxn>
                <a:cxn ang="0">
                  <a:pos x="348" y="3201"/>
                </a:cxn>
                <a:cxn ang="0">
                  <a:pos x="348" y="3009"/>
                </a:cxn>
                <a:cxn ang="0">
                  <a:pos x="348" y="2811"/>
                </a:cxn>
                <a:cxn ang="0">
                  <a:pos x="716" y="1257"/>
                </a:cxn>
                <a:cxn ang="0">
                  <a:pos x="716" y="1257"/>
                </a:cxn>
                <a:cxn ang="0">
                  <a:pos x="348" y="1257"/>
                </a:cxn>
                <a:cxn ang="0">
                  <a:pos x="0" y="1257"/>
                </a:cxn>
                <a:cxn ang="0">
                  <a:pos x="0" y="1433"/>
                </a:cxn>
                <a:cxn ang="0">
                  <a:pos x="164" y="1433"/>
                </a:cxn>
                <a:cxn ang="0">
                  <a:pos x="348" y="1433"/>
                </a:cxn>
                <a:cxn ang="0">
                  <a:pos x="348" y="1858"/>
                </a:cxn>
                <a:cxn ang="0">
                  <a:pos x="164" y="2411"/>
                </a:cxn>
                <a:cxn ang="0">
                  <a:pos x="0" y="2811"/>
                </a:cxn>
                <a:cxn ang="0">
                  <a:pos x="0" y="3201"/>
                </a:cxn>
                <a:cxn ang="0">
                  <a:pos x="0" y="3406"/>
                </a:cxn>
                <a:cxn ang="0">
                  <a:pos x="164" y="3602"/>
                </a:cxn>
                <a:cxn ang="0">
                  <a:pos x="507" y="3406"/>
                </a:cxn>
                <a:cxn ang="0">
                  <a:pos x="716" y="3009"/>
                </a:cxn>
                <a:cxn ang="0">
                  <a:pos x="716" y="2811"/>
                </a:cxn>
                <a:cxn ang="0">
                  <a:pos x="902" y="203"/>
                </a:cxn>
                <a:cxn ang="0">
                  <a:pos x="716" y="203"/>
                </a:cxn>
                <a:cxn ang="0">
                  <a:pos x="507" y="0"/>
                </a:cxn>
                <a:cxn ang="0">
                  <a:pos x="507" y="0"/>
                </a:cxn>
                <a:cxn ang="0">
                  <a:pos x="348" y="203"/>
                </a:cxn>
                <a:cxn ang="0">
                  <a:pos x="507" y="413"/>
                </a:cxn>
                <a:cxn ang="0">
                  <a:pos x="507" y="609"/>
                </a:cxn>
                <a:cxn ang="0">
                  <a:pos x="716" y="413"/>
                </a:cxn>
                <a:cxn ang="0">
                  <a:pos x="902" y="203"/>
                </a:cxn>
                <a:cxn ang="0">
                  <a:pos x="902" y="203"/>
                </a:cxn>
              </a:cxnLst>
              <a:rect l="txL" t="txT" r="txR" b="txB"/>
              <a:pathLst>
                <a:path w="30" h="108">
                  <a:moveTo>
                    <a:pt x="24" y="84"/>
                  </a:moveTo>
                  <a:lnTo>
                    <a:pt x="18" y="96"/>
                  </a:lnTo>
                  <a:lnTo>
                    <a:pt x="12" y="96"/>
                  </a:lnTo>
                  <a:lnTo>
                    <a:pt x="12" y="90"/>
                  </a:lnTo>
                  <a:lnTo>
                    <a:pt x="12" y="84"/>
                  </a:lnTo>
                  <a:lnTo>
                    <a:pt x="24" y="36"/>
                  </a:lnTo>
                  <a:lnTo>
                    <a:pt x="12" y="36"/>
                  </a:lnTo>
                  <a:lnTo>
                    <a:pt x="0" y="36"/>
                  </a:lnTo>
                  <a:lnTo>
                    <a:pt x="0" y="42"/>
                  </a:lnTo>
                  <a:lnTo>
                    <a:pt x="6" y="42"/>
                  </a:lnTo>
                  <a:lnTo>
                    <a:pt x="12" y="42"/>
                  </a:lnTo>
                  <a:lnTo>
                    <a:pt x="12" y="54"/>
                  </a:lnTo>
                  <a:lnTo>
                    <a:pt x="6" y="72"/>
                  </a:lnTo>
                  <a:lnTo>
                    <a:pt x="0" y="84"/>
                  </a:lnTo>
                  <a:lnTo>
                    <a:pt x="0" y="96"/>
                  </a:lnTo>
                  <a:lnTo>
                    <a:pt x="0" y="102"/>
                  </a:lnTo>
                  <a:lnTo>
                    <a:pt x="6" y="108"/>
                  </a:lnTo>
                  <a:lnTo>
                    <a:pt x="18" y="102"/>
                  </a:lnTo>
                  <a:lnTo>
                    <a:pt x="24" y="90"/>
                  </a:lnTo>
                  <a:lnTo>
                    <a:pt x="24" y="84"/>
                  </a:lnTo>
                  <a:close/>
                  <a:moveTo>
                    <a:pt x="30" y="6"/>
                  </a:moveTo>
                  <a:lnTo>
                    <a:pt x="24" y="6"/>
                  </a:lnTo>
                  <a:lnTo>
                    <a:pt x="18" y="0"/>
                  </a:lnTo>
                  <a:lnTo>
                    <a:pt x="12" y="6"/>
                  </a:lnTo>
                  <a:lnTo>
                    <a:pt x="18" y="12"/>
                  </a:lnTo>
                  <a:lnTo>
                    <a:pt x="18" y="18"/>
                  </a:lnTo>
                  <a:lnTo>
                    <a:pt x="24" y="12"/>
                  </a:lnTo>
                  <a:lnTo>
                    <a:pt x="30" y="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87" name="Freeform 267"/>
            <p:cNvSpPr/>
            <p:nvPr/>
          </p:nvSpPr>
          <p:spPr>
            <a:xfrm>
              <a:off x="2877" y="2779"/>
              <a:ext cx="40" cy="96"/>
            </a:xfrm>
            <a:custGeom>
              <a:avLst/>
              <a:gdLst>
                <a:gd name="txL" fmla="*/ 0 w 35"/>
                <a:gd name="txT" fmla="*/ 0 h 84"/>
                <a:gd name="txR" fmla="*/ 35 w 35"/>
                <a:gd name="txB" fmla="*/ 84 h 84"/>
              </a:gdLst>
              <a:ahLst/>
              <a:cxnLst>
                <a:cxn ang="0">
                  <a:pos x="213" y="1544"/>
                </a:cxn>
                <a:cxn ang="0">
                  <a:pos x="450" y="1544"/>
                </a:cxn>
                <a:cxn ang="0">
                  <a:pos x="619" y="1765"/>
                </a:cxn>
                <a:cxn ang="0">
                  <a:pos x="832" y="2010"/>
                </a:cxn>
                <a:cxn ang="0">
                  <a:pos x="1055" y="2229"/>
                </a:cxn>
                <a:cxn ang="0">
                  <a:pos x="832" y="2895"/>
                </a:cxn>
                <a:cxn ang="0">
                  <a:pos x="450" y="3121"/>
                </a:cxn>
                <a:cxn ang="0">
                  <a:pos x="213" y="2895"/>
                </a:cxn>
                <a:cxn ang="0">
                  <a:pos x="0" y="2634"/>
                </a:cxn>
                <a:cxn ang="0">
                  <a:pos x="0" y="2895"/>
                </a:cxn>
                <a:cxn ang="0">
                  <a:pos x="0" y="2895"/>
                </a:cxn>
                <a:cxn ang="0">
                  <a:pos x="213" y="3121"/>
                </a:cxn>
                <a:cxn ang="0">
                  <a:pos x="213" y="3121"/>
                </a:cxn>
                <a:cxn ang="0">
                  <a:pos x="1055" y="2895"/>
                </a:cxn>
                <a:cxn ang="0">
                  <a:pos x="1309" y="2229"/>
                </a:cxn>
                <a:cxn ang="0">
                  <a:pos x="1055" y="1544"/>
                </a:cxn>
                <a:cxn ang="0">
                  <a:pos x="832" y="1347"/>
                </a:cxn>
                <a:cxn ang="0">
                  <a:pos x="1055" y="1087"/>
                </a:cxn>
                <a:cxn ang="0">
                  <a:pos x="1055" y="671"/>
                </a:cxn>
                <a:cxn ang="0">
                  <a:pos x="1055" y="213"/>
                </a:cxn>
                <a:cxn ang="0">
                  <a:pos x="619" y="0"/>
                </a:cxn>
                <a:cxn ang="0">
                  <a:pos x="213" y="213"/>
                </a:cxn>
                <a:cxn ang="0">
                  <a:pos x="0" y="877"/>
                </a:cxn>
                <a:cxn ang="0">
                  <a:pos x="0" y="877"/>
                </a:cxn>
                <a:cxn ang="0">
                  <a:pos x="213" y="671"/>
                </a:cxn>
                <a:cxn ang="0">
                  <a:pos x="450" y="450"/>
                </a:cxn>
                <a:cxn ang="0">
                  <a:pos x="619" y="671"/>
                </a:cxn>
                <a:cxn ang="0">
                  <a:pos x="832" y="877"/>
                </a:cxn>
                <a:cxn ang="0">
                  <a:pos x="619" y="1347"/>
                </a:cxn>
                <a:cxn ang="0">
                  <a:pos x="213" y="1544"/>
                </a:cxn>
                <a:cxn ang="0">
                  <a:pos x="213" y="1544"/>
                </a:cxn>
              </a:cxnLst>
              <a:rect l="txL" t="txT" r="txR" b="txB"/>
              <a:pathLst>
                <a:path w="35" h="84">
                  <a:moveTo>
                    <a:pt x="6" y="42"/>
                  </a:moveTo>
                  <a:lnTo>
                    <a:pt x="12" y="42"/>
                  </a:lnTo>
                  <a:lnTo>
                    <a:pt x="17" y="48"/>
                  </a:lnTo>
                  <a:lnTo>
                    <a:pt x="23" y="54"/>
                  </a:lnTo>
                  <a:lnTo>
                    <a:pt x="29" y="60"/>
                  </a:lnTo>
                  <a:lnTo>
                    <a:pt x="23" y="78"/>
                  </a:lnTo>
                  <a:lnTo>
                    <a:pt x="12" y="84"/>
                  </a:lnTo>
                  <a:lnTo>
                    <a:pt x="6" y="78"/>
                  </a:lnTo>
                  <a:lnTo>
                    <a:pt x="0" y="72"/>
                  </a:lnTo>
                  <a:lnTo>
                    <a:pt x="0" y="78"/>
                  </a:lnTo>
                  <a:lnTo>
                    <a:pt x="6" y="84"/>
                  </a:lnTo>
                  <a:lnTo>
                    <a:pt x="29" y="78"/>
                  </a:lnTo>
                  <a:lnTo>
                    <a:pt x="35" y="60"/>
                  </a:lnTo>
                  <a:lnTo>
                    <a:pt x="29" y="42"/>
                  </a:lnTo>
                  <a:lnTo>
                    <a:pt x="23" y="36"/>
                  </a:lnTo>
                  <a:lnTo>
                    <a:pt x="29" y="30"/>
                  </a:lnTo>
                  <a:lnTo>
                    <a:pt x="29" y="18"/>
                  </a:lnTo>
                  <a:lnTo>
                    <a:pt x="29" y="6"/>
                  </a:lnTo>
                  <a:lnTo>
                    <a:pt x="17" y="0"/>
                  </a:lnTo>
                  <a:lnTo>
                    <a:pt x="6" y="6"/>
                  </a:lnTo>
                  <a:lnTo>
                    <a:pt x="0" y="24"/>
                  </a:lnTo>
                  <a:lnTo>
                    <a:pt x="6" y="18"/>
                  </a:lnTo>
                  <a:lnTo>
                    <a:pt x="12" y="12"/>
                  </a:lnTo>
                  <a:lnTo>
                    <a:pt x="17" y="18"/>
                  </a:lnTo>
                  <a:lnTo>
                    <a:pt x="23" y="24"/>
                  </a:lnTo>
                  <a:lnTo>
                    <a:pt x="17" y="36"/>
                  </a:lnTo>
                  <a:lnTo>
                    <a:pt x="6" y="4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88" name="Freeform 268"/>
            <p:cNvSpPr>
              <a:spLocks noEditPoints="1"/>
            </p:cNvSpPr>
            <p:nvPr/>
          </p:nvSpPr>
          <p:spPr>
            <a:xfrm>
              <a:off x="4174" y="2711"/>
              <a:ext cx="34" cy="123"/>
            </a:xfrm>
            <a:custGeom>
              <a:avLst/>
              <a:gdLst>
                <a:gd name="txL" fmla="*/ 0 w 30"/>
                <a:gd name="txT" fmla="*/ 0 h 108"/>
                <a:gd name="txR" fmla="*/ 30 w 30"/>
                <a:gd name="txB" fmla="*/ 108 h 108"/>
              </a:gdLst>
              <a:ahLst/>
              <a:cxnLst>
                <a:cxn ang="0">
                  <a:pos x="716" y="2811"/>
                </a:cxn>
                <a:cxn ang="0">
                  <a:pos x="507" y="3201"/>
                </a:cxn>
                <a:cxn ang="0">
                  <a:pos x="348" y="3201"/>
                </a:cxn>
                <a:cxn ang="0">
                  <a:pos x="348" y="3201"/>
                </a:cxn>
                <a:cxn ang="0">
                  <a:pos x="348" y="3009"/>
                </a:cxn>
                <a:cxn ang="0">
                  <a:pos x="348" y="2811"/>
                </a:cxn>
                <a:cxn ang="0">
                  <a:pos x="716" y="1257"/>
                </a:cxn>
                <a:cxn ang="0">
                  <a:pos x="716" y="1257"/>
                </a:cxn>
                <a:cxn ang="0">
                  <a:pos x="348" y="1257"/>
                </a:cxn>
                <a:cxn ang="0">
                  <a:pos x="0" y="1257"/>
                </a:cxn>
                <a:cxn ang="0">
                  <a:pos x="0" y="1433"/>
                </a:cxn>
                <a:cxn ang="0">
                  <a:pos x="348" y="1433"/>
                </a:cxn>
                <a:cxn ang="0">
                  <a:pos x="348" y="1433"/>
                </a:cxn>
                <a:cxn ang="0">
                  <a:pos x="348" y="1858"/>
                </a:cxn>
                <a:cxn ang="0">
                  <a:pos x="164" y="2411"/>
                </a:cxn>
                <a:cxn ang="0">
                  <a:pos x="0" y="2811"/>
                </a:cxn>
                <a:cxn ang="0">
                  <a:pos x="0" y="3201"/>
                </a:cxn>
                <a:cxn ang="0">
                  <a:pos x="0" y="3406"/>
                </a:cxn>
                <a:cxn ang="0">
                  <a:pos x="164" y="3602"/>
                </a:cxn>
                <a:cxn ang="0">
                  <a:pos x="507" y="3406"/>
                </a:cxn>
                <a:cxn ang="0">
                  <a:pos x="716" y="3009"/>
                </a:cxn>
                <a:cxn ang="0">
                  <a:pos x="716" y="2811"/>
                </a:cxn>
                <a:cxn ang="0">
                  <a:pos x="902" y="203"/>
                </a:cxn>
                <a:cxn ang="0">
                  <a:pos x="902" y="203"/>
                </a:cxn>
                <a:cxn ang="0">
                  <a:pos x="716" y="0"/>
                </a:cxn>
                <a:cxn ang="0">
                  <a:pos x="507" y="0"/>
                </a:cxn>
                <a:cxn ang="0">
                  <a:pos x="507" y="203"/>
                </a:cxn>
                <a:cxn ang="0">
                  <a:pos x="507" y="413"/>
                </a:cxn>
                <a:cxn ang="0">
                  <a:pos x="716" y="609"/>
                </a:cxn>
                <a:cxn ang="0">
                  <a:pos x="902" y="413"/>
                </a:cxn>
                <a:cxn ang="0">
                  <a:pos x="902" y="203"/>
                </a:cxn>
                <a:cxn ang="0">
                  <a:pos x="902" y="203"/>
                </a:cxn>
              </a:cxnLst>
              <a:rect l="txL" t="txT" r="txR" b="txB"/>
              <a:pathLst>
                <a:path w="30" h="108">
                  <a:moveTo>
                    <a:pt x="24" y="84"/>
                  </a:moveTo>
                  <a:lnTo>
                    <a:pt x="18" y="96"/>
                  </a:lnTo>
                  <a:lnTo>
                    <a:pt x="12" y="96"/>
                  </a:lnTo>
                  <a:lnTo>
                    <a:pt x="12" y="90"/>
                  </a:lnTo>
                  <a:lnTo>
                    <a:pt x="12" y="84"/>
                  </a:lnTo>
                  <a:lnTo>
                    <a:pt x="24" y="36"/>
                  </a:lnTo>
                  <a:lnTo>
                    <a:pt x="12" y="36"/>
                  </a:lnTo>
                  <a:lnTo>
                    <a:pt x="0" y="36"/>
                  </a:lnTo>
                  <a:lnTo>
                    <a:pt x="0" y="42"/>
                  </a:lnTo>
                  <a:lnTo>
                    <a:pt x="12" y="42"/>
                  </a:lnTo>
                  <a:lnTo>
                    <a:pt x="12" y="54"/>
                  </a:lnTo>
                  <a:lnTo>
                    <a:pt x="6" y="72"/>
                  </a:lnTo>
                  <a:lnTo>
                    <a:pt x="0" y="84"/>
                  </a:lnTo>
                  <a:lnTo>
                    <a:pt x="0" y="96"/>
                  </a:lnTo>
                  <a:lnTo>
                    <a:pt x="0" y="102"/>
                  </a:lnTo>
                  <a:lnTo>
                    <a:pt x="6" y="108"/>
                  </a:lnTo>
                  <a:lnTo>
                    <a:pt x="18" y="102"/>
                  </a:lnTo>
                  <a:lnTo>
                    <a:pt x="24" y="90"/>
                  </a:lnTo>
                  <a:lnTo>
                    <a:pt x="24" y="84"/>
                  </a:lnTo>
                  <a:close/>
                  <a:moveTo>
                    <a:pt x="30" y="6"/>
                  </a:moveTo>
                  <a:lnTo>
                    <a:pt x="30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8" y="6"/>
                  </a:lnTo>
                  <a:lnTo>
                    <a:pt x="18" y="12"/>
                  </a:lnTo>
                  <a:lnTo>
                    <a:pt x="24" y="18"/>
                  </a:lnTo>
                  <a:lnTo>
                    <a:pt x="30" y="12"/>
                  </a:lnTo>
                  <a:lnTo>
                    <a:pt x="30" y="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89" name="Freeform 269"/>
            <p:cNvSpPr>
              <a:spLocks noEditPoints="1"/>
            </p:cNvSpPr>
            <p:nvPr/>
          </p:nvSpPr>
          <p:spPr>
            <a:xfrm>
              <a:off x="4208" y="2779"/>
              <a:ext cx="54" cy="96"/>
            </a:xfrm>
            <a:custGeom>
              <a:avLst/>
              <a:gdLst>
                <a:gd name="txL" fmla="*/ 0 w 48"/>
                <a:gd name="txT" fmla="*/ 0 h 84"/>
                <a:gd name="txR" fmla="*/ 48 w 48"/>
                <a:gd name="txB" fmla="*/ 84 h 84"/>
              </a:gdLst>
              <a:ahLst/>
              <a:cxnLst>
                <a:cxn ang="0">
                  <a:pos x="1173" y="2010"/>
                </a:cxn>
                <a:cxn ang="0">
                  <a:pos x="880" y="2010"/>
                </a:cxn>
                <a:cxn ang="0">
                  <a:pos x="880" y="0"/>
                </a:cxn>
                <a:cxn ang="0">
                  <a:pos x="732" y="0"/>
                </a:cxn>
                <a:cxn ang="0">
                  <a:pos x="0" y="2010"/>
                </a:cxn>
                <a:cxn ang="0">
                  <a:pos x="0" y="2422"/>
                </a:cxn>
                <a:cxn ang="0">
                  <a:pos x="732" y="2422"/>
                </a:cxn>
                <a:cxn ang="0">
                  <a:pos x="732" y="3121"/>
                </a:cxn>
                <a:cxn ang="0">
                  <a:pos x="880" y="3121"/>
                </a:cxn>
                <a:cxn ang="0">
                  <a:pos x="880" y="2422"/>
                </a:cxn>
                <a:cxn ang="0">
                  <a:pos x="1173" y="2422"/>
                </a:cxn>
                <a:cxn ang="0">
                  <a:pos x="1173" y="2010"/>
                </a:cxn>
                <a:cxn ang="0">
                  <a:pos x="732" y="2010"/>
                </a:cxn>
                <a:cxn ang="0">
                  <a:pos x="158" y="2010"/>
                </a:cxn>
                <a:cxn ang="0">
                  <a:pos x="732" y="671"/>
                </a:cxn>
                <a:cxn ang="0">
                  <a:pos x="732" y="671"/>
                </a:cxn>
                <a:cxn ang="0">
                  <a:pos x="732" y="2010"/>
                </a:cxn>
              </a:cxnLst>
              <a:rect l="txL" t="txT" r="txR" b="txB"/>
              <a:pathLst>
                <a:path w="48" h="84">
                  <a:moveTo>
                    <a:pt x="48" y="54"/>
                  </a:moveTo>
                  <a:lnTo>
                    <a:pt x="36" y="54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0" y="54"/>
                  </a:lnTo>
                  <a:lnTo>
                    <a:pt x="0" y="66"/>
                  </a:lnTo>
                  <a:lnTo>
                    <a:pt x="30" y="66"/>
                  </a:lnTo>
                  <a:lnTo>
                    <a:pt x="30" y="84"/>
                  </a:lnTo>
                  <a:lnTo>
                    <a:pt x="36" y="84"/>
                  </a:lnTo>
                  <a:lnTo>
                    <a:pt x="36" y="66"/>
                  </a:lnTo>
                  <a:lnTo>
                    <a:pt x="48" y="66"/>
                  </a:lnTo>
                  <a:lnTo>
                    <a:pt x="48" y="54"/>
                  </a:lnTo>
                  <a:close/>
                  <a:moveTo>
                    <a:pt x="30" y="54"/>
                  </a:moveTo>
                  <a:lnTo>
                    <a:pt x="6" y="54"/>
                  </a:lnTo>
                  <a:lnTo>
                    <a:pt x="30" y="18"/>
                  </a:lnTo>
                  <a:lnTo>
                    <a:pt x="30" y="5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90" name="Freeform 270"/>
            <p:cNvSpPr/>
            <p:nvPr/>
          </p:nvSpPr>
          <p:spPr>
            <a:xfrm>
              <a:off x="2682" y="2039"/>
              <a:ext cx="289" cy="48"/>
            </a:xfrm>
            <a:custGeom>
              <a:avLst/>
              <a:gdLst>
                <a:gd name="txL" fmla="*/ 0 w 257"/>
                <a:gd name="txT" fmla="*/ 0 h 42"/>
                <a:gd name="txR" fmla="*/ 257 w 257"/>
                <a:gd name="txB" fmla="*/ 42 h 42"/>
              </a:gdLst>
              <a:ahLst/>
              <a:cxnLst>
                <a:cxn ang="0">
                  <a:pos x="0" y="1544"/>
                </a:cxn>
                <a:cxn ang="0">
                  <a:pos x="0" y="0"/>
                </a:cxn>
                <a:cxn ang="0">
                  <a:pos x="6077" y="0"/>
                </a:cxn>
                <a:cxn ang="0">
                  <a:pos x="6077" y="1544"/>
                </a:cxn>
                <a:cxn ang="0">
                  <a:pos x="0" y="1544"/>
                </a:cxn>
                <a:cxn ang="0">
                  <a:pos x="0" y="1544"/>
                </a:cxn>
              </a:cxnLst>
              <a:rect l="txL" t="txT" r="txR" b="txB"/>
              <a:pathLst>
                <a:path w="257" h="42">
                  <a:moveTo>
                    <a:pt x="0" y="42"/>
                  </a:moveTo>
                  <a:lnTo>
                    <a:pt x="0" y="0"/>
                  </a:lnTo>
                  <a:lnTo>
                    <a:pt x="257" y="0"/>
                  </a:lnTo>
                  <a:lnTo>
                    <a:pt x="257" y="42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91" name="Freeform 271"/>
            <p:cNvSpPr/>
            <p:nvPr/>
          </p:nvSpPr>
          <p:spPr>
            <a:xfrm>
              <a:off x="2957" y="2060"/>
              <a:ext cx="20" cy="61"/>
            </a:xfrm>
            <a:custGeom>
              <a:avLst/>
              <a:gdLst>
                <a:gd name="txL" fmla="*/ 0 w 18"/>
                <a:gd name="txT" fmla="*/ 0 h 54"/>
                <a:gd name="txR" fmla="*/ 18 w 18"/>
                <a:gd name="txB" fmla="*/ 54 h 54"/>
              </a:gdLst>
              <a:ahLst/>
              <a:cxnLst>
                <a:cxn ang="0">
                  <a:pos x="308" y="0"/>
                </a:cxn>
                <a:cxn ang="0">
                  <a:pos x="0" y="1456"/>
                </a:cxn>
                <a:cxn ang="0">
                  <a:pos x="308" y="0"/>
                </a:cxn>
                <a:cxn ang="0">
                  <a:pos x="308" y="0"/>
                </a:cxn>
              </a:cxnLst>
              <a:rect l="txL" t="txT" r="txR" b="txB"/>
              <a:pathLst>
                <a:path w="18" h="54">
                  <a:moveTo>
                    <a:pt x="18" y="0"/>
                  </a:moveTo>
                  <a:lnTo>
                    <a:pt x="0" y="54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92" name="Freeform 272"/>
            <p:cNvSpPr>
              <a:spLocks noEditPoints="1"/>
            </p:cNvSpPr>
            <p:nvPr/>
          </p:nvSpPr>
          <p:spPr>
            <a:xfrm>
              <a:off x="2937" y="2060"/>
              <a:ext cx="20" cy="61"/>
            </a:xfrm>
            <a:custGeom>
              <a:avLst/>
              <a:gdLst>
                <a:gd name="txL" fmla="*/ 0 w 18"/>
                <a:gd name="txT" fmla="*/ 0 h 54"/>
                <a:gd name="txR" fmla="*/ 18 w 18"/>
                <a:gd name="txB" fmla="*/ 54 h 54"/>
              </a:gdLst>
              <a:ahLst/>
              <a:cxnLst>
                <a:cxn ang="0">
                  <a:pos x="308" y="1456"/>
                </a:cxn>
                <a:cxn ang="0">
                  <a:pos x="0" y="0"/>
                </a:cxn>
                <a:cxn ang="0">
                  <a:pos x="308" y="1456"/>
                </a:cxn>
                <a:cxn ang="0">
                  <a:pos x="308" y="1456"/>
                </a:cxn>
                <a:cxn ang="0">
                  <a:pos x="308" y="1456"/>
                </a:cxn>
                <a:cxn ang="0">
                  <a:pos x="308" y="1456"/>
                </a:cxn>
                <a:cxn ang="0">
                  <a:pos x="308" y="1456"/>
                </a:cxn>
              </a:cxnLst>
              <a:rect l="txL" t="txT" r="txR" b="txB"/>
              <a:pathLst>
                <a:path w="18" h="54">
                  <a:moveTo>
                    <a:pt x="18" y="54"/>
                  </a:moveTo>
                  <a:lnTo>
                    <a:pt x="0" y="0"/>
                  </a:lnTo>
                  <a:lnTo>
                    <a:pt x="18" y="54"/>
                  </a:lnTo>
                  <a:close/>
                  <a:moveTo>
                    <a:pt x="18" y="54"/>
                  </a:moveTo>
                  <a:lnTo>
                    <a:pt x="18" y="54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93" name="Freeform 273"/>
            <p:cNvSpPr>
              <a:spLocks noEditPoints="1"/>
            </p:cNvSpPr>
            <p:nvPr/>
          </p:nvSpPr>
          <p:spPr>
            <a:xfrm>
              <a:off x="2917" y="2005"/>
              <a:ext cx="20" cy="55"/>
            </a:xfrm>
            <a:custGeom>
              <a:avLst/>
              <a:gdLst>
                <a:gd name="txL" fmla="*/ 0 w 18"/>
                <a:gd name="txT" fmla="*/ 0 h 48"/>
                <a:gd name="txR" fmla="*/ 18 w 18"/>
                <a:gd name="txB" fmla="*/ 48 h 48"/>
              </a:gdLst>
              <a:ahLst/>
              <a:cxnLst>
                <a:cxn ang="0">
                  <a:pos x="308" y="1896"/>
                </a:cxn>
                <a:cxn ang="0">
                  <a:pos x="0" y="0"/>
                </a:cxn>
                <a:cxn ang="0">
                  <a:pos x="308" y="1896"/>
                </a:cxn>
                <a:cxn ang="0">
                  <a:pos x="308" y="1896"/>
                </a:cxn>
                <a:cxn ang="0">
                  <a:pos x="308" y="1896"/>
                </a:cxn>
                <a:cxn ang="0">
                  <a:pos x="308" y="1896"/>
                </a:cxn>
                <a:cxn ang="0">
                  <a:pos x="308" y="1896"/>
                </a:cxn>
              </a:cxnLst>
              <a:rect l="txL" t="txT" r="txR" b="txB"/>
              <a:pathLst>
                <a:path w="18" h="48">
                  <a:moveTo>
                    <a:pt x="18" y="48"/>
                  </a:moveTo>
                  <a:lnTo>
                    <a:pt x="0" y="0"/>
                  </a:lnTo>
                  <a:lnTo>
                    <a:pt x="18" y="48"/>
                  </a:lnTo>
                  <a:close/>
                  <a:moveTo>
                    <a:pt x="18" y="48"/>
                  </a:moveTo>
                  <a:lnTo>
                    <a:pt x="18" y="4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94" name="Freeform 274"/>
            <p:cNvSpPr>
              <a:spLocks noEditPoints="1"/>
            </p:cNvSpPr>
            <p:nvPr/>
          </p:nvSpPr>
          <p:spPr>
            <a:xfrm>
              <a:off x="2903" y="2005"/>
              <a:ext cx="14" cy="55"/>
            </a:xfrm>
            <a:custGeom>
              <a:avLst/>
              <a:gdLst>
                <a:gd name="txL" fmla="*/ 0 w 12"/>
                <a:gd name="txT" fmla="*/ 0 h 48"/>
                <a:gd name="txR" fmla="*/ 12 w 12"/>
                <a:gd name="txB" fmla="*/ 48 h 48"/>
              </a:gdLst>
              <a:ahLst/>
              <a:cxnLst>
                <a:cxn ang="0">
                  <a:pos x="775" y="0"/>
                </a:cxn>
                <a:cxn ang="0">
                  <a:pos x="0" y="1896"/>
                </a:cxn>
                <a:cxn ang="0">
                  <a:pos x="775" y="0"/>
                </a:cxn>
                <a:cxn ang="0">
                  <a:pos x="775" y="0"/>
                </a:cxn>
                <a:cxn ang="0">
                  <a:pos x="775" y="0"/>
                </a:cxn>
                <a:cxn ang="0">
                  <a:pos x="775" y="0"/>
                </a:cxn>
                <a:cxn ang="0">
                  <a:pos x="775" y="0"/>
                </a:cxn>
              </a:cxnLst>
              <a:rect l="txL" t="txT" r="txR" b="txB"/>
              <a:pathLst>
                <a:path w="12" h="48">
                  <a:moveTo>
                    <a:pt x="12" y="0"/>
                  </a:moveTo>
                  <a:lnTo>
                    <a:pt x="0" y="48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95" name="Freeform 275"/>
            <p:cNvSpPr>
              <a:spLocks noEditPoints="1"/>
            </p:cNvSpPr>
            <p:nvPr/>
          </p:nvSpPr>
          <p:spPr>
            <a:xfrm>
              <a:off x="2903" y="2060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96" name="Freeform 276"/>
            <p:cNvSpPr>
              <a:spLocks noEditPoints="1"/>
            </p:cNvSpPr>
            <p:nvPr/>
          </p:nvSpPr>
          <p:spPr>
            <a:xfrm>
              <a:off x="2884" y="2060"/>
              <a:ext cx="19" cy="61"/>
            </a:xfrm>
            <a:custGeom>
              <a:avLst/>
              <a:gdLst>
                <a:gd name="txL" fmla="*/ 0 w 17"/>
                <a:gd name="txT" fmla="*/ 0 h 54"/>
                <a:gd name="txR" fmla="*/ 17 w 17"/>
                <a:gd name="txB" fmla="*/ 54 h 54"/>
              </a:gdLst>
              <a:ahLst/>
              <a:cxnLst>
                <a:cxn ang="0">
                  <a:pos x="330" y="0"/>
                </a:cxn>
                <a:cxn ang="0">
                  <a:pos x="0" y="1456"/>
                </a:cxn>
                <a:cxn ang="0">
                  <a:pos x="330" y="0"/>
                </a:cxn>
                <a:cxn ang="0">
                  <a:pos x="330" y="0"/>
                </a:cxn>
                <a:cxn ang="0">
                  <a:pos x="330" y="0"/>
                </a:cxn>
                <a:cxn ang="0">
                  <a:pos x="330" y="0"/>
                </a:cxn>
                <a:cxn ang="0">
                  <a:pos x="330" y="0"/>
                </a:cxn>
              </a:cxnLst>
              <a:rect l="txL" t="txT" r="txR" b="txB"/>
              <a:pathLst>
                <a:path w="17" h="54">
                  <a:moveTo>
                    <a:pt x="17" y="0"/>
                  </a:moveTo>
                  <a:lnTo>
                    <a:pt x="0" y="54"/>
                  </a:lnTo>
                  <a:lnTo>
                    <a:pt x="17" y="0"/>
                  </a:lnTo>
                  <a:close/>
                  <a:moveTo>
                    <a:pt x="17" y="0"/>
                  </a:moveTo>
                  <a:lnTo>
                    <a:pt x="17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97" name="Freeform 277"/>
            <p:cNvSpPr>
              <a:spLocks noEditPoints="1"/>
            </p:cNvSpPr>
            <p:nvPr/>
          </p:nvSpPr>
          <p:spPr>
            <a:xfrm>
              <a:off x="2864" y="2060"/>
              <a:ext cx="20" cy="61"/>
            </a:xfrm>
            <a:custGeom>
              <a:avLst/>
              <a:gdLst>
                <a:gd name="txL" fmla="*/ 0 w 18"/>
                <a:gd name="txT" fmla="*/ 0 h 54"/>
                <a:gd name="txR" fmla="*/ 18 w 18"/>
                <a:gd name="txB" fmla="*/ 54 h 54"/>
              </a:gdLst>
              <a:ahLst/>
              <a:cxnLst>
                <a:cxn ang="0">
                  <a:pos x="308" y="1456"/>
                </a:cxn>
                <a:cxn ang="0">
                  <a:pos x="0" y="0"/>
                </a:cxn>
                <a:cxn ang="0">
                  <a:pos x="308" y="1456"/>
                </a:cxn>
                <a:cxn ang="0">
                  <a:pos x="308" y="1456"/>
                </a:cxn>
                <a:cxn ang="0">
                  <a:pos x="308" y="1456"/>
                </a:cxn>
                <a:cxn ang="0">
                  <a:pos x="308" y="1456"/>
                </a:cxn>
                <a:cxn ang="0">
                  <a:pos x="308" y="1456"/>
                </a:cxn>
              </a:cxnLst>
              <a:rect l="txL" t="txT" r="txR" b="txB"/>
              <a:pathLst>
                <a:path w="18" h="54">
                  <a:moveTo>
                    <a:pt x="18" y="54"/>
                  </a:moveTo>
                  <a:lnTo>
                    <a:pt x="0" y="0"/>
                  </a:lnTo>
                  <a:lnTo>
                    <a:pt x="18" y="54"/>
                  </a:lnTo>
                  <a:close/>
                  <a:moveTo>
                    <a:pt x="18" y="54"/>
                  </a:moveTo>
                  <a:lnTo>
                    <a:pt x="18" y="54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98" name="Freeform 278"/>
            <p:cNvSpPr>
              <a:spLocks noEditPoints="1"/>
            </p:cNvSpPr>
            <p:nvPr/>
          </p:nvSpPr>
          <p:spPr>
            <a:xfrm>
              <a:off x="2844" y="2005"/>
              <a:ext cx="20" cy="55"/>
            </a:xfrm>
            <a:custGeom>
              <a:avLst/>
              <a:gdLst>
                <a:gd name="txL" fmla="*/ 0 w 18"/>
                <a:gd name="txT" fmla="*/ 0 h 48"/>
                <a:gd name="txR" fmla="*/ 18 w 18"/>
                <a:gd name="txB" fmla="*/ 48 h 48"/>
              </a:gdLst>
              <a:ahLst/>
              <a:cxnLst>
                <a:cxn ang="0">
                  <a:pos x="308" y="1896"/>
                </a:cxn>
                <a:cxn ang="0">
                  <a:pos x="0" y="0"/>
                </a:cxn>
                <a:cxn ang="0">
                  <a:pos x="308" y="1896"/>
                </a:cxn>
                <a:cxn ang="0">
                  <a:pos x="308" y="1896"/>
                </a:cxn>
                <a:cxn ang="0">
                  <a:pos x="308" y="1896"/>
                </a:cxn>
                <a:cxn ang="0">
                  <a:pos x="308" y="1896"/>
                </a:cxn>
                <a:cxn ang="0">
                  <a:pos x="308" y="1896"/>
                </a:cxn>
              </a:cxnLst>
              <a:rect l="txL" t="txT" r="txR" b="txB"/>
              <a:pathLst>
                <a:path w="18" h="48">
                  <a:moveTo>
                    <a:pt x="18" y="48"/>
                  </a:moveTo>
                  <a:lnTo>
                    <a:pt x="0" y="0"/>
                  </a:lnTo>
                  <a:lnTo>
                    <a:pt x="18" y="48"/>
                  </a:lnTo>
                  <a:close/>
                  <a:moveTo>
                    <a:pt x="18" y="48"/>
                  </a:moveTo>
                  <a:lnTo>
                    <a:pt x="18" y="4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99" name="Freeform 279"/>
            <p:cNvSpPr>
              <a:spLocks noEditPoints="1"/>
            </p:cNvSpPr>
            <p:nvPr/>
          </p:nvSpPr>
          <p:spPr>
            <a:xfrm>
              <a:off x="2823" y="2005"/>
              <a:ext cx="21" cy="55"/>
            </a:xfrm>
            <a:custGeom>
              <a:avLst/>
              <a:gdLst>
                <a:gd name="txL" fmla="*/ 0 w 18"/>
                <a:gd name="txT" fmla="*/ 0 h 48"/>
                <a:gd name="txR" fmla="*/ 18 w 18"/>
                <a:gd name="txB" fmla="*/ 48 h 48"/>
              </a:gdLst>
              <a:ahLst/>
              <a:cxnLst>
                <a:cxn ang="0">
                  <a:pos x="1210" y="0"/>
                </a:cxn>
                <a:cxn ang="0">
                  <a:pos x="0" y="1896"/>
                </a:cxn>
                <a:cxn ang="0">
                  <a:pos x="1210" y="0"/>
                </a:cxn>
                <a:cxn ang="0">
                  <a:pos x="1210" y="0"/>
                </a:cxn>
                <a:cxn ang="0">
                  <a:pos x="1210" y="0"/>
                </a:cxn>
                <a:cxn ang="0">
                  <a:pos x="1210" y="0"/>
                </a:cxn>
                <a:cxn ang="0">
                  <a:pos x="1210" y="0"/>
                </a:cxn>
              </a:cxnLst>
              <a:rect l="txL" t="txT" r="txR" b="txB"/>
              <a:pathLst>
                <a:path w="18" h="48">
                  <a:moveTo>
                    <a:pt x="18" y="0"/>
                  </a:moveTo>
                  <a:lnTo>
                    <a:pt x="0" y="48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00" name="Freeform 280"/>
            <p:cNvSpPr>
              <a:spLocks noEditPoints="1"/>
            </p:cNvSpPr>
            <p:nvPr/>
          </p:nvSpPr>
          <p:spPr>
            <a:xfrm>
              <a:off x="2810" y="2060"/>
              <a:ext cx="13" cy="61"/>
            </a:xfrm>
            <a:custGeom>
              <a:avLst/>
              <a:gdLst>
                <a:gd name="txL" fmla="*/ 0 w 12"/>
                <a:gd name="txT" fmla="*/ 0 h 54"/>
                <a:gd name="txR" fmla="*/ 12 w 12"/>
                <a:gd name="txB" fmla="*/ 54 h 54"/>
              </a:gdLst>
              <a:ahLst/>
              <a:cxnLst>
                <a:cxn ang="0">
                  <a:pos x="102" y="0"/>
                </a:cxn>
                <a:cxn ang="0">
                  <a:pos x="0" y="1456"/>
                </a:cxn>
                <a:cxn ang="0">
                  <a:pos x="102" y="0"/>
                </a:cxn>
                <a:cxn ang="0">
                  <a:pos x="102" y="0"/>
                </a:cxn>
                <a:cxn ang="0">
                  <a:pos x="102" y="0"/>
                </a:cxn>
                <a:cxn ang="0">
                  <a:pos x="102" y="0"/>
                </a:cxn>
                <a:cxn ang="0">
                  <a:pos x="102" y="0"/>
                </a:cxn>
              </a:cxnLst>
              <a:rect l="txL" t="txT" r="txR" b="txB"/>
              <a:pathLst>
                <a:path w="12" h="54">
                  <a:moveTo>
                    <a:pt x="12" y="0"/>
                  </a:moveTo>
                  <a:lnTo>
                    <a:pt x="0" y="54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01" name="Freeform 281"/>
            <p:cNvSpPr>
              <a:spLocks noEditPoints="1"/>
            </p:cNvSpPr>
            <p:nvPr/>
          </p:nvSpPr>
          <p:spPr>
            <a:xfrm>
              <a:off x="2790" y="2060"/>
              <a:ext cx="20" cy="61"/>
            </a:xfrm>
            <a:custGeom>
              <a:avLst/>
              <a:gdLst>
                <a:gd name="txL" fmla="*/ 0 w 18"/>
                <a:gd name="txT" fmla="*/ 0 h 54"/>
                <a:gd name="txR" fmla="*/ 18 w 18"/>
                <a:gd name="txB" fmla="*/ 54 h 54"/>
              </a:gdLst>
              <a:ahLst/>
              <a:cxnLst>
                <a:cxn ang="0">
                  <a:pos x="308" y="1456"/>
                </a:cxn>
                <a:cxn ang="0">
                  <a:pos x="0" y="0"/>
                </a:cxn>
                <a:cxn ang="0">
                  <a:pos x="308" y="1456"/>
                </a:cxn>
                <a:cxn ang="0">
                  <a:pos x="308" y="1456"/>
                </a:cxn>
                <a:cxn ang="0">
                  <a:pos x="308" y="1456"/>
                </a:cxn>
                <a:cxn ang="0">
                  <a:pos x="308" y="1456"/>
                </a:cxn>
                <a:cxn ang="0">
                  <a:pos x="308" y="1456"/>
                </a:cxn>
              </a:cxnLst>
              <a:rect l="txL" t="txT" r="txR" b="txB"/>
              <a:pathLst>
                <a:path w="18" h="54">
                  <a:moveTo>
                    <a:pt x="18" y="54"/>
                  </a:moveTo>
                  <a:lnTo>
                    <a:pt x="0" y="0"/>
                  </a:lnTo>
                  <a:lnTo>
                    <a:pt x="18" y="54"/>
                  </a:lnTo>
                  <a:close/>
                  <a:moveTo>
                    <a:pt x="18" y="54"/>
                  </a:moveTo>
                  <a:lnTo>
                    <a:pt x="18" y="54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02" name="Freeform 282"/>
            <p:cNvSpPr>
              <a:spLocks noEditPoints="1"/>
            </p:cNvSpPr>
            <p:nvPr/>
          </p:nvSpPr>
          <p:spPr>
            <a:xfrm>
              <a:off x="2769" y="2005"/>
              <a:ext cx="21" cy="55"/>
            </a:xfrm>
            <a:custGeom>
              <a:avLst/>
              <a:gdLst>
                <a:gd name="txL" fmla="*/ 0 w 18"/>
                <a:gd name="txT" fmla="*/ 0 h 48"/>
                <a:gd name="txR" fmla="*/ 18 w 18"/>
                <a:gd name="txB" fmla="*/ 48 h 48"/>
              </a:gdLst>
              <a:ahLst/>
              <a:cxnLst>
                <a:cxn ang="0">
                  <a:pos x="1210" y="1896"/>
                </a:cxn>
                <a:cxn ang="0">
                  <a:pos x="0" y="0"/>
                </a:cxn>
                <a:cxn ang="0">
                  <a:pos x="1210" y="1896"/>
                </a:cxn>
                <a:cxn ang="0">
                  <a:pos x="1210" y="1896"/>
                </a:cxn>
                <a:cxn ang="0">
                  <a:pos x="1210" y="1896"/>
                </a:cxn>
                <a:cxn ang="0">
                  <a:pos x="1210" y="1896"/>
                </a:cxn>
                <a:cxn ang="0">
                  <a:pos x="1210" y="1896"/>
                </a:cxn>
              </a:cxnLst>
              <a:rect l="txL" t="txT" r="txR" b="txB"/>
              <a:pathLst>
                <a:path w="18" h="48">
                  <a:moveTo>
                    <a:pt x="18" y="48"/>
                  </a:moveTo>
                  <a:lnTo>
                    <a:pt x="0" y="0"/>
                  </a:lnTo>
                  <a:lnTo>
                    <a:pt x="18" y="48"/>
                  </a:lnTo>
                  <a:close/>
                  <a:moveTo>
                    <a:pt x="18" y="48"/>
                  </a:moveTo>
                  <a:lnTo>
                    <a:pt x="18" y="4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03" name="Freeform 283"/>
            <p:cNvSpPr>
              <a:spLocks noEditPoints="1"/>
            </p:cNvSpPr>
            <p:nvPr/>
          </p:nvSpPr>
          <p:spPr>
            <a:xfrm>
              <a:off x="2749" y="2005"/>
              <a:ext cx="20" cy="55"/>
            </a:xfrm>
            <a:custGeom>
              <a:avLst/>
              <a:gdLst>
                <a:gd name="txL" fmla="*/ 0 w 18"/>
                <a:gd name="txT" fmla="*/ 0 h 48"/>
                <a:gd name="txR" fmla="*/ 18 w 18"/>
                <a:gd name="txB" fmla="*/ 48 h 48"/>
              </a:gdLst>
              <a:ahLst/>
              <a:cxnLst>
                <a:cxn ang="0">
                  <a:pos x="308" y="0"/>
                </a:cxn>
                <a:cxn ang="0">
                  <a:pos x="0" y="1896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</a:cxnLst>
              <a:rect l="txL" t="txT" r="txR" b="txB"/>
              <a:pathLst>
                <a:path w="18" h="48">
                  <a:moveTo>
                    <a:pt x="18" y="0"/>
                  </a:moveTo>
                  <a:lnTo>
                    <a:pt x="0" y="48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04" name="Freeform 284"/>
            <p:cNvSpPr>
              <a:spLocks noEditPoints="1"/>
            </p:cNvSpPr>
            <p:nvPr/>
          </p:nvSpPr>
          <p:spPr>
            <a:xfrm>
              <a:off x="2729" y="2060"/>
              <a:ext cx="20" cy="61"/>
            </a:xfrm>
            <a:custGeom>
              <a:avLst/>
              <a:gdLst>
                <a:gd name="txL" fmla="*/ 0 w 18"/>
                <a:gd name="txT" fmla="*/ 0 h 54"/>
                <a:gd name="txR" fmla="*/ 18 w 18"/>
                <a:gd name="txB" fmla="*/ 54 h 54"/>
              </a:gdLst>
              <a:ahLst/>
              <a:cxnLst>
                <a:cxn ang="0">
                  <a:pos x="308" y="0"/>
                </a:cxn>
                <a:cxn ang="0">
                  <a:pos x="0" y="1456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</a:cxnLst>
              <a:rect l="txL" t="txT" r="txR" b="txB"/>
              <a:pathLst>
                <a:path w="18" h="54">
                  <a:moveTo>
                    <a:pt x="18" y="0"/>
                  </a:moveTo>
                  <a:lnTo>
                    <a:pt x="0" y="54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05" name="Freeform 285"/>
            <p:cNvSpPr>
              <a:spLocks noEditPoints="1"/>
            </p:cNvSpPr>
            <p:nvPr/>
          </p:nvSpPr>
          <p:spPr>
            <a:xfrm>
              <a:off x="2716" y="2060"/>
              <a:ext cx="13" cy="61"/>
            </a:xfrm>
            <a:custGeom>
              <a:avLst/>
              <a:gdLst>
                <a:gd name="txL" fmla="*/ 0 w 12"/>
                <a:gd name="txT" fmla="*/ 0 h 54"/>
                <a:gd name="txR" fmla="*/ 12 w 12"/>
                <a:gd name="txB" fmla="*/ 54 h 54"/>
              </a:gdLst>
              <a:ahLst/>
              <a:cxnLst>
                <a:cxn ang="0">
                  <a:pos x="102" y="1456"/>
                </a:cxn>
                <a:cxn ang="0">
                  <a:pos x="0" y="0"/>
                </a:cxn>
                <a:cxn ang="0">
                  <a:pos x="102" y="1456"/>
                </a:cxn>
                <a:cxn ang="0">
                  <a:pos x="102" y="1456"/>
                </a:cxn>
                <a:cxn ang="0">
                  <a:pos x="102" y="1456"/>
                </a:cxn>
                <a:cxn ang="0">
                  <a:pos x="102" y="1456"/>
                </a:cxn>
                <a:cxn ang="0">
                  <a:pos x="102" y="1456"/>
                </a:cxn>
              </a:cxnLst>
              <a:rect l="txL" t="txT" r="txR" b="txB"/>
              <a:pathLst>
                <a:path w="12" h="54">
                  <a:moveTo>
                    <a:pt x="12" y="54"/>
                  </a:moveTo>
                  <a:lnTo>
                    <a:pt x="0" y="0"/>
                  </a:lnTo>
                  <a:lnTo>
                    <a:pt x="12" y="54"/>
                  </a:lnTo>
                  <a:close/>
                  <a:moveTo>
                    <a:pt x="12" y="54"/>
                  </a:moveTo>
                  <a:lnTo>
                    <a:pt x="12" y="54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06" name="Freeform 286"/>
            <p:cNvSpPr>
              <a:spLocks noEditPoints="1"/>
            </p:cNvSpPr>
            <p:nvPr/>
          </p:nvSpPr>
          <p:spPr>
            <a:xfrm>
              <a:off x="2695" y="2005"/>
              <a:ext cx="21" cy="55"/>
            </a:xfrm>
            <a:custGeom>
              <a:avLst/>
              <a:gdLst>
                <a:gd name="txL" fmla="*/ 0 w 18"/>
                <a:gd name="txT" fmla="*/ 0 h 48"/>
                <a:gd name="txR" fmla="*/ 18 w 18"/>
                <a:gd name="txB" fmla="*/ 48 h 48"/>
              </a:gdLst>
              <a:ahLst/>
              <a:cxnLst>
                <a:cxn ang="0">
                  <a:pos x="1210" y="1896"/>
                </a:cxn>
                <a:cxn ang="0">
                  <a:pos x="0" y="0"/>
                </a:cxn>
                <a:cxn ang="0">
                  <a:pos x="1210" y="1896"/>
                </a:cxn>
                <a:cxn ang="0">
                  <a:pos x="1210" y="1896"/>
                </a:cxn>
                <a:cxn ang="0">
                  <a:pos x="1210" y="1896"/>
                </a:cxn>
                <a:cxn ang="0">
                  <a:pos x="1210" y="1896"/>
                </a:cxn>
                <a:cxn ang="0">
                  <a:pos x="1210" y="1896"/>
                </a:cxn>
              </a:cxnLst>
              <a:rect l="txL" t="txT" r="txR" b="txB"/>
              <a:pathLst>
                <a:path w="18" h="48">
                  <a:moveTo>
                    <a:pt x="18" y="48"/>
                  </a:moveTo>
                  <a:lnTo>
                    <a:pt x="0" y="0"/>
                  </a:lnTo>
                  <a:lnTo>
                    <a:pt x="18" y="48"/>
                  </a:lnTo>
                  <a:close/>
                  <a:moveTo>
                    <a:pt x="18" y="48"/>
                  </a:moveTo>
                  <a:lnTo>
                    <a:pt x="18" y="4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07" name="Freeform 287"/>
            <p:cNvSpPr>
              <a:spLocks noEditPoints="1"/>
            </p:cNvSpPr>
            <p:nvPr/>
          </p:nvSpPr>
          <p:spPr>
            <a:xfrm>
              <a:off x="2675" y="2005"/>
              <a:ext cx="20" cy="61"/>
            </a:xfrm>
            <a:custGeom>
              <a:avLst/>
              <a:gdLst>
                <a:gd name="txL" fmla="*/ 0 w 18"/>
                <a:gd name="txT" fmla="*/ 0 h 54"/>
                <a:gd name="txR" fmla="*/ 18 w 18"/>
                <a:gd name="txB" fmla="*/ 54 h 54"/>
              </a:gdLst>
              <a:ahLst/>
              <a:cxnLst>
                <a:cxn ang="0">
                  <a:pos x="308" y="0"/>
                </a:cxn>
                <a:cxn ang="0">
                  <a:pos x="0" y="1456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</a:cxnLst>
              <a:rect l="txL" t="txT" r="txR" b="txB"/>
              <a:pathLst>
                <a:path w="18" h="54">
                  <a:moveTo>
                    <a:pt x="18" y="0"/>
                  </a:moveTo>
                  <a:lnTo>
                    <a:pt x="0" y="54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08" name="Freeform 288"/>
            <p:cNvSpPr/>
            <p:nvPr/>
          </p:nvSpPr>
          <p:spPr>
            <a:xfrm>
              <a:off x="3992" y="2039"/>
              <a:ext cx="297" cy="48"/>
            </a:xfrm>
            <a:custGeom>
              <a:avLst/>
              <a:gdLst>
                <a:gd name="txL" fmla="*/ 0 w 264"/>
                <a:gd name="txT" fmla="*/ 0 h 42"/>
                <a:gd name="txR" fmla="*/ 264 w 264"/>
                <a:gd name="txB" fmla="*/ 42 h 42"/>
              </a:gdLst>
              <a:ahLst/>
              <a:cxnLst>
                <a:cxn ang="0">
                  <a:pos x="0" y="1544"/>
                </a:cxn>
                <a:cxn ang="0">
                  <a:pos x="0" y="0"/>
                </a:cxn>
                <a:cxn ang="0">
                  <a:pos x="6359" y="0"/>
                </a:cxn>
                <a:cxn ang="0">
                  <a:pos x="6359" y="1544"/>
                </a:cxn>
                <a:cxn ang="0">
                  <a:pos x="0" y="1544"/>
                </a:cxn>
                <a:cxn ang="0">
                  <a:pos x="0" y="1544"/>
                </a:cxn>
              </a:cxnLst>
              <a:rect l="txL" t="txT" r="txR" b="txB"/>
              <a:pathLst>
                <a:path w="264" h="42">
                  <a:moveTo>
                    <a:pt x="0" y="42"/>
                  </a:moveTo>
                  <a:lnTo>
                    <a:pt x="0" y="0"/>
                  </a:lnTo>
                  <a:lnTo>
                    <a:pt x="264" y="0"/>
                  </a:lnTo>
                  <a:lnTo>
                    <a:pt x="264" y="42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09" name="Freeform 289"/>
            <p:cNvSpPr/>
            <p:nvPr/>
          </p:nvSpPr>
          <p:spPr>
            <a:xfrm>
              <a:off x="4275" y="2060"/>
              <a:ext cx="20" cy="61"/>
            </a:xfrm>
            <a:custGeom>
              <a:avLst/>
              <a:gdLst>
                <a:gd name="txL" fmla="*/ 0 w 18"/>
                <a:gd name="txT" fmla="*/ 0 h 54"/>
                <a:gd name="txR" fmla="*/ 18 w 18"/>
                <a:gd name="txB" fmla="*/ 54 h 54"/>
              </a:gdLst>
              <a:ahLst/>
              <a:cxnLst>
                <a:cxn ang="0">
                  <a:pos x="308" y="0"/>
                </a:cxn>
                <a:cxn ang="0">
                  <a:pos x="0" y="1456"/>
                </a:cxn>
                <a:cxn ang="0">
                  <a:pos x="308" y="0"/>
                </a:cxn>
                <a:cxn ang="0">
                  <a:pos x="308" y="0"/>
                </a:cxn>
              </a:cxnLst>
              <a:rect l="txL" t="txT" r="txR" b="txB"/>
              <a:pathLst>
                <a:path w="18" h="54">
                  <a:moveTo>
                    <a:pt x="18" y="0"/>
                  </a:moveTo>
                  <a:lnTo>
                    <a:pt x="0" y="54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10" name="Freeform 290"/>
            <p:cNvSpPr>
              <a:spLocks noEditPoints="1"/>
            </p:cNvSpPr>
            <p:nvPr/>
          </p:nvSpPr>
          <p:spPr>
            <a:xfrm>
              <a:off x="4255" y="2060"/>
              <a:ext cx="20" cy="61"/>
            </a:xfrm>
            <a:custGeom>
              <a:avLst/>
              <a:gdLst>
                <a:gd name="txL" fmla="*/ 0 w 18"/>
                <a:gd name="txT" fmla="*/ 0 h 54"/>
                <a:gd name="txR" fmla="*/ 18 w 18"/>
                <a:gd name="txB" fmla="*/ 54 h 54"/>
              </a:gdLst>
              <a:ahLst/>
              <a:cxnLst>
                <a:cxn ang="0">
                  <a:pos x="308" y="1456"/>
                </a:cxn>
                <a:cxn ang="0">
                  <a:pos x="0" y="0"/>
                </a:cxn>
                <a:cxn ang="0">
                  <a:pos x="308" y="1456"/>
                </a:cxn>
                <a:cxn ang="0">
                  <a:pos x="308" y="1456"/>
                </a:cxn>
                <a:cxn ang="0">
                  <a:pos x="308" y="1456"/>
                </a:cxn>
                <a:cxn ang="0">
                  <a:pos x="308" y="1456"/>
                </a:cxn>
                <a:cxn ang="0">
                  <a:pos x="308" y="1456"/>
                </a:cxn>
              </a:cxnLst>
              <a:rect l="txL" t="txT" r="txR" b="txB"/>
              <a:pathLst>
                <a:path w="18" h="54">
                  <a:moveTo>
                    <a:pt x="18" y="54"/>
                  </a:moveTo>
                  <a:lnTo>
                    <a:pt x="0" y="0"/>
                  </a:lnTo>
                  <a:lnTo>
                    <a:pt x="18" y="54"/>
                  </a:lnTo>
                  <a:close/>
                  <a:moveTo>
                    <a:pt x="18" y="54"/>
                  </a:moveTo>
                  <a:lnTo>
                    <a:pt x="18" y="54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11" name="Freeform 291"/>
            <p:cNvSpPr>
              <a:spLocks noEditPoints="1"/>
            </p:cNvSpPr>
            <p:nvPr/>
          </p:nvSpPr>
          <p:spPr>
            <a:xfrm>
              <a:off x="4235" y="2005"/>
              <a:ext cx="20" cy="55"/>
            </a:xfrm>
            <a:custGeom>
              <a:avLst/>
              <a:gdLst>
                <a:gd name="txL" fmla="*/ 0 w 18"/>
                <a:gd name="txT" fmla="*/ 0 h 48"/>
                <a:gd name="txR" fmla="*/ 18 w 18"/>
                <a:gd name="txB" fmla="*/ 48 h 48"/>
              </a:gdLst>
              <a:ahLst/>
              <a:cxnLst>
                <a:cxn ang="0">
                  <a:pos x="308" y="1896"/>
                </a:cxn>
                <a:cxn ang="0">
                  <a:pos x="0" y="0"/>
                </a:cxn>
                <a:cxn ang="0">
                  <a:pos x="308" y="1896"/>
                </a:cxn>
                <a:cxn ang="0">
                  <a:pos x="308" y="1896"/>
                </a:cxn>
                <a:cxn ang="0">
                  <a:pos x="308" y="1896"/>
                </a:cxn>
                <a:cxn ang="0">
                  <a:pos x="308" y="1896"/>
                </a:cxn>
                <a:cxn ang="0">
                  <a:pos x="308" y="1896"/>
                </a:cxn>
              </a:cxnLst>
              <a:rect l="txL" t="txT" r="txR" b="txB"/>
              <a:pathLst>
                <a:path w="18" h="48">
                  <a:moveTo>
                    <a:pt x="18" y="48"/>
                  </a:moveTo>
                  <a:lnTo>
                    <a:pt x="0" y="0"/>
                  </a:lnTo>
                  <a:lnTo>
                    <a:pt x="18" y="48"/>
                  </a:lnTo>
                  <a:close/>
                  <a:moveTo>
                    <a:pt x="18" y="48"/>
                  </a:moveTo>
                  <a:lnTo>
                    <a:pt x="18" y="4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12" name="Freeform 292"/>
            <p:cNvSpPr>
              <a:spLocks noEditPoints="1"/>
            </p:cNvSpPr>
            <p:nvPr/>
          </p:nvSpPr>
          <p:spPr>
            <a:xfrm>
              <a:off x="4221" y="2005"/>
              <a:ext cx="14" cy="55"/>
            </a:xfrm>
            <a:custGeom>
              <a:avLst/>
              <a:gdLst>
                <a:gd name="txL" fmla="*/ 0 w 12"/>
                <a:gd name="txT" fmla="*/ 0 h 48"/>
                <a:gd name="txR" fmla="*/ 12 w 12"/>
                <a:gd name="txB" fmla="*/ 48 h 48"/>
              </a:gdLst>
              <a:ahLst/>
              <a:cxnLst>
                <a:cxn ang="0">
                  <a:pos x="775" y="0"/>
                </a:cxn>
                <a:cxn ang="0">
                  <a:pos x="0" y="1896"/>
                </a:cxn>
                <a:cxn ang="0">
                  <a:pos x="775" y="0"/>
                </a:cxn>
                <a:cxn ang="0">
                  <a:pos x="775" y="0"/>
                </a:cxn>
                <a:cxn ang="0">
                  <a:pos x="775" y="0"/>
                </a:cxn>
                <a:cxn ang="0">
                  <a:pos x="775" y="0"/>
                </a:cxn>
                <a:cxn ang="0">
                  <a:pos x="775" y="0"/>
                </a:cxn>
              </a:cxnLst>
              <a:rect l="txL" t="txT" r="txR" b="txB"/>
              <a:pathLst>
                <a:path w="12" h="48">
                  <a:moveTo>
                    <a:pt x="12" y="0"/>
                  </a:moveTo>
                  <a:lnTo>
                    <a:pt x="0" y="48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13" name="Freeform 293"/>
            <p:cNvSpPr>
              <a:spLocks noEditPoints="1"/>
            </p:cNvSpPr>
            <p:nvPr/>
          </p:nvSpPr>
          <p:spPr>
            <a:xfrm>
              <a:off x="4214" y="2060"/>
              <a:ext cx="7" cy="1"/>
            </a:xfrm>
            <a:custGeom>
              <a:avLst/>
              <a:gdLst>
                <a:gd name="txL" fmla="*/ 0 w 6"/>
                <a:gd name="txT" fmla="*/ 0 h 1"/>
                <a:gd name="txR" fmla="*/ 6 w 6"/>
                <a:gd name="txB" fmla="*/ 1 h 1"/>
              </a:gdLst>
              <a:ahLst/>
              <a:cxnLst>
                <a:cxn ang="0">
                  <a:pos x="411" y="0"/>
                </a:cxn>
                <a:cxn ang="0">
                  <a:pos x="0" y="0"/>
                </a:cxn>
                <a:cxn ang="0">
                  <a:pos x="411" y="0"/>
                </a:cxn>
                <a:cxn ang="0">
                  <a:pos x="411" y="0"/>
                </a:cxn>
                <a:cxn ang="0">
                  <a:pos x="411" y="0"/>
                </a:cxn>
                <a:cxn ang="0">
                  <a:pos x="411" y="0"/>
                </a:cxn>
                <a:cxn ang="0">
                  <a:pos x="411" y="0"/>
                </a:cxn>
              </a:cxnLst>
              <a:rect l="txL" t="txT" r="txR" b="txB"/>
              <a:pathLst>
                <a:path w="6" h="1">
                  <a:moveTo>
                    <a:pt x="6" y="0"/>
                  </a:moveTo>
                  <a:lnTo>
                    <a:pt x="0" y="0"/>
                  </a:lnTo>
                  <a:lnTo>
                    <a:pt x="6" y="0"/>
                  </a:lnTo>
                  <a:close/>
                  <a:moveTo>
                    <a:pt x="6" y="0"/>
                  </a:moveTo>
                  <a:lnTo>
                    <a:pt x="6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14" name="Freeform 294"/>
            <p:cNvSpPr>
              <a:spLocks noEditPoints="1"/>
            </p:cNvSpPr>
            <p:nvPr/>
          </p:nvSpPr>
          <p:spPr>
            <a:xfrm>
              <a:off x="4201" y="2060"/>
              <a:ext cx="13" cy="61"/>
            </a:xfrm>
            <a:custGeom>
              <a:avLst/>
              <a:gdLst>
                <a:gd name="txL" fmla="*/ 0 w 12"/>
                <a:gd name="txT" fmla="*/ 0 h 54"/>
                <a:gd name="txR" fmla="*/ 12 w 12"/>
                <a:gd name="txB" fmla="*/ 54 h 54"/>
              </a:gdLst>
              <a:ahLst/>
              <a:cxnLst>
                <a:cxn ang="0">
                  <a:pos x="102" y="0"/>
                </a:cxn>
                <a:cxn ang="0">
                  <a:pos x="0" y="1456"/>
                </a:cxn>
                <a:cxn ang="0">
                  <a:pos x="102" y="0"/>
                </a:cxn>
                <a:cxn ang="0">
                  <a:pos x="102" y="0"/>
                </a:cxn>
                <a:cxn ang="0">
                  <a:pos x="102" y="0"/>
                </a:cxn>
                <a:cxn ang="0">
                  <a:pos x="102" y="0"/>
                </a:cxn>
                <a:cxn ang="0">
                  <a:pos x="102" y="0"/>
                </a:cxn>
              </a:cxnLst>
              <a:rect l="txL" t="txT" r="txR" b="txB"/>
              <a:pathLst>
                <a:path w="12" h="54">
                  <a:moveTo>
                    <a:pt x="12" y="0"/>
                  </a:moveTo>
                  <a:lnTo>
                    <a:pt x="0" y="54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15" name="Freeform 295"/>
            <p:cNvSpPr>
              <a:spLocks noEditPoints="1"/>
            </p:cNvSpPr>
            <p:nvPr/>
          </p:nvSpPr>
          <p:spPr>
            <a:xfrm>
              <a:off x="4181" y="2060"/>
              <a:ext cx="20" cy="61"/>
            </a:xfrm>
            <a:custGeom>
              <a:avLst/>
              <a:gdLst>
                <a:gd name="txL" fmla="*/ 0 w 18"/>
                <a:gd name="txT" fmla="*/ 0 h 54"/>
                <a:gd name="txR" fmla="*/ 18 w 18"/>
                <a:gd name="txB" fmla="*/ 54 h 54"/>
              </a:gdLst>
              <a:ahLst/>
              <a:cxnLst>
                <a:cxn ang="0">
                  <a:pos x="308" y="1456"/>
                </a:cxn>
                <a:cxn ang="0">
                  <a:pos x="0" y="0"/>
                </a:cxn>
                <a:cxn ang="0">
                  <a:pos x="308" y="1456"/>
                </a:cxn>
                <a:cxn ang="0">
                  <a:pos x="308" y="1456"/>
                </a:cxn>
                <a:cxn ang="0">
                  <a:pos x="308" y="1456"/>
                </a:cxn>
                <a:cxn ang="0">
                  <a:pos x="308" y="1456"/>
                </a:cxn>
                <a:cxn ang="0">
                  <a:pos x="308" y="1456"/>
                </a:cxn>
              </a:cxnLst>
              <a:rect l="txL" t="txT" r="txR" b="txB"/>
              <a:pathLst>
                <a:path w="18" h="54">
                  <a:moveTo>
                    <a:pt x="18" y="54"/>
                  </a:moveTo>
                  <a:lnTo>
                    <a:pt x="0" y="0"/>
                  </a:lnTo>
                  <a:lnTo>
                    <a:pt x="18" y="54"/>
                  </a:lnTo>
                  <a:close/>
                  <a:moveTo>
                    <a:pt x="18" y="54"/>
                  </a:moveTo>
                  <a:lnTo>
                    <a:pt x="18" y="54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16" name="Freeform 296"/>
            <p:cNvSpPr>
              <a:spLocks noEditPoints="1"/>
            </p:cNvSpPr>
            <p:nvPr/>
          </p:nvSpPr>
          <p:spPr>
            <a:xfrm>
              <a:off x="4160" y="2005"/>
              <a:ext cx="21" cy="55"/>
            </a:xfrm>
            <a:custGeom>
              <a:avLst/>
              <a:gdLst>
                <a:gd name="txL" fmla="*/ 0 w 18"/>
                <a:gd name="txT" fmla="*/ 0 h 48"/>
                <a:gd name="txR" fmla="*/ 18 w 18"/>
                <a:gd name="txB" fmla="*/ 48 h 48"/>
              </a:gdLst>
              <a:ahLst/>
              <a:cxnLst>
                <a:cxn ang="0">
                  <a:pos x="1210" y="1896"/>
                </a:cxn>
                <a:cxn ang="0">
                  <a:pos x="0" y="0"/>
                </a:cxn>
                <a:cxn ang="0">
                  <a:pos x="1210" y="1896"/>
                </a:cxn>
                <a:cxn ang="0">
                  <a:pos x="1210" y="1896"/>
                </a:cxn>
                <a:cxn ang="0">
                  <a:pos x="1210" y="1896"/>
                </a:cxn>
                <a:cxn ang="0">
                  <a:pos x="1210" y="1896"/>
                </a:cxn>
                <a:cxn ang="0">
                  <a:pos x="1210" y="1896"/>
                </a:cxn>
              </a:cxnLst>
              <a:rect l="txL" t="txT" r="txR" b="txB"/>
              <a:pathLst>
                <a:path w="18" h="48">
                  <a:moveTo>
                    <a:pt x="18" y="48"/>
                  </a:moveTo>
                  <a:lnTo>
                    <a:pt x="0" y="0"/>
                  </a:lnTo>
                  <a:lnTo>
                    <a:pt x="18" y="48"/>
                  </a:lnTo>
                  <a:close/>
                  <a:moveTo>
                    <a:pt x="18" y="48"/>
                  </a:moveTo>
                  <a:lnTo>
                    <a:pt x="18" y="4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17" name="Freeform 297"/>
            <p:cNvSpPr>
              <a:spLocks noEditPoints="1"/>
            </p:cNvSpPr>
            <p:nvPr/>
          </p:nvSpPr>
          <p:spPr>
            <a:xfrm>
              <a:off x="4140" y="2005"/>
              <a:ext cx="20" cy="55"/>
            </a:xfrm>
            <a:custGeom>
              <a:avLst/>
              <a:gdLst>
                <a:gd name="txL" fmla="*/ 0 w 18"/>
                <a:gd name="txT" fmla="*/ 0 h 48"/>
                <a:gd name="txR" fmla="*/ 18 w 18"/>
                <a:gd name="txB" fmla="*/ 48 h 48"/>
              </a:gdLst>
              <a:ahLst/>
              <a:cxnLst>
                <a:cxn ang="0">
                  <a:pos x="308" y="0"/>
                </a:cxn>
                <a:cxn ang="0">
                  <a:pos x="0" y="1896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</a:cxnLst>
              <a:rect l="txL" t="txT" r="txR" b="txB"/>
              <a:pathLst>
                <a:path w="18" h="48">
                  <a:moveTo>
                    <a:pt x="18" y="0"/>
                  </a:moveTo>
                  <a:lnTo>
                    <a:pt x="0" y="48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18" name="Freeform 298"/>
            <p:cNvSpPr>
              <a:spLocks noEditPoints="1"/>
            </p:cNvSpPr>
            <p:nvPr/>
          </p:nvSpPr>
          <p:spPr>
            <a:xfrm>
              <a:off x="4127" y="2060"/>
              <a:ext cx="13" cy="61"/>
            </a:xfrm>
            <a:custGeom>
              <a:avLst/>
              <a:gdLst>
                <a:gd name="txL" fmla="*/ 0 w 12"/>
                <a:gd name="txT" fmla="*/ 0 h 54"/>
                <a:gd name="txR" fmla="*/ 12 w 12"/>
                <a:gd name="txB" fmla="*/ 54 h 54"/>
              </a:gdLst>
              <a:ahLst/>
              <a:cxnLst>
                <a:cxn ang="0">
                  <a:pos x="102" y="0"/>
                </a:cxn>
                <a:cxn ang="0">
                  <a:pos x="0" y="1456"/>
                </a:cxn>
                <a:cxn ang="0">
                  <a:pos x="102" y="0"/>
                </a:cxn>
                <a:cxn ang="0">
                  <a:pos x="102" y="0"/>
                </a:cxn>
                <a:cxn ang="0">
                  <a:pos x="102" y="0"/>
                </a:cxn>
                <a:cxn ang="0">
                  <a:pos x="102" y="0"/>
                </a:cxn>
                <a:cxn ang="0">
                  <a:pos x="102" y="0"/>
                </a:cxn>
              </a:cxnLst>
              <a:rect l="txL" t="txT" r="txR" b="txB"/>
              <a:pathLst>
                <a:path w="12" h="54">
                  <a:moveTo>
                    <a:pt x="12" y="0"/>
                  </a:moveTo>
                  <a:lnTo>
                    <a:pt x="0" y="54"/>
                  </a:lnTo>
                  <a:lnTo>
                    <a:pt x="12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19" name="Freeform 299"/>
            <p:cNvSpPr>
              <a:spLocks noEditPoints="1"/>
            </p:cNvSpPr>
            <p:nvPr/>
          </p:nvSpPr>
          <p:spPr>
            <a:xfrm>
              <a:off x="4107" y="2060"/>
              <a:ext cx="20" cy="61"/>
            </a:xfrm>
            <a:custGeom>
              <a:avLst/>
              <a:gdLst>
                <a:gd name="txL" fmla="*/ 0 w 18"/>
                <a:gd name="txT" fmla="*/ 0 h 54"/>
                <a:gd name="txR" fmla="*/ 18 w 18"/>
                <a:gd name="txB" fmla="*/ 54 h 54"/>
              </a:gdLst>
              <a:ahLst/>
              <a:cxnLst>
                <a:cxn ang="0">
                  <a:pos x="308" y="1456"/>
                </a:cxn>
                <a:cxn ang="0">
                  <a:pos x="0" y="0"/>
                </a:cxn>
                <a:cxn ang="0">
                  <a:pos x="308" y="1456"/>
                </a:cxn>
                <a:cxn ang="0">
                  <a:pos x="308" y="1456"/>
                </a:cxn>
                <a:cxn ang="0">
                  <a:pos x="308" y="1456"/>
                </a:cxn>
                <a:cxn ang="0">
                  <a:pos x="308" y="1456"/>
                </a:cxn>
                <a:cxn ang="0">
                  <a:pos x="308" y="1456"/>
                </a:cxn>
              </a:cxnLst>
              <a:rect l="txL" t="txT" r="txR" b="txB"/>
              <a:pathLst>
                <a:path w="18" h="54">
                  <a:moveTo>
                    <a:pt x="18" y="54"/>
                  </a:moveTo>
                  <a:lnTo>
                    <a:pt x="0" y="0"/>
                  </a:lnTo>
                  <a:lnTo>
                    <a:pt x="18" y="54"/>
                  </a:lnTo>
                  <a:close/>
                  <a:moveTo>
                    <a:pt x="18" y="54"/>
                  </a:moveTo>
                  <a:lnTo>
                    <a:pt x="18" y="54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20" name="Freeform 300"/>
            <p:cNvSpPr>
              <a:spLocks noEditPoints="1"/>
            </p:cNvSpPr>
            <p:nvPr/>
          </p:nvSpPr>
          <p:spPr>
            <a:xfrm>
              <a:off x="4086" y="2005"/>
              <a:ext cx="21" cy="55"/>
            </a:xfrm>
            <a:custGeom>
              <a:avLst/>
              <a:gdLst>
                <a:gd name="txL" fmla="*/ 0 w 18"/>
                <a:gd name="txT" fmla="*/ 0 h 48"/>
                <a:gd name="txR" fmla="*/ 18 w 18"/>
                <a:gd name="txB" fmla="*/ 48 h 48"/>
              </a:gdLst>
              <a:ahLst/>
              <a:cxnLst>
                <a:cxn ang="0">
                  <a:pos x="1210" y="1896"/>
                </a:cxn>
                <a:cxn ang="0">
                  <a:pos x="0" y="0"/>
                </a:cxn>
                <a:cxn ang="0">
                  <a:pos x="1210" y="1896"/>
                </a:cxn>
                <a:cxn ang="0">
                  <a:pos x="1210" y="1896"/>
                </a:cxn>
                <a:cxn ang="0">
                  <a:pos x="1210" y="1896"/>
                </a:cxn>
                <a:cxn ang="0">
                  <a:pos x="1210" y="1896"/>
                </a:cxn>
                <a:cxn ang="0">
                  <a:pos x="1210" y="1896"/>
                </a:cxn>
              </a:cxnLst>
              <a:rect l="txL" t="txT" r="txR" b="txB"/>
              <a:pathLst>
                <a:path w="18" h="48">
                  <a:moveTo>
                    <a:pt x="18" y="48"/>
                  </a:moveTo>
                  <a:lnTo>
                    <a:pt x="0" y="0"/>
                  </a:lnTo>
                  <a:lnTo>
                    <a:pt x="18" y="48"/>
                  </a:lnTo>
                  <a:close/>
                  <a:moveTo>
                    <a:pt x="18" y="48"/>
                  </a:moveTo>
                  <a:lnTo>
                    <a:pt x="18" y="4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21" name="Freeform 301"/>
            <p:cNvSpPr>
              <a:spLocks noEditPoints="1"/>
            </p:cNvSpPr>
            <p:nvPr/>
          </p:nvSpPr>
          <p:spPr>
            <a:xfrm>
              <a:off x="4066" y="2005"/>
              <a:ext cx="20" cy="55"/>
            </a:xfrm>
            <a:custGeom>
              <a:avLst/>
              <a:gdLst>
                <a:gd name="txL" fmla="*/ 0 w 18"/>
                <a:gd name="txT" fmla="*/ 0 h 48"/>
                <a:gd name="txR" fmla="*/ 18 w 18"/>
                <a:gd name="txB" fmla="*/ 48 h 48"/>
              </a:gdLst>
              <a:ahLst/>
              <a:cxnLst>
                <a:cxn ang="0">
                  <a:pos x="308" y="0"/>
                </a:cxn>
                <a:cxn ang="0">
                  <a:pos x="0" y="1896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</a:cxnLst>
              <a:rect l="txL" t="txT" r="txR" b="txB"/>
              <a:pathLst>
                <a:path w="18" h="48">
                  <a:moveTo>
                    <a:pt x="18" y="0"/>
                  </a:moveTo>
                  <a:lnTo>
                    <a:pt x="0" y="48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22" name="Freeform 302"/>
            <p:cNvSpPr>
              <a:spLocks noEditPoints="1"/>
            </p:cNvSpPr>
            <p:nvPr/>
          </p:nvSpPr>
          <p:spPr>
            <a:xfrm>
              <a:off x="4046" y="2060"/>
              <a:ext cx="20" cy="61"/>
            </a:xfrm>
            <a:custGeom>
              <a:avLst/>
              <a:gdLst>
                <a:gd name="txL" fmla="*/ 0 w 18"/>
                <a:gd name="txT" fmla="*/ 0 h 54"/>
                <a:gd name="txR" fmla="*/ 18 w 18"/>
                <a:gd name="txB" fmla="*/ 54 h 54"/>
              </a:gdLst>
              <a:ahLst/>
              <a:cxnLst>
                <a:cxn ang="0">
                  <a:pos x="308" y="0"/>
                </a:cxn>
                <a:cxn ang="0">
                  <a:pos x="0" y="1456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</a:cxnLst>
              <a:rect l="txL" t="txT" r="txR" b="txB"/>
              <a:pathLst>
                <a:path w="18" h="54">
                  <a:moveTo>
                    <a:pt x="18" y="0"/>
                  </a:moveTo>
                  <a:lnTo>
                    <a:pt x="0" y="54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23" name="Freeform 303"/>
            <p:cNvSpPr>
              <a:spLocks noEditPoints="1"/>
            </p:cNvSpPr>
            <p:nvPr/>
          </p:nvSpPr>
          <p:spPr>
            <a:xfrm>
              <a:off x="4032" y="2060"/>
              <a:ext cx="14" cy="61"/>
            </a:xfrm>
            <a:custGeom>
              <a:avLst/>
              <a:gdLst>
                <a:gd name="txL" fmla="*/ 0 w 12"/>
                <a:gd name="txT" fmla="*/ 0 h 54"/>
                <a:gd name="txR" fmla="*/ 12 w 12"/>
                <a:gd name="txB" fmla="*/ 54 h 54"/>
              </a:gdLst>
              <a:ahLst/>
              <a:cxnLst>
                <a:cxn ang="0">
                  <a:pos x="775" y="1456"/>
                </a:cxn>
                <a:cxn ang="0">
                  <a:pos x="0" y="0"/>
                </a:cxn>
                <a:cxn ang="0">
                  <a:pos x="775" y="1456"/>
                </a:cxn>
                <a:cxn ang="0">
                  <a:pos x="775" y="1456"/>
                </a:cxn>
                <a:cxn ang="0">
                  <a:pos x="775" y="1456"/>
                </a:cxn>
                <a:cxn ang="0">
                  <a:pos x="775" y="1456"/>
                </a:cxn>
                <a:cxn ang="0">
                  <a:pos x="775" y="1456"/>
                </a:cxn>
              </a:cxnLst>
              <a:rect l="txL" t="txT" r="txR" b="txB"/>
              <a:pathLst>
                <a:path w="12" h="54">
                  <a:moveTo>
                    <a:pt x="12" y="54"/>
                  </a:moveTo>
                  <a:lnTo>
                    <a:pt x="0" y="0"/>
                  </a:lnTo>
                  <a:lnTo>
                    <a:pt x="12" y="54"/>
                  </a:lnTo>
                  <a:close/>
                  <a:moveTo>
                    <a:pt x="12" y="54"/>
                  </a:moveTo>
                  <a:lnTo>
                    <a:pt x="12" y="54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24" name="Freeform 304"/>
            <p:cNvSpPr>
              <a:spLocks noEditPoints="1"/>
            </p:cNvSpPr>
            <p:nvPr/>
          </p:nvSpPr>
          <p:spPr>
            <a:xfrm>
              <a:off x="4012" y="2005"/>
              <a:ext cx="20" cy="55"/>
            </a:xfrm>
            <a:custGeom>
              <a:avLst/>
              <a:gdLst>
                <a:gd name="txL" fmla="*/ 0 w 18"/>
                <a:gd name="txT" fmla="*/ 0 h 48"/>
                <a:gd name="txR" fmla="*/ 18 w 18"/>
                <a:gd name="txB" fmla="*/ 48 h 48"/>
              </a:gdLst>
              <a:ahLst/>
              <a:cxnLst>
                <a:cxn ang="0">
                  <a:pos x="308" y="1896"/>
                </a:cxn>
                <a:cxn ang="0">
                  <a:pos x="0" y="0"/>
                </a:cxn>
                <a:cxn ang="0">
                  <a:pos x="308" y="1896"/>
                </a:cxn>
                <a:cxn ang="0">
                  <a:pos x="308" y="1896"/>
                </a:cxn>
                <a:cxn ang="0">
                  <a:pos x="308" y="1896"/>
                </a:cxn>
                <a:cxn ang="0">
                  <a:pos x="308" y="1896"/>
                </a:cxn>
                <a:cxn ang="0">
                  <a:pos x="308" y="1896"/>
                </a:cxn>
              </a:cxnLst>
              <a:rect l="txL" t="txT" r="txR" b="txB"/>
              <a:pathLst>
                <a:path w="18" h="48">
                  <a:moveTo>
                    <a:pt x="18" y="48"/>
                  </a:moveTo>
                  <a:lnTo>
                    <a:pt x="0" y="0"/>
                  </a:lnTo>
                  <a:lnTo>
                    <a:pt x="18" y="48"/>
                  </a:lnTo>
                  <a:close/>
                  <a:moveTo>
                    <a:pt x="18" y="48"/>
                  </a:moveTo>
                  <a:lnTo>
                    <a:pt x="18" y="4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25" name="Freeform 305"/>
            <p:cNvSpPr>
              <a:spLocks noEditPoints="1"/>
            </p:cNvSpPr>
            <p:nvPr/>
          </p:nvSpPr>
          <p:spPr>
            <a:xfrm>
              <a:off x="3992" y="2005"/>
              <a:ext cx="20" cy="61"/>
            </a:xfrm>
            <a:custGeom>
              <a:avLst/>
              <a:gdLst>
                <a:gd name="txL" fmla="*/ 0 w 18"/>
                <a:gd name="txT" fmla="*/ 0 h 54"/>
                <a:gd name="txR" fmla="*/ 18 w 18"/>
                <a:gd name="txB" fmla="*/ 54 h 54"/>
              </a:gdLst>
              <a:ahLst/>
              <a:cxnLst>
                <a:cxn ang="0">
                  <a:pos x="308" y="0"/>
                </a:cxn>
                <a:cxn ang="0">
                  <a:pos x="0" y="1456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</a:cxnLst>
              <a:rect l="txL" t="txT" r="txR" b="txB"/>
              <a:pathLst>
                <a:path w="18" h="54">
                  <a:moveTo>
                    <a:pt x="18" y="0"/>
                  </a:moveTo>
                  <a:lnTo>
                    <a:pt x="0" y="54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26" name="Freeform 306"/>
            <p:cNvSpPr/>
            <p:nvPr/>
          </p:nvSpPr>
          <p:spPr>
            <a:xfrm>
              <a:off x="1405" y="396"/>
              <a:ext cx="60" cy="122"/>
            </a:xfrm>
            <a:custGeom>
              <a:avLst/>
              <a:gdLst>
                <a:gd name="txL" fmla="*/ 0 w 53"/>
                <a:gd name="txT" fmla="*/ 0 h 107"/>
                <a:gd name="txR" fmla="*/ 53 w 53"/>
                <a:gd name="txB" fmla="*/ 107 h 107"/>
              </a:gdLst>
              <a:ahLst/>
              <a:cxnLst>
                <a:cxn ang="0">
                  <a:pos x="1508" y="3042"/>
                </a:cxn>
                <a:cxn ang="0">
                  <a:pos x="1508" y="2862"/>
                </a:cxn>
                <a:cxn ang="0">
                  <a:pos x="1332" y="3263"/>
                </a:cxn>
                <a:cxn ang="0">
                  <a:pos x="1168" y="3263"/>
                </a:cxn>
                <a:cxn ang="0">
                  <a:pos x="348" y="3263"/>
                </a:cxn>
                <a:cxn ang="0">
                  <a:pos x="831" y="2229"/>
                </a:cxn>
                <a:cxn ang="0">
                  <a:pos x="1168" y="1881"/>
                </a:cxn>
                <a:cxn ang="0">
                  <a:pos x="1332" y="1015"/>
                </a:cxn>
                <a:cxn ang="0">
                  <a:pos x="1168" y="208"/>
                </a:cxn>
                <a:cxn ang="0">
                  <a:pos x="648" y="0"/>
                </a:cxn>
                <a:cxn ang="0">
                  <a:pos x="164" y="208"/>
                </a:cxn>
                <a:cxn ang="0">
                  <a:pos x="0" y="627"/>
                </a:cxn>
                <a:cxn ang="0">
                  <a:pos x="0" y="1015"/>
                </a:cxn>
                <a:cxn ang="0">
                  <a:pos x="0" y="1269"/>
                </a:cxn>
                <a:cxn ang="0">
                  <a:pos x="164" y="627"/>
                </a:cxn>
                <a:cxn ang="0">
                  <a:pos x="505" y="423"/>
                </a:cxn>
                <a:cxn ang="0">
                  <a:pos x="831" y="627"/>
                </a:cxn>
                <a:cxn ang="0">
                  <a:pos x="1015" y="815"/>
                </a:cxn>
                <a:cxn ang="0">
                  <a:pos x="1015" y="1269"/>
                </a:cxn>
                <a:cxn ang="0">
                  <a:pos x="831" y="1881"/>
                </a:cxn>
                <a:cxn ang="0">
                  <a:pos x="648" y="2654"/>
                </a:cxn>
                <a:cxn ang="0">
                  <a:pos x="0" y="3685"/>
                </a:cxn>
                <a:cxn ang="0">
                  <a:pos x="0" y="3685"/>
                </a:cxn>
                <a:cxn ang="0">
                  <a:pos x="1332" y="3685"/>
                </a:cxn>
                <a:cxn ang="0">
                  <a:pos x="1508" y="3042"/>
                </a:cxn>
              </a:cxnLst>
              <a:rect l="txL" t="txT" r="txR" b="txB"/>
              <a:pathLst>
                <a:path w="53" h="107">
                  <a:moveTo>
                    <a:pt x="53" y="89"/>
                  </a:moveTo>
                  <a:lnTo>
                    <a:pt x="53" y="83"/>
                  </a:lnTo>
                  <a:lnTo>
                    <a:pt x="47" y="95"/>
                  </a:lnTo>
                  <a:lnTo>
                    <a:pt x="41" y="95"/>
                  </a:lnTo>
                  <a:lnTo>
                    <a:pt x="12" y="95"/>
                  </a:lnTo>
                  <a:lnTo>
                    <a:pt x="29" y="65"/>
                  </a:lnTo>
                  <a:lnTo>
                    <a:pt x="41" y="54"/>
                  </a:lnTo>
                  <a:lnTo>
                    <a:pt x="47" y="30"/>
                  </a:lnTo>
                  <a:lnTo>
                    <a:pt x="41" y="6"/>
                  </a:lnTo>
                  <a:lnTo>
                    <a:pt x="23" y="0"/>
                  </a:lnTo>
                  <a:lnTo>
                    <a:pt x="6" y="6"/>
                  </a:lnTo>
                  <a:lnTo>
                    <a:pt x="0" y="18"/>
                  </a:lnTo>
                  <a:lnTo>
                    <a:pt x="0" y="30"/>
                  </a:lnTo>
                  <a:lnTo>
                    <a:pt x="0" y="36"/>
                  </a:lnTo>
                  <a:lnTo>
                    <a:pt x="6" y="18"/>
                  </a:lnTo>
                  <a:lnTo>
                    <a:pt x="18" y="12"/>
                  </a:lnTo>
                  <a:lnTo>
                    <a:pt x="29" y="18"/>
                  </a:lnTo>
                  <a:lnTo>
                    <a:pt x="35" y="24"/>
                  </a:lnTo>
                  <a:lnTo>
                    <a:pt x="35" y="36"/>
                  </a:lnTo>
                  <a:lnTo>
                    <a:pt x="29" y="54"/>
                  </a:lnTo>
                  <a:lnTo>
                    <a:pt x="23" y="77"/>
                  </a:lnTo>
                  <a:lnTo>
                    <a:pt x="0" y="107"/>
                  </a:lnTo>
                  <a:lnTo>
                    <a:pt x="47" y="107"/>
                  </a:lnTo>
                  <a:lnTo>
                    <a:pt x="53" y="8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27" name="Freeform 307"/>
            <p:cNvSpPr/>
            <p:nvPr/>
          </p:nvSpPr>
          <p:spPr>
            <a:xfrm>
              <a:off x="1512" y="396"/>
              <a:ext cx="101" cy="122"/>
            </a:xfrm>
            <a:custGeom>
              <a:avLst/>
              <a:gdLst>
                <a:gd name="txL" fmla="*/ 0 w 90"/>
                <a:gd name="txT" fmla="*/ 0 h 107"/>
                <a:gd name="txR" fmla="*/ 90 w 90"/>
                <a:gd name="txB" fmla="*/ 107 h 107"/>
              </a:gdLst>
              <a:ahLst/>
              <a:cxnLst>
                <a:cxn ang="0">
                  <a:pos x="812" y="2862"/>
                </a:cxn>
                <a:cxn ang="0">
                  <a:pos x="680" y="2862"/>
                </a:cxn>
                <a:cxn ang="0">
                  <a:pos x="540" y="2654"/>
                </a:cxn>
                <a:cxn ang="0">
                  <a:pos x="397" y="2229"/>
                </a:cxn>
                <a:cxn ang="0">
                  <a:pos x="397" y="1881"/>
                </a:cxn>
                <a:cxn ang="0">
                  <a:pos x="397" y="1459"/>
                </a:cxn>
                <a:cxn ang="0">
                  <a:pos x="397" y="815"/>
                </a:cxn>
                <a:cxn ang="0">
                  <a:pos x="540" y="423"/>
                </a:cxn>
                <a:cxn ang="0">
                  <a:pos x="812" y="208"/>
                </a:cxn>
                <a:cxn ang="0">
                  <a:pos x="1078" y="208"/>
                </a:cxn>
                <a:cxn ang="0">
                  <a:pos x="1325" y="208"/>
                </a:cxn>
                <a:cxn ang="0">
                  <a:pos x="1473" y="423"/>
                </a:cxn>
                <a:cxn ang="0">
                  <a:pos x="1620" y="815"/>
                </a:cxn>
                <a:cxn ang="0">
                  <a:pos x="1620" y="1459"/>
                </a:cxn>
                <a:cxn ang="0">
                  <a:pos x="1620" y="1881"/>
                </a:cxn>
                <a:cxn ang="0">
                  <a:pos x="1620" y="2229"/>
                </a:cxn>
                <a:cxn ang="0">
                  <a:pos x="1473" y="2654"/>
                </a:cxn>
                <a:cxn ang="0">
                  <a:pos x="1473" y="2862"/>
                </a:cxn>
                <a:cxn ang="0">
                  <a:pos x="1210" y="2862"/>
                </a:cxn>
                <a:cxn ang="0">
                  <a:pos x="1210" y="3685"/>
                </a:cxn>
                <a:cxn ang="0">
                  <a:pos x="2028" y="3685"/>
                </a:cxn>
                <a:cxn ang="0">
                  <a:pos x="2028" y="2862"/>
                </a:cxn>
                <a:cxn ang="0">
                  <a:pos x="2028" y="2862"/>
                </a:cxn>
                <a:cxn ang="0">
                  <a:pos x="1873" y="3042"/>
                </a:cxn>
                <a:cxn ang="0">
                  <a:pos x="1764" y="3263"/>
                </a:cxn>
                <a:cxn ang="0">
                  <a:pos x="1325" y="3263"/>
                </a:cxn>
                <a:cxn ang="0">
                  <a:pos x="1325" y="3042"/>
                </a:cxn>
                <a:cxn ang="0">
                  <a:pos x="1620" y="2862"/>
                </a:cxn>
                <a:cxn ang="0">
                  <a:pos x="1873" y="2446"/>
                </a:cxn>
                <a:cxn ang="0">
                  <a:pos x="2028" y="1664"/>
                </a:cxn>
                <a:cxn ang="0">
                  <a:pos x="1873" y="815"/>
                </a:cxn>
                <a:cxn ang="0">
                  <a:pos x="1764" y="423"/>
                </a:cxn>
                <a:cxn ang="0">
                  <a:pos x="1473" y="208"/>
                </a:cxn>
                <a:cxn ang="0">
                  <a:pos x="1325" y="0"/>
                </a:cxn>
                <a:cxn ang="0">
                  <a:pos x="1078" y="0"/>
                </a:cxn>
                <a:cxn ang="0">
                  <a:pos x="812" y="0"/>
                </a:cxn>
                <a:cxn ang="0">
                  <a:pos x="540" y="208"/>
                </a:cxn>
                <a:cxn ang="0">
                  <a:pos x="397" y="423"/>
                </a:cxn>
                <a:cxn ang="0">
                  <a:pos x="135" y="815"/>
                </a:cxn>
                <a:cxn ang="0">
                  <a:pos x="0" y="1664"/>
                </a:cxn>
                <a:cxn ang="0">
                  <a:pos x="135" y="2446"/>
                </a:cxn>
                <a:cxn ang="0">
                  <a:pos x="397" y="2862"/>
                </a:cxn>
                <a:cxn ang="0">
                  <a:pos x="680" y="3042"/>
                </a:cxn>
                <a:cxn ang="0">
                  <a:pos x="680" y="3263"/>
                </a:cxn>
                <a:cxn ang="0">
                  <a:pos x="270" y="3263"/>
                </a:cxn>
                <a:cxn ang="0">
                  <a:pos x="135" y="3042"/>
                </a:cxn>
                <a:cxn ang="0">
                  <a:pos x="0" y="2862"/>
                </a:cxn>
                <a:cxn ang="0">
                  <a:pos x="0" y="2862"/>
                </a:cxn>
                <a:cxn ang="0">
                  <a:pos x="0" y="3685"/>
                </a:cxn>
                <a:cxn ang="0">
                  <a:pos x="812" y="3685"/>
                </a:cxn>
                <a:cxn ang="0">
                  <a:pos x="812" y="2862"/>
                </a:cxn>
              </a:cxnLst>
              <a:rect l="txL" t="txT" r="txR" b="txB"/>
              <a:pathLst>
                <a:path w="90" h="107">
                  <a:moveTo>
                    <a:pt x="36" y="83"/>
                  </a:moveTo>
                  <a:lnTo>
                    <a:pt x="30" y="83"/>
                  </a:lnTo>
                  <a:lnTo>
                    <a:pt x="24" y="77"/>
                  </a:lnTo>
                  <a:lnTo>
                    <a:pt x="18" y="65"/>
                  </a:lnTo>
                  <a:lnTo>
                    <a:pt x="18" y="54"/>
                  </a:lnTo>
                  <a:lnTo>
                    <a:pt x="18" y="42"/>
                  </a:lnTo>
                  <a:lnTo>
                    <a:pt x="18" y="24"/>
                  </a:lnTo>
                  <a:lnTo>
                    <a:pt x="24" y="12"/>
                  </a:lnTo>
                  <a:lnTo>
                    <a:pt x="36" y="6"/>
                  </a:lnTo>
                  <a:lnTo>
                    <a:pt x="48" y="6"/>
                  </a:lnTo>
                  <a:lnTo>
                    <a:pt x="60" y="6"/>
                  </a:lnTo>
                  <a:lnTo>
                    <a:pt x="66" y="12"/>
                  </a:lnTo>
                  <a:lnTo>
                    <a:pt x="72" y="24"/>
                  </a:lnTo>
                  <a:lnTo>
                    <a:pt x="72" y="42"/>
                  </a:lnTo>
                  <a:lnTo>
                    <a:pt x="72" y="54"/>
                  </a:lnTo>
                  <a:lnTo>
                    <a:pt x="72" y="65"/>
                  </a:lnTo>
                  <a:lnTo>
                    <a:pt x="66" y="77"/>
                  </a:lnTo>
                  <a:lnTo>
                    <a:pt x="66" y="83"/>
                  </a:lnTo>
                  <a:lnTo>
                    <a:pt x="54" y="83"/>
                  </a:lnTo>
                  <a:lnTo>
                    <a:pt x="54" y="107"/>
                  </a:lnTo>
                  <a:lnTo>
                    <a:pt x="90" y="107"/>
                  </a:lnTo>
                  <a:lnTo>
                    <a:pt x="90" y="83"/>
                  </a:lnTo>
                  <a:lnTo>
                    <a:pt x="84" y="89"/>
                  </a:lnTo>
                  <a:lnTo>
                    <a:pt x="78" y="95"/>
                  </a:lnTo>
                  <a:lnTo>
                    <a:pt x="60" y="95"/>
                  </a:lnTo>
                  <a:lnTo>
                    <a:pt x="60" y="89"/>
                  </a:lnTo>
                  <a:lnTo>
                    <a:pt x="72" y="83"/>
                  </a:lnTo>
                  <a:lnTo>
                    <a:pt x="84" y="71"/>
                  </a:lnTo>
                  <a:lnTo>
                    <a:pt x="90" y="48"/>
                  </a:lnTo>
                  <a:lnTo>
                    <a:pt x="84" y="24"/>
                  </a:lnTo>
                  <a:lnTo>
                    <a:pt x="78" y="12"/>
                  </a:lnTo>
                  <a:lnTo>
                    <a:pt x="66" y="6"/>
                  </a:lnTo>
                  <a:lnTo>
                    <a:pt x="60" y="0"/>
                  </a:lnTo>
                  <a:lnTo>
                    <a:pt x="48" y="0"/>
                  </a:lnTo>
                  <a:lnTo>
                    <a:pt x="36" y="0"/>
                  </a:lnTo>
                  <a:lnTo>
                    <a:pt x="24" y="6"/>
                  </a:lnTo>
                  <a:lnTo>
                    <a:pt x="18" y="12"/>
                  </a:lnTo>
                  <a:lnTo>
                    <a:pt x="6" y="24"/>
                  </a:lnTo>
                  <a:lnTo>
                    <a:pt x="0" y="48"/>
                  </a:lnTo>
                  <a:lnTo>
                    <a:pt x="6" y="71"/>
                  </a:lnTo>
                  <a:lnTo>
                    <a:pt x="18" y="83"/>
                  </a:lnTo>
                  <a:lnTo>
                    <a:pt x="30" y="89"/>
                  </a:lnTo>
                  <a:lnTo>
                    <a:pt x="30" y="95"/>
                  </a:lnTo>
                  <a:lnTo>
                    <a:pt x="12" y="95"/>
                  </a:lnTo>
                  <a:lnTo>
                    <a:pt x="6" y="89"/>
                  </a:lnTo>
                  <a:lnTo>
                    <a:pt x="0" y="83"/>
                  </a:lnTo>
                  <a:lnTo>
                    <a:pt x="0" y="107"/>
                  </a:lnTo>
                  <a:lnTo>
                    <a:pt x="36" y="107"/>
                  </a:lnTo>
                  <a:lnTo>
                    <a:pt x="36" y="8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28" name="Freeform 308"/>
            <p:cNvSpPr/>
            <p:nvPr/>
          </p:nvSpPr>
          <p:spPr>
            <a:xfrm>
              <a:off x="1405" y="2311"/>
              <a:ext cx="60" cy="128"/>
            </a:xfrm>
            <a:custGeom>
              <a:avLst/>
              <a:gdLst>
                <a:gd name="txL" fmla="*/ 0 w 53"/>
                <a:gd name="txT" fmla="*/ 0 h 113"/>
                <a:gd name="txR" fmla="*/ 53 w 53"/>
                <a:gd name="txB" fmla="*/ 113 h 113"/>
              </a:gdLst>
              <a:ahLst/>
              <a:cxnLst>
                <a:cxn ang="0">
                  <a:pos x="505" y="505"/>
                </a:cxn>
                <a:cxn ang="0">
                  <a:pos x="1168" y="505"/>
                </a:cxn>
                <a:cxn ang="0">
                  <a:pos x="1332" y="505"/>
                </a:cxn>
                <a:cxn ang="0">
                  <a:pos x="1332" y="505"/>
                </a:cxn>
                <a:cxn ang="0">
                  <a:pos x="1508" y="0"/>
                </a:cxn>
                <a:cxn ang="0">
                  <a:pos x="1332" y="0"/>
                </a:cxn>
                <a:cxn ang="0">
                  <a:pos x="1332" y="164"/>
                </a:cxn>
                <a:cxn ang="0">
                  <a:pos x="1168" y="164"/>
                </a:cxn>
                <a:cxn ang="0">
                  <a:pos x="505" y="164"/>
                </a:cxn>
                <a:cxn ang="0">
                  <a:pos x="164" y="1208"/>
                </a:cxn>
                <a:cxn ang="0">
                  <a:pos x="164" y="1208"/>
                </a:cxn>
                <a:cxn ang="0">
                  <a:pos x="831" y="1550"/>
                </a:cxn>
                <a:cxn ang="0">
                  <a:pos x="1015" y="1752"/>
                </a:cxn>
                <a:cxn ang="0">
                  <a:pos x="1168" y="2248"/>
                </a:cxn>
                <a:cxn ang="0">
                  <a:pos x="1015" y="2899"/>
                </a:cxn>
                <a:cxn ang="0">
                  <a:pos x="648" y="3081"/>
                </a:cxn>
                <a:cxn ang="0">
                  <a:pos x="505" y="2899"/>
                </a:cxn>
                <a:cxn ang="0">
                  <a:pos x="164" y="2753"/>
                </a:cxn>
                <a:cxn ang="0">
                  <a:pos x="0" y="2899"/>
                </a:cxn>
                <a:cxn ang="0">
                  <a:pos x="0" y="2899"/>
                </a:cxn>
                <a:cxn ang="0">
                  <a:pos x="164" y="3081"/>
                </a:cxn>
                <a:cxn ang="0">
                  <a:pos x="505" y="3275"/>
                </a:cxn>
                <a:cxn ang="0">
                  <a:pos x="831" y="3275"/>
                </a:cxn>
                <a:cxn ang="0">
                  <a:pos x="1168" y="2899"/>
                </a:cxn>
                <a:cxn ang="0">
                  <a:pos x="1332" y="2088"/>
                </a:cxn>
                <a:cxn ang="0">
                  <a:pos x="1332" y="1752"/>
                </a:cxn>
                <a:cxn ang="0">
                  <a:pos x="1168" y="1368"/>
                </a:cxn>
                <a:cxn ang="0">
                  <a:pos x="831" y="1041"/>
                </a:cxn>
                <a:cxn ang="0">
                  <a:pos x="348" y="896"/>
                </a:cxn>
                <a:cxn ang="0">
                  <a:pos x="505" y="505"/>
                </a:cxn>
              </a:cxnLst>
              <a:rect l="txL" t="txT" r="txR" b="txB"/>
              <a:pathLst>
                <a:path w="53" h="113">
                  <a:moveTo>
                    <a:pt x="18" y="18"/>
                  </a:moveTo>
                  <a:lnTo>
                    <a:pt x="41" y="18"/>
                  </a:lnTo>
                  <a:lnTo>
                    <a:pt x="47" y="18"/>
                  </a:lnTo>
                  <a:lnTo>
                    <a:pt x="53" y="0"/>
                  </a:lnTo>
                  <a:lnTo>
                    <a:pt x="47" y="0"/>
                  </a:lnTo>
                  <a:lnTo>
                    <a:pt x="47" y="6"/>
                  </a:lnTo>
                  <a:lnTo>
                    <a:pt x="41" y="6"/>
                  </a:lnTo>
                  <a:lnTo>
                    <a:pt x="18" y="6"/>
                  </a:lnTo>
                  <a:lnTo>
                    <a:pt x="6" y="42"/>
                  </a:lnTo>
                  <a:lnTo>
                    <a:pt x="29" y="54"/>
                  </a:lnTo>
                  <a:lnTo>
                    <a:pt x="35" y="60"/>
                  </a:lnTo>
                  <a:lnTo>
                    <a:pt x="41" y="77"/>
                  </a:lnTo>
                  <a:lnTo>
                    <a:pt x="35" y="101"/>
                  </a:lnTo>
                  <a:lnTo>
                    <a:pt x="23" y="107"/>
                  </a:lnTo>
                  <a:lnTo>
                    <a:pt x="18" y="101"/>
                  </a:lnTo>
                  <a:lnTo>
                    <a:pt x="6" y="95"/>
                  </a:lnTo>
                  <a:lnTo>
                    <a:pt x="0" y="101"/>
                  </a:lnTo>
                  <a:lnTo>
                    <a:pt x="6" y="107"/>
                  </a:lnTo>
                  <a:lnTo>
                    <a:pt x="18" y="113"/>
                  </a:lnTo>
                  <a:lnTo>
                    <a:pt x="29" y="113"/>
                  </a:lnTo>
                  <a:lnTo>
                    <a:pt x="41" y="101"/>
                  </a:lnTo>
                  <a:lnTo>
                    <a:pt x="47" y="72"/>
                  </a:lnTo>
                  <a:lnTo>
                    <a:pt x="47" y="60"/>
                  </a:lnTo>
                  <a:lnTo>
                    <a:pt x="41" y="48"/>
                  </a:lnTo>
                  <a:lnTo>
                    <a:pt x="29" y="36"/>
                  </a:lnTo>
                  <a:lnTo>
                    <a:pt x="12" y="30"/>
                  </a:lnTo>
                  <a:lnTo>
                    <a:pt x="18" y="1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29" name="Freeform 309"/>
            <p:cNvSpPr>
              <a:spLocks noEditPoints="1"/>
            </p:cNvSpPr>
            <p:nvPr/>
          </p:nvSpPr>
          <p:spPr>
            <a:xfrm>
              <a:off x="1505" y="2311"/>
              <a:ext cx="95" cy="122"/>
            </a:xfrm>
            <a:custGeom>
              <a:avLst/>
              <a:gdLst>
                <a:gd name="txL" fmla="*/ 0 w 84"/>
                <a:gd name="txT" fmla="*/ 0 h 107"/>
                <a:gd name="txR" fmla="*/ 84 w 84"/>
                <a:gd name="txB" fmla="*/ 107 h 107"/>
              </a:gdLst>
              <a:ahLst/>
              <a:cxnLst>
                <a:cxn ang="0">
                  <a:pos x="2312" y="3685"/>
                </a:cxn>
                <a:cxn ang="0">
                  <a:pos x="2312" y="3685"/>
                </a:cxn>
                <a:cxn ang="0">
                  <a:pos x="2168" y="3263"/>
                </a:cxn>
                <a:cxn ang="0">
                  <a:pos x="1172" y="0"/>
                </a:cxn>
                <a:cxn ang="0">
                  <a:pos x="1172" y="0"/>
                </a:cxn>
                <a:cxn ang="0">
                  <a:pos x="342" y="2654"/>
                </a:cxn>
                <a:cxn ang="0">
                  <a:pos x="342" y="3263"/>
                </a:cxn>
                <a:cxn ang="0">
                  <a:pos x="164" y="3468"/>
                </a:cxn>
                <a:cxn ang="0">
                  <a:pos x="0" y="3685"/>
                </a:cxn>
                <a:cxn ang="0">
                  <a:pos x="0" y="3685"/>
                </a:cxn>
                <a:cxn ang="0">
                  <a:pos x="0" y="3685"/>
                </a:cxn>
                <a:cxn ang="0">
                  <a:pos x="688" y="3685"/>
                </a:cxn>
                <a:cxn ang="0">
                  <a:pos x="688" y="3685"/>
                </a:cxn>
                <a:cxn ang="0">
                  <a:pos x="495" y="3685"/>
                </a:cxn>
                <a:cxn ang="0">
                  <a:pos x="342" y="3468"/>
                </a:cxn>
                <a:cxn ang="0">
                  <a:pos x="342" y="3263"/>
                </a:cxn>
                <a:cxn ang="0">
                  <a:pos x="495" y="3263"/>
                </a:cxn>
                <a:cxn ang="0">
                  <a:pos x="688" y="2654"/>
                </a:cxn>
                <a:cxn ang="0">
                  <a:pos x="1499" y="2654"/>
                </a:cxn>
                <a:cxn ang="0">
                  <a:pos x="1678" y="3042"/>
                </a:cxn>
                <a:cxn ang="0">
                  <a:pos x="1678" y="3263"/>
                </a:cxn>
                <a:cxn ang="0">
                  <a:pos x="1678" y="3468"/>
                </a:cxn>
                <a:cxn ang="0">
                  <a:pos x="1678" y="3685"/>
                </a:cxn>
                <a:cxn ang="0">
                  <a:pos x="1499" y="3685"/>
                </a:cxn>
                <a:cxn ang="0">
                  <a:pos x="1499" y="3685"/>
                </a:cxn>
                <a:cxn ang="0">
                  <a:pos x="2312" y="3685"/>
                </a:cxn>
                <a:cxn ang="0">
                  <a:pos x="2312" y="3685"/>
                </a:cxn>
                <a:cxn ang="0">
                  <a:pos x="688" y="2466"/>
                </a:cxn>
                <a:cxn ang="0">
                  <a:pos x="998" y="815"/>
                </a:cxn>
                <a:cxn ang="0">
                  <a:pos x="1499" y="2466"/>
                </a:cxn>
                <a:cxn ang="0">
                  <a:pos x="688" y="2466"/>
                </a:cxn>
              </a:cxnLst>
              <a:rect l="txL" t="txT" r="txR" b="txB"/>
              <a:pathLst>
                <a:path w="84" h="107">
                  <a:moveTo>
                    <a:pt x="84" y="107"/>
                  </a:moveTo>
                  <a:lnTo>
                    <a:pt x="84" y="107"/>
                  </a:lnTo>
                  <a:lnTo>
                    <a:pt x="78" y="95"/>
                  </a:lnTo>
                  <a:lnTo>
                    <a:pt x="42" y="0"/>
                  </a:lnTo>
                  <a:lnTo>
                    <a:pt x="12" y="77"/>
                  </a:lnTo>
                  <a:lnTo>
                    <a:pt x="12" y="95"/>
                  </a:lnTo>
                  <a:lnTo>
                    <a:pt x="6" y="101"/>
                  </a:lnTo>
                  <a:lnTo>
                    <a:pt x="0" y="107"/>
                  </a:lnTo>
                  <a:lnTo>
                    <a:pt x="24" y="107"/>
                  </a:lnTo>
                  <a:lnTo>
                    <a:pt x="18" y="107"/>
                  </a:lnTo>
                  <a:lnTo>
                    <a:pt x="12" y="101"/>
                  </a:lnTo>
                  <a:lnTo>
                    <a:pt x="12" y="95"/>
                  </a:lnTo>
                  <a:lnTo>
                    <a:pt x="18" y="95"/>
                  </a:lnTo>
                  <a:lnTo>
                    <a:pt x="24" y="77"/>
                  </a:lnTo>
                  <a:lnTo>
                    <a:pt x="54" y="77"/>
                  </a:lnTo>
                  <a:lnTo>
                    <a:pt x="60" y="89"/>
                  </a:lnTo>
                  <a:lnTo>
                    <a:pt x="60" y="95"/>
                  </a:lnTo>
                  <a:lnTo>
                    <a:pt x="60" y="101"/>
                  </a:lnTo>
                  <a:lnTo>
                    <a:pt x="60" y="107"/>
                  </a:lnTo>
                  <a:lnTo>
                    <a:pt x="54" y="107"/>
                  </a:lnTo>
                  <a:lnTo>
                    <a:pt x="84" y="107"/>
                  </a:lnTo>
                  <a:close/>
                  <a:moveTo>
                    <a:pt x="24" y="72"/>
                  </a:moveTo>
                  <a:lnTo>
                    <a:pt x="36" y="24"/>
                  </a:lnTo>
                  <a:lnTo>
                    <a:pt x="54" y="72"/>
                  </a:lnTo>
                  <a:lnTo>
                    <a:pt x="24" y="7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30" name="Freeform 310"/>
            <p:cNvSpPr>
              <a:spLocks noEditPoints="1"/>
            </p:cNvSpPr>
            <p:nvPr/>
          </p:nvSpPr>
          <p:spPr>
            <a:xfrm>
              <a:off x="599" y="1618"/>
              <a:ext cx="33" cy="122"/>
            </a:xfrm>
            <a:custGeom>
              <a:avLst/>
              <a:gdLst>
                <a:gd name="txL" fmla="*/ 0 w 30"/>
                <a:gd name="txT" fmla="*/ 0 h 107"/>
                <a:gd name="txR" fmla="*/ 30 w 30"/>
                <a:gd name="txB" fmla="*/ 107 h 107"/>
              </a:gdLst>
              <a:ahLst/>
              <a:cxnLst>
                <a:cxn ang="0">
                  <a:pos x="317" y="3042"/>
                </a:cxn>
                <a:cxn ang="0">
                  <a:pos x="238" y="3263"/>
                </a:cxn>
                <a:cxn ang="0">
                  <a:pos x="158" y="3468"/>
                </a:cxn>
                <a:cxn ang="0">
                  <a:pos x="158" y="3468"/>
                </a:cxn>
                <a:cxn ang="0">
                  <a:pos x="158" y="3263"/>
                </a:cxn>
                <a:cxn ang="0">
                  <a:pos x="158" y="3042"/>
                </a:cxn>
                <a:cxn ang="0">
                  <a:pos x="317" y="1269"/>
                </a:cxn>
                <a:cxn ang="0">
                  <a:pos x="317" y="1269"/>
                </a:cxn>
                <a:cxn ang="0">
                  <a:pos x="158" y="1459"/>
                </a:cxn>
                <a:cxn ang="0">
                  <a:pos x="0" y="1459"/>
                </a:cxn>
                <a:cxn ang="0">
                  <a:pos x="0" y="1459"/>
                </a:cxn>
                <a:cxn ang="0">
                  <a:pos x="89" y="1459"/>
                </a:cxn>
                <a:cxn ang="0">
                  <a:pos x="158" y="1650"/>
                </a:cxn>
                <a:cxn ang="0">
                  <a:pos x="158" y="2040"/>
                </a:cxn>
                <a:cxn ang="0">
                  <a:pos x="89" y="2446"/>
                </a:cxn>
                <a:cxn ang="0">
                  <a:pos x="0" y="3042"/>
                </a:cxn>
                <a:cxn ang="0">
                  <a:pos x="0" y="3468"/>
                </a:cxn>
                <a:cxn ang="0">
                  <a:pos x="0" y="3685"/>
                </a:cxn>
                <a:cxn ang="0">
                  <a:pos x="89" y="3685"/>
                </a:cxn>
                <a:cxn ang="0">
                  <a:pos x="238" y="3468"/>
                </a:cxn>
                <a:cxn ang="0">
                  <a:pos x="317" y="3042"/>
                </a:cxn>
                <a:cxn ang="0">
                  <a:pos x="317" y="3042"/>
                </a:cxn>
                <a:cxn ang="0">
                  <a:pos x="389" y="423"/>
                </a:cxn>
                <a:cxn ang="0">
                  <a:pos x="389" y="208"/>
                </a:cxn>
                <a:cxn ang="0">
                  <a:pos x="317" y="0"/>
                </a:cxn>
                <a:cxn ang="0">
                  <a:pos x="238" y="208"/>
                </a:cxn>
                <a:cxn ang="0">
                  <a:pos x="238" y="423"/>
                </a:cxn>
                <a:cxn ang="0">
                  <a:pos x="238" y="627"/>
                </a:cxn>
                <a:cxn ang="0">
                  <a:pos x="317" y="627"/>
                </a:cxn>
                <a:cxn ang="0">
                  <a:pos x="389" y="627"/>
                </a:cxn>
                <a:cxn ang="0">
                  <a:pos x="389" y="423"/>
                </a:cxn>
                <a:cxn ang="0">
                  <a:pos x="389" y="423"/>
                </a:cxn>
              </a:cxnLst>
              <a:rect l="txL" t="txT" r="txR" b="txB"/>
              <a:pathLst>
                <a:path w="30" h="107">
                  <a:moveTo>
                    <a:pt x="24" y="89"/>
                  </a:moveTo>
                  <a:lnTo>
                    <a:pt x="18" y="95"/>
                  </a:lnTo>
                  <a:lnTo>
                    <a:pt x="12" y="101"/>
                  </a:lnTo>
                  <a:lnTo>
                    <a:pt x="12" y="95"/>
                  </a:lnTo>
                  <a:lnTo>
                    <a:pt x="12" y="89"/>
                  </a:lnTo>
                  <a:lnTo>
                    <a:pt x="24" y="36"/>
                  </a:lnTo>
                  <a:lnTo>
                    <a:pt x="12" y="42"/>
                  </a:lnTo>
                  <a:lnTo>
                    <a:pt x="0" y="42"/>
                  </a:lnTo>
                  <a:lnTo>
                    <a:pt x="6" y="42"/>
                  </a:lnTo>
                  <a:lnTo>
                    <a:pt x="12" y="47"/>
                  </a:lnTo>
                  <a:lnTo>
                    <a:pt x="12" y="59"/>
                  </a:lnTo>
                  <a:lnTo>
                    <a:pt x="6" y="71"/>
                  </a:lnTo>
                  <a:lnTo>
                    <a:pt x="0" y="89"/>
                  </a:lnTo>
                  <a:lnTo>
                    <a:pt x="0" y="101"/>
                  </a:lnTo>
                  <a:lnTo>
                    <a:pt x="0" y="107"/>
                  </a:lnTo>
                  <a:lnTo>
                    <a:pt x="6" y="107"/>
                  </a:lnTo>
                  <a:lnTo>
                    <a:pt x="18" y="101"/>
                  </a:lnTo>
                  <a:lnTo>
                    <a:pt x="24" y="89"/>
                  </a:lnTo>
                  <a:close/>
                  <a:moveTo>
                    <a:pt x="30" y="12"/>
                  </a:moveTo>
                  <a:lnTo>
                    <a:pt x="30" y="6"/>
                  </a:lnTo>
                  <a:lnTo>
                    <a:pt x="24" y="0"/>
                  </a:lnTo>
                  <a:lnTo>
                    <a:pt x="18" y="6"/>
                  </a:lnTo>
                  <a:lnTo>
                    <a:pt x="18" y="12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30" y="18"/>
                  </a:lnTo>
                  <a:lnTo>
                    <a:pt x="30" y="1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31" name="Freeform 311"/>
            <p:cNvSpPr/>
            <p:nvPr/>
          </p:nvSpPr>
          <p:spPr>
            <a:xfrm>
              <a:off x="639" y="1692"/>
              <a:ext cx="27" cy="96"/>
            </a:xfrm>
            <a:custGeom>
              <a:avLst/>
              <a:gdLst>
                <a:gd name="txL" fmla="*/ 0 w 24"/>
                <a:gd name="txT" fmla="*/ 0 h 84"/>
                <a:gd name="txR" fmla="*/ 24 w 24"/>
                <a:gd name="txB" fmla="*/ 84 h 84"/>
              </a:gdLst>
              <a:ahLst/>
              <a:cxnLst>
                <a:cxn ang="0">
                  <a:pos x="0" y="3121"/>
                </a:cxn>
                <a:cxn ang="0">
                  <a:pos x="579" y="3121"/>
                </a:cxn>
                <a:cxn ang="0">
                  <a:pos x="579" y="2895"/>
                </a:cxn>
                <a:cxn ang="0">
                  <a:pos x="457" y="2895"/>
                </a:cxn>
                <a:cxn ang="0">
                  <a:pos x="457" y="2634"/>
                </a:cxn>
                <a:cxn ang="0">
                  <a:pos x="457" y="0"/>
                </a:cxn>
                <a:cxn ang="0">
                  <a:pos x="457" y="0"/>
                </a:cxn>
                <a:cxn ang="0">
                  <a:pos x="0" y="450"/>
                </a:cxn>
                <a:cxn ang="0">
                  <a:pos x="0" y="450"/>
                </a:cxn>
                <a:cxn ang="0">
                  <a:pos x="158" y="450"/>
                </a:cxn>
                <a:cxn ang="0">
                  <a:pos x="158" y="450"/>
                </a:cxn>
                <a:cxn ang="0">
                  <a:pos x="158" y="450"/>
                </a:cxn>
                <a:cxn ang="0">
                  <a:pos x="158" y="671"/>
                </a:cxn>
                <a:cxn ang="0">
                  <a:pos x="158" y="2634"/>
                </a:cxn>
                <a:cxn ang="0">
                  <a:pos x="158" y="2895"/>
                </a:cxn>
                <a:cxn ang="0">
                  <a:pos x="0" y="2895"/>
                </a:cxn>
                <a:cxn ang="0">
                  <a:pos x="0" y="3121"/>
                </a:cxn>
              </a:cxnLst>
              <a:rect l="txL" t="txT" r="txR" b="txB"/>
              <a:pathLst>
                <a:path w="24" h="84">
                  <a:moveTo>
                    <a:pt x="0" y="84"/>
                  </a:moveTo>
                  <a:lnTo>
                    <a:pt x="24" y="84"/>
                  </a:lnTo>
                  <a:lnTo>
                    <a:pt x="24" y="78"/>
                  </a:lnTo>
                  <a:lnTo>
                    <a:pt x="18" y="78"/>
                  </a:lnTo>
                  <a:lnTo>
                    <a:pt x="18" y="72"/>
                  </a:lnTo>
                  <a:lnTo>
                    <a:pt x="18" y="0"/>
                  </a:lnTo>
                  <a:lnTo>
                    <a:pt x="0" y="12"/>
                  </a:lnTo>
                  <a:lnTo>
                    <a:pt x="6" y="12"/>
                  </a:lnTo>
                  <a:lnTo>
                    <a:pt x="6" y="18"/>
                  </a:lnTo>
                  <a:lnTo>
                    <a:pt x="6" y="72"/>
                  </a:lnTo>
                  <a:lnTo>
                    <a:pt x="6" y="78"/>
                  </a:lnTo>
                  <a:lnTo>
                    <a:pt x="0" y="78"/>
                  </a:lnTo>
                  <a:lnTo>
                    <a:pt x="0" y="8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32" name="Freeform 312"/>
            <p:cNvSpPr>
              <a:spLocks noEditPoints="1"/>
            </p:cNvSpPr>
            <p:nvPr/>
          </p:nvSpPr>
          <p:spPr>
            <a:xfrm>
              <a:off x="578" y="2277"/>
              <a:ext cx="27" cy="116"/>
            </a:xfrm>
            <a:custGeom>
              <a:avLst/>
              <a:gdLst>
                <a:gd name="txL" fmla="*/ 0 w 24"/>
                <a:gd name="txT" fmla="*/ 0 h 102"/>
                <a:gd name="txR" fmla="*/ 24 w 24"/>
                <a:gd name="txB" fmla="*/ 102 h 102"/>
              </a:gdLst>
              <a:ahLst/>
              <a:cxnLst>
                <a:cxn ang="0">
                  <a:pos x="579" y="2707"/>
                </a:cxn>
                <a:cxn ang="0">
                  <a:pos x="457" y="3079"/>
                </a:cxn>
                <a:cxn ang="0">
                  <a:pos x="321" y="3079"/>
                </a:cxn>
                <a:cxn ang="0">
                  <a:pos x="321" y="3079"/>
                </a:cxn>
                <a:cxn ang="0">
                  <a:pos x="158" y="3079"/>
                </a:cxn>
                <a:cxn ang="0">
                  <a:pos x="321" y="2882"/>
                </a:cxn>
                <a:cxn ang="0">
                  <a:pos x="321" y="2707"/>
                </a:cxn>
                <a:cxn ang="0">
                  <a:pos x="579" y="967"/>
                </a:cxn>
                <a:cxn ang="0">
                  <a:pos x="579" y="967"/>
                </a:cxn>
                <a:cxn ang="0">
                  <a:pos x="321" y="1160"/>
                </a:cxn>
                <a:cxn ang="0">
                  <a:pos x="0" y="1160"/>
                </a:cxn>
                <a:cxn ang="0">
                  <a:pos x="0" y="1403"/>
                </a:cxn>
                <a:cxn ang="0">
                  <a:pos x="158" y="1403"/>
                </a:cxn>
                <a:cxn ang="0">
                  <a:pos x="321" y="1403"/>
                </a:cxn>
                <a:cxn ang="0">
                  <a:pos x="321" y="1707"/>
                </a:cxn>
                <a:cxn ang="0">
                  <a:pos x="158" y="2347"/>
                </a:cxn>
                <a:cxn ang="0">
                  <a:pos x="0" y="2707"/>
                </a:cxn>
                <a:cxn ang="0">
                  <a:pos x="0" y="3079"/>
                </a:cxn>
                <a:cxn ang="0">
                  <a:pos x="0" y="3278"/>
                </a:cxn>
                <a:cxn ang="0">
                  <a:pos x="158" y="3278"/>
                </a:cxn>
                <a:cxn ang="0">
                  <a:pos x="457" y="3079"/>
                </a:cxn>
                <a:cxn ang="0">
                  <a:pos x="579" y="2707"/>
                </a:cxn>
                <a:cxn ang="0">
                  <a:pos x="579" y="2707"/>
                </a:cxn>
                <a:cxn ang="0">
                  <a:pos x="579" y="191"/>
                </a:cxn>
                <a:cxn ang="0">
                  <a:pos x="579" y="191"/>
                </a:cxn>
                <a:cxn ang="0">
                  <a:pos x="457" y="0"/>
                </a:cxn>
                <a:cxn ang="0">
                  <a:pos x="457" y="0"/>
                </a:cxn>
                <a:cxn ang="0">
                  <a:pos x="321" y="191"/>
                </a:cxn>
                <a:cxn ang="0">
                  <a:pos x="457" y="393"/>
                </a:cxn>
                <a:cxn ang="0">
                  <a:pos x="457" y="578"/>
                </a:cxn>
                <a:cxn ang="0">
                  <a:pos x="579" y="393"/>
                </a:cxn>
                <a:cxn ang="0">
                  <a:pos x="579" y="191"/>
                </a:cxn>
                <a:cxn ang="0">
                  <a:pos x="579" y="191"/>
                </a:cxn>
              </a:cxnLst>
              <a:rect l="txL" t="txT" r="txR" b="txB"/>
              <a:pathLst>
                <a:path w="24" h="102">
                  <a:moveTo>
                    <a:pt x="24" y="84"/>
                  </a:moveTo>
                  <a:lnTo>
                    <a:pt x="18" y="96"/>
                  </a:lnTo>
                  <a:lnTo>
                    <a:pt x="12" y="96"/>
                  </a:lnTo>
                  <a:lnTo>
                    <a:pt x="6" y="96"/>
                  </a:lnTo>
                  <a:lnTo>
                    <a:pt x="12" y="90"/>
                  </a:lnTo>
                  <a:lnTo>
                    <a:pt x="12" y="84"/>
                  </a:lnTo>
                  <a:lnTo>
                    <a:pt x="24" y="30"/>
                  </a:lnTo>
                  <a:lnTo>
                    <a:pt x="12" y="36"/>
                  </a:lnTo>
                  <a:lnTo>
                    <a:pt x="0" y="36"/>
                  </a:lnTo>
                  <a:lnTo>
                    <a:pt x="0" y="42"/>
                  </a:lnTo>
                  <a:lnTo>
                    <a:pt x="6" y="42"/>
                  </a:lnTo>
                  <a:lnTo>
                    <a:pt x="12" y="42"/>
                  </a:lnTo>
                  <a:lnTo>
                    <a:pt x="12" y="54"/>
                  </a:lnTo>
                  <a:lnTo>
                    <a:pt x="6" y="72"/>
                  </a:lnTo>
                  <a:lnTo>
                    <a:pt x="0" y="84"/>
                  </a:lnTo>
                  <a:lnTo>
                    <a:pt x="0" y="96"/>
                  </a:lnTo>
                  <a:lnTo>
                    <a:pt x="0" y="102"/>
                  </a:lnTo>
                  <a:lnTo>
                    <a:pt x="6" y="102"/>
                  </a:lnTo>
                  <a:lnTo>
                    <a:pt x="18" y="96"/>
                  </a:lnTo>
                  <a:lnTo>
                    <a:pt x="24" y="84"/>
                  </a:lnTo>
                  <a:close/>
                  <a:moveTo>
                    <a:pt x="24" y="6"/>
                  </a:moveTo>
                  <a:lnTo>
                    <a:pt x="24" y="6"/>
                  </a:lnTo>
                  <a:lnTo>
                    <a:pt x="18" y="0"/>
                  </a:lnTo>
                  <a:lnTo>
                    <a:pt x="12" y="6"/>
                  </a:lnTo>
                  <a:lnTo>
                    <a:pt x="18" y="12"/>
                  </a:lnTo>
                  <a:lnTo>
                    <a:pt x="18" y="18"/>
                  </a:lnTo>
                  <a:lnTo>
                    <a:pt x="24" y="12"/>
                  </a:lnTo>
                  <a:lnTo>
                    <a:pt x="24" y="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33" name="Freeform 313"/>
            <p:cNvSpPr/>
            <p:nvPr/>
          </p:nvSpPr>
          <p:spPr>
            <a:xfrm>
              <a:off x="612" y="2345"/>
              <a:ext cx="47" cy="94"/>
            </a:xfrm>
            <a:custGeom>
              <a:avLst/>
              <a:gdLst>
                <a:gd name="txL" fmla="*/ 0 w 42"/>
                <a:gd name="txT" fmla="*/ 0 h 83"/>
                <a:gd name="txR" fmla="*/ 42 w 42"/>
                <a:gd name="txB" fmla="*/ 83 h 83"/>
              </a:gdLst>
              <a:ahLst/>
              <a:cxnLst>
                <a:cxn ang="0">
                  <a:pos x="873" y="1891"/>
                </a:cxn>
                <a:cxn ang="0">
                  <a:pos x="873" y="1891"/>
                </a:cxn>
                <a:cxn ang="0">
                  <a:pos x="873" y="2059"/>
                </a:cxn>
                <a:cxn ang="0">
                  <a:pos x="741" y="2059"/>
                </a:cxn>
                <a:cxn ang="0">
                  <a:pos x="261" y="2059"/>
                </a:cxn>
                <a:cxn ang="0">
                  <a:pos x="643" y="1547"/>
                </a:cxn>
                <a:cxn ang="0">
                  <a:pos x="741" y="1207"/>
                </a:cxn>
                <a:cxn ang="0">
                  <a:pos x="873" y="700"/>
                </a:cxn>
                <a:cxn ang="0">
                  <a:pos x="741" y="164"/>
                </a:cxn>
                <a:cxn ang="0">
                  <a:pos x="514" y="0"/>
                </a:cxn>
                <a:cxn ang="0">
                  <a:pos x="261" y="164"/>
                </a:cxn>
                <a:cxn ang="0">
                  <a:pos x="0" y="700"/>
                </a:cxn>
                <a:cxn ang="0">
                  <a:pos x="132" y="700"/>
                </a:cxn>
                <a:cxn ang="0">
                  <a:pos x="132" y="505"/>
                </a:cxn>
                <a:cxn ang="0">
                  <a:pos x="368" y="348"/>
                </a:cxn>
                <a:cxn ang="0">
                  <a:pos x="643" y="505"/>
                </a:cxn>
                <a:cxn ang="0">
                  <a:pos x="643" y="896"/>
                </a:cxn>
                <a:cxn ang="0">
                  <a:pos x="643" y="1207"/>
                </a:cxn>
                <a:cxn ang="0">
                  <a:pos x="368" y="1711"/>
                </a:cxn>
                <a:cxn ang="0">
                  <a:pos x="0" y="2383"/>
                </a:cxn>
                <a:cxn ang="0">
                  <a:pos x="0" y="2383"/>
                </a:cxn>
                <a:cxn ang="0">
                  <a:pos x="873" y="2383"/>
                </a:cxn>
                <a:cxn ang="0">
                  <a:pos x="873" y="1891"/>
                </a:cxn>
              </a:cxnLst>
              <a:rect l="txL" t="txT" r="txR" b="txB"/>
              <a:pathLst>
                <a:path w="42" h="83">
                  <a:moveTo>
                    <a:pt x="42" y="65"/>
                  </a:moveTo>
                  <a:lnTo>
                    <a:pt x="42" y="65"/>
                  </a:lnTo>
                  <a:lnTo>
                    <a:pt x="42" y="71"/>
                  </a:lnTo>
                  <a:lnTo>
                    <a:pt x="36" y="71"/>
                  </a:lnTo>
                  <a:lnTo>
                    <a:pt x="12" y="71"/>
                  </a:lnTo>
                  <a:lnTo>
                    <a:pt x="30" y="53"/>
                  </a:lnTo>
                  <a:lnTo>
                    <a:pt x="36" y="42"/>
                  </a:lnTo>
                  <a:lnTo>
                    <a:pt x="42" y="24"/>
                  </a:lnTo>
                  <a:lnTo>
                    <a:pt x="36" y="6"/>
                  </a:lnTo>
                  <a:lnTo>
                    <a:pt x="24" y="0"/>
                  </a:lnTo>
                  <a:lnTo>
                    <a:pt x="12" y="6"/>
                  </a:lnTo>
                  <a:lnTo>
                    <a:pt x="0" y="24"/>
                  </a:lnTo>
                  <a:lnTo>
                    <a:pt x="6" y="24"/>
                  </a:lnTo>
                  <a:lnTo>
                    <a:pt x="6" y="18"/>
                  </a:lnTo>
                  <a:lnTo>
                    <a:pt x="18" y="12"/>
                  </a:lnTo>
                  <a:lnTo>
                    <a:pt x="30" y="18"/>
                  </a:lnTo>
                  <a:lnTo>
                    <a:pt x="30" y="30"/>
                  </a:lnTo>
                  <a:lnTo>
                    <a:pt x="30" y="42"/>
                  </a:lnTo>
                  <a:lnTo>
                    <a:pt x="18" y="59"/>
                  </a:lnTo>
                  <a:lnTo>
                    <a:pt x="0" y="83"/>
                  </a:lnTo>
                  <a:lnTo>
                    <a:pt x="42" y="83"/>
                  </a:lnTo>
                  <a:lnTo>
                    <a:pt x="42" y="6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34" name="Freeform 314"/>
            <p:cNvSpPr>
              <a:spLocks noEditPoints="1"/>
            </p:cNvSpPr>
            <p:nvPr/>
          </p:nvSpPr>
          <p:spPr>
            <a:xfrm>
              <a:off x="1868" y="3750"/>
              <a:ext cx="27" cy="122"/>
            </a:xfrm>
            <a:custGeom>
              <a:avLst/>
              <a:gdLst>
                <a:gd name="txL" fmla="*/ 0 w 24"/>
                <a:gd name="txT" fmla="*/ 0 h 107"/>
                <a:gd name="txR" fmla="*/ 24 w 24"/>
                <a:gd name="txB" fmla="*/ 107 h 107"/>
              </a:gdLst>
              <a:ahLst/>
              <a:cxnLst>
                <a:cxn ang="0">
                  <a:pos x="457" y="2862"/>
                </a:cxn>
                <a:cxn ang="0">
                  <a:pos x="457" y="3263"/>
                </a:cxn>
                <a:cxn ang="0">
                  <a:pos x="321" y="3468"/>
                </a:cxn>
                <a:cxn ang="0">
                  <a:pos x="158" y="3468"/>
                </a:cxn>
                <a:cxn ang="0">
                  <a:pos x="158" y="3263"/>
                </a:cxn>
                <a:cxn ang="0">
                  <a:pos x="321" y="3042"/>
                </a:cxn>
                <a:cxn ang="0">
                  <a:pos x="321" y="2862"/>
                </a:cxn>
                <a:cxn ang="0">
                  <a:pos x="579" y="1269"/>
                </a:cxn>
                <a:cxn ang="0">
                  <a:pos x="579" y="1269"/>
                </a:cxn>
                <a:cxn ang="0">
                  <a:pos x="321" y="1269"/>
                </a:cxn>
                <a:cxn ang="0">
                  <a:pos x="0" y="1269"/>
                </a:cxn>
                <a:cxn ang="0">
                  <a:pos x="0" y="1459"/>
                </a:cxn>
                <a:cxn ang="0">
                  <a:pos x="158" y="1459"/>
                </a:cxn>
                <a:cxn ang="0">
                  <a:pos x="158" y="1664"/>
                </a:cxn>
                <a:cxn ang="0">
                  <a:pos x="158" y="1881"/>
                </a:cxn>
                <a:cxn ang="0">
                  <a:pos x="158" y="2466"/>
                </a:cxn>
                <a:cxn ang="0">
                  <a:pos x="0" y="2862"/>
                </a:cxn>
                <a:cxn ang="0">
                  <a:pos x="0" y="3263"/>
                </a:cxn>
                <a:cxn ang="0">
                  <a:pos x="0" y="3468"/>
                </a:cxn>
                <a:cxn ang="0">
                  <a:pos x="158" y="3685"/>
                </a:cxn>
                <a:cxn ang="0">
                  <a:pos x="457" y="3468"/>
                </a:cxn>
                <a:cxn ang="0">
                  <a:pos x="579" y="3042"/>
                </a:cxn>
                <a:cxn ang="0">
                  <a:pos x="457" y="2862"/>
                </a:cxn>
                <a:cxn ang="0">
                  <a:pos x="579" y="208"/>
                </a:cxn>
                <a:cxn ang="0">
                  <a:pos x="579" y="208"/>
                </a:cxn>
                <a:cxn ang="0">
                  <a:pos x="457" y="0"/>
                </a:cxn>
                <a:cxn ang="0">
                  <a:pos x="457" y="208"/>
                </a:cxn>
                <a:cxn ang="0">
                  <a:pos x="321" y="208"/>
                </a:cxn>
                <a:cxn ang="0">
                  <a:pos x="457" y="423"/>
                </a:cxn>
                <a:cxn ang="0">
                  <a:pos x="457" y="627"/>
                </a:cxn>
                <a:cxn ang="0">
                  <a:pos x="579" y="423"/>
                </a:cxn>
                <a:cxn ang="0">
                  <a:pos x="579" y="208"/>
                </a:cxn>
                <a:cxn ang="0">
                  <a:pos x="579" y="208"/>
                </a:cxn>
              </a:cxnLst>
              <a:rect l="txL" t="txT" r="txR" b="txB"/>
              <a:pathLst>
                <a:path w="24" h="107">
                  <a:moveTo>
                    <a:pt x="18" y="83"/>
                  </a:moveTo>
                  <a:lnTo>
                    <a:pt x="18" y="95"/>
                  </a:lnTo>
                  <a:lnTo>
                    <a:pt x="12" y="101"/>
                  </a:lnTo>
                  <a:lnTo>
                    <a:pt x="6" y="101"/>
                  </a:lnTo>
                  <a:lnTo>
                    <a:pt x="6" y="95"/>
                  </a:lnTo>
                  <a:lnTo>
                    <a:pt x="12" y="89"/>
                  </a:lnTo>
                  <a:lnTo>
                    <a:pt x="12" y="83"/>
                  </a:lnTo>
                  <a:lnTo>
                    <a:pt x="24" y="36"/>
                  </a:lnTo>
                  <a:lnTo>
                    <a:pt x="12" y="36"/>
                  </a:lnTo>
                  <a:lnTo>
                    <a:pt x="0" y="36"/>
                  </a:lnTo>
                  <a:lnTo>
                    <a:pt x="0" y="42"/>
                  </a:lnTo>
                  <a:lnTo>
                    <a:pt x="6" y="42"/>
                  </a:lnTo>
                  <a:lnTo>
                    <a:pt x="6" y="48"/>
                  </a:lnTo>
                  <a:lnTo>
                    <a:pt x="6" y="54"/>
                  </a:lnTo>
                  <a:lnTo>
                    <a:pt x="6" y="72"/>
                  </a:lnTo>
                  <a:lnTo>
                    <a:pt x="0" y="83"/>
                  </a:lnTo>
                  <a:lnTo>
                    <a:pt x="0" y="95"/>
                  </a:lnTo>
                  <a:lnTo>
                    <a:pt x="0" y="101"/>
                  </a:lnTo>
                  <a:lnTo>
                    <a:pt x="6" y="107"/>
                  </a:lnTo>
                  <a:lnTo>
                    <a:pt x="18" y="101"/>
                  </a:lnTo>
                  <a:lnTo>
                    <a:pt x="24" y="89"/>
                  </a:lnTo>
                  <a:lnTo>
                    <a:pt x="18" y="83"/>
                  </a:lnTo>
                  <a:close/>
                  <a:moveTo>
                    <a:pt x="24" y="6"/>
                  </a:moveTo>
                  <a:lnTo>
                    <a:pt x="24" y="6"/>
                  </a:lnTo>
                  <a:lnTo>
                    <a:pt x="18" y="0"/>
                  </a:lnTo>
                  <a:lnTo>
                    <a:pt x="18" y="6"/>
                  </a:lnTo>
                  <a:lnTo>
                    <a:pt x="12" y="6"/>
                  </a:lnTo>
                  <a:lnTo>
                    <a:pt x="18" y="12"/>
                  </a:lnTo>
                  <a:lnTo>
                    <a:pt x="18" y="18"/>
                  </a:lnTo>
                  <a:lnTo>
                    <a:pt x="24" y="12"/>
                  </a:lnTo>
                  <a:lnTo>
                    <a:pt x="24" y="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35" name="Freeform 315"/>
            <p:cNvSpPr/>
            <p:nvPr/>
          </p:nvSpPr>
          <p:spPr>
            <a:xfrm>
              <a:off x="1902" y="3825"/>
              <a:ext cx="47" cy="88"/>
            </a:xfrm>
            <a:custGeom>
              <a:avLst/>
              <a:gdLst>
                <a:gd name="txL" fmla="*/ 0 w 42"/>
                <a:gd name="txT" fmla="*/ 0 h 77"/>
                <a:gd name="txR" fmla="*/ 42 w 42"/>
                <a:gd name="txB" fmla="*/ 77 h 77"/>
              </a:gdLst>
              <a:ahLst/>
              <a:cxnLst>
                <a:cxn ang="0">
                  <a:pos x="873" y="2159"/>
                </a:cxn>
                <a:cxn ang="0">
                  <a:pos x="873" y="2159"/>
                </a:cxn>
                <a:cxn ang="0">
                  <a:pos x="873" y="2625"/>
                </a:cxn>
                <a:cxn ang="0">
                  <a:pos x="741" y="2625"/>
                </a:cxn>
                <a:cxn ang="0">
                  <a:pos x="261" y="2625"/>
                </a:cxn>
                <a:cxn ang="0">
                  <a:pos x="514" y="1759"/>
                </a:cxn>
                <a:cxn ang="0">
                  <a:pos x="741" y="1309"/>
                </a:cxn>
                <a:cxn ang="0">
                  <a:pos x="873" y="619"/>
                </a:cxn>
                <a:cxn ang="0">
                  <a:pos x="741" y="213"/>
                </a:cxn>
                <a:cxn ang="0">
                  <a:pos x="514" y="0"/>
                </a:cxn>
                <a:cxn ang="0">
                  <a:pos x="261" y="213"/>
                </a:cxn>
                <a:cxn ang="0">
                  <a:pos x="0" y="832"/>
                </a:cxn>
                <a:cxn ang="0">
                  <a:pos x="0" y="832"/>
                </a:cxn>
                <a:cxn ang="0">
                  <a:pos x="132" y="450"/>
                </a:cxn>
                <a:cxn ang="0">
                  <a:pos x="368" y="213"/>
                </a:cxn>
                <a:cxn ang="0">
                  <a:pos x="643" y="450"/>
                </a:cxn>
                <a:cxn ang="0">
                  <a:pos x="643" y="832"/>
                </a:cxn>
                <a:cxn ang="0">
                  <a:pos x="514" y="1309"/>
                </a:cxn>
                <a:cxn ang="0">
                  <a:pos x="368" y="1954"/>
                </a:cxn>
                <a:cxn ang="0">
                  <a:pos x="0" y="2819"/>
                </a:cxn>
                <a:cxn ang="0">
                  <a:pos x="0" y="2819"/>
                </a:cxn>
                <a:cxn ang="0">
                  <a:pos x="741" y="2819"/>
                </a:cxn>
                <a:cxn ang="0">
                  <a:pos x="873" y="2159"/>
                </a:cxn>
              </a:cxnLst>
              <a:rect l="txL" t="txT" r="txR" b="txB"/>
              <a:pathLst>
                <a:path w="42" h="77">
                  <a:moveTo>
                    <a:pt x="42" y="59"/>
                  </a:moveTo>
                  <a:lnTo>
                    <a:pt x="42" y="59"/>
                  </a:lnTo>
                  <a:lnTo>
                    <a:pt x="42" y="71"/>
                  </a:lnTo>
                  <a:lnTo>
                    <a:pt x="36" y="71"/>
                  </a:lnTo>
                  <a:lnTo>
                    <a:pt x="12" y="71"/>
                  </a:lnTo>
                  <a:lnTo>
                    <a:pt x="24" y="47"/>
                  </a:lnTo>
                  <a:lnTo>
                    <a:pt x="36" y="35"/>
                  </a:lnTo>
                  <a:lnTo>
                    <a:pt x="42" y="17"/>
                  </a:lnTo>
                  <a:lnTo>
                    <a:pt x="36" y="6"/>
                  </a:lnTo>
                  <a:lnTo>
                    <a:pt x="24" y="0"/>
                  </a:lnTo>
                  <a:lnTo>
                    <a:pt x="12" y="6"/>
                  </a:lnTo>
                  <a:lnTo>
                    <a:pt x="0" y="23"/>
                  </a:lnTo>
                  <a:lnTo>
                    <a:pt x="6" y="12"/>
                  </a:lnTo>
                  <a:lnTo>
                    <a:pt x="18" y="6"/>
                  </a:lnTo>
                  <a:lnTo>
                    <a:pt x="30" y="12"/>
                  </a:lnTo>
                  <a:lnTo>
                    <a:pt x="30" y="23"/>
                  </a:lnTo>
                  <a:lnTo>
                    <a:pt x="24" y="35"/>
                  </a:lnTo>
                  <a:lnTo>
                    <a:pt x="18" y="53"/>
                  </a:lnTo>
                  <a:lnTo>
                    <a:pt x="0" y="77"/>
                  </a:lnTo>
                  <a:lnTo>
                    <a:pt x="36" y="77"/>
                  </a:lnTo>
                  <a:lnTo>
                    <a:pt x="42" y="5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36" name="Freeform 316"/>
            <p:cNvSpPr>
              <a:spLocks noEditPoints="1"/>
            </p:cNvSpPr>
            <p:nvPr/>
          </p:nvSpPr>
          <p:spPr>
            <a:xfrm>
              <a:off x="2407" y="3750"/>
              <a:ext cx="33" cy="122"/>
            </a:xfrm>
            <a:custGeom>
              <a:avLst/>
              <a:gdLst>
                <a:gd name="txL" fmla="*/ 0 w 30"/>
                <a:gd name="txT" fmla="*/ 0 h 107"/>
                <a:gd name="txR" fmla="*/ 30 w 30"/>
                <a:gd name="txB" fmla="*/ 107 h 107"/>
              </a:gdLst>
              <a:ahLst/>
              <a:cxnLst>
                <a:cxn ang="0">
                  <a:pos x="317" y="2862"/>
                </a:cxn>
                <a:cxn ang="0">
                  <a:pos x="238" y="3263"/>
                </a:cxn>
                <a:cxn ang="0">
                  <a:pos x="158" y="3468"/>
                </a:cxn>
                <a:cxn ang="0">
                  <a:pos x="158" y="3468"/>
                </a:cxn>
                <a:cxn ang="0">
                  <a:pos x="158" y="3263"/>
                </a:cxn>
                <a:cxn ang="0">
                  <a:pos x="158" y="3042"/>
                </a:cxn>
                <a:cxn ang="0">
                  <a:pos x="158" y="2862"/>
                </a:cxn>
                <a:cxn ang="0">
                  <a:pos x="317" y="1269"/>
                </a:cxn>
                <a:cxn ang="0">
                  <a:pos x="317" y="1269"/>
                </a:cxn>
                <a:cxn ang="0">
                  <a:pos x="158" y="1269"/>
                </a:cxn>
                <a:cxn ang="0">
                  <a:pos x="0" y="1269"/>
                </a:cxn>
                <a:cxn ang="0">
                  <a:pos x="0" y="1459"/>
                </a:cxn>
                <a:cxn ang="0">
                  <a:pos x="158" y="1459"/>
                </a:cxn>
                <a:cxn ang="0">
                  <a:pos x="158" y="1459"/>
                </a:cxn>
                <a:cxn ang="0">
                  <a:pos x="158" y="1881"/>
                </a:cxn>
                <a:cxn ang="0">
                  <a:pos x="89" y="2466"/>
                </a:cxn>
                <a:cxn ang="0">
                  <a:pos x="0" y="2862"/>
                </a:cxn>
                <a:cxn ang="0">
                  <a:pos x="0" y="3263"/>
                </a:cxn>
                <a:cxn ang="0">
                  <a:pos x="0" y="3468"/>
                </a:cxn>
                <a:cxn ang="0">
                  <a:pos x="89" y="3685"/>
                </a:cxn>
                <a:cxn ang="0">
                  <a:pos x="238" y="3468"/>
                </a:cxn>
                <a:cxn ang="0">
                  <a:pos x="317" y="3042"/>
                </a:cxn>
                <a:cxn ang="0">
                  <a:pos x="317" y="2862"/>
                </a:cxn>
                <a:cxn ang="0">
                  <a:pos x="389" y="208"/>
                </a:cxn>
                <a:cxn ang="0">
                  <a:pos x="389" y="208"/>
                </a:cxn>
                <a:cxn ang="0">
                  <a:pos x="317" y="0"/>
                </a:cxn>
                <a:cxn ang="0">
                  <a:pos x="238" y="0"/>
                </a:cxn>
                <a:cxn ang="0">
                  <a:pos x="238" y="208"/>
                </a:cxn>
                <a:cxn ang="0">
                  <a:pos x="238" y="423"/>
                </a:cxn>
                <a:cxn ang="0">
                  <a:pos x="317" y="627"/>
                </a:cxn>
                <a:cxn ang="0">
                  <a:pos x="389" y="423"/>
                </a:cxn>
                <a:cxn ang="0">
                  <a:pos x="389" y="208"/>
                </a:cxn>
                <a:cxn ang="0">
                  <a:pos x="389" y="208"/>
                </a:cxn>
              </a:cxnLst>
              <a:rect l="txL" t="txT" r="txR" b="txB"/>
              <a:pathLst>
                <a:path w="30" h="107">
                  <a:moveTo>
                    <a:pt x="24" y="83"/>
                  </a:moveTo>
                  <a:lnTo>
                    <a:pt x="18" y="95"/>
                  </a:lnTo>
                  <a:lnTo>
                    <a:pt x="12" y="101"/>
                  </a:lnTo>
                  <a:lnTo>
                    <a:pt x="12" y="95"/>
                  </a:lnTo>
                  <a:lnTo>
                    <a:pt x="12" y="89"/>
                  </a:lnTo>
                  <a:lnTo>
                    <a:pt x="12" y="83"/>
                  </a:lnTo>
                  <a:lnTo>
                    <a:pt x="24" y="36"/>
                  </a:lnTo>
                  <a:lnTo>
                    <a:pt x="12" y="36"/>
                  </a:lnTo>
                  <a:lnTo>
                    <a:pt x="0" y="36"/>
                  </a:lnTo>
                  <a:lnTo>
                    <a:pt x="0" y="42"/>
                  </a:lnTo>
                  <a:lnTo>
                    <a:pt x="12" y="42"/>
                  </a:lnTo>
                  <a:lnTo>
                    <a:pt x="12" y="54"/>
                  </a:lnTo>
                  <a:lnTo>
                    <a:pt x="6" y="72"/>
                  </a:lnTo>
                  <a:lnTo>
                    <a:pt x="0" y="83"/>
                  </a:lnTo>
                  <a:lnTo>
                    <a:pt x="0" y="95"/>
                  </a:lnTo>
                  <a:lnTo>
                    <a:pt x="0" y="101"/>
                  </a:lnTo>
                  <a:lnTo>
                    <a:pt x="6" y="107"/>
                  </a:lnTo>
                  <a:lnTo>
                    <a:pt x="18" y="101"/>
                  </a:lnTo>
                  <a:lnTo>
                    <a:pt x="24" y="89"/>
                  </a:lnTo>
                  <a:lnTo>
                    <a:pt x="24" y="83"/>
                  </a:lnTo>
                  <a:close/>
                  <a:moveTo>
                    <a:pt x="30" y="6"/>
                  </a:moveTo>
                  <a:lnTo>
                    <a:pt x="30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8" y="6"/>
                  </a:lnTo>
                  <a:lnTo>
                    <a:pt x="18" y="12"/>
                  </a:lnTo>
                  <a:lnTo>
                    <a:pt x="24" y="18"/>
                  </a:lnTo>
                  <a:lnTo>
                    <a:pt x="30" y="12"/>
                  </a:lnTo>
                  <a:lnTo>
                    <a:pt x="30" y="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37" name="Freeform 317"/>
            <p:cNvSpPr/>
            <p:nvPr/>
          </p:nvSpPr>
          <p:spPr>
            <a:xfrm>
              <a:off x="2447" y="3825"/>
              <a:ext cx="40" cy="88"/>
            </a:xfrm>
            <a:custGeom>
              <a:avLst/>
              <a:gdLst>
                <a:gd name="txL" fmla="*/ 0 w 36"/>
                <a:gd name="txT" fmla="*/ 0 h 77"/>
                <a:gd name="txR" fmla="*/ 36 w 36"/>
                <a:gd name="txB" fmla="*/ 77 h 77"/>
              </a:gdLst>
              <a:ahLst/>
              <a:cxnLst>
                <a:cxn ang="0">
                  <a:pos x="202" y="1539"/>
                </a:cxn>
                <a:cxn ang="0">
                  <a:pos x="308" y="1539"/>
                </a:cxn>
                <a:cxn ang="0">
                  <a:pos x="422" y="1539"/>
                </a:cxn>
                <a:cxn ang="0">
                  <a:pos x="521" y="1954"/>
                </a:cxn>
                <a:cxn ang="0">
                  <a:pos x="521" y="2159"/>
                </a:cxn>
                <a:cxn ang="0">
                  <a:pos x="422" y="2625"/>
                </a:cxn>
                <a:cxn ang="0">
                  <a:pos x="308" y="2819"/>
                </a:cxn>
                <a:cxn ang="0">
                  <a:pos x="202" y="2819"/>
                </a:cxn>
                <a:cxn ang="0">
                  <a:pos x="0" y="2625"/>
                </a:cxn>
                <a:cxn ang="0">
                  <a:pos x="0" y="2625"/>
                </a:cxn>
                <a:cxn ang="0">
                  <a:pos x="108" y="2819"/>
                </a:cxn>
                <a:cxn ang="0">
                  <a:pos x="202" y="2819"/>
                </a:cxn>
                <a:cxn ang="0">
                  <a:pos x="521" y="2625"/>
                </a:cxn>
                <a:cxn ang="0">
                  <a:pos x="603" y="1954"/>
                </a:cxn>
                <a:cxn ang="0">
                  <a:pos x="521" y="1309"/>
                </a:cxn>
                <a:cxn ang="0">
                  <a:pos x="422" y="1055"/>
                </a:cxn>
                <a:cxn ang="0">
                  <a:pos x="521" y="832"/>
                </a:cxn>
                <a:cxn ang="0">
                  <a:pos x="603" y="450"/>
                </a:cxn>
                <a:cxn ang="0">
                  <a:pos x="521" y="213"/>
                </a:cxn>
                <a:cxn ang="0">
                  <a:pos x="308" y="0"/>
                </a:cxn>
                <a:cxn ang="0">
                  <a:pos x="108" y="0"/>
                </a:cxn>
                <a:cxn ang="0">
                  <a:pos x="0" y="213"/>
                </a:cxn>
                <a:cxn ang="0">
                  <a:pos x="0" y="619"/>
                </a:cxn>
                <a:cxn ang="0">
                  <a:pos x="0" y="619"/>
                </a:cxn>
                <a:cxn ang="0">
                  <a:pos x="108" y="450"/>
                </a:cxn>
                <a:cxn ang="0">
                  <a:pos x="202" y="213"/>
                </a:cxn>
                <a:cxn ang="0">
                  <a:pos x="422" y="450"/>
                </a:cxn>
                <a:cxn ang="0">
                  <a:pos x="422" y="619"/>
                </a:cxn>
                <a:cxn ang="0">
                  <a:pos x="308" y="1055"/>
                </a:cxn>
                <a:cxn ang="0">
                  <a:pos x="202" y="1309"/>
                </a:cxn>
                <a:cxn ang="0">
                  <a:pos x="202" y="1539"/>
                </a:cxn>
              </a:cxnLst>
              <a:rect l="txL" t="txT" r="txR" b="txB"/>
              <a:pathLst>
                <a:path w="36" h="77">
                  <a:moveTo>
                    <a:pt x="12" y="41"/>
                  </a:moveTo>
                  <a:lnTo>
                    <a:pt x="18" y="41"/>
                  </a:lnTo>
                  <a:lnTo>
                    <a:pt x="24" y="41"/>
                  </a:lnTo>
                  <a:lnTo>
                    <a:pt x="30" y="53"/>
                  </a:lnTo>
                  <a:lnTo>
                    <a:pt x="30" y="59"/>
                  </a:lnTo>
                  <a:lnTo>
                    <a:pt x="24" y="71"/>
                  </a:lnTo>
                  <a:lnTo>
                    <a:pt x="18" y="77"/>
                  </a:lnTo>
                  <a:lnTo>
                    <a:pt x="12" y="77"/>
                  </a:lnTo>
                  <a:lnTo>
                    <a:pt x="0" y="71"/>
                  </a:lnTo>
                  <a:lnTo>
                    <a:pt x="6" y="77"/>
                  </a:lnTo>
                  <a:lnTo>
                    <a:pt x="12" y="77"/>
                  </a:lnTo>
                  <a:lnTo>
                    <a:pt x="30" y="71"/>
                  </a:lnTo>
                  <a:lnTo>
                    <a:pt x="36" y="53"/>
                  </a:lnTo>
                  <a:lnTo>
                    <a:pt x="30" y="35"/>
                  </a:lnTo>
                  <a:lnTo>
                    <a:pt x="24" y="29"/>
                  </a:lnTo>
                  <a:lnTo>
                    <a:pt x="30" y="23"/>
                  </a:lnTo>
                  <a:lnTo>
                    <a:pt x="36" y="12"/>
                  </a:lnTo>
                  <a:lnTo>
                    <a:pt x="30" y="6"/>
                  </a:lnTo>
                  <a:lnTo>
                    <a:pt x="18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7"/>
                  </a:lnTo>
                  <a:lnTo>
                    <a:pt x="6" y="12"/>
                  </a:lnTo>
                  <a:lnTo>
                    <a:pt x="12" y="6"/>
                  </a:lnTo>
                  <a:lnTo>
                    <a:pt x="24" y="12"/>
                  </a:lnTo>
                  <a:lnTo>
                    <a:pt x="24" y="17"/>
                  </a:lnTo>
                  <a:lnTo>
                    <a:pt x="18" y="29"/>
                  </a:lnTo>
                  <a:lnTo>
                    <a:pt x="12" y="35"/>
                  </a:lnTo>
                  <a:lnTo>
                    <a:pt x="12" y="4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38" name="Freeform 318"/>
            <p:cNvSpPr>
              <a:spLocks noEditPoints="1"/>
            </p:cNvSpPr>
            <p:nvPr/>
          </p:nvSpPr>
          <p:spPr>
            <a:xfrm>
              <a:off x="4987" y="2270"/>
              <a:ext cx="34" cy="123"/>
            </a:xfrm>
            <a:custGeom>
              <a:avLst/>
              <a:gdLst>
                <a:gd name="txL" fmla="*/ 0 w 30"/>
                <a:gd name="txT" fmla="*/ 0 h 108"/>
                <a:gd name="txR" fmla="*/ 30 w 30"/>
                <a:gd name="txB" fmla="*/ 108 h 108"/>
              </a:gdLst>
              <a:ahLst/>
              <a:cxnLst>
                <a:cxn ang="0">
                  <a:pos x="716" y="3009"/>
                </a:cxn>
                <a:cxn ang="0">
                  <a:pos x="507" y="3201"/>
                </a:cxn>
                <a:cxn ang="0">
                  <a:pos x="348" y="3406"/>
                </a:cxn>
                <a:cxn ang="0">
                  <a:pos x="348" y="3406"/>
                </a:cxn>
                <a:cxn ang="0">
                  <a:pos x="348" y="3201"/>
                </a:cxn>
                <a:cxn ang="0">
                  <a:pos x="348" y="3201"/>
                </a:cxn>
                <a:cxn ang="0">
                  <a:pos x="348" y="3009"/>
                </a:cxn>
                <a:cxn ang="0">
                  <a:pos x="716" y="1257"/>
                </a:cxn>
                <a:cxn ang="0">
                  <a:pos x="716" y="1257"/>
                </a:cxn>
                <a:cxn ang="0">
                  <a:pos x="348" y="1433"/>
                </a:cxn>
                <a:cxn ang="0">
                  <a:pos x="0" y="1433"/>
                </a:cxn>
                <a:cxn ang="0">
                  <a:pos x="0" y="1433"/>
                </a:cxn>
                <a:cxn ang="0">
                  <a:pos x="348" y="1433"/>
                </a:cxn>
                <a:cxn ang="0">
                  <a:pos x="348" y="1632"/>
                </a:cxn>
                <a:cxn ang="0">
                  <a:pos x="348" y="1858"/>
                </a:cxn>
                <a:cxn ang="0">
                  <a:pos x="164" y="2411"/>
                </a:cxn>
                <a:cxn ang="0">
                  <a:pos x="0" y="2811"/>
                </a:cxn>
                <a:cxn ang="0">
                  <a:pos x="0" y="3201"/>
                </a:cxn>
                <a:cxn ang="0">
                  <a:pos x="0" y="3406"/>
                </a:cxn>
                <a:cxn ang="0">
                  <a:pos x="164" y="3602"/>
                </a:cxn>
                <a:cxn ang="0">
                  <a:pos x="507" y="3406"/>
                </a:cxn>
                <a:cxn ang="0">
                  <a:pos x="716" y="3009"/>
                </a:cxn>
                <a:cxn ang="0">
                  <a:pos x="716" y="3009"/>
                </a:cxn>
                <a:cxn ang="0">
                  <a:pos x="902" y="413"/>
                </a:cxn>
                <a:cxn ang="0">
                  <a:pos x="902" y="203"/>
                </a:cxn>
                <a:cxn ang="0">
                  <a:pos x="716" y="0"/>
                </a:cxn>
                <a:cxn ang="0">
                  <a:pos x="507" y="203"/>
                </a:cxn>
                <a:cxn ang="0">
                  <a:pos x="507" y="413"/>
                </a:cxn>
                <a:cxn ang="0">
                  <a:pos x="507" y="609"/>
                </a:cxn>
                <a:cxn ang="0">
                  <a:pos x="716" y="609"/>
                </a:cxn>
                <a:cxn ang="0">
                  <a:pos x="902" y="609"/>
                </a:cxn>
                <a:cxn ang="0">
                  <a:pos x="902" y="413"/>
                </a:cxn>
                <a:cxn ang="0">
                  <a:pos x="902" y="413"/>
                </a:cxn>
              </a:cxnLst>
              <a:rect l="txL" t="txT" r="txR" b="txB"/>
              <a:pathLst>
                <a:path w="30" h="108">
                  <a:moveTo>
                    <a:pt x="24" y="90"/>
                  </a:moveTo>
                  <a:lnTo>
                    <a:pt x="18" y="96"/>
                  </a:lnTo>
                  <a:lnTo>
                    <a:pt x="12" y="102"/>
                  </a:lnTo>
                  <a:lnTo>
                    <a:pt x="12" y="96"/>
                  </a:lnTo>
                  <a:lnTo>
                    <a:pt x="12" y="90"/>
                  </a:lnTo>
                  <a:lnTo>
                    <a:pt x="24" y="36"/>
                  </a:lnTo>
                  <a:lnTo>
                    <a:pt x="12" y="42"/>
                  </a:lnTo>
                  <a:lnTo>
                    <a:pt x="0" y="42"/>
                  </a:lnTo>
                  <a:lnTo>
                    <a:pt x="12" y="42"/>
                  </a:lnTo>
                  <a:lnTo>
                    <a:pt x="12" y="48"/>
                  </a:lnTo>
                  <a:lnTo>
                    <a:pt x="12" y="54"/>
                  </a:lnTo>
                  <a:lnTo>
                    <a:pt x="6" y="72"/>
                  </a:lnTo>
                  <a:lnTo>
                    <a:pt x="0" y="84"/>
                  </a:lnTo>
                  <a:lnTo>
                    <a:pt x="0" y="96"/>
                  </a:lnTo>
                  <a:lnTo>
                    <a:pt x="0" y="102"/>
                  </a:lnTo>
                  <a:lnTo>
                    <a:pt x="6" y="108"/>
                  </a:lnTo>
                  <a:lnTo>
                    <a:pt x="18" y="102"/>
                  </a:lnTo>
                  <a:lnTo>
                    <a:pt x="24" y="90"/>
                  </a:lnTo>
                  <a:close/>
                  <a:moveTo>
                    <a:pt x="30" y="12"/>
                  </a:moveTo>
                  <a:lnTo>
                    <a:pt x="30" y="6"/>
                  </a:lnTo>
                  <a:lnTo>
                    <a:pt x="24" y="0"/>
                  </a:lnTo>
                  <a:lnTo>
                    <a:pt x="18" y="6"/>
                  </a:lnTo>
                  <a:lnTo>
                    <a:pt x="18" y="12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30" y="18"/>
                  </a:lnTo>
                  <a:lnTo>
                    <a:pt x="30" y="1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39" name="Freeform 319"/>
            <p:cNvSpPr>
              <a:spLocks noEditPoints="1"/>
            </p:cNvSpPr>
            <p:nvPr/>
          </p:nvSpPr>
          <p:spPr>
            <a:xfrm>
              <a:off x="5014" y="2379"/>
              <a:ext cx="54" cy="60"/>
            </a:xfrm>
            <a:custGeom>
              <a:avLst/>
              <a:gdLst>
                <a:gd name="txL" fmla="*/ 0 w 48"/>
                <a:gd name="txT" fmla="*/ 0 h 53"/>
                <a:gd name="txR" fmla="*/ 48 w 48"/>
                <a:gd name="txB" fmla="*/ 53 h 53"/>
              </a:gdLst>
              <a:ahLst/>
              <a:cxnLst>
                <a:cxn ang="0">
                  <a:pos x="732" y="0"/>
                </a:cxn>
                <a:cxn ang="0">
                  <a:pos x="457" y="164"/>
                </a:cxn>
                <a:cxn ang="0">
                  <a:pos x="321" y="348"/>
                </a:cxn>
                <a:cxn ang="0">
                  <a:pos x="158" y="648"/>
                </a:cxn>
                <a:cxn ang="0">
                  <a:pos x="0" y="1015"/>
                </a:cxn>
                <a:cxn ang="0">
                  <a:pos x="158" y="1332"/>
                </a:cxn>
                <a:cxn ang="0">
                  <a:pos x="457" y="1508"/>
                </a:cxn>
                <a:cxn ang="0">
                  <a:pos x="732" y="1332"/>
                </a:cxn>
                <a:cxn ang="0">
                  <a:pos x="880" y="1168"/>
                </a:cxn>
                <a:cxn ang="0">
                  <a:pos x="1173" y="831"/>
                </a:cxn>
                <a:cxn ang="0">
                  <a:pos x="1173" y="491"/>
                </a:cxn>
                <a:cxn ang="0">
                  <a:pos x="1041" y="164"/>
                </a:cxn>
                <a:cxn ang="0">
                  <a:pos x="732" y="0"/>
                </a:cxn>
                <a:cxn ang="0">
                  <a:pos x="732" y="0"/>
                </a:cxn>
                <a:cxn ang="0">
                  <a:pos x="732" y="0"/>
                </a:cxn>
                <a:cxn ang="0">
                  <a:pos x="880" y="164"/>
                </a:cxn>
                <a:cxn ang="0">
                  <a:pos x="880" y="348"/>
                </a:cxn>
                <a:cxn ang="0">
                  <a:pos x="732" y="1015"/>
                </a:cxn>
                <a:cxn ang="0">
                  <a:pos x="579" y="1168"/>
                </a:cxn>
                <a:cxn ang="0">
                  <a:pos x="457" y="1332"/>
                </a:cxn>
                <a:cxn ang="0">
                  <a:pos x="321" y="1168"/>
                </a:cxn>
                <a:cxn ang="0">
                  <a:pos x="321" y="1015"/>
                </a:cxn>
                <a:cxn ang="0">
                  <a:pos x="457" y="348"/>
                </a:cxn>
                <a:cxn ang="0">
                  <a:pos x="579" y="164"/>
                </a:cxn>
                <a:cxn ang="0">
                  <a:pos x="732" y="0"/>
                </a:cxn>
                <a:cxn ang="0">
                  <a:pos x="732" y="0"/>
                </a:cxn>
              </a:cxnLst>
              <a:rect l="txL" t="txT" r="txR" b="txB"/>
              <a:pathLst>
                <a:path w="48" h="53">
                  <a:moveTo>
                    <a:pt x="30" y="0"/>
                  </a:moveTo>
                  <a:lnTo>
                    <a:pt x="18" y="6"/>
                  </a:lnTo>
                  <a:lnTo>
                    <a:pt x="12" y="12"/>
                  </a:lnTo>
                  <a:lnTo>
                    <a:pt x="6" y="23"/>
                  </a:lnTo>
                  <a:lnTo>
                    <a:pt x="0" y="35"/>
                  </a:lnTo>
                  <a:lnTo>
                    <a:pt x="6" y="47"/>
                  </a:lnTo>
                  <a:lnTo>
                    <a:pt x="18" y="53"/>
                  </a:lnTo>
                  <a:lnTo>
                    <a:pt x="30" y="47"/>
                  </a:lnTo>
                  <a:lnTo>
                    <a:pt x="36" y="41"/>
                  </a:lnTo>
                  <a:lnTo>
                    <a:pt x="48" y="29"/>
                  </a:lnTo>
                  <a:lnTo>
                    <a:pt x="48" y="17"/>
                  </a:lnTo>
                  <a:lnTo>
                    <a:pt x="42" y="6"/>
                  </a:lnTo>
                  <a:lnTo>
                    <a:pt x="30" y="0"/>
                  </a:lnTo>
                  <a:close/>
                  <a:moveTo>
                    <a:pt x="30" y="0"/>
                  </a:moveTo>
                  <a:lnTo>
                    <a:pt x="36" y="6"/>
                  </a:lnTo>
                  <a:lnTo>
                    <a:pt x="36" y="12"/>
                  </a:lnTo>
                  <a:lnTo>
                    <a:pt x="30" y="35"/>
                  </a:lnTo>
                  <a:lnTo>
                    <a:pt x="24" y="41"/>
                  </a:lnTo>
                  <a:lnTo>
                    <a:pt x="18" y="47"/>
                  </a:lnTo>
                  <a:lnTo>
                    <a:pt x="12" y="41"/>
                  </a:lnTo>
                  <a:lnTo>
                    <a:pt x="12" y="35"/>
                  </a:lnTo>
                  <a:lnTo>
                    <a:pt x="18" y="12"/>
                  </a:lnTo>
                  <a:lnTo>
                    <a:pt x="24" y="6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40" name="Freeform 320"/>
            <p:cNvSpPr>
              <a:spLocks noEditPoints="1"/>
            </p:cNvSpPr>
            <p:nvPr/>
          </p:nvSpPr>
          <p:spPr>
            <a:xfrm>
              <a:off x="686" y="1991"/>
              <a:ext cx="87" cy="123"/>
            </a:xfrm>
            <a:custGeom>
              <a:avLst/>
              <a:gdLst>
                <a:gd name="txL" fmla="*/ 0 w 77"/>
                <a:gd name="txT" fmla="*/ 0 h 108"/>
                <a:gd name="txR" fmla="*/ 77 w 77"/>
                <a:gd name="txB" fmla="*/ 108 h 108"/>
              </a:gdLst>
              <a:ahLst/>
              <a:cxnLst>
                <a:cxn ang="0">
                  <a:pos x="468" y="0"/>
                </a:cxn>
                <a:cxn ang="0">
                  <a:pos x="610" y="203"/>
                </a:cxn>
                <a:cxn ang="0">
                  <a:pos x="778" y="413"/>
                </a:cxn>
                <a:cxn ang="0">
                  <a:pos x="778" y="609"/>
                </a:cxn>
                <a:cxn ang="0">
                  <a:pos x="610" y="790"/>
                </a:cxn>
                <a:cxn ang="0">
                  <a:pos x="293" y="3009"/>
                </a:cxn>
                <a:cxn ang="0">
                  <a:pos x="159" y="3406"/>
                </a:cxn>
                <a:cxn ang="0">
                  <a:pos x="0" y="3406"/>
                </a:cxn>
                <a:cxn ang="0">
                  <a:pos x="0" y="3602"/>
                </a:cxn>
                <a:cxn ang="0">
                  <a:pos x="778" y="3602"/>
                </a:cxn>
                <a:cxn ang="0">
                  <a:pos x="778" y="3406"/>
                </a:cxn>
                <a:cxn ang="0">
                  <a:pos x="610" y="3406"/>
                </a:cxn>
                <a:cxn ang="0">
                  <a:pos x="610" y="3201"/>
                </a:cxn>
                <a:cxn ang="0">
                  <a:pos x="610" y="3009"/>
                </a:cxn>
                <a:cxn ang="0">
                  <a:pos x="610" y="2811"/>
                </a:cxn>
                <a:cxn ang="0">
                  <a:pos x="778" y="1858"/>
                </a:cxn>
                <a:cxn ang="0">
                  <a:pos x="975" y="1858"/>
                </a:cxn>
                <a:cxn ang="0">
                  <a:pos x="1120" y="1858"/>
                </a:cxn>
                <a:cxn ang="0">
                  <a:pos x="1615" y="1858"/>
                </a:cxn>
                <a:cxn ang="0">
                  <a:pos x="1913" y="1433"/>
                </a:cxn>
                <a:cxn ang="0">
                  <a:pos x="2067" y="790"/>
                </a:cxn>
                <a:cxn ang="0">
                  <a:pos x="1913" y="413"/>
                </a:cxn>
                <a:cxn ang="0">
                  <a:pos x="1733" y="203"/>
                </a:cxn>
                <a:cxn ang="0">
                  <a:pos x="1433" y="0"/>
                </a:cxn>
                <a:cxn ang="0">
                  <a:pos x="1268" y="0"/>
                </a:cxn>
                <a:cxn ang="0">
                  <a:pos x="468" y="0"/>
                </a:cxn>
                <a:cxn ang="0">
                  <a:pos x="468" y="0"/>
                </a:cxn>
                <a:cxn ang="0">
                  <a:pos x="1120" y="413"/>
                </a:cxn>
                <a:cxn ang="0">
                  <a:pos x="1120" y="203"/>
                </a:cxn>
                <a:cxn ang="0">
                  <a:pos x="1268" y="203"/>
                </a:cxn>
                <a:cxn ang="0">
                  <a:pos x="1615" y="413"/>
                </a:cxn>
                <a:cxn ang="0">
                  <a:pos x="1733" y="790"/>
                </a:cxn>
                <a:cxn ang="0">
                  <a:pos x="1733" y="1257"/>
                </a:cxn>
                <a:cxn ang="0">
                  <a:pos x="1433" y="1632"/>
                </a:cxn>
                <a:cxn ang="0">
                  <a:pos x="975" y="1632"/>
                </a:cxn>
                <a:cxn ang="0">
                  <a:pos x="975" y="1632"/>
                </a:cxn>
                <a:cxn ang="0">
                  <a:pos x="778" y="1632"/>
                </a:cxn>
                <a:cxn ang="0">
                  <a:pos x="1120" y="413"/>
                </a:cxn>
              </a:cxnLst>
              <a:rect l="txL" t="txT" r="txR" b="txB"/>
              <a:pathLst>
                <a:path w="77" h="108">
                  <a:moveTo>
                    <a:pt x="17" y="0"/>
                  </a:moveTo>
                  <a:lnTo>
                    <a:pt x="23" y="6"/>
                  </a:lnTo>
                  <a:lnTo>
                    <a:pt x="29" y="12"/>
                  </a:lnTo>
                  <a:lnTo>
                    <a:pt x="29" y="18"/>
                  </a:lnTo>
                  <a:lnTo>
                    <a:pt x="23" y="24"/>
                  </a:lnTo>
                  <a:lnTo>
                    <a:pt x="11" y="90"/>
                  </a:lnTo>
                  <a:lnTo>
                    <a:pt x="6" y="102"/>
                  </a:lnTo>
                  <a:lnTo>
                    <a:pt x="0" y="102"/>
                  </a:lnTo>
                  <a:lnTo>
                    <a:pt x="0" y="108"/>
                  </a:lnTo>
                  <a:lnTo>
                    <a:pt x="29" y="108"/>
                  </a:lnTo>
                  <a:lnTo>
                    <a:pt x="29" y="102"/>
                  </a:lnTo>
                  <a:lnTo>
                    <a:pt x="23" y="102"/>
                  </a:lnTo>
                  <a:lnTo>
                    <a:pt x="23" y="96"/>
                  </a:lnTo>
                  <a:lnTo>
                    <a:pt x="23" y="90"/>
                  </a:lnTo>
                  <a:lnTo>
                    <a:pt x="23" y="84"/>
                  </a:lnTo>
                  <a:lnTo>
                    <a:pt x="29" y="54"/>
                  </a:lnTo>
                  <a:lnTo>
                    <a:pt x="35" y="54"/>
                  </a:lnTo>
                  <a:lnTo>
                    <a:pt x="41" y="54"/>
                  </a:lnTo>
                  <a:lnTo>
                    <a:pt x="59" y="54"/>
                  </a:lnTo>
                  <a:lnTo>
                    <a:pt x="71" y="42"/>
                  </a:lnTo>
                  <a:lnTo>
                    <a:pt x="77" y="24"/>
                  </a:lnTo>
                  <a:lnTo>
                    <a:pt x="71" y="12"/>
                  </a:lnTo>
                  <a:lnTo>
                    <a:pt x="65" y="6"/>
                  </a:lnTo>
                  <a:lnTo>
                    <a:pt x="53" y="0"/>
                  </a:lnTo>
                  <a:lnTo>
                    <a:pt x="47" y="0"/>
                  </a:lnTo>
                  <a:lnTo>
                    <a:pt x="17" y="0"/>
                  </a:lnTo>
                  <a:close/>
                  <a:moveTo>
                    <a:pt x="41" y="12"/>
                  </a:moveTo>
                  <a:lnTo>
                    <a:pt x="41" y="6"/>
                  </a:lnTo>
                  <a:lnTo>
                    <a:pt x="47" y="6"/>
                  </a:lnTo>
                  <a:lnTo>
                    <a:pt x="59" y="12"/>
                  </a:lnTo>
                  <a:lnTo>
                    <a:pt x="65" y="24"/>
                  </a:lnTo>
                  <a:lnTo>
                    <a:pt x="65" y="36"/>
                  </a:lnTo>
                  <a:lnTo>
                    <a:pt x="53" y="48"/>
                  </a:lnTo>
                  <a:lnTo>
                    <a:pt x="35" y="48"/>
                  </a:lnTo>
                  <a:lnTo>
                    <a:pt x="29" y="48"/>
                  </a:lnTo>
                  <a:lnTo>
                    <a:pt x="41" y="1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41" name="Freeform 321"/>
            <p:cNvSpPr>
              <a:spLocks noEditPoints="1"/>
            </p:cNvSpPr>
            <p:nvPr/>
          </p:nvSpPr>
          <p:spPr>
            <a:xfrm>
              <a:off x="2125" y="3614"/>
              <a:ext cx="93" cy="157"/>
            </a:xfrm>
            <a:custGeom>
              <a:avLst/>
              <a:gdLst>
                <a:gd name="txL" fmla="*/ 0 w 83"/>
                <a:gd name="txT" fmla="*/ 0 h 138"/>
                <a:gd name="txR" fmla="*/ 83 w 83"/>
                <a:gd name="txB" fmla="*/ 138 h 138"/>
              </a:gdLst>
              <a:ahLst/>
              <a:cxnLst>
                <a:cxn ang="0">
                  <a:pos x="522" y="3713"/>
                </a:cxn>
                <a:cxn ang="0">
                  <a:pos x="1015" y="3527"/>
                </a:cxn>
                <a:cxn ang="0">
                  <a:pos x="1417" y="2932"/>
                </a:cxn>
                <a:cxn ang="0">
                  <a:pos x="1649" y="2131"/>
                </a:cxn>
                <a:cxn ang="0">
                  <a:pos x="1792" y="1410"/>
                </a:cxn>
                <a:cxn ang="0">
                  <a:pos x="1792" y="762"/>
                </a:cxn>
                <a:cxn ang="0">
                  <a:pos x="1543" y="395"/>
                </a:cxn>
                <a:cxn ang="0">
                  <a:pos x="1137" y="0"/>
                </a:cxn>
                <a:cxn ang="0">
                  <a:pos x="744" y="191"/>
                </a:cxn>
                <a:cxn ang="0">
                  <a:pos x="376" y="762"/>
                </a:cxn>
                <a:cxn ang="0">
                  <a:pos x="133" y="1604"/>
                </a:cxn>
                <a:cxn ang="0">
                  <a:pos x="0" y="2362"/>
                </a:cxn>
                <a:cxn ang="0">
                  <a:pos x="133" y="3336"/>
                </a:cxn>
                <a:cxn ang="0">
                  <a:pos x="522" y="3527"/>
                </a:cxn>
                <a:cxn ang="0">
                  <a:pos x="263" y="3927"/>
                </a:cxn>
                <a:cxn ang="0">
                  <a:pos x="133" y="4074"/>
                </a:cxn>
                <a:cxn ang="0">
                  <a:pos x="0" y="4318"/>
                </a:cxn>
                <a:cxn ang="0">
                  <a:pos x="0" y="4502"/>
                </a:cxn>
                <a:cxn ang="0">
                  <a:pos x="133" y="4318"/>
                </a:cxn>
                <a:cxn ang="0">
                  <a:pos x="263" y="4318"/>
                </a:cxn>
                <a:cxn ang="0">
                  <a:pos x="655" y="4502"/>
                </a:cxn>
                <a:cxn ang="0">
                  <a:pos x="1015" y="4502"/>
                </a:cxn>
                <a:cxn ang="0">
                  <a:pos x="1274" y="4318"/>
                </a:cxn>
                <a:cxn ang="0">
                  <a:pos x="1649" y="3713"/>
                </a:cxn>
                <a:cxn ang="0">
                  <a:pos x="1649" y="3713"/>
                </a:cxn>
                <a:cxn ang="0">
                  <a:pos x="1417" y="3927"/>
                </a:cxn>
                <a:cxn ang="0">
                  <a:pos x="1137" y="4074"/>
                </a:cxn>
                <a:cxn ang="0">
                  <a:pos x="744" y="4074"/>
                </a:cxn>
                <a:cxn ang="0">
                  <a:pos x="522" y="3927"/>
                </a:cxn>
                <a:cxn ang="0">
                  <a:pos x="376" y="3927"/>
                </a:cxn>
                <a:cxn ang="0">
                  <a:pos x="522" y="3713"/>
                </a:cxn>
                <a:cxn ang="0">
                  <a:pos x="263" y="2550"/>
                </a:cxn>
                <a:cxn ang="0">
                  <a:pos x="263" y="1949"/>
                </a:cxn>
                <a:cxn ang="0">
                  <a:pos x="522" y="1164"/>
                </a:cxn>
                <a:cxn ang="0">
                  <a:pos x="655" y="395"/>
                </a:cxn>
                <a:cxn ang="0">
                  <a:pos x="1015" y="191"/>
                </a:cxn>
                <a:cxn ang="0">
                  <a:pos x="1274" y="395"/>
                </a:cxn>
                <a:cxn ang="0">
                  <a:pos x="1417" y="1164"/>
                </a:cxn>
                <a:cxn ang="0">
                  <a:pos x="1417" y="1750"/>
                </a:cxn>
                <a:cxn ang="0">
                  <a:pos x="1274" y="2550"/>
                </a:cxn>
                <a:cxn ang="0">
                  <a:pos x="1015" y="3336"/>
                </a:cxn>
                <a:cxn ang="0">
                  <a:pos x="655" y="3527"/>
                </a:cxn>
                <a:cxn ang="0">
                  <a:pos x="376" y="3336"/>
                </a:cxn>
                <a:cxn ang="0">
                  <a:pos x="263" y="3113"/>
                </a:cxn>
                <a:cxn ang="0">
                  <a:pos x="263" y="2736"/>
                </a:cxn>
                <a:cxn ang="0">
                  <a:pos x="263" y="2550"/>
                </a:cxn>
                <a:cxn ang="0">
                  <a:pos x="263" y="2550"/>
                </a:cxn>
              </a:cxnLst>
              <a:rect l="txL" t="txT" r="txR" b="txB"/>
              <a:pathLst>
                <a:path w="83" h="138">
                  <a:moveTo>
                    <a:pt x="24" y="114"/>
                  </a:moveTo>
                  <a:lnTo>
                    <a:pt x="47" y="108"/>
                  </a:lnTo>
                  <a:lnTo>
                    <a:pt x="65" y="90"/>
                  </a:lnTo>
                  <a:lnTo>
                    <a:pt x="77" y="66"/>
                  </a:lnTo>
                  <a:lnTo>
                    <a:pt x="83" y="42"/>
                  </a:lnTo>
                  <a:lnTo>
                    <a:pt x="83" y="24"/>
                  </a:lnTo>
                  <a:lnTo>
                    <a:pt x="71" y="12"/>
                  </a:lnTo>
                  <a:lnTo>
                    <a:pt x="53" y="0"/>
                  </a:lnTo>
                  <a:lnTo>
                    <a:pt x="35" y="6"/>
                  </a:lnTo>
                  <a:lnTo>
                    <a:pt x="18" y="24"/>
                  </a:lnTo>
                  <a:lnTo>
                    <a:pt x="6" y="48"/>
                  </a:lnTo>
                  <a:lnTo>
                    <a:pt x="0" y="72"/>
                  </a:lnTo>
                  <a:lnTo>
                    <a:pt x="6" y="102"/>
                  </a:lnTo>
                  <a:lnTo>
                    <a:pt x="24" y="108"/>
                  </a:lnTo>
                  <a:lnTo>
                    <a:pt x="12" y="120"/>
                  </a:lnTo>
                  <a:lnTo>
                    <a:pt x="6" y="126"/>
                  </a:lnTo>
                  <a:lnTo>
                    <a:pt x="0" y="132"/>
                  </a:lnTo>
                  <a:lnTo>
                    <a:pt x="0" y="138"/>
                  </a:lnTo>
                  <a:lnTo>
                    <a:pt x="6" y="132"/>
                  </a:lnTo>
                  <a:lnTo>
                    <a:pt x="12" y="132"/>
                  </a:lnTo>
                  <a:lnTo>
                    <a:pt x="30" y="138"/>
                  </a:lnTo>
                  <a:lnTo>
                    <a:pt x="47" y="138"/>
                  </a:lnTo>
                  <a:lnTo>
                    <a:pt x="59" y="132"/>
                  </a:lnTo>
                  <a:lnTo>
                    <a:pt x="77" y="114"/>
                  </a:lnTo>
                  <a:lnTo>
                    <a:pt x="65" y="120"/>
                  </a:lnTo>
                  <a:lnTo>
                    <a:pt x="53" y="126"/>
                  </a:lnTo>
                  <a:lnTo>
                    <a:pt x="35" y="126"/>
                  </a:lnTo>
                  <a:lnTo>
                    <a:pt x="24" y="120"/>
                  </a:lnTo>
                  <a:lnTo>
                    <a:pt x="18" y="120"/>
                  </a:lnTo>
                  <a:lnTo>
                    <a:pt x="24" y="114"/>
                  </a:lnTo>
                  <a:close/>
                  <a:moveTo>
                    <a:pt x="12" y="78"/>
                  </a:moveTo>
                  <a:lnTo>
                    <a:pt x="12" y="60"/>
                  </a:lnTo>
                  <a:lnTo>
                    <a:pt x="24" y="36"/>
                  </a:lnTo>
                  <a:lnTo>
                    <a:pt x="30" y="12"/>
                  </a:lnTo>
                  <a:lnTo>
                    <a:pt x="47" y="6"/>
                  </a:lnTo>
                  <a:lnTo>
                    <a:pt x="59" y="12"/>
                  </a:lnTo>
                  <a:lnTo>
                    <a:pt x="65" y="36"/>
                  </a:lnTo>
                  <a:lnTo>
                    <a:pt x="65" y="54"/>
                  </a:lnTo>
                  <a:lnTo>
                    <a:pt x="59" y="78"/>
                  </a:lnTo>
                  <a:lnTo>
                    <a:pt x="47" y="102"/>
                  </a:lnTo>
                  <a:lnTo>
                    <a:pt x="30" y="108"/>
                  </a:lnTo>
                  <a:lnTo>
                    <a:pt x="18" y="102"/>
                  </a:lnTo>
                  <a:lnTo>
                    <a:pt x="12" y="96"/>
                  </a:lnTo>
                  <a:lnTo>
                    <a:pt x="12" y="84"/>
                  </a:lnTo>
                  <a:lnTo>
                    <a:pt x="12" y="7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42" name="Freeform 322"/>
            <p:cNvSpPr/>
            <p:nvPr/>
          </p:nvSpPr>
          <p:spPr>
            <a:xfrm>
              <a:off x="2413" y="2711"/>
              <a:ext cx="54" cy="130"/>
            </a:xfrm>
            <a:custGeom>
              <a:avLst/>
              <a:gdLst>
                <a:gd name="txL" fmla="*/ 0 w 48"/>
                <a:gd name="txT" fmla="*/ 0 h 114"/>
                <a:gd name="txR" fmla="*/ 48 w 48"/>
                <a:gd name="txB" fmla="*/ 114 h 114"/>
              </a:gdLst>
              <a:ahLst/>
              <a:cxnLst>
                <a:cxn ang="0">
                  <a:pos x="321" y="2058"/>
                </a:cxn>
                <a:cxn ang="0">
                  <a:pos x="732" y="2058"/>
                </a:cxn>
                <a:cxn ang="0">
                  <a:pos x="880" y="2505"/>
                </a:cxn>
                <a:cxn ang="0">
                  <a:pos x="880" y="2908"/>
                </a:cxn>
                <a:cxn ang="0">
                  <a:pos x="732" y="3533"/>
                </a:cxn>
                <a:cxn ang="0">
                  <a:pos x="457" y="3727"/>
                </a:cxn>
                <a:cxn ang="0">
                  <a:pos x="321" y="3533"/>
                </a:cxn>
                <a:cxn ang="0">
                  <a:pos x="0" y="3316"/>
                </a:cxn>
                <a:cxn ang="0">
                  <a:pos x="0" y="3533"/>
                </a:cxn>
                <a:cxn ang="0">
                  <a:pos x="0" y="3533"/>
                </a:cxn>
                <a:cxn ang="0">
                  <a:pos x="158" y="3954"/>
                </a:cxn>
                <a:cxn ang="0">
                  <a:pos x="321" y="3954"/>
                </a:cxn>
                <a:cxn ang="0">
                  <a:pos x="579" y="3954"/>
                </a:cxn>
                <a:cxn ang="0">
                  <a:pos x="880" y="3533"/>
                </a:cxn>
                <a:cxn ang="0">
                  <a:pos x="1173" y="3107"/>
                </a:cxn>
                <a:cxn ang="0">
                  <a:pos x="1173" y="2676"/>
                </a:cxn>
                <a:cxn ang="0">
                  <a:pos x="1173" y="2299"/>
                </a:cxn>
                <a:cxn ang="0">
                  <a:pos x="1041" y="1882"/>
                </a:cxn>
                <a:cxn ang="0">
                  <a:pos x="732" y="1690"/>
                </a:cxn>
                <a:cxn ang="0">
                  <a:pos x="1041" y="1269"/>
                </a:cxn>
                <a:cxn ang="0">
                  <a:pos x="1041" y="815"/>
                </a:cxn>
                <a:cxn ang="0">
                  <a:pos x="1041" y="423"/>
                </a:cxn>
                <a:cxn ang="0">
                  <a:pos x="880" y="208"/>
                </a:cxn>
                <a:cxn ang="0">
                  <a:pos x="579" y="0"/>
                </a:cxn>
                <a:cxn ang="0">
                  <a:pos x="158" y="208"/>
                </a:cxn>
                <a:cxn ang="0">
                  <a:pos x="0" y="627"/>
                </a:cxn>
                <a:cxn ang="0">
                  <a:pos x="0" y="1016"/>
                </a:cxn>
                <a:cxn ang="0">
                  <a:pos x="0" y="1016"/>
                </a:cxn>
                <a:cxn ang="0">
                  <a:pos x="158" y="627"/>
                </a:cxn>
                <a:cxn ang="0">
                  <a:pos x="457" y="423"/>
                </a:cxn>
                <a:cxn ang="0">
                  <a:pos x="732" y="627"/>
                </a:cxn>
                <a:cxn ang="0">
                  <a:pos x="732" y="1016"/>
                </a:cxn>
                <a:cxn ang="0">
                  <a:pos x="579" y="1482"/>
                </a:cxn>
                <a:cxn ang="0">
                  <a:pos x="321" y="1882"/>
                </a:cxn>
                <a:cxn ang="0">
                  <a:pos x="321" y="2058"/>
                </a:cxn>
              </a:cxnLst>
              <a:rect l="txL" t="txT" r="txR" b="txB"/>
              <a:pathLst>
                <a:path w="48" h="114">
                  <a:moveTo>
                    <a:pt x="12" y="60"/>
                  </a:moveTo>
                  <a:lnTo>
                    <a:pt x="30" y="60"/>
                  </a:lnTo>
                  <a:lnTo>
                    <a:pt x="36" y="72"/>
                  </a:lnTo>
                  <a:lnTo>
                    <a:pt x="36" y="84"/>
                  </a:lnTo>
                  <a:lnTo>
                    <a:pt x="30" y="102"/>
                  </a:lnTo>
                  <a:lnTo>
                    <a:pt x="18" y="108"/>
                  </a:lnTo>
                  <a:lnTo>
                    <a:pt x="12" y="102"/>
                  </a:lnTo>
                  <a:lnTo>
                    <a:pt x="0" y="96"/>
                  </a:lnTo>
                  <a:lnTo>
                    <a:pt x="0" y="102"/>
                  </a:lnTo>
                  <a:lnTo>
                    <a:pt x="6" y="114"/>
                  </a:lnTo>
                  <a:lnTo>
                    <a:pt x="12" y="114"/>
                  </a:lnTo>
                  <a:lnTo>
                    <a:pt x="24" y="114"/>
                  </a:lnTo>
                  <a:lnTo>
                    <a:pt x="36" y="102"/>
                  </a:lnTo>
                  <a:lnTo>
                    <a:pt x="48" y="90"/>
                  </a:lnTo>
                  <a:lnTo>
                    <a:pt x="48" y="78"/>
                  </a:lnTo>
                  <a:lnTo>
                    <a:pt x="48" y="66"/>
                  </a:lnTo>
                  <a:lnTo>
                    <a:pt x="42" y="54"/>
                  </a:lnTo>
                  <a:lnTo>
                    <a:pt x="30" y="48"/>
                  </a:lnTo>
                  <a:lnTo>
                    <a:pt x="42" y="36"/>
                  </a:lnTo>
                  <a:lnTo>
                    <a:pt x="42" y="24"/>
                  </a:lnTo>
                  <a:lnTo>
                    <a:pt x="42" y="12"/>
                  </a:lnTo>
                  <a:lnTo>
                    <a:pt x="36" y="6"/>
                  </a:lnTo>
                  <a:lnTo>
                    <a:pt x="24" y="0"/>
                  </a:lnTo>
                  <a:lnTo>
                    <a:pt x="6" y="6"/>
                  </a:lnTo>
                  <a:lnTo>
                    <a:pt x="0" y="18"/>
                  </a:lnTo>
                  <a:lnTo>
                    <a:pt x="0" y="30"/>
                  </a:lnTo>
                  <a:lnTo>
                    <a:pt x="6" y="18"/>
                  </a:lnTo>
                  <a:lnTo>
                    <a:pt x="18" y="12"/>
                  </a:lnTo>
                  <a:lnTo>
                    <a:pt x="30" y="18"/>
                  </a:lnTo>
                  <a:lnTo>
                    <a:pt x="30" y="30"/>
                  </a:lnTo>
                  <a:lnTo>
                    <a:pt x="24" y="42"/>
                  </a:lnTo>
                  <a:lnTo>
                    <a:pt x="12" y="54"/>
                  </a:lnTo>
                  <a:lnTo>
                    <a:pt x="12" y="6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43" name="Freeform 323"/>
            <p:cNvSpPr>
              <a:spLocks noEditPoints="1"/>
            </p:cNvSpPr>
            <p:nvPr/>
          </p:nvSpPr>
          <p:spPr>
            <a:xfrm>
              <a:off x="2481" y="2718"/>
              <a:ext cx="33" cy="123"/>
            </a:xfrm>
            <a:custGeom>
              <a:avLst/>
              <a:gdLst>
                <a:gd name="txL" fmla="*/ 0 w 30"/>
                <a:gd name="txT" fmla="*/ 0 h 108"/>
                <a:gd name="txR" fmla="*/ 30 w 30"/>
                <a:gd name="txB" fmla="*/ 108 h 108"/>
              </a:gdLst>
              <a:ahLst/>
              <a:cxnLst>
                <a:cxn ang="0">
                  <a:pos x="317" y="2811"/>
                </a:cxn>
                <a:cxn ang="0">
                  <a:pos x="238" y="3201"/>
                </a:cxn>
                <a:cxn ang="0">
                  <a:pos x="158" y="3201"/>
                </a:cxn>
                <a:cxn ang="0">
                  <a:pos x="158" y="3201"/>
                </a:cxn>
                <a:cxn ang="0">
                  <a:pos x="158" y="3009"/>
                </a:cxn>
                <a:cxn ang="0">
                  <a:pos x="158" y="2811"/>
                </a:cxn>
                <a:cxn ang="0">
                  <a:pos x="317" y="1257"/>
                </a:cxn>
                <a:cxn ang="0">
                  <a:pos x="317" y="1257"/>
                </a:cxn>
                <a:cxn ang="0">
                  <a:pos x="89" y="1257"/>
                </a:cxn>
                <a:cxn ang="0">
                  <a:pos x="89" y="1433"/>
                </a:cxn>
                <a:cxn ang="0">
                  <a:pos x="158" y="1433"/>
                </a:cxn>
                <a:cxn ang="0">
                  <a:pos x="158" y="1433"/>
                </a:cxn>
                <a:cxn ang="0">
                  <a:pos x="158" y="1858"/>
                </a:cxn>
                <a:cxn ang="0">
                  <a:pos x="89" y="2411"/>
                </a:cxn>
                <a:cxn ang="0">
                  <a:pos x="0" y="2811"/>
                </a:cxn>
                <a:cxn ang="0">
                  <a:pos x="0" y="3201"/>
                </a:cxn>
                <a:cxn ang="0">
                  <a:pos x="0" y="3406"/>
                </a:cxn>
                <a:cxn ang="0">
                  <a:pos x="89" y="3602"/>
                </a:cxn>
                <a:cxn ang="0">
                  <a:pos x="238" y="3406"/>
                </a:cxn>
                <a:cxn ang="0">
                  <a:pos x="317" y="3009"/>
                </a:cxn>
                <a:cxn ang="0">
                  <a:pos x="317" y="2811"/>
                </a:cxn>
                <a:cxn ang="0">
                  <a:pos x="389" y="203"/>
                </a:cxn>
                <a:cxn ang="0">
                  <a:pos x="389" y="203"/>
                </a:cxn>
                <a:cxn ang="0">
                  <a:pos x="317" y="0"/>
                </a:cxn>
                <a:cxn ang="0">
                  <a:pos x="317" y="0"/>
                </a:cxn>
                <a:cxn ang="0">
                  <a:pos x="238" y="203"/>
                </a:cxn>
                <a:cxn ang="0">
                  <a:pos x="317" y="413"/>
                </a:cxn>
                <a:cxn ang="0">
                  <a:pos x="317" y="609"/>
                </a:cxn>
                <a:cxn ang="0">
                  <a:pos x="389" y="413"/>
                </a:cxn>
                <a:cxn ang="0">
                  <a:pos x="389" y="203"/>
                </a:cxn>
                <a:cxn ang="0">
                  <a:pos x="389" y="203"/>
                </a:cxn>
              </a:cxnLst>
              <a:rect l="txL" t="txT" r="txR" b="txB"/>
              <a:pathLst>
                <a:path w="30" h="108">
                  <a:moveTo>
                    <a:pt x="24" y="84"/>
                  </a:moveTo>
                  <a:lnTo>
                    <a:pt x="18" y="96"/>
                  </a:lnTo>
                  <a:lnTo>
                    <a:pt x="12" y="96"/>
                  </a:lnTo>
                  <a:lnTo>
                    <a:pt x="12" y="90"/>
                  </a:lnTo>
                  <a:lnTo>
                    <a:pt x="12" y="84"/>
                  </a:lnTo>
                  <a:lnTo>
                    <a:pt x="24" y="36"/>
                  </a:lnTo>
                  <a:lnTo>
                    <a:pt x="6" y="36"/>
                  </a:lnTo>
                  <a:lnTo>
                    <a:pt x="6" y="42"/>
                  </a:lnTo>
                  <a:lnTo>
                    <a:pt x="12" y="42"/>
                  </a:lnTo>
                  <a:lnTo>
                    <a:pt x="12" y="54"/>
                  </a:lnTo>
                  <a:lnTo>
                    <a:pt x="6" y="72"/>
                  </a:lnTo>
                  <a:lnTo>
                    <a:pt x="0" y="84"/>
                  </a:lnTo>
                  <a:lnTo>
                    <a:pt x="0" y="96"/>
                  </a:lnTo>
                  <a:lnTo>
                    <a:pt x="0" y="102"/>
                  </a:lnTo>
                  <a:lnTo>
                    <a:pt x="6" y="108"/>
                  </a:lnTo>
                  <a:lnTo>
                    <a:pt x="18" y="102"/>
                  </a:lnTo>
                  <a:lnTo>
                    <a:pt x="24" y="90"/>
                  </a:lnTo>
                  <a:lnTo>
                    <a:pt x="24" y="84"/>
                  </a:lnTo>
                  <a:close/>
                  <a:moveTo>
                    <a:pt x="30" y="6"/>
                  </a:moveTo>
                  <a:lnTo>
                    <a:pt x="30" y="6"/>
                  </a:lnTo>
                  <a:lnTo>
                    <a:pt x="24" y="0"/>
                  </a:lnTo>
                  <a:lnTo>
                    <a:pt x="18" y="6"/>
                  </a:lnTo>
                  <a:lnTo>
                    <a:pt x="24" y="12"/>
                  </a:lnTo>
                  <a:lnTo>
                    <a:pt x="24" y="18"/>
                  </a:lnTo>
                  <a:lnTo>
                    <a:pt x="30" y="12"/>
                  </a:lnTo>
                  <a:lnTo>
                    <a:pt x="30" y="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44" name="Freeform 324"/>
            <p:cNvSpPr>
              <a:spLocks noEditPoints="1"/>
            </p:cNvSpPr>
            <p:nvPr/>
          </p:nvSpPr>
          <p:spPr>
            <a:xfrm>
              <a:off x="2514" y="2820"/>
              <a:ext cx="46" cy="61"/>
            </a:xfrm>
            <a:custGeom>
              <a:avLst/>
              <a:gdLst>
                <a:gd name="txL" fmla="*/ 0 w 41"/>
                <a:gd name="txT" fmla="*/ 0 h 53"/>
                <a:gd name="txR" fmla="*/ 41 w 41"/>
                <a:gd name="txB" fmla="*/ 53 h 53"/>
              </a:gdLst>
              <a:ahLst/>
              <a:cxnLst>
                <a:cxn ang="0">
                  <a:pos x="656" y="0"/>
                </a:cxn>
                <a:cxn ang="0">
                  <a:pos x="379" y="264"/>
                </a:cxn>
                <a:cxn ang="0">
                  <a:pos x="135" y="534"/>
                </a:cxn>
                <a:cxn ang="0">
                  <a:pos x="0" y="1568"/>
                </a:cxn>
                <a:cxn ang="0">
                  <a:pos x="135" y="2141"/>
                </a:cxn>
                <a:cxn ang="0">
                  <a:pos x="239" y="2361"/>
                </a:cxn>
                <a:cxn ang="0">
                  <a:pos x="521" y="2361"/>
                </a:cxn>
                <a:cxn ang="0">
                  <a:pos x="788" y="1860"/>
                </a:cxn>
                <a:cxn ang="0">
                  <a:pos x="919" y="815"/>
                </a:cxn>
                <a:cxn ang="0">
                  <a:pos x="788" y="264"/>
                </a:cxn>
                <a:cxn ang="0">
                  <a:pos x="656" y="0"/>
                </a:cxn>
                <a:cxn ang="0">
                  <a:pos x="656" y="0"/>
                </a:cxn>
                <a:cxn ang="0">
                  <a:pos x="521" y="264"/>
                </a:cxn>
                <a:cxn ang="0">
                  <a:pos x="656" y="534"/>
                </a:cxn>
                <a:cxn ang="0">
                  <a:pos x="788" y="815"/>
                </a:cxn>
                <a:cxn ang="0">
                  <a:pos x="656" y="1860"/>
                </a:cxn>
                <a:cxn ang="0">
                  <a:pos x="521" y="2141"/>
                </a:cxn>
                <a:cxn ang="0">
                  <a:pos x="239" y="2361"/>
                </a:cxn>
                <a:cxn ang="0">
                  <a:pos x="239" y="2141"/>
                </a:cxn>
                <a:cxn ang="0">
                  <a:pos x="135" y="1860"/>
                </a:cxn>
                <a:cxn ang="0">
                  <a:pos x="239" y="815"/>
                </a:cxn>
                <a:cxn ang="0">
                  <a:pos x="379" y="534"/>
                </a:cxn>
                <a:cxn ang="0">
                  <a:pos x="521" y="264"/>
                </a:cxn>
                <a:cxn ang="0">
                  <a:pos x="521" y="264"/>
                </a:cxn>
              </a:cxnLst>
              <a:rect l="txL" t="txT" r="txR" b="txB"/>
              <a:pathLst>
                <a:path w="41" h="53">
                  <a:moveTo>
                    <a:pt x="29" y="0"/>
                  </a:moveTo>
                  <a:lnTo>
                    <a:pt x="17" y="6"/>
                  </a:lnTo>
                  <a:lnTo>
                    <a:pt x="6" y="12"/>
                  </a:lnTo>
                  <a:lnTo>
                    <a:pt x="0" y="36"/>
                  </a:lnTo>
                  <a:lnTo>
                    <a:pt x="6" y="48"/>
                  </a:lnTo>
                  <a:lnTo>
                    <a:pt x="11" y="53"/>
                  </a:lnTo>
                  <a:lnTo>
                    <a:pt x="23" y="53"/>
                  </a:lnTo>
                  <a:lnTo>
                    <a:pt x="35" y="42"/>
                  </a:lnTo>
                  <a:lnTo>
                    <a:pt x="41" y="18"/>
                  </a:lnTo>
                  <a:lnTo>
                    <a:pt x="35" y="6"/>
                  </a:lnTo>
                  <a:lnTo>
                    <a:pt x="29" y="0"/>
                  </a:lnTo>
                  <a:close/>
                  <a:moveTo>
                    <a:pt x="23" y="6"/>
                  </a:moveTo>
                  <a:lnTo>
                    <a:pt x="29" y="12"/>
                  </a:lnTo>
                  <a:lnTo>
                    <a:pt x="35" y="18"/>
                  </a:lnTo>
                  <a:lnTo>
                    <a:pt x="29" y="42"/>
                  </a:lnTo>
                  <a:lnTo>
                    <a:pt x="23" y="48"/>
                  </a:lnTo>
                  <a:lnTo>
                    <a:pt x="11" y="53"/>
                  </a:lnTo>
                  <a:lnTo>
                    <a:pt x="11" y="48"/>
                  </a:lnTo>
                  <a:lnTo>
                    <a:pt x="6" y="42"/>
                  </a:lnTo>
                  <a:lnTo>
                    <a:pt x="11" y="18"/>
                  </a:lnTo>
                  <a:lnTo>
                    <a:pt x="17" y="12"/>
                  </a:lnTo>
                  <a:lnTo>
                    <a:pt x="23" y="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45" name="Freeform 325"/>
            <p:cNvSpPr/>
            <p:nvPr/>
          </p:nvSpPr>
          <p:spPr>
            <a:xfrm>
              <a:off x="746" y="1632"/>
              <a:ext cx="1" cy="204"/>
            </a:xfrm>
            <a:custGeom>
              <a:avLst/>
              <a:gdLst>
                <a:gd name="txL" fmla="*/ 0 w 1"/>
                <a:gd name="txT" fmla="*/ 0 h 179"/>
                <a:gd name="txR" fmla="*/ 1 w 1"/>
                <a:gd name="txB" fmla="*/ 179 h 179"/>
              </a:gdLst>
              <a:ahLst/>
              <a:cxnLst>
                <a:cxn ang="0">
                  <a:pos x="0" y="6088"/>
                </a:cxn>
                <a:cxn ang="0">
                  <a:pos x="0" y="0"/>
                </a:cxn>
                <a:cxn ang="0">
                  <a:pos x="0" y="6088"/>
                </a:cxn>
                <a:cxn ang="0">
                  <a:pos x="0" y="6088"/>
                </a:cxn>
              </a:cxnLst>
              <a:rect l="txL" t="txT" r="txR" b="txB"/>
              <a:pathLst>
                <a:path w="1" h="179">
                  <a:moveTo>
                    <a:pt x="0" y="179"/>
                  </a:moveTo>
                  <a:lnTo>
                    <a:pt x="0" y="0"/>
                  </a:lnTo>
                  <a:lnTo>
                    <a:pt x="0" y="17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46" name="Freeform 326"/>
            <p:cNvSpPr/>
            <p:nvPr/>
          </p:nvSpPr>
          <p:spPr>
            <a:xfrm>
              <a:off x="712" y="1523"/>
              <a:ext cx="61" cy="136"/>
            </a:xfrm>
            <a:custGeom>
              <a:avLst/>
              <a:gdLst>
                <a:gd name="txL" fmla="*/ 0 w 54"/>
                <a:gd name="txT" fmla="*/ 0 h 120"/>
                <a:gd name="txR" fmla="*/ 54 w 54"/>
                <a:gd name="txB" fmla="*/ 120 h 120"/>
              </a:gdLst>
              <a:ahLst/>
              <a:cxnLst>
                <a:cxn ang="0">
                  <a:pos x="1456" y="3512"/>
                </a:cxn>
                <a:cxn ang="0">
                  <a:pos x="673" y="0"/>
                </a:cxn>
                <a:cxn ang="0">
                  <a:pos x="0" y="3512"/>
                </a:cxn>
                <a:cxn ang="0">
                  <a:pos x="1456" y="3512"/>
                </a:cxn>
                <a:cxn ang="0">
                  <a:pos x="1456" y="3512"/>
                </a:cxn>
              </a:cxnLst>
              <a:rect l="txL" t="txT" r="txR" b="txB"/>
              <a:pathLst>
                <a:path w="54" h="120">
                  <a:moveTo>
                    <a:pt x="54" y="120"/>
                  </a:moveTo>
                  <a:lnTo>
                    <a:pt x="24" y="0"/>
                  </a:lnTo>
                  <a:lnTo>
                    <a:pt x="0" y="120"/>
                  </a:lnTo>
                  <a:lnTo>
                    <a:pt x="54" y="12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47" name="Freeform 327"/>
            <p:cNvSpPr/>
            <p:nvPr/>
          </p:nvSpPr>
          <p:spPr>
            <a:xfrm>
              <a:off x="739" y="2297"/>
              <a:ext cx="1" cy="204"/>
            </a:xfrm>
            <a:custGeom>
              <a:avLst/>
              <a:gdLst>
                <a:gd name="txL" fmla="*/ 0 w 1"/>
                <a:gd name="txT" fmla="*/ 0 h 179"/>
                <a:gd name="txR" fmla="*/ 1 w 1"/>
                <a:gd name="txB" fmla="*/ 179 h 179"/>
              </a:gdLst>
              <a:ahLst/>
              <a:cxnLst>
                <a:cxn ang="0">
                  <a:pos x="0" y="6088"/>
                </a:cxn>
                <a:cxn ang="0">
                  <a:pos x="0" y="0"/>
                </a:cxn>
                <a:cxn ang="0">
                  <a:pos x="0" y="6088"/>
                </a:cxn>
                <a:cxn ang="0">
                  <a:pos x="0" y="6088"/>
                </a:cxn>
              </a:cxnLst>
              <a:rect l="txL" t="txT" r="txR" b="txB"/>
              <a:pathLst>
                <a:path w="1" h="179">
                  <a:moveTo>
                    <a:pt x="0" y="179"/>
                  </a:moveTo>
                  <a:lnTo>
                    <a:pt x="0" y="0"/>
                  </a:lnTo>
                  <a:lnTo>
                    <a:pt x="0" y="17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48" name="Freeform 328"/>
            <p:cNvSpPr/>
            <p:nvPr/>
          </p:nvSpPr>
          <p:spPr>
            <a:xfrm>
              <a:off x="712" y="2188"/>
              <a:ext cx="61" cy="136"/>
            </a:xfrm>
            <a:custGeom>
              <a:avLst/>
              <a:gdLst>
                <a:gd name="txL" fmla="*/ 0 w 54"/>
                <a:gd name="txT" fmla="*/ 0 h 120"/>
                <a:gd name="txR" fmla="*/ 54 w 54"/>
                <a:gd name="txB" fmla="*/ 120 h 120"/>
              </a:gdLst>
              <a:ahLst/>
              <a:cxnLst>
                <a:cxn ang="0">
                  <a:pos x="1456" y="3512"/>
                </a:cxn>
                <a:cxn ang="0">
                  <a:pos x="673" y="0"/>
                </a:cxn>
                <a:cxn ang="0">
                  <a:pos x="0" y="3512"/>
                </a:cxn>
                <a:cxn ang="0">
                  <a:pos x="1456" y="3512"/>
                </a:cxn>
                <a:cxn ang="0">
                  <a:pos x="1456" y="3512"/>
                </a:cxn>
              </a:cxnLst>
              <a:rect l="txL" t="txT" r="txR" b="txB"/>
              <a:pathLst>
                <a:path w="54" h="120">
                  <a:moveTo>
                    <a:pt x="54" y="120"/>
                  </a:moveTo>
                  <a:lnTo>
                    <a:pt x="24" y="0"/>
                  </a:lnTo>
                  <a:lnTo>
                    <a:pt x="0" y="120"/>
                  </a:lnTo>
                  <a:lnTo>
                    <a:pt x="54" y="12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49" name="Freeform 329"/>
            <p:cNvSpPr/>
            <p:nvPr/>
          </p:nvSpPr>
          <p:spPr>
            <a:xfrm>
              <a:off x="4907" y="2277"/>
              <a:ext cx="1" cy="203"/>
            </a:xfrm>
            <a:custGeom>
              <a:avLst/>
              <a:gdLst>
                <a:gd name="txL" fmla="*/ 0 w 1"/>
                <a:gd name="txT" fmla="*/ 0 h 179"/>
                <a:gd name="txR" fmla="*/ 1 w 1"/>
                <a:gd name="txB" fmla="*/ 179 h 179"/>
              </a:gdLst>
              <a:ahLst/>
              <a:cxnLst>
                <a:cxn ang="0">
                  <a:pos x="0" y="5362"/>
                </a:cxn>
                <a:cxn ang="0">
                  <a:pos x="0" y="0"/>
                </a:cxn>
                <a:cxn ang="0">
                  <a:pos x="0" y="5362"/>
                </a:cxn>
                <a:cxn ang="0">
                  <a:pos x="0" y="5362"/>
                </a:cxn>
              </a:cxnLst>
              <a:rect l="txL" t="txT" r="txR" b="txB"/>
              <a:pathLst>
                <a:path w="1" h="179">
                  <a:moveTo>
                    <a:pt x="0" y="179"/>
                  </a:moveTo>
                  <a:lnTo>
                    <a:pt x="0" y="0"/>
                  </a:lnTo>
                  <a:lnTo>
                    <a:pt x="0" y="179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50" name="Freeform 330"/>
            <p:cNvSpPr/>
            <p:nvPr/>
          </p:nvSpPr>
          <p:spPr>
            <a:xfrm>
              <a:off x="4880" y="2161"/>
              <a:ext cx="60" cy="143"/>
            </a:xfrm>
            <a:custGeom>
              <a:avLst/>
              <a:gdLst>
                <a:gd name="txL" fmla="*/ 0 w 54"/>
                <a:gd name="txT" fmla="*/ 0 h 126"/>
                <a:gd name="txR" fmla="*/ 54 w 54"/>
                <a:gd name="txB" fmla="*/ 126 h 126"/>
              </a:gdLst>
              <a:ahLst/>
              <a:cxnLst>
                <a:cxn ang="0">
                  <a:pos x="919" y="3828"/>
                </a:cxn>
                <a:cxn ang="0">
                  <a:pos x="422" y="0"/>
                </a:cxn>
                <a:cxn ang="0">
                  <a:pos x="0" y="3828"/>
                </a:cxn>
                <a:cxn ang="0">
                  <a:pos x="919" y="3828"/>
                </a:cxn>
                <a:cxn ang="0">
                  <a:pos x="919" y="3828"/>
                </a:cxn>
              </a:cxnLst>
              <a:rect l="txL" t="txT" r="txR" b="txB"/>
              <a:pathLst>
                <a:path w="54" h="126">
                  <a:moveTo>
                    <a:pt x="54" y="126"/>
                  </a:moveTo>
                  <a:lnTo>
                    <a:pt x="24" y="0"/>
                  </a:lnTo>
                  <a:lnTo>
                    <a:pt x="0" y="126"/>
                  </a:lnTo>
                  <a:lnTo>
                    <a:pt x="54" y="126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51" name="Freeform 331"/>
            <p:cNvSpPr/>
            <p:nvPr/>
          </p:nvSpPr>
          <p:spPr>
            <a:xfrm>
              <a:off x="1862" y="3648"/>
              <a:ext cx="161" cy="1"/>
            </a:xfrm>
            <a:custGeom>
              <a:avLst/>
              <a:gdLst>
                <a:gd name="txL" fmla="*/ 0 w 144"/>
                <a:gd name="txT" fmla="*/ 0 h 1"/>
                <a:gd name="txR" fmla="*/ 144 w 144"/>
                <a:gd name="txB" fmla="*/ 1 h 1"/>
              </a:gdLst>
              <a:ahLst/>
              <a:cxnLst>
                <a:cxn ang="0">
                  <a:pos x="2940" y="0"/>
                </a:cxn>
                <a:cxn ang="0">
                  <a:pos x="0" y="0"/>
                </a:cxn>
                <a:cxn ang="0">
                  <a:pos x="2940" y="0"/>
                </a:cxn>
                <a:cxn ang="0">
                  <a:pos x="2940" y="0"/>
                </a:cxn>
              </a:cxnLst>
              <a:rect l="txL" t="txT" r="txR" b="txB"/>
              <a:pathLst>
                <a:path w="144" h="1">
                  <a:moveTo>
                    <a:pt x="144" y="0"/>
                  </a:moveTo>
                  <a:lnTo>
                    <a:pt x="0" y="0"/>
                  </a:lnTo>
                  <a:lnTo>
                    <a:pt x="144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52" name="Freeform 332"/>
            <p:cNvSpPr/>
            <p:nvPr/>
          </p:nvSpPr>
          <p:spPr>
            <a:xfrm>
              <a:off x="1768" y="3614"/>
              <a:ext cx="114" cy="75"/>
            </a:xfrm>
            <a:custGeom>
              <a:avLst/>
              <a:gdLst>
                <a:gd name="txL" fmla="*/ 0 w 101"/>
                <a:gd name="txT" fmla="*/ 0 h 66"/>
                <a:gd name="txR" fmla="*/ 101 w 101"/>
                <a:gd name="txB" fmla="*/ 66 h 66"/>
              </a:gdLst>
              <a:ahLst/>
              <a:cxnLst>
                <a:cxn ang="0">
                  <a:pos x="2672" y="0"/>
                </a:cxn>
                <a:cxn ang="0">
                  <a:pos x="0" y="955"/>
                </a:cxn>
                <a:cxn ang="0">
                  <a:pos x="2672" y="2080"/>
                </a:cxn>
                <a:cxn ang="0">
                  <a:pos x="2672" y="0"/>
                </a:cxn>
                <a:cxn ang="0">
                  <a:pos x="2672" y="0"/>
                </a:cxn>
              </a:cxnLst>
              <a:rect l="txL" t="txT" r="txR" b="txB"/>
              <a:pathLst>
                <a:path w="101" h="66">
                  <a:moveTo>
                    <a:pt x="101" y="0"/>
                  </a:moveTo>
                  <a:lnTo>
                    <a:pt x="0" y="30"/>
                  </a:lnTo>
                  <a:lnTo>
                    <a:pt x="101" y="66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53" name="Freeform 333"/>
            <p:cNvSpPr/>
            <p:nvPr/>
          </p:nvSpPr>
          <p:spPr>
            <a:xfrm>
              <a:off x="2400" y="3648"/>
              <a:ext cx="160" cy="1"/>
            </a:xfrm>
            <a:custGeom>
              <a:avLst/>
              <a:gdLst>
                <a:gd name="txL" fmla="*/ 0 w 143"/>
                <a:gd name="txT" fmla="*/ 0 h 1"/>
                <a:gd name="txR" fmla="*/ 143 w 143"/>
                <a:gd name="txB" fmla="*/ 1 h 1"/>
              </a:gdLst>
              <a:ahLst/>
              <a:cxnLst>
                <a:cxn ang="0">
                  <a:pos x="2965" y="0"/>
                </a:cxn>
                <a:cxn ang="0">
                  <a:pos x="0" y="0"/>
                </a:cxn>
                <a:cxn ang="0">
                  <a:pos x="2965" y="0"/>
                </a:cxn>
                <a:cxn ang="0">
                  <a:pos x="2965" y="0"/>
                </a:cxn>
              </a:cxnLst>
              <a:rect l="txL" t="txT" r="txR" b="txB"/>
              <a:pathLst>
                <a:path w="143" h="1">
                  <a:moveTo>
                    <a:pt x="143" y="0"/>
                  </a:moveTo>
                  <a:lnTo>
                    <a:pt x="0" y="0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54" name="Freeform 334"/>
            <p:cNvSpPr/>
            <p:nvPr/>
          </p:nvSpPr>
          <p:spPr>
            <a:xfrm>
              <a:off x="2305" y="3614"/>
              <a:ext cx="115" cy="75"/>
            </a:xfrm>
            <a:custGeom>
              <a:avLst/>
              <a:gdLst>
                <a:gd name="txL" fmla="*/ 0 w 102"/>
                <a:gd name="txT" fmla="*/ 0 h 66"/>
                <a:gd name="txR" fmla="*/ 102 w 102"/>
                <a:gd name="txB" fmla="*/ 66 h 66"/>
              </a:gdLst>
              <a:ahLst/>
              <a:cxnLst>
                <a:cxn ang="0">
                  <a:pos x="2611" y="0"/>
                </a:cxn>
                <a:cxn ang="0">
                  <a:pos x="0" y="955"/>
                </a:cxn>
                <a:cxn ang="0">
                  <a:pos x="2611" y="2080"/>
                </a:cxn>
                <a:cxn ang="0">
                  <a:pos x="2611" y="0"/>
                </a:cxn>
                <a:cxn ang="0">
                  <a:pos x="2611" y="0"/>
                </a:cxn>
              </a:cxnLst>
              <a:rect l="txL" t="txT" r="txR" b="txB"/>
              <a:pathLst>
                <a:path w="102" h="66">
                  <a:moveTo>
                    <a:pt x="102" y="0"/>
                  </a:moveTo>
                  <a:lnTo>
                    <a:pt x="0" y="30"/>
                  </a:lnTo>
                  <a:lnTo>
                    <a:pt x="102" y="66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7109" name="TextBox 335"/>
          <p:cNvSpPr txBox="1"/>
          <p:nvPr/>
        </p:nvSpPr>
        <p:spPr>
          <a:xfrm>
            <a:off x="4951413" y="1425575"/>
            <a:ext cx="333375" cy="2619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1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1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1100" b="1" baseline="-25000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7110" name="TextBox 336"/>
          <p:cNvSpPr txBox="1"/>
          <p:nvPr/>
        </p:nvSpPr>
        <p:spPr>
          <a:xfrm>
            <a:off x="5418138" y="2316163"/>
            <a:ext cx="333375" cy="2619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1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1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1100" b="1" baseline="-25000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7111" name="TextBox 337"/>
          <p:cNvSpPr txBox="1"/>
          <p:nvPr/>
        </p:nvSpPr>
        <p:spPr>
          <a:xfrm>
            <a:off x="182563" y="1703388"/>
            <a:ext cx="3347085" cy="43808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cs typeface="Arial" panose="020B0604020202020204" pitchFamily="34" charset="0"/>
              </a:rPr>
              <a:t>     假设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5A</a:t>
            </a:r>
            <a:r>
              <a:rPr lang="zh-CN" altLang="en-US" sz="2400" b="1" dirty="0">
                <a:cs typeface="Arial" panose="020B0604020202020204" pitchFamily="34" charset="0"/>
              </a:rPr>
              <a:t>和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cs typeface="Arial" panose="020B0604020202020204" pitchFamily="34" charset="0"/>
              </a:rPr>
              <a:t>这两个电流源的电压</a:t>
            </a:r>
            <a:endParaRPr lang="en-US" altLang="zh-CN" sz="2400" b="1" dirty="0">
              <a:cs typeface="Arial" panose="020B060402020202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cs typeface="Arial" panose="020B0604020202020204" pitchFamily="34" charset="0"/>
              </a:rPr>
              <a:t>分别为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ts val="600"/>
              </a:spcBef>
              <a:buClrTx/>
              <a:buSzTx/>
              <a:buFontTx/>
              <a:buNone/>
            </a:pPr>
            <a:r>
              <a:rPr lang="zh-CN" altLang="en-US" sz="2400" b="1" dirty="0">
                <a:cs typeface="Arial" panose="020B0604020202020204" pitchFamily="34" charset="0"/>
              </a:rPr>
              <a:t>   网孔</a:t>
            </a:r>
            <a:r>
              <a:rPr lang="en-US" altLang="zh-CN" sz="2400" b="1" dirty="0">
                <a:cs typeface="Arial" panose="020B0604020202020204" pitchFamily="34" charset="0"/>
              </a:rPr>
              <a:t>1</a:t>
            </a:r>
            <a:r>
              <a:rPr lang="zh-CN" altLang="en-US" sz="2400" b="1" dirty="0">
                <a:cs typeface="Arial" panose="020B0604020202020204" pitchFamily="34" charset="0"/>
              </a:rPr>
              <a:t>：</a:t>
            </a:r>
            <a:endParaRPr lang="en-US" altLang="zh-CN" sz="2400" b="1" dirty="0">
              <a:cs typeface="Arial" panose="020B0604020202020204" pitchFamily="34" charset="0"/>
            </a:endParaRPr>
          </a:p>
          <a:p>
            <a:pPr marL="0" lvl="0" indent="0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zh-CN" sz="2400" b="1" dirty="0">
                <a:cs typeface="Arial" panose="020B0604020202020204" pitchFamily="34" charset="0"/>
              </a:rPr>
              <a:t>            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</a:p>
          <a:p>
            <a:pPr marL="0" lvl="0" indent="0">
              <a:spcBef>
                <a:spcPts val="600"/>
              </a:spcBef>
              <a:buClrTx/>
              <a:buSzTx/>
              <a:buFontTx/>
              <a:buNone/>
            </a:pPr>
            <a:r>
              <a:rPr lang="zh-CN" altLang="en-US" sz="2400" b="1" dirty="0">
                <a:cs typeface="Arial" panose="020B0604020202020204" pitchFamily="34" charset="0"/>
              </a:rPr>
              <a:t>   网孔</a:t>
            </a:r>
            <a:r>
              <a:rPr lang="en-US" altLang="zh-CN" sz="2400" b="1" dirty="0">
                <a:cs typeface="Arial" panose="020B0604020202020204" pitchFamily="34" charset="0"/>
              </a:rPr>
              <a:t>2</a:t>
            </a:r>
            <a:r>
              <a:rPr lang="zh-CN" altLang="en-US" sz="2400" b="1" dirty="0">
                <a:cs typeface="Arial" panose="020B0604020202020204" pitchFamily="34" charset="0"/>
              </a:rPr>
              <a:t>：</a:t>
            </a:r>
            <a:endParaRPr lang="en-US" altLang="zh-CN" sz="2400" b="1" dirty="0">
              <a:cs typeface="Arial" panose="020B0604020202020204" pitchFamily="34" charset="0"/>
            </a:endParaRPr>
          </a:p>
          <a:p>
            <a:pPr marL="0" lvl="0" indent="0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zh-CN" sz="2400" b="1" dirty="0">
                <a:cs typeface="Arial" panose="020B0604020202020204" pitchFamily="34" charset="0"/>
              </a:rPr>
              <a:t>           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baseline="-25000" dirty="0">
                <a:cs typeface="Arial" panose="020B0604020202020204" pitchFamily="34" charset="0"/>
              </a:rPr>
              <a:t>2</a:t>
            </a:r>
            <a:r>
              <a:rPr lang="en-US" altLang="zh-CN" sz="2400" b="1" dirty="0">
                <a:cs typeface="Arial" panose="020B0604020202020204" pitchFamily="34" charset="0"/>
              </a:rPr>
              <a:t>-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cs typeface="Arial" panose="020B0604020202020204" pitchFamily="34" charset="0"/>
              </a:rPr>
              <a:t>-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</a:p>
          <a:p>
            <a:pPr marL="0" lvl="0" indent="0">
              <a:spcBef>
                <a:spcPts val="600"/>
              </a:spcBef>
              <a:buClrTx/>
              <a:buSzTx/>
              <a:buFontTx/>
              <a:buNone/>
            </a:pPr>
            <a:r>
              <a:rPr lang="zh-CN" altLang="en-US" sz="2400" b="1" dirty="0">
                <a:cs typeface="Arial" panose="020B0604020202020204" pitchFamily="34" charset="0"/>
              </a:rPr>
              <a:t>   网孔</a:t>
            </a:r>
            <a:r>
              <a:rPr lang="en-US" altLang="zh-CN" sz="2400" b="1" dirty="0">
                <a:cs typeface="Arial" panose="020B0604020202020204" pitchFamily="34" charset="0"/>
              </a:rPr>
              <a:t>3</a:t>
            </a:r>
            <a:r>
              <a:rPr lang="zh-CN" altLang="en-US" sz="2400" b="1" dirty="0">
                <a:cs typeface="Arial" panose="020B0604020202020204" pitchFamily="34" charset="0"/>
              </a:rPr>
              <a:t>：</a:t>
            </a:r>
            <a:endParaRPr lang="en-US" altLang="zh-CN" sz="2400" b="1" dirty="0">
              <a:cs typeface="Arial" panose="020B0604020202020204" pitchFamily="34" charset="0"/>
            </a:endParaRPr>
          </a:p>
          <a:p>
            <a:pPr marL="0" lvl="0" indent="0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zh-CN" sz="2400" b="1" dirty="0">
                <a:cs typeface="Arial" panose="020B0604020202020204" pitchFamily="34" charset="0"/>
              </a:rPr>
              <a:t>           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+4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+8(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)=0</a:t>
            </a:r>
          </a:p>
          <a:p>
            <a:pPr marL="0" lvl="0" indent="0">
              <a:spcBef>
                <a:spcPts val="600"/>
              </a:spcBef>
              <a:buClrTx/>
              <a:buSzTx/>
              <a:buFontTx/>
              <a:buNone/>
            </a:pPr>
            <a:r>
              <a:rPr lang="zh-CN" altLang="en-US" sz="2400" b="1" dirty="0">
                <a:cs typeface="Arial" panose="020B0604020202020204" pitchFamily="34" charset="0"/>
              </a:rPr>
              <a:t>   网孔</a:t>
            </a:r>
            <a:r>
              <a:rPr lang="en-US" altLang="zh-CN" sz="2400" b="1" dirty="0">
                <a:cs typeface="Arial" panose="020B0604020202020204" pitchFamily="34" charset="0"/>
              </a:rPr>
              <a:t>4</a:t>
            </a:r>
            <a:r>
              <a:rPr lang="zh-CN" altLang="en-US" sz="2400" b="1" dirty="0">
                <a:cs typeface="Arial" panose="020B0604020202020204" pitchFamily="34" charset="0"/>
              </a:rPr>
              <a:t>：</a:t>
            </a:r>
            <a:endParaRPr lang="en-US" altLang="zh-CN" sz="2400" b="1" dirty="0">
              <a:cs typeface="Arial" panose="020B0604020202020204" pitchFamily="34" charset="0"/>
            </a:endParaRPr>
          </a:p>
          <a:p>
            <a:pPr marL="0" lvl="0" indent="0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zh-CN" sz="2400" b="1" dirty="0">
                <a:cs typeface="Arial" panose="020B0604020202020204" pitchFamily="34" charset="0"/>
              </a:rPr>
              <a:t>          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)+2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+10=0</a:t>
            </a:r>
          </a:p>
          <a:p>
            <a:pPr marL="0" lvl="0" indent="0">
              <a:spcBef>
                <a:spcPts val="600"/>
              </a:spcBef>
              <a:buClrTx/>
              <a:buSzTx/>
              <a:buFontTx/>
              <a:buNone/>
            </a:pPr>
            <a:endParaRPr lang="en-US" altLang="zh-CN" sz="2400" b="1" dirty="0">
              <a:cs typeface="Arial" panose="020B060402020202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 baseline="-25000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112" name="TextBox 338"/>
          <p:cNvSpPr txBox="1"/>
          <p:nvPr/>
        </p:nvSpPr>
        <p:spPr>
          <a:xfrm>
            <a:off x="4778375" y="1525588"/>
            <a:ext cx="242888" cy="2968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baseline="-25000" dirty="0">
                <a:solidFill>
                  <a:srgbClr val="FF0000"/>
                </a:solidFill>
                <a:cs typeface="Arial" panose="020B0604020202020204" pitchFamily="34" charset="0"/>
              </a:rPr>
              <a:t>-</a:t>
            </a:r>
            <a:endParaRPr lang="en-US" altLang="zh-CN" sz="2000" b="1" baseline="-25000" dirty="0">
              <a:solidFill>
                <a:srgbClr val="FF0000"/>
              </a:solidFill>
              <a:ea typeface="Arial" panose="020B0604020202020204" pitchFamily="34" charset="0"/>
            </a:endParaRPr>
          </a:p>
        </p:txBody>
      </p:sp>
      <p:sp>
        <p:nvSpPr>
          <p:cNvPr id="47113" name="TextBox 339"/>
          <p:cNvSpPr txBox="1"/>
          <p:nvPr/>
        </p:nvSpPr>
        <p:spPr>
          <a:xfrm>
            <a:off x="5208588" y="1547813"/>
            <a:ext cx="284162" cy="2968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baseline="-25000" dirty="0">
                <a:solidFill>
                  <a:srgbClr val="FF0000"/>
                </a:solidFill>
                <a:cs typeface="Arial" panose="020B0604020202020204" pitchFamily="34" charset="0"/>
              </a:rPr>
              <a:t>+</a:t>
            </a:r>
            <a:endParaRPr lang="en-US" altLang="zh-CN" sz="2000" b="1" baseline="-25000" dirty="0">
              <a:solidFill>
                <a:srgbClr val="FF0000"/>
              </a:solidFill>
              <a:ea typeface="Arial" panose="020B0604020202020204" pitchFamily="34" charset="0"/>
            </a:endParaRPr>
          </a:p>
        </p:txBody>
      </p:sp>
      <p:sp>
        <p:nvSpPr>
          <p:cNvPr id="47114" name="TextBox 338"/>
          <p:cNvSpPr txBox="1"/>
          <p:nvPr/>
        </p:nvSpPr>
        <p:spPr>
          <a:xfrm>
            <a:off x="5535613" y="1982788"/>
            <a:ext cx="242887" cy="2968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baseline="-25000" dirty="0">
                <a:solidFill>
                  <a:srgbClr val="FF0000"/>
                </a:solidFill>
                <a:cs typeface="Arial" panose="020B0604020202020204" pitchFamily="34" charset="0"/>
              </a:rPr>
              <a:t>-</a:t>
            </a:r>
            <a:endParaRPr lang="en-US" altLang="zh-CN" sz="2000" b="1" baseline="-25000" dirty="0">
              <a:solidFill>
                <a:srgbClr val="FF0000"/>
              </a:solidFill>
              <a:ea typeface="Arial" panose="020B0604020202020204" pitchFamily="34" charset="0"/>
            </a:endParaRPr>
          </a:p>
        </p:txBody>
      </p:sp>
      <p:sp>
        <p:nvSpPr>
          <p:cNvPr id="47115" name="TextBox 339"/>
          <p:cNvSpPr txBox="1"/>
          <p:nvPr/>
        </p:nvSpPr>
        <p:spPr>
          <a:xfrm>
            <a:off x="5519738" y="2439988"/>
            <a:ext cx="284162" cy="2968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baseline="-25000" dirty="0">
                <a:solidFill>
                  <a:srgbClr val="FF0000"/>
                </a:solidFill>
                <a:cs typeface="Arial" panose="020B0604020202020204" pitchFamily="34" charset="0"/>
              </a:rPr>
              <a:t>+</a:t>
            </a:r>
            <a:endParaRPr lang="en-US" altLang="zh-CN" sz="2000" b="1" baseline="-25000" dirty="0">
              <a:solidFill>
                <a:srgbClr val="FF0000"/>
              </a:solidFill>
              <a:ea typeface="Arial" panose="020B0604020202020204" pitchFamily="34" charset="0"/>
            </a:endParaRPr>
          </a:p>
        </p:txBody>
      </p:sp>
      <p:sp>
        <p:nvSpPr>
          <p:cNvPr id="47116" name="文本框 2"/>
          <p:cNvSpPr txBox="1"/>
          <p:nvPr/>
        </p:nvSpPr>
        <p:spPr>
          <a:xfrm>
            <a:off x="493713" y="3235325"/>
            <a:ext cx="29210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宋体" panose="02010600030101010101" pitchFamily="2" charset="-122"/>
              </a:rPr>
              <a:t>①</a:t>
            </a:r>
            <a:endParaRPr lang="zh-CN" altLang="en-US" sz="2000" dirty="0"/>
          </a:p>
        </p:txBody>
      </p:sp>
      <p:sp>
        <p:nvSpPr>
          <p:cNvPr id="47117" name="文本框 342"/>
          <p:cNvSpPr txBox="1"/>
          <p:nvPr/>
        </p:nvSpPr>
        <p:spPr>
          <a:xfrm>
            <a:off x="482600" y="3917950"/>
            <a:ext cx="549275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宋体" panose="02010600030101010101" pitchFamily="2" charset="-122"/>
              </a:rPr>
              <a:t>②</a:t>
            </a:r>
            <a:endParaRPr lang="zh-CN" altLang="en-US" sz="2000" dirty="0"/>
          </a:p>
        </p:txBody>
      </p:sp>
      <p:sp>
        <p:nvSpPr>
          <p:cNvPr id="47118" name="文本框 343"/>
          <p:cNvSpPr txBox="1"/>
          <p:nvPr/>
        </p:nvSpPr>
        <p:spPr>
          <a:xfrm>
            <a:off x="477838" y="4643438"/>
            <a:ext cx="29210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宋体" panose="02010600030101010101" pitchFamily="2" charset="-122"/>
              </a:rPr>
              <a:t>③</a:t>
            </a:r>
            <a:endParaRPr lang="zh-CN" altLang="en-US" sz="2000" dirty="0"/>
          </a:p>
        </p:txBody>
      </p:sp>
      <p:sp>
        <p:nvSpPr>
          <p:cNvPr id="47119" name="文本框 344"/>
          <p:cNvSpPr txBox="1"/>
          <p:nvPr/>
        </p:nvSpPr>
        <p:spPr>
          <a:xfrm>
            <a:off x="508000" y="5326063"/>
            <a:ext cx="293688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宋体" panose="02010600030101010101" pitchFamily="2" charset="-122"/>
              </a:rPr>
              <a:t>④</a:t>
            </a:r>
            <a:endParaRPr lang="zh-CN" altLang="en-US" sz="2000" dirty="0"/>
          </a:p>
        </p:txBody>
      </p:sp>
      <p:sp>
        <p:nvSpPr>
          <p:cNvPr id="47120" name="文本框 345"/>
          <p:cNvSpPr txBox="1"/>
          <p:nvPr/>
        </p:nvSpPr>
        <p:spPr>
          <a:xfrm>
            <a:off x="4676775" y="3786188"/>
            <a:ext cx="258763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宋体" panose="02010600030101010101" pitchFamily="2" charset="-122"/>
              </a:rPr>
              <a:t>⑤</a:t>
            </a:r>
            <a:endParaRPr lang="zh-CN" altLang="en-US" sz="2000" dirty="0"/>
          </a:p>
        </p:txBody>
      </p:sp>
      <p:sp>
        <p:nvSpPr>
          <p:cNvPr id="47121" name="文本框 346"/>
          <p:cNvSpPr txBox="1"/>
          <p:nvPr/>
        </p:nvSpPr>
        <p:spPr>
          <a:xfrm>
            <a:off x="4616450" y="4910138"/>
            <a:ext cx="29210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宋体" panose="02010600030101010101" pitchFamily="2" charset="-122"/>
              </a:rPr>
              <a:t>⑥</a:t>
            </a:r>
            <a:endParaRPr lang="zh-CN" altLang="en-US" sz="2000" dirty="0"/>
          </a:p>
        </p:txBody>
      </p:sp>
      <p:sp>
        <p:nvSpPr>
          <p:cNvPr id="47122" name="文本框 347"/>
          <p:cNvSpPr txBox="1"/>
          <p:nvPr/>
        </p:nvSpPr>
        <p:spPr>
          <a:xfrm>
            <a:off x="4624388" y="5334000"/>
            <a:ext cx="276225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/>
              <a:t>⑦</a:t>
            </a:r>
          </a:p>
        </p:txBody>
      </p:sp>
      <p:sp>
        <p:nvSpPr>
          <p:cNvPr id="47123" name="矩形 1"/>
          <p:cNvSpPr/>
          <p:nvPr/>
        </p:nvSpPr>
        <p:spPr>
          <a:xfrm>
            <a:off x="1452880" y="5969000"/>
            <a:ext cx="6190615" cy="4508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 dirty="0">
                <a:cs typeface="Arial" panose="020B0604020202020204" pitchFamily="34" charset="0"/>
              </a:rPr>
              <a:t>解得：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=-7.5A,  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=-2.5A,   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=3.93A,   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=2.143A</a:t>
            </a:r>
            <a:endParaRPr lang="en-US" altLang="zh-CN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124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baseline="0" dirty="0">
                <a:latin typeface="Arial Black" panose="020B0A04020102020204" pitchFamily="34" charset="0"/>
                <a:cs typeface="Arial" panose="020B0604020202020204" pitchFamily="34" charset="0"/>
              </a:rPr>
              <a:pPr lvl="0" algn="r" eaLnBrk="1" hangingPunct="1">
                <a:buNone/>
              </a:pPr>
              <a:t>42</a:t>
            </a:fld>
            <a:endParaRPr lang="en-US" altLang="zh-CN" sz="1200" baseline="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b="27871"/>
          <a:stretch>
            <a:fillRect/>
          </a:stretch>
        </p:blipFill>
        <p:spPr>
          <a:xfrm>
            <a:off x="443865" y="568325"/>
            <a:ext cx="5349875" cy="7454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t="62745"/>
          <a:stretch>
            <a:fillRect/>
          </a:stretch>
        </p:blipFill>
        <p:spPr>
          <a:xfrm>
            <a:off x="1419860" y="6157595"/>
            <a:ext cx="5614670" cy="4038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23840" y="116205"/>
            <a:ext cx="3997960" cy="29876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79070" y="1340485"/>
            <a:ext cx="3680460" cy="2890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解：超级网孔</a:t>
            </a:r>
            <a:r>
              <a:rPr lang="en-US" altLang="zh-CN" sz="2800" dirty="0"/>
              <a:t>1+2</a:t>
            </a:r>
            <a:r>
              <a:rPr lang="zh-CN" altLang="en-US" sz="2800" dirty="0"/>
              <a:t>：</a:t>
            </a:r>
          </a:p>
          <a:p>
            <a:pPr>
              <a:lnSpc>
                <a:spcPct val="150000"/>
              </a:lnSpc>
            </a:pPr>
            <a:r>
              <a:rPr lang="en-US" altLang="zh-CN" sz="2800" dirty="0"/>
              <a:t>5</a:t>
            </a:r>
            <a:r>
              <a:rPr lang="zh-CN" altLang="en-US" sz="2800" dirty="0"/>
              <a:t>（</a:t>
            </a:r>
            <a:r>
              <a:rPr lang="en-US" altLang="zh-CN" sz="2800" dirty="0"/>
              <a:t>i1-i3</a:t>
            </a:r>
            <a:r>
              <a:rPr lang="zh-CN" altLang="en-US" sz="2800" dirty="0"/>
              <a:t>）</a:t>
            </a:r>
            <a:r>
              <a:rPr lang="en-US" altLang="zh-CN" sz="2800" dirty="0"/>
              <a:t>+10</a:t>
            </a:r>
            <a:r>
              <a:rPr lang="zh-CN" altLang="en-US" sz="2800" dirty="0"/>
              <a:t>（</a:t>
            </a:r>
            <a:r>
              <a:rPr lang="en-US" altLang="zh-CN" sz="2800" dirty="0"/>
              <a:t>i2-i3)+20i2=24</a:t>
            </a:r>
          </a:p>
          <a:p>
            <a:pPr>
              <a:lnSpc>
                <a:spcPct val="150000"/>
              </a:lnSpc>
            </a:pPr>
            <a:r>
              <a:rPr lang="en-US" altLang="zh-CN" sz="2800" dirty="0"/>
              <a:t> 5xi1+30xi2-15xi3=24   (1)</a:t>
            </a:r>
          </a:p>
          <a:p>
            <a:pPr>
              <a:lnSpc>
                <a:spcPct val="150000"/>
              </a:lnSpc>
            </a:pPr>
            <a:r>
              <a:rPr lang="zh-CN" altLang="en-US" sz="2800" dirty="0"/>
              <a:t>网孔</a:t>
            </a:r>
            <a:r>
              <a:rPr lang="en-US" altLang="zh-CN" sz="2800" dirty="0"/>
              <a:t>3</a:t>
            </a:r>
            <a:r>
              <a:rPr lang="zh-CN" altLang="en-US" sz="2800" dirty="0"/>
              <a:t>：</a:t>
            </a:r>
            <a:r>
              <a:rPr lang="en-US" altLang="zh-CN" sz="2800" dirty="0"/>
              <a:t>5(i3-i1)+5xi3+10x(i3-i2)=0</a:t>
            </a:r>
          </a:p>
          <a:p>
            <a:pPr>
              <a:lnSpc>
                <a:spcPct val="150000"/>
              </a:lnSpc>
            </a:pPr>
            <a:r>
              <a:rPr lang="en-US" altLang="zh-CN" sz="2800" dirty="0"/>
              <a:t>-5xi1-10xi2+20i3=0              (2)</a:t>
            </a:r>
          </a:p>
          <a:p>
            <a:pPr>
              <a:lnSpc>
                <a:spcPct val="150000"/>
              </a:lnSpc>
            </a:pPr>
            <a:r>
              <a:rPr lang="en-US" altLang="zh-CN" sz="2800" dirty="0"/>
              <a:t> i1-i2+0i3=4      (3)</a:t>
            </a:r>
          </a:p>
          <a:p>
            <a:endParaRPr lang="en-US" altLang="zh-CN" sz="2800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文本框 2"/>
              <p:cNvSpPr txBox="1"/>
              <p:nvPr/>
            </p:nvSpPr>
            <p:spPr>
              <a:xfrm>
                <a:off x="323151" y="4076954"/>
                <a:ext cx="2772410" cy="84264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30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−15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−5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−10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20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⌈"/>
                          <m:endChr m:val="⌉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𝑖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 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𝑖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𝑖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24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151" y="4076954"/>
                <a:ext cx="2772410" cy="842645"/>
              </a:xfrm>
              <a:prstGeom prst="rect">
                <a:avLst/>
              </a:prstGeom>
              <a:blipFill rotWithShape="1">
                <a:blip r:embed="rId4"/>
                <a:stretch>
                  <a:fillRect l="-21" t="-30" r="21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251460" y="5012690"/>
            <a:ext cx="2088515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cs typeface="Arial" panose="020B0604020202020204" pitchFamily="34" charset="0"/>
              </a:rPr>
              <a:t>∆</a:t>
            </a:r>
            <a:r>
              <a:rPr lang="en-US" altLang="zh-CN">
                <a:cs typeface="Arial" panose="020B0604020202020204" pitchFamily="34" charset="0"/>
              </a:rPr>
              <a:t>=-75+600-150+100=475</a:t>
            </a: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10" name="文本框 9"/>
              <p:cNvSpPr txBox="1"/>
              <p:nvPr/>
            </p:nvSpPr>
            <p:spPr>
              <a:xfrm>
                <a:off x="3131756" y="4076954"/>
                <a:ext cx="1680845" cy="84264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24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30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−15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−10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20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756" y="4076954"/>
                <a:ext cx="1680845" cy="842645"/>
              </a:xfrm>
              <a:prstGeom prst="rect">
                <a:avLst/>
              </a:prstGeom>
              <a:blipFill rotWithShape="1">
                <a:blip r:embed="rId5"/>
                <a:stretch>
                  <a:fillRect l="-34" t="-30" r="34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2411730" y="5081270"/>
            <a:ext cx="235966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cs typeface="Arial" panose="020B0604020202020204" pitchFamily="34" charset="0"/>
              </a:rPr>
              <a:t>∆</a:t>
            </a:r>
            <a:r>
              <a:rPr lang="en-US" altLang="zh-CN">
                <a:cs typeface="Arial" panose="020B0604020202020204" pitchFamily="34" charset="0"/>
              </a:rPr>
              <a:t>1=2400-600+480=2280</a:t>
            </a: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13" name="文本框 12"/>
              <p:cNvSpPr txBox="1"/>
              <p:nvPr/>
            </p:nvSpPr>
            <p:spPr>
              <a:xfrm>
                <a:off x="4931981" y="4076954"/>
                <a:ext cx="1628775" cy="84264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24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−15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−5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20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1981" y="4076954"/>
                <a:ext cx="1628775" cy="842645"/>
              </a:xfrm>
              <a:prstGeom prst="rect">
                <a:avLst/>
              </a:prstGeom>
              <a:blipFill rotWithShape="1">
                <a:blip r:embed="rId6"/>
                <a:stretch>
                  <a:fillRect l="-35" t="-30" r="35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/>
          <p:cNvSpPr txBox="1"/>
          <p:nvPr/>
        </p:nvSpPr>
        <p:spPr>
          <a:xfrm>
            <a:off x="4771390" y="5085080"/>
            <a:ext cx="226314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cs typeface="Arial" panose="020B0604020202020204" pitchFamily="34" charset="0"/>
              </a:rPr>
              <a:t>∆</a:t>
            </a:r>
            <a:r>
              <a:rPr lang="en-US" altLang="zh-CN">
                <a:cs typeface="Arial" panose="020B0604020202020204" pitchFamily="34" charset="0"/>
              </a:rPr>
              <a:t>2=300+480-400=380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660515" y="5081270"/>
            <a:ext cx="2586355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cs typeface="Arial" panose="020B0604020202020204" pitchFamily="34" charset="0"/>
              </a:rPr>
              <a:t>∆</a:t>
            </a:r>
            <a:r>
              <a:rPr lang="en-US" altLang="zh-CN">
                <a:cs typeface="Arial" panose="020B0604020202020204" pitchFamily="34" charset="0"/>
              </a:rPr>
              <a:t>3=-200+120+240+600=760</a:t>
            </a: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18" name="文本框 17"/>
              <p:cNvSpPr txBox="1"/>
              <p:nvPr/>
            </p:nvSpPr>
            <p:spPr>
              <a:xfrm>
                <a:off x="6549326" y="4005199"/>
                <a:ext cx="1614805" cy="84137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30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24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−5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−10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9326" y="4005199"/>
                <a:ext cx="1614805" cy="841375"/>
              </a:xfrm>
              <a:prstGeom prst="rect">
                <a:avLst/>
              </a:prstGeom>
              <a:blipFill rotWithShape="1">
                <a:blip r:embed="rId7"/>
                <a:stretch>
                  <a:fillRect l="-35" t="-30" r="35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本框 18"/>
          <p:cNvSpPr txBox="1"/>
          <p:nvPr/>
        </p:nvSpPr>
        <p:spPr>
          <a:xfrm>
            <a:off x="395605" y="5443220"/>
            <a:ext cx="245999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i1=</a:t>
            </a:r>
            <a:r>
              <a:rPr lang="en-US" altLang="zh-CN">
                <a:cs typeface="Arial" panose="020B0604020202020204" pitchFamily="34" charset="0"/>
              </a:rPr>
              <a:t>∆1/∆=2280/475=4.8(A)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2915920" y="5511165"/>
            <a:ext cx="245999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i2=</a:t>
            </a:r>
            <a:r>
              <a:rPr lang="en-US" altLang="zh-CN">
                <a:cs typeface="Arial" panose="020B0604020202020204" pitchFamily="34" charset="0"/>
              </a:rPr>
              <a:t>∆2/∆=380/475=0.8(A)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5507990" y="5492750"/>
            <a:ext cx="245999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i3=</a:t>
            </a:r>
            <a:r>
              <a:rPr lang="en-US" altLang="zh-CN">
                <a:cs typeface="Arial" panose="020B0604020202020204" pitchFamily="34" charset="0"/>
              </a:rPr>
              <a:t>∆3/∆=760/475=1.6(A)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673100" y="5810250"/>
            <a:ext cx="202692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书上的答案：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b="27871"/>
          <a:stretch>
            <a:fillRect/>
          </a:stretch>
        </p:blipFill>
        <p:spPr>
          <a:xfrm>
            <a:off x="443865" y="568325"/>
            <a:ext cx="5349875" cy="7454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t="62745"/>
          <a:stretch>
            <a:fillRect/>
          </a:stretch>
        </p:blipFill>
        <p:spPr>
          <a:xfrm>
            <a:off x="527685" y="6122670"/>
            <a:ext cx="6096635" cy="4387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23840" y="116205"/>
            <a:ext cx="3997960" cy="29876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79070" y="1340485"/>
            <a:ext cx="3680460" cy="2470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/>
              <a:t>解：超级网孔</a:t>
            </a:r>
            <a:r>
              <a:rPr lang="en-US" altLang="zh-CN" sz="2800"/>
              <a:t>(</a:t>
            </a:r>
            <a:r>
              <a:rPr lang="zh-CN" altLang="en-US" sz="2800"/>
              <a:t>最外围）：</a:t>
            </a:r>
          </a:p>
          <a:p>
            <a:pPr>
              <a:lnSpc>
                <a:spcPct val="150000"/>
              </a:lnSpc>
            </a:pPr>
            <a:r>
              <a:rPr lang="en-US" altLang="zh-CN" sz="2800"/>
              <a:t>0xi1+20xi2+5xi3=24   (1)</a:t>
            </a:r>
          </a:p>
          <a:p>
            <a:pPr>
              <a:lnSpc>
                <a:spcPct val="150000"/>
              </a:lnSpc>
            </a:pPr>
            <a:r>
              <a:rPr lang="zh-CN" altLang="en-US" sz="2800"/>
              <a:t>网孔</a:t>
            </a:r>
            <a:r>
              <a:rPr lang="en-US" altLang="zh-CN" sz="2800"/>
              <a:t>3</a:t>
            </a:r>
            <a:r>
              <a:rPr lang="zh-CN" altLang="en-US" sz="2800"/>
              <a:t>：</a:t>
            </a:r>
            <a:r>
              <a:rPr lang="en-US" altLang="zh-CN" sz="2800"/>
              <a:t>5(i3-i1)+5xi3+10x(i3-i2)=0</a:t>
            </a:r>
          </a:p>
          <a:p>
            <a:pPr>
              <a:lnSpc>
                <a:spcPct val="150000"/>
              </a:lnSpc>
            </a:pPr>
            <a:r>
              <a:rPr lang="en-US" altLang="zh-CN" sz="2800"/>
              <a:t>-5xi1-10xi2+20i3=0              (2)</a:t>
            </a:r>
          </a:p>
          <a:p>
            <a:pPr>
              <a:lnSpc>
                <a:spcPct val="150000"/>
              </a:lnSpc>
            </a:pPr>
            <a:r>
              <a:rPr lang="en-US" altLang="zh-CN" sz="2800"/>
              <a:t> i1-i2+0i3=4      (3)</a:t>
            </a:r>
          </a:p>
          <a:p>
            <a:endParaRPr lang="en-US" altLang="zh-CN" sz="280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文本框 2"/>
              <p:cNvSpPr txBox="1"/>
              <p:nvPr/>
            </p:nvSpPr>
            <p:spPr>
              <a:xfrm>
                <a:off x="395541" y="3645154"/>
                <a:ext cx="2710815" cy="84264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−5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−10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20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⌈"/>
                          <m:endChr m:val="⌉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𝑖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 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𝑖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𝑖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24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41" y="3645154"/>
                <a:ext cx="2710815" cy="842645"/>
              </a:xfrm>
              <a:prstGeom prst="rect">
                <a:avLst/>
              </a:prstGeom>
              <a:blipFill rotWithShape="1">
                <a:blip r:embed="rId4"/>
                <a:stretch>
                  <a:fillRect l="-21" t="-30" r="21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251460" y="4580890"/>
            <a:ext cx="2088515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cs typeface="Arial" panose="020B0604020202020204" pitchFamily="34" charset="0"/>
              </a:rPr>
              <a:t>∆</a:t>
            </a:r>
            <a:r>
              <a:rPr lang="en-US" altLang="zh-CN">
                <a:cs typeface="Arial" panose="020B0604020202020204" pitchFamily="34" charset="0"/>
              </a:rPr>
              <a:t>=25+400+50=475</a:t>
            </a: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10" name="文本框 9"/>
              <p:cNvSpPr txBox="1"/>
              <p:nvPr/>
            </p:nvSpPr>
            <p:spPr>
              <a:xfrm>
                <a:off x="3106356" y="3645154"/>
                <a:ext cx="1619250" cy="84264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24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−10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20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6356" y="3645154"/>
                <a:ext cx="1619250" cy="842645"/>
              </a:xfrm>
              <a:prstGeom prst="rect">
                <a:avLst/>
              </a:prstGeom>
              <a:blipFill rotWithShape="1">
                <a:blip r:embed="rId5"/>
                <a:stretch>
                  <a:fillRect l="-35" t="-30" r="35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2339975" y="4559300"/>
            <a:ext cx="235966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cs typeface="Arial" panose="020B0604020202020204" pitchFamily="34" charset="0"/>
              </a:rPr>
              <a:t>∆</a:t>
            </a:r>
            <a:r>
              <a:rPr lang="en-US" altLang="zh-CN">
                <a:cs typeface="Arial" panose="020B0604020202020204" pitchFamily="34" charset="0"/>
              </a:rPr>
              <a:t>1=1600+200+480=2280</a:t>
            </a: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13" name="文本框 12"/>
              <p:cNvSpPr txBox="1"/>
              <p:nvPr/>
            </p:nvSpPr>
            <p:spPr>
              <a:xfrm>
                <a:off x="4931981" y="3716909"/>
                <a:ext cx="1537335" cy="84264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24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−5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20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1981" y="3716909"/>
                <a:ext cx="1537335" cy="842645"/>
              </a:xfrm>
              <a:prstGeom prst="rect">
                <a:avLst/>
              </a:prstGeom>
              <a:blipFill rotWithShape="1">
                <a:blip r:embed="rId6"/>
                <a:stretch>
                  <a:fillRect l="-37" t="-30" r="37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/>
          <p:cNvSpPr txBox="1"/>
          <p:nvPr/>
        </p:nvSpPr>
        <p:spPr>
          <a:xfrm>
            <a:off x="4644390" y="4652010"/>
            <a:ext cx="1697355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cs typeface="Arial" panose="020B0604020202020204" pitchFamily="34" charset="0"/>
              </a:rPr>
              <a:t>∆</a:t>
            </a:r>
            <a:r>
              <a:rPr lang="en-US" altLang="zh-CN">
                <a:cs typeface="Arial" panose="020B0604020202020204" pitchFamily="34" charset="0"/>
              </a:rPr>
              <a:t>2=-100+480=380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469380" y="4652645"/>
            <a:ext cx="2586355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cs typeface="Arial" panose="020B0604020202020204" pitchFamily="34" charset="0"/>
              </a:rPr>
              <a:t>∆</a:t>
            </a:r>
            <a:r>
              <a:rPr lang="en-US" altLang="zh-CN">
                <a:cs typeface="Arial" panose="020B0604020202020204" pitchFamily="34" charset="0"/>
              </a:rPr>
              <a:t>3=120+240+400=760</a:t>
            </a: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18" name="文本框 17"/>
              <p:cNvSpPr txBox="1"/>
              <p:nvPr/>
            </p:nvSpPr>
            <p:spPr>
              <a:xfrm>
                <a:off x="6524561" y="3650234"/>
                <a:ext cx="1595755" cy="83756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24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−5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−10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4561" y="3650234"/>
                <a:ext cx="1595755" cy="837565"/>
              </a:xfrm>
              <a:prstGeom prst="rect">
                <a:avLst/>
              </a:prstGeom>
              <a:blipFill rotWithShape="1">
                <a:blip r:embed="rId7"/>
                <a:stretch>
                  <a:fillRect l="-36" t="-30" r="36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/>
        </p:nvSpPr>
        <p:spPr>
          <a:xfrm>
            <a:off x="527685" y="5190490"/>
            <a:ext cx="245999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i1=</a:t>
            </a:r>
            <a:r>
              <a:rPr lang="en-US" altLang="zh-CN">
                <a:cs typeface="Arial" panose="020B0604020202020204" pitchFamily="34" charset="0"/>
              </a:rPr>
              <a:t>∆1/∆=2280/475=4.8(A)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204210" y="5228590"/>
            <a:ext cx="245999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i2=</a:t>
            </a:r>
            <a:r>
              <a:rPr lang="en-US" altLang="zh-CN">
                <a:cs typeface="Arial" panose="020B0604020202020204" pitchFamily="34" charset="0"/>
              </a:rPr>
              <a:t>∆2/∆=380/475=0.8(A)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652135" y="5228590"/>
            <a:ext cx="245999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i3=</a:t>
            </a:r>
            <a:r>
              <a:rPr lang="en-US" altLang="zh-CN">
                <a:cs typeface="Arial" panose="020B0604020202020204" pitchFamily="34" charset="0"/>
              </a:rPr>
              <a:t>∆3/∆=760/475=1.6(A)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673100" y="5810250"/>
            <a:ext cx="202692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书上的答案：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/>
          <p:nvPr/>
        </p:nvSpPr>
        <p:spPr>
          <a:xfrm>
            <a:off x="503238" y="692150"/>
            <a:ext cx="8135937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600" dirty="0">
                <a:solidFill>
                  <a:srgbClr val="0000FF"/>
                </a:solidFill>
                <a:latin typeface="Franklin Gothic Medium" panose="020B0603020102020204" pitchFamily="34" charset="0"/>
                <a:cs typeface="Arial" panose="020B0604020202020204" pitchFamily="34" charset="0"/>
              </a:rPr>
              <a:t>3.7 </a:t>
            </a:r>
            <a:r>
              <a:rPr lang="zh-CN" altLang="en-US" sz="3600" b="1" dirty="0">
                <a:solidFill>
                  <a:srgbClr val="0000FF"/>
                </a:solidFill>
                <a:latin typeface="Franklin Gothic Medium" panose="020B0603020102020204" pitchFamily="34" charset="0"/>
                <a:cs typeface="Arial" panose="020B0604020202020204" pitchFamily="34" charset="0"/>
              </a:rPr>
              <a:t>节点分析与网孔分析比较</a:t>
            </a:r>
            <a:endParaRPr lang="en-US" altLang="zh-CN" sz="3600" b="1" dirty="0">
              <a:solidFill>
                <a:srgbClr val="0000FF"/>
              </a:solidFill>
              <a:latin typeface="Franklin Gothic Medium" panose="020B0603020102020204" pitchFamily="34" charset="0"/>
              <a:ea typeface="Arial" panose="020B0604020202020204" pitchFamily="34" charset="0"/>
            </a:endParaRPr>
          </a:p>
        </p:txBody>
      </p:sp>
      <p:sp>
        <p:nvSpPr>
          <p:cNvPr id="49155" name="Text Box 3"/>
          <p:cNvSpPr txBox="1"/>
          <p:nvPr/>
        </p:nvSpPr>
        <p:spPr>
          <a:xfrm>
            <a:off x="790575" y="1712913"/>
            <a:ext cx="7562850" cy="46297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      </a:t>
            </a:r>
            <a:r>
              <a:rPr lang="zh-CN" altLang="en-US" sz="2800" b="1" dirty="0">
                <a:latin typeface="Times New Roman" panose="02020603050405020304" pitchFamily="18" charset="0"/>
                <a:cs typeface="Arial" panose="020B0604020202020204" pitchFamily="34" charset="0"/>
              </a:rPr>
              <a:t>两种方法可以混用。</a:t>
            </a:r>
            <a:endParaRPr lang="en-US" altLang="zh-CN" sz="2800" b="1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Arial" panose="020B0604020202020204" pitchFamily="34" charset="0"/>
              </a:rPr>
              <a:t>      </a:t>
            </a:r>
            <a:r>
              <a:rPr lang="zh-CN" altLang="en-US" sz="2800" b="1" dirty="0">
                <a:latin typeface="Times New Roman" panose="02020603050405020304" pitchFamily="18" charset="0"/>
                <a:cs typeface="Arial" panose="020B0604020202020204" pitchFamily="34" charset="0"/>
              </a:rPr>
              <a:t>也可选择方程个数较少的方法</a:t>
            </a:r>
            <a:r>
              <a:rPr lang="en-US" altLang="zh-CN" sz="2800" b="1" dirty="0">
                <a:latin typeface="Times New Roman" panose="02020603050405020304" pitchFamily="18" charset="0"/>
                <a:cs typeface="Arial" panose="020B0604020202020204" pitchFamily="34" charset="0"/>
              </a:rPr>
              <a:t>: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cs typeface="Arial" panose="020B0604020202020204" pitchFamily="34" charset="0"/>
              </a:rPr>
              <a:t>        如：含有多个串联元件的网络选用网孔法；而具有多个并联元件的网络选用节点法。</a:t>
            </a:r>
            <a:r>
              <a:rPr lang="en-US" altLang="zh-CN" sz="2800" b="1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cs typeface="Arial" panose="020B0604020202020204" pitchFamily="34" charset="0"/>
              </a:rPr>
              <a:t>       或：对于节点数小于网孔数的电路，采用节点法；对于网孔数小于节点数的电路，采用网孔法。</a:t>
            </a:r>
            <a:r>
              <a:rPr lang="en-US" altLang="zh-CN" sz="2800" b="1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cs typeface="Arial" panose="020B0604020202020204" pitchFamily="34" charset="0"/>
              </a:rPr>
              <a:t>      或：如果需要节点电压，采用节点法；如果需要支路或网孔电流，采用用网孔法。</a:t>
            </a:r>
            <a:endParaRPr lang="en-US" altLang="zh-CN" sz="2800" b="1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en-US" altLang="zh-CN" sz="2800" b="1" dirty="0"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156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baseline="0" dirty="0">
                <a:latin typeface="Arial Black" panose="020B0A04020102020204" pitchFamily="34" charset="0"/>
                <a:cs typeface="Arial" panose="020B0604020202020204" pitchFamily="34" charset="0"/>
              </a:rPr>
              <a:pPr lvl="0" algn="r" eaLnBrk="1" hangingPunct="1">
                <a:buNone/>
              </a:pPr>
              <a:t>45</a:t>
            </a:fld>
            <a:endParaRPr lang="en-US" altLang="zh-CN" sz="1200" baseline="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2"/>
          <p:cNvSpPr txBox="1"/>
          <p:nvPr/>
        </p:nvSpPr>
        <p:spPr>
          <a:xfrm>
            <a:off x="395288" y="333375"/>
            <a:ext cx="6840537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4000" dirty="0">
                <a:solidFill>
                  <a:srgbClr val="0000FF"/>
                </a:solidFill>
                <a:latin typeface="Franklin Gothic Medium" panose="020B0603020102020204" pitchFamily="34" charset="0"/>
                <a:cs typeface="Arial" panose="020B0604020202020204" pitchFamily="34" charset="0"/>
              </a:rPr>
              <a:t>3.9  </a:t>
            </a:r>
            <a:r>
              <a:rPr lang="zh-CN" altLang="en-US" sz="4000" b="1" dirty="0">
                <a:solidFill>
                  <a:srgbClr val="0000FF"/>
                </a:solidFill>
                <a:latin typeface="Franklin Gothic Medium" panose="020B0603020102020204" pitchFamily="34" charset="0"/>
                <a:cs typeface="Arial" panose="020B0604020202020204" pitchFamily="34" charset="0"/>
              </a:rPr>
              <a:t>应用</a:t>
            </a:r>
            <a:r>
              <a:rPr lang="en-US" altLang="zh-CN" sz="4000" b="1" dirty="0">
                <a:solidFill>
                  <a:srgbClr val="0000FF"/>
                </a:solidFill>
                <a:latin typeface="Franklin Gothic Medium" panose="020B0603020102020204" pitchFamily="34" charset="0"/>
                <a:cs typeface="Arial" panose="020B0604020202020204" pitchFamily="34" charset="0"/>
              </a:rPr>
              <a:t>:</a:t>
            </a:r>
            <a:r>
              <a:rPr lang="zh-CN" altLang="en-US" sz="4000" b="1" dirty="0">
                <a:solidFill>
                  <a:srgbClr val="0000FF"/>
                </a:solidFill>
                <a:latin typeface="Franklin Gothic Medium" panose="020B0603020102020204" pitchFamily="34" charset="0"/>
                <a:cs typeface="Arial" panose="020B0604020202020204" pitchFamily="34" charset="0"/>
              </a:rPr>
              <a:t>直流晶体管电路</a:t>
            </a:r>
            <a:endParaRPr lang="en-US" altLang="zh-CN" sz="4000" b="1" dirty="0">
              <a:solidFill>
                <a:srgbClr val="0000FF"/>
              </a:solidFill>
              <a:latin typeface="Franklin Gothic Medium" panose="020B0603020102020204" pitchFamily="34" charset="0"/>
              <a:ea typeface="Arial" panose="020B0604020202020204" pitchFamily="34" charset="0"/>
            </a:endParaRPr>
          </a:p>
        </p:txBody>
      </p:sp>
      <p:grpSp>
        <p:nvGrpSpPr>
          <p:cNvPr id="51203" name="Group 4"/>
          <p:cNvGrpSpPr/>
          <p:nvPr/>
        </p:nvGrpSpPr>
        <p:grpSpPr>
          <a:xfrm>
            <a:off x="4380230" y="776605"/>
            <a:ext cx="4424680" cy="6001734"/>
            <a:chOff x="3606" y="527"/>
            <a:chExt cx="2048" cy="3215"/>
          </a:xfrm>
        </p:grpSpPr>
        <p:grpSp>
          <p:nvGrpSpPr>
            <p:cNvPr id="51206" name="Group 5"/>
            <p:cNvGrpSpPr/>
            <p:nvPr/>
          </p:nvGrpSpPr>
          <p:grpSpPr>
            <a:xfrm>
              <a:off x="3638" y="527"/>
              <a:ext cx="1188" cy="1536"/>
              <a:chOff x="3638" y="527"/>
              <a:chExt cx="1188" cy="1536"/>
            </a:xfrm>
          </p:grpSpPr>
          <p:sp>
            <p:nvSpPr>
              <p:cNvPr id="51251" name="Rectangle 6"/>
              <p:cNvSpPr/>
              <p:nvPr/>
            </p:nvSpPr>
            <p:spPr>
              <a:xfrm>
                <a:off x="4240" y="994"/>
                <a:ext cx="411" cy="70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000" baseline="-25000" dirty="0">
                  <a:ea typeface="Arial" panose="020B0604020202020204" pitchFamily="34" charset="0"/>
                </a:endParaRPr>
              </a:p>
            </p:txBody>
          </p:sp>
          <p:sp>
            <p:nvSpPr>
              <p:cNvPr id="51252" name="Line 7"/>
              <p:cNvSpPr/>
              <p:nvPr/>
            </p:nvSpPr>
            <p:spPr>
              <a:xfrm>
                <a:off x="4240" y="1229"/>
                <a:ext cx="411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253" name="Line 8"/>
              <p:cNvSpPr/>
              <p:nvPr/>
            </p:nvSpPr>
            <p:spPr>
              <a:xfrm>
                <a:off x="4240" y="1466"/>
                <a:ext cx="411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254" name="Line 9"/>
              <p:cNvSpPr/>
              <p:nvPr/>
            </p:nvSpPr>
            <p:spPr>
              <a:xfrm>
                <a:off x="4447" y="725"/>
                <a:ext cx="0" cy="269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255" name="Line 10"/>
              <p:cNvSpPr/>
              <p:nvPr/>
            </p:nvSpPr>
            <p:spPr>
              <a:xfrm flipH="1">
                <a:off x="4006" y="1330"/>
                <a:ext cx="23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256" name="Line 11"/>
              <p:cNvSpPr/>
              <p:nvPr/>
            </p:nvSpPr>
            <p:spPr>
              <a:xfrm>
                <a:off x="4447" y="1700"/>
                <a:ext cx="0" cy="2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257" name="Oval 12"/>
              <p:cNvSpPr/>
              <p:nvPr/>
            </p:nvSpPr>
            <p:spPr>
              <a:xfrm>
                <a:off x="4417" y="692"/>
                <a:ext cx="30" cy="34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000" baseline="-25000" dirty="0">
                  <a:ea typeface="Arial" panose="020B0604020202020204" pitchFamily="34" charset="0"/>
                </a:endParaRPr>
              </a:p>
            </p:txBody>
          </p:sp>
          <p:sp>
            <p:nvSpPr>
              <p:cNvPr id="51258" name="Oval 13"/>
              <p:cNvSpPr/>
              <p:nvPr/>
            </p:nvSpPr>
            <p:spPr>
              <a:xfrm>
                <a:off x="3976" y="1296"/>
                <a:ext cx="31" cy="35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000" baseline="-25000" dirty="0">
                  <a:ea typeface="Arial" panose="020B0604020202020204" pitchFamily="34" charset="0"/>
                </a:endParaRPr>
              </a:p>
            </p:txBody>
          </p:sp>
          <p:sp>
            <p:nvSpPr>
              <p:cNvPr id="51259" name="Oval 14"/>
              <p:cNvSpPr/>
              <p:nvPr/>
            </p:nvSpPr>
            <p:spPr>
              <a:xfrm>
                <a:off x="4417" y="1936"/>
                <a:ext cx="30" cy="34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000" baseline="-25000" dirty="0">
                  <a:ea typeface="Arial" panose="020B0604020202020204" pitchFamily="34" charset="0"/>
                </a:endParaRPr>
              </a:p>
            </p:txBody>
          </p:sp>
          <p:sp>
            <p:nvSpPr>
              <p:cNvPr id="51260" name="Text Box 15"/>
              <p:cNvSpPr txBox="1"/>
              <p:nvPr/>
            </p:nvSpPr>
            <p:spPr>
              <a:xfrm>
                <a:off x="4358" y="1022"/>
                <a:ext cx="200" cy="1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endParaRPr lang="en-US" altLang="zh-CN" sz="16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51261" name="Text Box 16"/>
              <p:cNvSpPr txBox="1"/>
              <p:nvPr/>
            </p:nvSpPr>
            <p:spPr>
              <a:xfrm>
                <a:off x="4359" y="1228"/>
                <a:ext cx="177" cy="1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endParaRPr lang="en-US" altLang="zh-CN" sz="16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51262" name="Text Box 17"/>
              <p:cNvSpPr txBox="1"/>
              <p:nvPr/>
            </p:nvSpPr>
            <p:spPr>
              <a:xfrm>
                <a:off x="4358" y="1476"/>
                <a:ext cx="200" cy="1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endParaRPr lang="en-US" altLang="zh-CN" sz="16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51263" name="Text Box 18"/>
              <p:cNvSpPr txBox="1"/>
              <p:nvPr/>
            </p:nvSpPr>
            <p:spPr>
              <a:xfrm>
                <a:off x="4147" y="527"/>
                <a:ext cx="652" cy="1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Collector</a:t>
                </a:r>
                <a:endParaRPr lang="en-US" altLang="zh-CN" sz="16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51264" name="Text Box 19"/>
              <p:cNvSpPr txBox="1"/>
              <p:nvPr/>
            </p:nvSpPr>
            <p:spPr>
              <a:xfrm>
                <a:off x="3638" y="1228"/>
                <a:ext cx="550" cy="1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Base</a:t>
                </a:r>
                <a:endParaRPr lang="en-US" altLang="zh-CN" sz="16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51265" name="Text Box 20"/>
              <p:cNvSpPr txBox="1"/>
              <p:nvPr/>
            </p:nvSpPr>
            <p:spPr>
              <a:xfrm>
                <a:off x="4189" y="1929"/>
                <a:ext cx="637" cy="1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Emitter</a:t>
                </a:r>
                <a:endParaRPr lang="en-US" altLang="zh-CN" sz="16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  <p:grpSp>
          <p:nvGrpSpPr>
            <p:cNvPr id="51207" name="Group 21"/>
            <p:cNvGrpSpPr/>
            <p:nvPr/>
          </p:nvGrpSpPr>
          <p:grpSpPr>
            <a:xfrm>
              <a:off x="4739" y="614"/>
              <a:ext cx="915" cy="1303"/>
              <a:chOff x="4649" y="709"/>
              <a:chExt cx="953" cy="1360"/>
            </a:xfrm>
          </p:grpSpPr>
          <p:sp>
            <p:nvSpPr>
              <p:cNvPr id="51238" name="Oval 22"/>
              <p:cNvSpPr/>
              <p:nvPr/>
            </p:nvSpPr>
            <p:spPr>
              <a:xfrm>
                <a:off x="5148" y="1180"/>
                <a:ext cx="363" cy="363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000" baseline="-25000" dirty="0">
                  <a:ea typeface="Arial" panose="020B0604020202020204" pitchFamily="34" charset="0"/>
                </a:endParaRPr>
              </a:p>
            </p:txBody>
          </p:sp>
          <p:sp>
            <p:nvSpPr>
              <p:cNvPr id="51239" name="Line 23"/>
              <p:cNvSpPr/>
              <p:nvPr/>
            </p:nvSpPr>
            <p:spPr>
              <a:xfrm>
                <a:off x="5239" y="1294"/>
                <a:ext cx="0" cy="18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240" name="Line 24"/>
              <p:cNvSpPr/>
              <p:nvPr/>
            </p:nvSpPr>
            <p:spPr>
              <a:xfrm flipH="1">
                <a:off x="4876" y="1384"/>
                <a:ext cx="36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241" name="Oval 25"/>
              <p:cNvSpPr/>
              <p:nvPr/>
            </p:nvSpPr>
            <p:spPr>
              <a:xfrm>
                <a:off x="4831" y="1385"/>
                <a:ext cx="45" cy="45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000" baseline="-25000" dirty="0">
                  <a:ea typeface="Arial" panose="020B0604020202020204" pitchFamily="34" charset="0"/>
                </a:endParaRPr>
              </a:p>
            </p:txBody>
          </p:sp>
          <p:sp>
            <p:nvSpPr>
              <p:cNvPr id="51242" name="Freeform 26"/>
              <p:cNvSpPr/>
              <p:nvPr/>
            </p:nvSpPr>
            <p:spPr>
              <a:xfrm>
                <a:off x="5239" y="931"/>
                <a:ext cx="227" cy="408"/>
              </a:xfrm>
              <a:custGeom>
                <a:avLst/>
                <a:gdLst>
                  <a:gd name="txL" fmla="*/ 0 w 227"/>
                  <a:gd name="txT" fmla="*/ 0 h 408"/>
                  <a:gd name="txR" fmla="*/ 227 w 227"/>
                  <a:gd name="txB" fmla="*/ 408 h 408"/>
                </a:gdLst>
                <a:ahLst/>
                <a:cxnLst>
                  <a:cxn ang="0">
                    <a:pos x="0" y="408"/>
                  </a:cxn>
                  <a:cxn ang="0">
                    <a:pos x="227" y="272"/>
                  </a:cxn>
                  <a:cxn ang="0">
                    <a:pos x="227" y="0"/>
                  </a:cxn>
                </a:cxnLst>
                <a:rect l="txL" t="txT" r="txR" b="txB"/>
                <a:pathLst>
                  <a:path w="227" h="408">
                    <a:moveTo>
                      <a:pt x="0" y="408"/>
                    </a:moveTo>
                    <a:lnTo>
                      <a:pt x="227" y="272"/>
                    </a:lnTo>
                    <a:lnTo>
                      <a:pt x="227" y="0"/>
                    </a:ln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43" name="Line 27"/>
              <p:cNvSpPr/>
              <p:nvPr/>
            </p:nvSpPr>
            <p:spPr>
              <a:xfrm>
                <a:off x="5239" y="1429"/>
                <a:ext cx="136" cy="13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1244" name="Line 28"/>
              <p:cNvSpPr/>
              <p:nvPr/>
            </p:nvSpPr>
            <p:spPr>
              <a:xfrm>
                <a:off x="5375" y="1566"/>
                <a:ext cx="91" cy="9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245" name="Line 29"/>
              <p:cNvSpPr/>
              <p:nvPr/>
            </p:nvSpPr>
            <p:spPr>
              <a:xfrm>
                <a:off x="5466" y="1657"/>
                <a:ext cx="0" cy="27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246" name="Oval 30"/>
              <p:cNvSpPr/>
              <p:nvPr/>
            </p:nvSpPr>
            <p:spPr>
              <a:xfrm>
                <a:off x="5466" y="885"/>
                <a:ext cx="45" cy="45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000" baseline="-25000" dirty="0">
                  <a:ea typeface="Arial" panose="020B0604020202020204" pitchFamily="34" charset="0"/>
                </a:endParaRPr>
              </a:p>
            </p:txBody>
          </p:sp>
          <p:sp>
            <p:nvSpPr>
              <p:cNvPr id="51247" name="Oval 31"/>
              <p:cNvSpPr/>
              <p:nvPr/>
            </p:nvSpPr>
            <p:spPr>
              <a:xfrm>
                <a:off x="5466" y="1929"/>
                <a:ext cx="45" cy="45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000" baseline="-25000" dirty="0">
                  <a:ea typeface="Arial" panose="020B0604020202020204" pitchFamily="34" charset="0"/>
                </a:endParaRPr>
              </a:p>
            </p:txBody>
          </p:sp>
          <p:sp>
            <p:nvSpPr>
              <p:cNvPr id="51248" name="Text Box 32"/>
              <p:cNvSpPr txBox="1"/>
              <p:nvPr/>
            </p:nvSpPr>
            <p:spPr>
              <a:xfrm>
                <a:off x="5375" y="1929"/>
                <a:ext cx="227" cy="14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endParaRPr lang="en-US" altLang="zh-CN" sz="16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51249" name="Text Box 33"/>
              <p:cNvSpPr txBox="1"/>
              <p:nvPr/>
            </p:nvSpPr>
            <p:spPr>
              <a:xfrm>
                <a:off x="4649" y="1221"/>
                <a:ext cx="182" cy="14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en-US" altLang="zh-CN" sz="16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51250" name="Text Box 34"/>
              <p:cNvSpPr txBox="1"/>
              <p:nvPr/>
            </p:nvSpPr>
            <p:spPr>
              <a:xfrm>
                <a:off x="5329" y="709"/>
                <a:ext cx="226" cy="14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altLang="zh-CN" sz="16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  <p:grpSp>
          <p:nvGrpSpPr>
            <p:cNvPr id="51208" name="Group 35"/>
            <p:cNvGrpSpPr/>
            <p:nvPr/>
          </p:nvGrpSpPr>
          <p:grpSpPr>
            <a:xfrm>
              <a:off x="4739" y="2352"/>
              <a:ext cx="915" cy="1351"/>
              <a:chOff x="4649" y="2523"/>
              <a:chExt cx="953" cy="1410"/>
            </a:xfrm>
          </p:grpSpPr>
          <p:sp>
            <p:nvSpPr>
              <p:cNvPr id="51225" name="Oval 36"/>
              <p:cNvSpPr/>
              <p:nvPr/>
            </p:nvSpPr>
            <p:spPr>
              <a:xfrm>
                <a:off x="5148" y="3068"/>
                <a:ext cx="363" cy="363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000" baseline="-25000" dirty="0">
                  <a:ea typeface="Arial" panose="020B0604020202020204" pitchFamily="34" charset="0"/>
                </a:endParaRPr>
              </a:p>
            </p:txBody>
          </p:sp>
          <p:sp>
            <p:nvSpPr>
              <p:cNvPr id="51226" name="Line 37"/>
              <p:cNvSpPr/>
              <p:nvPr/>
            </p:nvSpPr>
            <p:spPr>
              <a:xfrm rot="-10524567">
                <a:off x="5239" y="3293"/>
                <a:ext cx="136" cy="13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1227" name="Line 38"/>
              <p:cNvSpPr/>
              <p:nvPr/>
            </p:nvSpPr>
            <p:spPr>
              <a:xfrm flipH="1">
                <a:off x="4876" y="3249"/>
                <a:ext cx="36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228" name="Oval 39"/>
              <p:cNvSpPr/>
              <p:nvPr/>
            </p:nvSpPr>
            <p:spPr>
              <a:xfrm>
                <a:off x="4831" y="3245"/>
                <a:ext cx="45" cy="45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000" baseline="-25000" dirty="0">
                  <a:ea typeface="Arial" panose="020B0604020202020204" pitchFamily="34" charset="0"/>
                </a:endParaRPr>
              </a:p>
            </p:txBody>
          </p:sp>
          <p:sp>
            <p:nvSpPr>
              <p:cNvPr id="51229" name="Freeform 40"/>
              <p:cNvSpPr/>
              <p:nvPr/>
            </p:nvSpPr>
            <p:spPr>
              <a:xfrm>
                <a:off x="5239" y="2795"/>
                <a:ext cx="227" cy="408"/>
              </a:xfrm>
              <a:custGeom>
                <a:avLst/>
                <a:gdLst>
                  <a:gd name="txL" fmla="*/ 0 w 227"/>
                  <a:gd name="txT" fmla="*/ 0 h 408"/>
                  <a:gd name="txR" fmla="*/ 227 w 227"/>
                  <a:gd name="txB" fmla="*/ 408 h 408"/>
                </a:gdLst>
                <a:ahLst/>
                <a:cxnLst>
                  <a:cxn ang="0">
                    <a:pos x="0" y="408"/>
                  </a:cxn>
                  <a:cxn ang="0">
                    <a:pos x="227" y="272"/>
                  </a:cxn>
                  <a:cxn ang="0">
                    <a:pos x="227" y="0"/>
                  </a:cxn>
                </a:cxnLst>
                <a:rect l="txL" t="txT" r="txR" b="txB"/>
                <a:pathLst>
                  <a:path w="227" h="408">
                    <a:moveTo>
                      <a:pt x="0" y="408"/>
                    </a:moveTo>
                    <a:lnTo>
                      <a:pt x="227" y="272"/>
                    </a:lnTo>
                    <a:lnTo>
                      <a:pt x="227" y="0"/>
                    </a:ln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30" name="Oval 41"/>
              <p:cNvSpPr/>
              <p:nvPr/>
            </p:nvSpPr>
            <p:spPr>
              <a:xfrm>
                <a:off x="5466" y="2750"/>
                <a:ext cx="45" cy="45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000" baseline="-25000" dirty="0">
                  <a:ea typeface="Arial" panose="020B0604020202020204" pitchFamily="34" charset="0"/>
                </a:endParaRPr>
              </a:p>
            </p:txBody>
          </p:sp>
          <p:sp>
            <p:nvSpPr>
              <p:cNvPr id="51231" name="Oval 42"/>
              <p:cNvSpPr/>
              <p:nvPr/>
            </p:nvSpPr>
            <p:spPr>
              <a:xfrm>
                <a:off x="5420" y="3793"/>
                <a:ext cx="45" cy="45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000" baseline="-25000" dirty="0">
                  <a:ea typeface="Arial" panose="020B0604020202020204" pitchFamily="34" charset="0"/>
                </a:endParaRPr>
              </a:p>
            </p:txBody>
          </p:sp>
          <p:sp>
            <p:nvSpPr>
              <p:cNvPr id="51232" name="Text Box 43"/>
              <p:cNvSpPr txBox="1"/>
              <p:nvPr/>
            </p:nvSpPr>
            <p:spPr>
              <a:xfrm>
                <a:off x="5329" y="3793"/>
                <a:ext cx="226" cy="14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endParaRPr lang="en-US" altLang="zh-CN" sz="16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51233" name="Text Box 44"/>
              <p:cNvSpPr txBox="1"/>
              <p:nvPr/>
            </p:nvSpPr>
            <p:spPr>
              <a:xfrm>
                <a:off x="4649" y="3073"/>
                <a:ext cx="182" cy="14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en-US" altLang="zh-CN" sz="16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51234" name="Text Box 45"/>
              <p:cNvSpPr txBox="1"/>
              <p:nvPr/>
            </p:nvSpPr>
            <p:spPr>
              <a:xfrm>
                <a:off x="5375" y="2523"/>
                <a:ext cx="227" cy="14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altLang="zh-CN" sz="16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51235" name="Line 46"/>
              <p:cNvSpPr/>
              <p:nvPr/>
            </p:nvSpPr>
            <p:spPr>
              <a:xfrm>
                <a:off x="5239" y="3158"/>
                <a:ext cx="0" cy="18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236" name="Line 47"/>
              <p:cNvSpPr/>
              <p:nvPr/>
            </p:nvSpPr>
            <p:spPr>
              <a:xfrm>
                <a:off x="5465" y="3521"/>
                <a:ext cx="0" cy="27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237" name="Line 48"/>
              <p:cNvSpPr/>
              <p:nvPr/>
            </p:nvSpPr>
            <p:spPr>
              <a:xfrm>
                <a:off x="5375" y="3430"/>
                <a:ext cx="90" cy="9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51209" name="Group 49"/>
            <p:cNvGrpSpPr/>
            <p:nvPr/>
          </p:nvGrpSpPr>
          <p:grpSpPr>
            <a:xfrm>
              <a:off x="3606" y="2205"/>
              <a:ext cx="1188" cy="1537"/>
              <a:chOff x="3470" y="2370"/>
              <a:chExt cx="1237" cy="1604"/>
            </a:xfrm>
          </p:grpSpPr>
          <p:sp>
            <p:nvSpPr>
              <p:cNvPr id="51210" name="Rectangle 50"/>
              <p:cNvSpPr/>
              <p:nvPr/>
            </p:nvSpPr>
            <p:spPr>
              <a:xfrm>
                <a:off x="4097" y="2858"/>
                <a:ext cx="428" cy="737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000" baseline="-25000" dirty="0">
                  <a:ea typeface="Arial" panose="020B0604020202020204" pitchFamily="34" charset="0"/>
                </a:endParaRPr>
              </a:p>
            </p:txBody>
          </p:sp>
          <p:sp>
            <p:nvSpPr>
              <p:cNvPr id="51211" name="Line 51"/>
              <p:cNvSpPr/>
              <p:nvPr/>
            </p:nvSpPr>
            <p:spPr>
              <a:xfrm>
                <a:off x="4097" y="3103"/>
                <a:ext cx="42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212" name="Line 52"/>
              <p:cNvSpPr/>
              <p:nvPr/>
            </p:nvSpPr>
            <p:spPr>
              <a:xfrm>
                <a:off x="4097" y="3350"/>
                <a:ext cx="42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213" name="Line 53"/>
              <p:cNvSpPr/>
              <p:nvPr/>
            </p:nvSpPr>
            <p:spPr>
              <a:xfrm>
                <a:off x="4312" y="2577"/>
                <a:ext cx="0" cy="28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214" name="Line 54"/>
              <p:cNvSpPr/>
              <p:nvPr/>
            </p:nvSpPr>
            <p:spPr>
              <a:xfrm flipH="1">
                <a:off x="3853" y="3208"/>
                <a:ext cx="24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215" name="Line 55"/>
              <p:cNvSpPr/>
              <p:nvPr/>
            </p:nvSpPr>
            <p:spPr>
              <a:xfrm>
                <a:off x="4312" y="3595"/>
                <a:ext cx="0" cy="24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216" name="Oval 56"/>
              <p:cNvSpPr/>
              <p:nvPr/>
            </p:nvSpPr>
            <p:spPr>
              <a:xfrm>
                <a:off x="4281" y="2542"/>
                <a:ext cx="31" cy="3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000" baseline="-25000" dirty="0">
                  <a:ea typeface="Arial" panose="020B0604020202020204" pitchFamily="34" charset="0"/>
                </a:endParaRPr>
              </a:p>
            </p:txBody>
          </p:sp>
          <p:sp>
            <p:nvSpPr>
              <p:cNvPr id="51217" name="Oval 57"/>
              <p:cNvSpPr/>
              <p:nvPr/>
            </p:nvSpPr>
            <p:spPr>
              <a:xfrm>
                <a:off x="3822" y="3173"/>
                <a:ext cx="32" cy="3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000" baseline="-25000" dirty="0">
                  <a:ea typeface="Arial" panose="020B0604020202020204" pitchFamily="34" charset="0"/>
                </a:endParaRPr>
              </a:p>
            </p:txBody>
          </p:sp>
          <p:sp>
            <p:nvSpPr>
              <p:cNvPr id="51218" name="Oval 58"/>
              <p:cNvSpPr/>
              <p:nvPr/>
            </p:nvSpPr>
            <p:spPr>
              <a:xfrm>
                <a:off x="4281" y="3841"/>
                <a:ext cx="31" cy="3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000" baseline="-25000" dirty="0">
                  <a:ea typeface="Arial" panose="020B0604020202020204" pitchFamily="34" charset="0"/>
                </a:endParaRPr>
              </a:p>
            </p:txBody>
          </p:sp>
          <p:sp>
            <p:nvSpPr>
              <p:cNvPr id="51219" name="Text Box 59"/>
              <p:cNvSpPr txBox="1"/>
              <p:nvPr/>
            </p:nvSpPr>
            <p:spPr>
              <a:xfrm>
                <a:off x="4239" y="3113"/>
                <a:ext cx="183" cy="14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endParaRPr lang="en-US" altLang="zh-CN" sz="16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51220" name="Text Box 60"/>
              <p:cNvSpPr txBox="1"/>
              <p:nvPr/>
            </p:nvSpPr>
            <p:spPr>
              <a:xfrm>
                <a:off x="4238" y="2840"/>
                <a:ext cx="184" cy="14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endParaRPr lang="en-US" altLang="zh-CN" sz="16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51221" name="Text Box 61"/>
              <p:cNvSpPr txBox="1"/>
              <p:nvPr/>
            </p:nvSpPr>
            <p:spPr>
              <a:xfrm>
                <a:off x="4000" y="2370"/>
                <a:ext cx="679" cy="14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Collector</a:t>
                </a:r>
                <a:endParaRPr lang="en-US" altLang="zh-CN" sz="16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51222" name="Text Box 62"/>
              <p:cNvSpPr txBox="1"/>
              <p:nvPr/>
            </p:nvSpPr>
            <p:spPr>
              <a:xfrm>
                <a:off x="3470" y="3102"/>
                <a:ext cx="573" cy="14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Base</a:t>
                </a:r>
                <a:endParaRPr lang="en-US" altLang="zh-CN" sz="16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51223" name="Text Box 63"/>
              <p:cNvSpPr txBox="1"/>
              <p:nvPr/>
            </p:nvSpPr>
            <p:spPr>
              <a:xfrm>
                <a:off x="4044" y="3834"/>
                <a:ext cx="663" cy="14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Emitter</a:t>
                </a:r>
                <a:endParaRPr lang="en-US" altLang="zh-CN" sz="16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51224" name="Text Box 64"/>
              <p:cNvSpPr txBox="1"/>
              <p:nvPr/>
            </p:nvSpPr>
            <p:spPr>
              <a:xfrm>
                <a:off x="4239" y="3335"/>
                <a:ext cx="186" cy="14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endParaRPr lang="en-US" altLang="zh-CN" sz="16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</p:grpSp>
      <p:sp>
        <p:nvSpPr>
          <p:cNvPr id="51204" name="TextBox 1"/>
          <p:cNvSpPr txBox="1"/>
          <p:nvPr/>
        </p:nvSpPr>
        <p:spPr>
          <a:xfrm>
            <a:off x="395288" y="1895475"/>
            <a:ext cx="3827780" cy="14890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cs typeface="Arial" panose="020B0604020202020204" pitchFamily="34" charset="0"/>
              </a:rPr>
              <a:t>双极型晶体管</a:t>
            </a:r>
            <a:r>
              <a:rPr lang="en-US" altLang="zh-CN" sz="2800" dirty="0">
                <a:cs typeface="Arial" panose="020B0604020202020204" pitchFamily="34" charset="0"/>
              </a:rPr>
              <a:t>(</a:t>
            </a:r>
            <a:r>
              <a:rPr lang="en-US" altLang="zh-CN" sz="2800" dirty="0">
                <a:cs typeface="Times New Roman" panose="02020603050405020304" pitchFamily="18" charset="0"/>
              </a:rPr>
              <a:t>BJTs</a:t>
            </a:r>
            <a:r>
              <a:rPr lang="en-US" altLang="zh-CN" sz="2800" dirty="0">
                <a:cs typeface="Arial" panose="020B0604020202020204" pitchFamily="34" charset="0"/>
              </a:rPr>
              <a:t>)</a:t>
            </a:r>
            <a:r>
              <a:rPr lang="zh-CN" altLang="en-US" sz="2800" dirty="0">
                <a:cs typeface="Arial" panose="020B0604020202020204" pitchFamily="34" charset="0"/>
              </a:rPr>
              <a:t>分为两种类型：</a:t>
            </a:r>
            <a:endParaRPr lang="en-US" altLang="zh-CN" sz="2800" dirty="0">
              <a:cs typeface="Arial" panose="020B060402020202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cs typeface="Times New Roman" panose="02020603050405020304" pitchFamily="18" charset="0"/>
                <a:sym typeface="Wingdings" panose="05000000000000000000" pitchFamily="2" charset="2"/>
              </a:rPr>
              <a:t> (a) npn, (b) pnp</a:t>
            </a: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zh-CN" sz="2800" dirty="0"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cs typeface="Times New Roman" panose="02020603050405020304" pitchFamily="18" charset="0"/>
                <a:sym typeface="Wingdings" panose="05000000000000000000" pitchFamily="2" charset="2"/>
              </a:rPr>
              <a:t>每种器件都有</a:t>
            </a:r>
            <a:r>
              <a:rPr lang="en-US" altLang="zh-CN" sz="2800" dirty="0">
                <a:cs typeface="Times New Roman" panose="02020603050405020304" pitchFamily="18" charset="0"/>
                <a:sym typeface="Wingdings" panose="05000000000000000000" pitchFamily="2" charset="2"/>
              </a:rPr>
              <a:t>3</a:t>
            </a:r>
            <a:r>
              <a:rPr lang="zh-CN" altLang="en-US" sz="2800" dirty="0">
                <a:cs typeface="Times New Roman" panose="02020603050405020304" pitchFamily="18" charset="0"/>
                <a:sym typeface="Wingdings" panose="05000000000000000000" pitchFamily="2" charset="2"/>
              </a:rPr>
              <a:t>个极，分别命名为</a:t>
            </a:r>
            <a:endParaRPr lang="en-US" altLang="zh-CN" sz="2800" dirty="0"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cs typeface="Times New Roman" panose="02020603050405020304" pitchFamily="18" charset="0"/>
                <a:sym typeface="Wingdings" panose="05000000000000000000" pitchFamily="2" charset="2"/>
              </a:rPr>
              <a:t>发射极</a:t>
            </a:r>
            <a:r>
              <a:rPr lang="en-US" altLang="zh-CN" sz="2800" dirty="0">
                <a:cs typeface="Times New Roman" panose="02020603050405020304" pitchFamily="18" charset="0"/>
                <a:sym typeface="Wingdings" panose="05000000000000000000" pitchFamily="2" charset="2"/>
              </a:rPr>
              <a:t>(E)</a:t>
            </a:r>
            <a:r>
              <a:rPr lang="zh-CN" altLang="en-US" sz="2800" dirty="0">
                <a:cs typeface="Arial" panose="020B0604020202020204" pitchFamily="34" charset="0"/>
                <a:sym typeface="Wingdings" panose="05000000000000000000" pitchFamily="2" charset="2"/>
              </a:rPr>
              <a:t>、</a:t>
            </a:r>
            <a:r>
              <a:rPr lang="zh-CN" altLang="en-US" sz="2800" dirty="0">
                <a:cs typeface="Times New Roman" panose="02020603050405020304" pitchFamily="18" charset="0"/>
                <a:sym typeface="Wingdings" panose="05000000000000000000" pitchFamily="2" charset="2"/>
              </a:rPr>
              <a:t>基极</a:t>
            </a:r>
            <a:r>
              <a:rPr lang="en-US" altLang="zh-CN" sz="2800" dirty="0">
                <a:cs typeface="Times New Roman" panose="02020603050405020304" pitchFamily="18" charset="0"/>
                <a:sym typeface="Wingdings" panose="05000000000000000000" pitchFamily="2" charset="2"/>
              </a:rPr>
              <a:t>(B)</a:t>
            </a:r>
            <a:r>
              <a:rPr lang="zh-CN" altLang="en-US" sz="2800" dirty="0">
                <a:cs typeface="Times New Roman" panose="02020603050405020304" pitchFamily="18" charset="0"/>
                <a:sym typeface="Wingdings" panose="05000000000000000000" pitchFamily="2" charset="2"/>
              </a:rPr>
              <a:t>和集电极</a:t>
            </a:r>
            <a:r>
              <a:rPr lang="en-US" altLang="zh-CN" sz="2800" dirty="0">
                <a:cs typeface="Times New Roman" panose="02020603050405020304" pitchFamily="18" charset="0"/>
                <a:sym typeface="Wingdings" panose="05000000000000000000" pitchFamily="2" charset="2"/>
              </a:rPr>
              <a:t>(C)</a:t>
            </a:r>
            <a:endParaRPr lang="en-US" altLang="zh-CN" sz="2800" dirty="0">
              <a:ea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51205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baseline="0" dirty="0">
                <a:latin typeface="Arial Black" panose="020B0A04020102020204" pitchFamily="34" charset="0"/>
                <a:cs typeface="Arial" panose="020B0604020202020204" pitchFamily="34" charset="0"/>
              </a:rPr>
              <a:pPr lvl="0" algn="r" eaLnBrk="1" hangingPunct="1">
                <a:buNone/>
              </a:pPr>
              <a:t>46</a:t>
            </a:fld>
            <a:endParaRPr lang="en-US" altLang="zh-CN" sz="1200" baseline="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226" name="Group 2"/>
          <p:cNvGrpSpPr/>
          <p:nvPr/>
        </p:nvGrpSpPr>
        <p:grpSpPr>
          <a:xfrm>
            <a:off x="971550" y="404813"/>
            <a:ext cx="1617663" cy="2484437"/>
            <a:chOff x="612" y="437"/>
            <a:chExt cx="1019" cy="1565"/>
          </a:xfrm>
        </p:grpSpPr>
        <p:sp>
          <p:nvSpPr>
            <p:cNvPr id="52239" name="Line 3"/>
            <p:cNvSpPr/>
            <p:nvPr/>
          </p:nvSpPr>
          <p:spPr>
            <a:xfrm>
              <a:off x="1356" y="684"/>
              <a:ext cx="0" cy="20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2240" name="Line 4"/>
            <p:cNvSpPr/>
            <p:nvPr/>
          </p:nvSpPr>
          <p:spPr>
            <a:xfrm rot="-2764855">
              <a:off x="1150" y="1197"/>
              <a:ext cx="1" cy="20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2241" name="Oval 5"/>
            <p:cNvSpPr/>
            <p:nvPr/>
          </p:nvSpPr>
          <p:spPr>
            <a:xfrm>
              <a:off x="1232" y="643"/>
              <a:ext cx="42" cy="4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aseline="-25000" dirty="0">
                <a:ea typeface="Arial" panose="020B0604020202020204" pitchFamily="34" charset="0"/>
              </a:endParaRPr>
            </a:p>
          </p:txBody>
        </p:sp>
        <p:sp>
          <p:nvSpPr>
            <p:cNvPr id="52242" name="Freeform 6"/>
            <p:cNvSpPr/>
            <p:nvPr/>
          </p:nvSpPr>
          <p:spPr>
            <a:xfrm>
              <a:off x="1067" y="681"/>
              <a:ext cx="186" cy="455"/>
            </a:xfrm>
            <a:custGeom>
              <a:avLst/>
              <a:gdLst>
                <a:gd name="txL" fmla="*/ 0 w 204"/>
                <a:gd name="txT" fmla="*/ 0 h 502"/>
                <a:gd name="txR" fmla="*/ 204 w 204"/>
                <a:gd name="txB" fmla="*/ 502 h 502"/>
              </a:gdLst>
              <a:ahLst/>
              <a:cxnLst>
                <a:cxn ang="0">
                  <a:pos x="17" y="0"/>
                </a:cxn>
                <a:cxn ang="0">
                  <a:pos x="17" y="20"/>
                </a:cxn>
                <a:cxn ang="0">
                  <a:pos x="0" y="35"/>
                </a:cxn>
              </a:cxnLst>
              <a:rect l="txL" t="txT" r="txR" b="txB"/>
              <a:pathLst>
                <a:path w="204" h="502">
                  <a:moveTo>
                    <a:pt x="204" y="0"/>
                  </a:moveTo>
                  <a:lnTo>
                    <a:pt x="204" y="283"/>
                  </a:lnTo>
                  <a:lnTo>
                    <a:pt x="0" y="502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43" name="Line 7"/>
            <p:cNvSpPr/>
            <p:nvPr/>
          </p:nvSpPr>
          <p:spPr>
            <a:xfrm>
              <a:off x="1356" y="1424"/>
              <a:ext cx="0" cy="20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2244" name="Line 8"/>
            <p:cNvSpPr/>
            <p:nvPr/>
          </p:nvSpPr>
          <p:spPr>
            <a:xfrm>
              <a:off x="1067" y="1013"/>
              <a:ext cx="0" cy="28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45" name="Line 9"/>
            <p:cNvSpPr/>
            <p:nvPr/>
          </p:nvSpPr>
          <p:spPr>
            <a:xfrm flipH="1">
              <a:off x="860" y="1177"/>
              <a:ext cx="20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46" name="Oval 10"/>
            <p:cNvSpPr/>
            <p:nvPr/>
          </p:nvSpPr>
          <p:spPr>
            <a:xfrm>
              <a:off x="819" y="1135"/>
              <a:ext cx="42" cy="4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aseline="-25000" dirty="0">
                <a:ea typeface="Arial" panose="020B0604020202020204" pitchFamily="34" charset="0"/>
              </a:endParaRPr>
            </a:p>
          </p:txBody>
        </p:sp>
        <p:sp>
          <p:nvSpPr>
            <p:cNvPr id="52247" name="Freeform 11"/>
            <p:cNvSpPr/>
            <p:nvPr/>
          </p:nvSpPr>
          <p:spPr>
            <a:xfrm>
              <a:off x="1232" y="1383"/>
              <a:ext cx="42" cy="329"/>
            </a:xfrm>
            <a:custGeom>
              <a:avLst/>
              <a:gdLst>
                <a:gd name="txL" fmla="*/ 0 w 46"/>
                <a:gd name="txT" fmla="*/ 0 h 363"/>
                <a:gd name="txR" fmla="*/ 46 w 46"/>
                <a:gd name="txB" fmla="*/ 363 h 363"/>
              </a:gdLst>
              <a:ahLst/>
              <a:cxnLst>
                <a:cxn ang="0">
                  <a:pos x="0" y="0"/>
                </a:cxn>
                <a:cxn ang="0">
                  <a:pos x="5" y="5"/>
                </a:cxn>
                <a:cxn ang="0">
                  <a:pos x="5" y="25"/>
                </a:cxn>
              </a:cxnLst>
              <a:rect l="txL" t="txT" r="txR" b="txB"/>
              <a:pathLst>
                <a:path w="46" h="363">
                  <a:moveTo>
                    <a:pt x="0" y="0"/>
                  </a:moveTo>
                  <a:lnTo>
                    <a:pt x="46" y="45"/>
                  </a:lnTo>
                  <a:lnTo>
                    <a:pt x="46" y="363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48" name="Oval 12"/>
            <p:cNvSpPr/>
            <p:nvPr/>
          </p:nvSpPr>
          <p:spPr>
            <a:xfrm>
              <a:off x="1232" y="1711"/>
              <a:ext cx="42" cy="4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aseline="-25000" dirty="0">
                <a:ea typeface="Arial" panose="020B0604020202020204" pitchFamily="34" charset="0"/>
              </a:endParaRPr>
            </a:p>
          </p:txBody>
        </p:sp>
        <p:sp>
          <p:nvSpPr>
            <p:cNvPr id="52249" name="Text Box 13"/>
            <p:cNvSpPr txBox="1"/>
            <p:nvPr/>
          </p:nvSpPr>
          <p:spPr>
            <a:xfrm>
              <a:off x="1356" y="621"/>
              <a:ext cx="23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1" dirty="0">
                  <a:latin typeface="Times New Roman" panose="02020603050405020304" pitchFamily="18" charset="0"/>
                  <a:cs typeface="Arial" panose="020B0604020202020204" pitchFamily="34" charset="0"/>
                </a:rPr>
                <a:t>I</a:t>
              </a:r>
              <a:r>
                <a:rPr lang="en-US" altLang="zh-CN" sz="2000" i="1" baseline="-25000" dirty="0">
                  <a:latin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endParaRPr lang="en-US" altLang="zh-CN" sz="2000" i="1" baseline="-25000" dirty="0">
                <a:latin typeface="Times New Roman" panose="02020603050405020304" pitchFamily="18" charset="0"/>
                <a:ea typeface="Arial" panose="020B0604020202020204" pitchFamily="34" charset="0"/>
              </a:endParaRPr>
            </a:p>
          </p:txBody>
        </p:sp>
        <p:sp>
          <p:nvSpPr>
            <p:cNvPr id="52250" name="Text Box 14"/>
            <p:cNvSpPr txBox="1"/>
            <p:nvPr/>
          </p:nvSpPr>
          <p:spPr>
            <a:xfrm>
              <a:off x="1398" y="1444"/>
              <a:ext cx="23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1" dirty="0">
                  <a:latin typeface="Times New Roman" panose="02020603050405020304" pitchFamily="18" charset="0"/>
                  <a:cs typeface="Arial" panose="020B0604020202020204" pitchFamily="34" charset="0"/>
                </a:rPr>
                <a:t>I</a:t>
              </a:r>
              <a:r>
                <a:rPr lang="en-US" altLang="zh-CN" sz="2000" i="1" baseline="-25000" dirty="0">
                  <a:latin typeface="Times New Roman" panose="02020603050405020304" pitchFamily="18" charset="0"/>
                  <a:cs typeface="Arial" panose="020B0604020202020204" pitchFamily="34" charset="0"/>
                </a:rPr>
                <a:t>E</a:t>
              </a:r>
              <a:endParaRPr lang="en-US" altLang="zh-CN" sz="2000" i="1" baseline="-25000" dirty="0">
                <a:latin typeface="Times New Roman" panose="02020603050405020304" pitchFamily="18" charset="0"/>
                <a:ea typeface="Arial" panose="020B0604020202020204" pitchFamily="34" charset="0"/>
              </a:endParaRPr>
            </a:p>
          </p:txBody>
        </p:sp>
        <p:sp>
          <p:nvSpPr>
            <p:cNvPr id="52251" name="Text Box 15"/>
            <p:cNvSpPr txBox="1"/>
            <p:nvPr/>
          </p:nvSpPr>
          <p:spPr>
            <a:xfrm>
              <a:off x="767" y="827"/>
              <a:ext cx="23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1" dirty="0">
                  <a:latin typeface="Times New Roman" panose="02020603050405020304" pitchFamily="18" charset="0"/>
                  <a:cs typeface="Arial" panose="020B0604020202020204" pitchFamily="34" charset="0"/>
                </a:rPr>
                <a:t>I</a:t>
              </a:r>
              <a:r>
                <a:rPr lang="en-US" altLang="zh-CN" sz="2000" i="1" baseline="-25000" dirty="0">
                  <a:latin typeface="Times New Roman" panose="02020603050405020304" pitchFamily="18" charset="0"/>
                  <a:cs typeface="Arial" panose="020B0604020202020204" pitchFamily="34" charset="0"/>
                </a:rPr>
                <a:t>B</a:t>
              </a:r>
              <a:endParaRPr lang="en-US" altLang="zh-CN" sz="2000" i="1" baseline="-25000" dirty="0">
                <a:latin typeface="Times New Roman" panose="02020603050405020304" pitchFamily="18" charset="0"/>
                <a:ea typeface="Arial" panose="020B0604020202020204" pitchFamily="34" charset="0"/>
              </a:endParaRPr>
            </a:p>
          </p:txBody>
        </p:sp>
        <p:sp>
          <p:nvSpPr>
            <p:cNvPr id="52252" name="Line 16"/>
            <p:cNvSpPr/>
            <p:nvPr/>
          </p:nvSpPr>
          <p:spPr>
            <a:xfrm rot="-5400000">
              <a:off x="880" y="950"/>
              <a:ext cx="0" cy="20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2253" name="Text Box 17"/>
            <p:cNvSpPr txBox="1"/>
            <p:nvPr/>
          </p:nvSpPr>
          <p:spPr>
            <a:xfrm>
              <a:off x="612" y="1013"/>
              <a:ext cx="24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  <a:cs typeface="Arial" panose="020B0604020202020204" pitchFamily="34" charset="0"/>
                </a:rPr>
                <a:t>B</a:t>
              </a:r>
              <a:endParaRPr lang="en-US" altLang="zh-CN" sz="2000" dirty="0">
                <a:latin typeface="Times New Roman" panose="02020603050405020304" pitchFamily="18" charset="0"/>
                <a:ea typeface="Arial" panose="020B0604020202020204" pitchFamily="34" charset="0"/>
              </a:endParaRPr>
            </a:p>
          </p:txBody>
        </p:sp>
        <p:sp>
          <p:nvSpPr>
            <p:cNvPr id="52254" name="Text Box 18"/>
            <p:cNvSpPr txBox="1"/>
            <p:nvPr/>
          </p:nvSpPr>
          <p:spPr>
            <a:xfrm>
              <a:off x="1150" y="437"/>
              <a:ext cx="24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endParaRPr lang="en-US" altLang="zh-CN" sz="2000" dirty="0">
                <a:latin typeface="Times New Roman" panose="02020603050405020304" pitchFamily="18" charset="0"/>
                <a:ea typeface="Arial" panose="020B0604020202020204" pitchFamily="34" charset="0"/>
              </a:endParaRPr>
            </a:p>
          </p:txBody>
        </p:sp>
        <p:sp>
          <p:nvSpPr>
            <p:cNvPr id="52255" name="Text Box 19"/>
            <p:cNvSpPr txBox="1"/>
            <p:nvPr/>
          </p:nvSpPr>
          <p:spPr>
            <a:xfrm>
              <a:off x="1150" y="1753"/>
              <a:ext cx="248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  <a:cs typeface="Arial" panose="020B0604020202020204" pitchFamily="34" charset="0"/>
                </a:rPr>
                <a:t>E</a:t>
              </a:r>
              <a:endParaRPr lang="en-US" altLang="zh-CN" sz="2000" dirty="0">
                <a:latin typeface="Times New Roman" panose="02020603050405020304" pitchFamily="18" charset="0"/>
                <a:ea typeface="Arial" panose="020B0604020202020204" pitchFamily="34" charset="0"/>
              </a:endParaRPr>
            </a:p>
          </p:txBody>
        </p:sp>
      </p:grpSp>
      <p:pic>
        <p:nvPicPr>
          <p:cNvPr id="52227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188" y="2924175"/>
            <a:ext cx="2747962" cy="28273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2228" name="Text Box 42"/>
          <p:cNvSpPr txBox="1"/>
          <p:nvPr/>
        </p:nvSpPr>
        <p:spPr>
          <a:xfrm>
            <a:off x="293688" y="6084888"/>
            <a:ext cx="3384550" cy="784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dirty="0">
                <a:cs typeface="Arial" panose="020B0604020202020204" pitchFamily="34" charset="0"/>
              </a:rPr>
              <a:t>晶体管的终端变量</a:t>
            </a:r>
            <a:r>
              <a:rPr lang="en-US" altLang="zh-CN" sz="1800" dirty="0">
                <a:cs typeface="Arial" panose="020B0604020202020204" pitchFamily="34" charset="0"/>
                <a:sym typeface="Wingdings" panose="05000000000000000000" pitchFamily="2" charset="2"/>
              </a:rPr>
              <a:t>: </a:t>
            </a:r>
          </a:p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cs typeface="Arial" panose="020B0604020202020204" pitchFamily="34" charset="0"/>
                <a:sym typeface="Wingdings" panose="05000000000000000000" pitchFamily="2" charset="2"/>
              </a:rPr>
              <a:t>(a) </a:t>
            </a:r>
            <a:r>
              <a:rPr lang="zh-CN" altLang="en-US" sz="1800" dirty="0">
                <a:cs typeface="Arial" panose="020B0604020202020204" pitchFamily="34" charset="0"/>
                <a:sym typeface="Wingdings" panose="05000000000000000000" pitchFamily="2" charset="2"/>
              </a:rPr>
              <a:t>电流</a:t>
            </a:r>
            <a:r>
              <a:rPr lang="en-US" altLang="zh-CN" sz="1800" dirty="0">
                <a:cs typeface="Arial" panose="020B0604020202020204" pitchFamily="34" charset="0"/>
                <a:sym typeface="Wingdings" panose="05000000000000000000" pitchFamily="2" charset="2"/>
              </a:rPr>
              <a:t>, (b) </a:t>
            </a:r>
            <a:r>
              <a:rPr lang="zh-CN" altLang="en-US" sz="1800" dirty="0">
                <a:cs typeface="Arial" panose="020B0604020202020204" pitchFamily="34" charset="0"/>
                <a:sym typeface="Wingdings" panose="05000000000000000000" pitchFamily="2" charset="2"/>
              </a:rPr>
              <a:t>电压</a:t>
            </a:r>
            <a:r>
              <a:rPr lang="en-US" altLang="zh-CN" sz="1800" dirty="0">
                <a:cs typeface="Arial" panose="020B0604020202020204" pitchFamily="34" charset="0"/>
                <a:sym typeface="Wingdings" panose="05000000000000000000" pitchFamily="2" charset="2"/>
              </a:rPr>
              <a:t>.</a:t>
            </a:r>
            <a:endParaRPr lang="en-US" altLang="zh-CN" sz="1800" dirty="0">
              <a:ea typeface="Arial" panose="020B0604020202020204" pitchFamily="34" charset="0"/>
            </a:endParaRPr>
          </a:p>
        </p:txBody>
      </p:sp>
      <p:sp>
        <p:nvSpPr>
          <p:cNvPr id="52229" name="Text Box 45"/>
          <p:cNvSpPr txBox="1"/>
          <p:nvPr/>
        </p:nvSpPr>
        <p:spPr>
          <a:xfrm>
            <a:off x="3560763" y="1130300"/>
            <a:ext cx="4967287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cs typeface="Arial" panose="020B0604020202020204" pitchFamily="34" charset="0"/>
              </a:rPr>
              <a:t>图</a:t>
            </a:r>
            <a:r>
              <a:rPr lang="en-US" altLang="zh-CN" sz="2000" dirty="0">
                <a:latin typeface="Times New Roman" panose="02020603050405020304" pitchFamily="18" charset="0"/>
                <a:cs typeface="Arial" panose="020B0604020202020204" pitchFamily="34" charset="0"/>
              </a:rPr>
              <a:t>(a)</a:t>
            </a:r>
            <a:r>
              <a:rPr lang="zh-CN" altLang="en-US" sz="2000" dirty="0">
                <a:latin typeface="Times New Roman" panose="02020603050405020304" pitchFamily="18" charset="0"/>
                <a:cs typeface="Arial" panose="020B0604020202020204" pitchFamily="34" charset="0"/>
              </a:rPr>
              <a:t>应用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基尔霍夫电流定律</a:t>
            </a:r>
            <a:r>
              <a:rPr lang="zh-CN" altLang="en-US" sz="2000" dirty="0">
                <a:latin typeface="Times New Roman" panose="02020603050405020304" pitchFamily="18" charset="0"/>
                <a:cs typeface="Arial" panose="020B0604020202020204" pitchFamily="34" charset="0"/>
              </a:rPr>
              <a:t>得</a:t>
            </a:r>
            <a:r>
              <a:rPr lang="en-US" altLang="zh-CN" sz="2000" dirty="0">
                <a:latin typeface="Times New Roman" panose="02020603050405020304" pitchFamily="18" charset="0"/>
                <a:cs typeface="Arial" panose="020B0604020202020204" pitchFamily="34" charset="0"/>
              </a:rPr>
              <a:t>:</a:t>
            </a:r>
            <a:endParaRPr lang="en-US" altLang="zh-CN" sz="2000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graphicFrame>
        <p:nvGraphicFramePr>
          <p:cNvPr id="52230" name="Object 46"/>
          <p:cNvGraphicFramePr>
            <a:graphicFrameLocks noChangeAspect="1"/>
          </p:cNvGraphicFramePr>
          <p:nvPr/>
        </p:nvGraphicFramePr>
        <p:xfrm>
          <a:off x="4856163" y="1490663"/>
          <a:ext cx="1439862" cy="431800"/>
        </p:xfrm>
        <a:graphic>
          <a:graphicData uri="http://schemas.openxmlformats.org/presentationml/2006/ole">
            <p:oleObj spid="_x0000_s18443" r:id="rId5" imgW="761669" imgH="228501" progId="">
              <p:embed/>
            </p:oleObj>
          </a:graphicData>
        </a:graphic>
      </p:graphicFrame>
      <p:sp>
        <p:nvSpPr>
          <p:cNvPr id="52231" name="Text Box 47"/>
          <p:cNvSpPr txBox="1"/>
          <p:nvPr/>
        </p:nvSpPr>
        <p:spPr>
          <a:xfrm>
            <a:off x="3559175" y="1878013"/>
            <a:ext cx="4176713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cs typeface="Arial" panose="020B0604020202020204" pitchFamily="34" charset="0"/>
              </a:rPr>
              <a:t>图</a:t>
            </a:r>
            <a:r>
              <a:rPr lang="en-US" altLang="zh-CN" sz="2000" dirty="0">
                <a:latin typeface="Times New Roman" panose="02020603050405020304" pitchFamily="18" charset="0"/>
                <a:cs typeface="Arial" panose="020B0604020202020204" pitchFamily="34" charset="0"/>
              </a:rPr>
              <a:t>(b)</a:t>
            </a:r>
            <a:r>
              <a:rPr lang="zh-CN" altLang="en-US" sz="2000" dirty="0">
                <a:latin typeface="Times New Roman" panose="02020603050405020304" pitchFamily="18" charset="0"/>
                <a:cs typeface="Arial" panose="020B0604020202020204" pitchFamily="34" charset="0"/>
              </a:rPr>
              <a:t>应用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基尔霍夫电压定律</a:t>
            </a:r>
            <a:r>
              <a:rPr lang="zh-CN" altLang="en-US" sz="2000" dirty="0">
                <a:latin typeface="Times New Roman" panose="02020603050405020304" pitchFamily="18" charset="0"/>
                <a:cs typeface="Arial" panose="020B0604020202020204" pitchFamily="34" charset="0"/>
              </a:rPr>
              <a:t>得</a:t>
            </a:r>
            <a:r>
              <a:rPr lang="en-US" altLang="zh-CN" sz="2000" dirty="0">
                <a:latin typeface="Times New Roman" panose="02020603050405020304" pitchFamily="18" charset="0"/>
                <a:cs typeface="Arial" panose="020B0604020202020204" pitchFamily="34" charset="0"/>
              </a:rPr>
              <a:t>:</a:t>
            </a:r>
            <a:endParaRPr lang="en-US" altLang="zh-CN" sz="2000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graphicFrame>
        <p:nvGraphicFramePr>
          <p:cNvPr id="52232" name="Object 48"/>
          <p:cNvGraphicFramePr>
            <a:graphicFrameLocks noChangeAspect="1"/>
          </p:cNvGraphicFramePr>
          <p:nvPr/>
        </p:nvGraphicFramePr>
        <p:xfrm>
          <a:off x="4568825" y="2270125"/>
          <a:ext cx="2087563" cy="403225"/>
        </p:xfrm>
        <a:graphic>
          <a:graphicData uri="http://schemas.openxmlformats.org/presentationml/2006/ole">
            <p:oleObj spid="_x0000_s18444" r:id="rId6" imgW="1181100" imgH="228600" progId="">
              <p:embed/>
            </p:oleObj>
          </a:graphicData>
        </a:graphic>
      </p:graphicFrame>
      <p:sp>
        <p:nvSpPr>
          <p:cNvPr id="52233" name="Text Box 49"/>
          <p:cNvSpPr txBox="1"/>
          <p:nvPr/>
        </p:nvSpPr>
        <p:spPr>
          <a:xfrm>
            <a:off x="3559175" y="3319463"/>
            <a:ext cx="4824413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cs typeface="Arial" panose="020B0604020202020204" pitchFamily="34" charset="0"/>
              </a:rPr>
              <a:t>通常</a:t>
            </a:r>
            <a:r>
              <a:rPr lang="en-US" altLang="zh-CN" sz="2000" dirty="0">
                <a:latin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altLang="zh-CN" sz="2000" i="1" dirty="0">
                <a:latin typeface="Times New Roman" panose="02020603050405020304" pitchFamily="18" charset="0"/>
                <a:cs typeface="Arial" panose="020B0604020202020204" pitchFamily="34" charset="0"/>
              </a:rPr>
              <a:t>V</a:t>
            </a:r>
            <a:r>
              <a:rPr lang="en-US" altLang="zh-CN" sz="2000" i="1" baseline="-25000" dirty="0">
                <a:latin typeface="Times New Roman" panose="02020603050405020304" pitchFamily="18" charset="0"/>
                <a:cs typeface="Arial" panose="020B0604020202020204" pitchFamily="34" charset="0"/>
              </a:rPr>
              <a:t>BE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≈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0.7V (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硅管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0.3V(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锗管）</a:t>
            </a:r>
            <a:endParaRPr lang="zh-CN" altLang="en-US" sz="2000" baseline="-25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52234" name="Object 50"/>
          <p:cNvGraphicFramePr>
            <a:graphicFrameLocks noChangeAspect="1"/>
          </p:cNvGraphicFramePr>
          <p:nvPr/>
        </p:nvGraphicFramePr>
        <p:xfrm>
          <a:off x="4135438" y="3751263"/>
          <a:ext cx="1009650" cy="412750"/>
        </p:xfrm>
        <a:graphic>
          <a:graphicData uri="http://schemas.openxmlformats.org/presentationml/2006/ole">
            <p:oleObj spid="_x0000_s18445" r:id="rId7" imgW="558800" imgH="228600" progId="">
              <p:embed/>
            </p:oleObj>
          </a:graphicData>
        </a:graphic>
      </p:graphicFrame>
      <p:graphicFrame>
        <p:nvGraphicFramePr>
          <p:cNvPr id="52235" name="Object 51"/>
          <p:cNvGraphicFramePr>
            <a:graphicFrameLocks noChangeAspect="1"/>
          </p:cNvGraphicFramePr>
          <p:nvPr/>
        </p:nvGraphicFramePr>
        <p:xfrm>
          <a:off x="6007100" y="3751263"/>
          <a:ext cx="1008063" cy="412750"/>
        </p:xfrm>
        <a:graphic>
          <a:graphicData uri="http://schemas.openxmlformats.org/presentationml/2006/ole">
            <p:oleObj spid="_x0000_s18446" r:id="rId8" imgW="558800" imgH="228600" progId="">
              <p:embed/>
            </p:oleObj>
          </a:graphicData>
        </a:graphic>
      </p:graphicFrame>
      <p:sp>
        <p:nvSpPr>
          <p:cNvPr id="52236" name="Text Box 52"/>
          <p:cNvSpPr txBox="1"/>
          <p:nvPr/>
        </p:nvSpPr>
        <p:spPr>
          <a:xfrm>
            <a:off x="3989388" y="4321175"/>
            <a:ext cx="5043487" cy="1016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50000"/>
              </a:spcBef>
              <a:buClrTx/>
              <a:buSzTx/>
            </a:pPr>
            <a:r>
              <a:rPr lang="el-GR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α</a:t>
            </a:r>
            <a:r>
              <a:rPr lang="en-US" altLang="zh-CN" sz="2000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被称为</a:t>
            </a:r>
            <a:r>
              <a:rPr lang="zh-CN" altLang="en-US" sz="2000" dirty="0">
                <a:latin typeface="Arial Black" panose="020B0A04020102020204" pitchFamily="34" charset="0"/>
                <a:cs typeface="Times New Roman" panose="02020603050405020304" pitchFamily="18" charset="0"/>
              </a:rPr>
              <a:t>共基极电流增益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被称为</a:t>
            </a:r>
            <a:r>
              <a:rPr lang="zh-CN" altLang="en-US" sz="2000" dirty="0">
                <a:latin typeface="Arial Black" panose="020B0A04020102020204" pitchFamily="34" charset="0"/>
                <a:cs typeface="Times New Roman" panose="02020603050405020304" pitchFamily="18" charset="0"/>
              </a:rPr>
              <a:t>共发射极电流增益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。通常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altLang="zh-CN" sz="2000" i="1" dirty="0">
                <a:latin typeface="Times New Roman" panose="02020603050405020304" pitchFamily="18" charset="0"/>
                <a:cs typeface="Arial" panose="020B0604020202020204" pitchFamily="34" charset="0"/>
              </a:rPr>
              <a:t>α</a:t>
            </a:r>
            <a:r>
              <a:rPr lang="en-US" altLang="zh-CN" sz="2000" i="1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cs typeface="Arial" panose="020B0604020202020204" pitchFamily="34" charset="0"/>
              </a:rPr>
              <a:t>值在</a:t>
            </a:r>
            <a:r>
              <a:rPr lang="en-US" altLang="zh-CN" sz="2000" dirty="0">
                <a:latin typeface="Times New Roman" panose="02020603050405020304" pitchFamily="18" charset="0"/>
                <a:cs typeface="Arial" panose="020B0604020202020204" pitchFamily="34" charset="0"/>
              </a:rPr>
              <a:t>0.98 </a:t>
            </a:r>
            <a:r>
              <a:rPr lang="zh-CN" altLang="en-US" sz="2000" dirty="0">
                <a:latin typeface="Times New Roman" panose="02020603050405020304" pitchFamily="18" charset="0"/>
                <a:cs typeface="Arial" panose="020B0604020202020204" pitchFamily="34" charset="0"/>
              </a:rPr>
              <a:t>到</a:t>
            </a:r>
            <a:r>
              <a:rPr lang="en-US" altLang="zh-CN" sz="2000" dirty="0">
                <a:latin typeface="Times New Roman" panose="02020603050405020304" pitchFamily="18" charset="0"/>
                <a:cs typeface="Arial" panose="020B0604020202020204" pitchFamily="34" charset="0"/>
              </a:rPr>
              <a:t> 0.999</a:t>
            </a:r>
            <a:r>
              <a:rPr lang="zh-CN" altLang="en-US" sz="2000" dirty="0">
                <a:latin typeface="Times New Roman" panose="02020603050405020304" pitchFamily="18" charset="0"/>
                <a:cs typeface="Arial" panose="020B0604020202020204" pitchFamily="34" charset="0"/>
              </a:rPr>
              <a:t>范围，而</a:t>
            </a:r>
            <a:r>
              <a:rPr lang="el-GR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zh-CN" altLang="en-US" sz="2000" dirty="0">
                <a:latin typeface="Times New Roman" panose="02020603050405020304" pitchFamily="18" charset="0"/>
                <a:cs typeface="Arial" panose="020B0604020202020204" pitchFamily="34" charset="0"/>
              </a:rPr>
              <a:t>值在</a:t>
            </a:r>
            <a:r>
              <a:rPr lang="en-US" altLang="zh-CN" sz="2000" dirty="0">
                <a:latin typeface="Times New Roman" panose="02020603050405020304" pitchFamily="18" charset="0"/>
                <a:cs typeface="Arial" panose="020B0604020202020204" pitchFamily="34" charset="0"/>
              </a:rPr>
              <a:t>50 </a:t>
            </a:r>
            <a:r>
              <a:rPr lang="zh-CN" altLang="en-US" sz="2000" dirty="0">
                <a:latin typeface="Times New Roman" panose="02020603050405020304" pitchFamily="18" charset="0"/>
                <a:cs typeface="Arial" panose="020B0604020202020204" pitchFamily="34" charset="0"/>
              </a:rPr>
              <a:t>到</a:t>
            </a:r>
            <a:r>
              <a:rPr lang="en-US" altLang="zh-CN" sz="2000" dirty="0">
                <a:latin typeface="Times New Roman" panose="02020603050405020304" pitchFamily="18" charset="0"/>
                <a:cs typeface="Arial" panose="020B0604020202020204" pitchFamily="34" charset="0"/>
              </a:rPr>
              <a:t> 1000</a:t>
            </a:r>
            <a:r>
              <a:rPr lang="zh-CN" altLang="en-US" sz="2000" dirty="0">
                <a:latin typeface="Times New Roman" panose="02020603050405020304" pitchFamily="18" charset="0"/>
                <a:cs typeface="Arial" panose="020B0604020202020204" pitchFamily="34" charset="0"/>
              </a:rPr>
              <a:t>范围。</a:t>
            </a:r>
            <a:endParaRPr lang="el-GR" altLang="zh-CN" sz="2000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graphicFrame>
        <p:nvGraphicFramePr>
          <p:cNvPr id="52237" name="Object 53"/>
          <p:cNvGraphicFramePr>
            <a:graphicFrameLocks noChangeAspect="1"/>
          </p:cNvGraphicFramePr>
          <p:nvPr/>
        </p:nvGraphicFramePr>
        <p:xfrm>
          <a:off x="4673600" y="5494338"/>
          <a:ext cx="2214563" cy="373062"/>
        </p:xfrm>
        <a:graphic>
          <a:graphicData uri="http://schemas.openxmlformats.org/presentationml/2006/ole">
            <p:oleObj spid="_x0000_s18447" r:id="rId9" imgW="1282700" imgH="215900" progId="">
              <p:embed/>
            </p:oleObj>
          </a:graphicData>
        </a:graphic>
      </p:graphicFrame>
      <p:sp>
        <p:nvSpPr>
          <p:cNvPr id="52238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baseline="0" dirty="0">
                <a:latin typeface="Arial Black" panose="020B0A04020102020204" pitchFamily="34" charset="0"/>
                <a:cs typeface="Arial" panose="020B0604020202020204" pitchFamily="34" charset="0"/>
              </a:rPr>
              <a:pPr lvl="0" algn="r" eaLnBrk="1" hangingPunct="1">
                <a:buNone/>
              </a:pPr>
              <a:t>47</a:t>
            </a:fld>
            <a:endParaRPr lang="en-US" altLang="zh-CN" sz="1200" baseline="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274" name="Group 4"/>
          <p:cNvGrpSpPr/>
          <p:nvPr/>
        </p:nvGrpSpPr>
        <p:grpSpPr>
          <a:xfrm>
            <a:off x="4572000" y="620713"/>
            <a:ext cx="2736850" cy="5145087"/>
            <a:chOff x="2925" y="300"/>
            <a:chExt cx="1724" cy="3241"/>
          </a:xfrm>
        </p:grpSpPr>
        <p:grpSp>
          <p:nvGrpSpPr>
            <p:cNvPr id="54279" name="Group 5"/>
            <p:cNvGrpSpPr/>
            <p:nvPr/>
          </p:nvGrpSpPr>
          <p:grpSpPr>
            <a:xfrm>
              <a:off x="3107" y="300"/>
              <a:ext cx="984" cy="1659"/>
              <a:chOff x="2971" y="436"/>
              <a:chExt cx="984" cy="1659"/>
            </a:xfrm>
          </p:grpSpPr>
          <p:sp>
            <p:nvSpPr>
              <p:cNvPr id="54281" name="Text Box 6"/>
              <p:cNvSpPr txBox="1"/>
              <p:nvPr/>
            </p:nvSpPr>
            <p:spPr>
              <a:xfrm>
                <a:off x="3560" y="436"/>
                <a:ext cx="248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C</a:t>
                </a:r>
                <a:endParaRPr lang="en-US" altLang="zh-CN" sz="2000" dirty="0">
                  <a:latin typeface="Times New Roman" panose="02020603050405020304" pitchFamily="18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54282" name="Freeform 7"/>
              <p:cNvSpPr/>
              <p:nvPr/>
            </p:nvSpPr>
            <p:spPr>
              <a:xfrm>
                <a:off x="3429" y="713"/>
                <a:ext cx="231" cy="490"/>
              </a:xfrm>
              <a:custGeom>
                <a:avLst/>
                <a:gdLst>
                  <a:gd name="txL" fmla="*/ 0 w 213"/>
                  <a:gd name="txT" fmla="*/ 0 h 452"/>
                  <a:gd name="txR" fmla="*/ 213 w 213"/>
                  <a:gd name="txB" fmla="*/ 452 h 452"/>
                </a:gdLst>
                <a:ahLst/>
                <a:cxnLst>
                  <a:cxn ang="0">
                    <a:pos x="1902" y="0"/>
                  </a:cxn>
                  <a:cxn ang="0">
                    <a:pos x="1902" y="2265"/>
                  </a:cxn>
                  <a:cxn ang="0">
                    <a:pos x="0" y="3993"/>
                  </a:cxn>
                </a:cxnLst>
                <a:rect l="txL" t="txT" r="txR" b="txB"/>
                <a:pathLst>
                  <a:path w="213" h="452">
                    <a:moveTo>
                      <a:pt x="213" y="0"/>
                    </a:moveTo>
                    <a:lnTo>
                      <a:pt x="213" y="257"/>
                    </a:lnTo>
                    <a:lnTo>
                      <a:pt x="0" y="452"/>
                    </a:ln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283" name="Text Box 8"/>
              <p:cNvSpPr txBox="1"/>
              <p:nvPr/>
            </p:nvSpPr>
            <p:spPr>
              <a:xfrm>
                <a:off x="3120" y="811"/>
                <a:ext cx="233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i="1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I</a:t>
                </a:r>
                <a:r>
                  <a:rPr lang="en-US" altLang="zh-CN" sz="2000" i="1" baseline="-25000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B</a:t>
                </a:r>
                <a:endParaRPr lang="en-US" altLang="zh-CN" sz="2000" i="1" baseline="-25000" dirty="0">
                  <a:latin typeface="Times New Roman" panose="02020603050405020304" pitchFamily="18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54284" name="Line 9"/>
              <p:cNvSpPr/>
              <p:nvPr/>
            </p:nvSpPr>
            <p:spPr>
              <a:xfrm rot="-5400000">
                <a:off x="3232" y="1044"/>
                <a:ext cx="0" cy="22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4285" name="Oval 10"/>
              <p:cNvSpPr/>
              <p:nvPr/>
            </p:nvSpPr>
            <p:spPr>
              <a:xfrm>
                <a:off x="3196" y="1238"/>
                <a:ext cx="45" cy="4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000" baseline="-25000" dirty="0">
                  <a:ea typeface="Arial" panose="020B0604020202020204" pitchFamily="34" charset="0"/>
                </a:endParaRPr>
              </a:p>
            </p:txBody>
          </p:sp>
          <p:sp>
            <p:nvSpPr>
              <p:cNvPr id="54286" name="Text Box 11"/>
              <p:cNvSpPr txBox="1"/>
              <p:nvPr/>
            </p:nvSpPr>
            <p:spPr>
              <a:xfrm>
                <a:off x="2971" y="1106"/>
                <a:ext cx="269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B</a:t>
                </a:r>
                <a:endParaRPr lang="en-US" altLang="zh-CN" sz="2000" dirty="0">
                  <a:latin typeface="Times New Roman" panose="02020603050405020304" pitchFamily="18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54287" name="Line 12"/>
              <p:cNvSpPr/>
              <p:nvPr/>
            </p:nvSpPr>
            <p:spPr>
              <a:xfrm rot="-2764855">
                <a:off x="3522" y="1297"/>
                <a:ext cx="1" cy="22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4288" name="Line 13"/>
              <p:cNvSpPr/>
              <p:nvPr/>
            </p:nvSpPr>
            <p:spPr>
              <a:xfrm>
                <a:off x="3432" y="1098"/>
                <a:ext cx="0" cy="31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4289" name="Line 14"/>
              <p:cNvSpPr/>
              <p:nvPr/>
            </p:nvSpPr>
            <p:spPr>
              <a:xfrm flipH="1">
                <a:off x="3208" y="1276"/>
                <a:ext cx="22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4290" name="Freeform 15"/>
              <p:cNvSpPr/>
              <p:nvPr/>
            </p:nvSpPr>
            <p:spPr>
              <a:xfrm>
                <a:off x="3611" y="1499"/>
                <a:ext cx="46" cy="357"/>
              </a:xfrm>
              <a:custGeom>
                <a:avLst/>
                <a:gdLst>
                  <a:gd name="txL" fmla="*/ 0 w 46"/>
                  <a:gd name="txT" fmla="*/ 0 h 363"/>
                  <a:gd name="txR" fmla="*/ 46 w 46"/>
                  <a:gd name="txB" fmla="*/ 363 h 363"/>
                </a:gdLst>
                <a:ahLst/>
                <a:cxnLst>
                  <a:cxn ang="0">
                    <a:pos x="0" y="0"/>
                  </a:cxn>
                  <a:cxn ang="0">
                    <a:pos x="46" y="30"/>
                  </a:cxn>
                  <a:cxn ang="0">
                    <a:pos x="46" y="232"/>
                  </a:cxn>
                </a:cxnLst>
                <a:rect l="txL" t="txT" r="txR" b="txB"/>
                <a:pathLst>
                  <a:path w="46" h="363">
                    <a:moveTo>
                      <a:pt x="0" y="0"/>
                    </a:moveTo>
                    <a:lnTo>
                      <a:pt x="46" y="45"/>
                    </a:lnTo>
                    <a:lnTo>
                      <a:pt x="46" y="363"/>
                    </a:ln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291" name="Oval 16"/>
              <p:cNvSpPr/>
              <p:nvPr/>
            </p:nvSpPr>
            <p:spPr>
              <a:xfrm>
                <a:off x="3611" y="663"/>
                <a:ext cx="46" cy="4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000" baseline="-25000" dirty="0">
                  <a:ea typeface="Arial" panose="020B0604020202020204" pitchFamily="34" charset="0"/>
                </a:endParaRPr>
              </a:p>
            </p:txBody>
          </p:sp>
          <p:sp>
            <p:nvSpPr>
              <p:cNvPr id="54292" name="Oval 17"/>
              <p:cNvSpPr/>
              <p:nvPr/>
            </p:nvSpPr>
            <p:spPr>
              <a:xfrm>
                <a:off x="3611" y="1844"/>
                <a:ext cx="46" cy="4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000" baseline="-25000" dirty="0">
                  <a:ea typeface="Arial" panose="020B0604020202020204" pitchFamily="34" charset="0"/>
                </a:endParaRPr>
              </a:p>
            </p:txBody>
          </p:sp>
          <p:sp>
            <p:nvSpPr>
              <p:cNvPr id="54293" name="Text Box 18"/>
              <p:cNvSpPr txBox="1"/>
              <p:nvPr/>
            </p:nvSpPr>
            <p:spPr>
              <a:xfrm>
                <a:off x="3512" y="1844"/>
                <a:ext cx="269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E</a:t>
                </a:r>
                <a:endParaRPr lang="en-US" altLang="zh-CN" sz="2000" dirty="0">
                  <a:latin typeface="Times New Roman" panose="02020603050405020304" pitchFamily="18" charset="0"/>
                  <a:ea typeface="Arial" panose="020B0604020202020204" pitchFamily="34" charset="0"/>
                </a:endParaRPr>
              </a:p>
            </p:txBody>
          </p:sp>
          <p:pic>
            <p:nvPicPr>
              <p:cNvPr id="54294" name="Picture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60" y="1204"/>
                <a:ext cx="197" cy="1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54295" name="Picture 20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17" y="1598"/>
                <a:ext cx="209" cy="139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54296" name="Text Box 21"/>
              <p:cNvSpPr txBox="1"/>
              <p:nvPr/>
            </p:nvSpPr>
            <p:spPr>
              <a:xfrm>
                <a:off x="3168" y="1204"/>
                <a:ext cx="246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+</a:t>
                </a:r>
                <a:endParaRPr lang="en-US" altLang="zh-CN" sz="2000" dirty="0">
                  <a:latin typeface="Times New Roman" panose="02020603050405020304" pitchFamily="18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54297" name="Text Box 22"/>
              <p:cNvSpPr txBox="1"/>
              <p:nvPr/>
            </p:nvSpPr>
            <p:spPr>
              <a:xfrm>
                <a:off x="3660" y="713"/>
                <a:ext cx="245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+</a:t>
                </a:r>
                <a:endParaRPr lang="en-US" altLang="zh-CN" sz="2000" dirty="0">
                  <a:latin typeface="Times New Roman" panose="02020603050405020304" pitchFamily="18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54298" name="Text Box 23"/>
              <p:cNvSpPr txBox="1"/>
              <p:nvPr/>
            </p:nvSpPr>
            <p:spPr>
              <a:xfrm>
                <a:off x="3710" y="1499"/>
                <a:ext cx="24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_</a:t>
                </a:r>
                <a:endParaRPr lang="en-US" altLang="zh-CN" sz="2000" dirty="0">
                  <a:latin typeface="Times New Roman" panose="02020603050405020304" pitchFamily="18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54299" name="Text Box 24"/>
              <p:cNvSpPr txBox="1"/>
              <p:nvPr/>
            </p:nvSpPr>
            <p:spPr>
              <a:xfrm>
                <a:off x="3120" y="1746"/>
                <a:ext cx="245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_</a:t>
                </a:r>
                <a:endParaRPr lang="en-US" altLang="zh-CN" sz="2000" dirty="0">
                  <a:latin typeface="Times New Roman" panose="02020603050405020304" pitchFamily="18" charset="0"/>
                  <a:ea typeface="Arial" panose="020B0604020202020204" pitchFamily="34" charset="0"/>
                </a:endParaRPr>
              </a:p>
            </p:txBody>
          </p:sp>
        </p:grpSp>
        <p:pic>
          <p:nvPicPr>
            <p:cNvPr id="54280" name="Picture 2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25" y="1933"/>
              <a:ext cx="1724" cy="1608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7347" name="Text Box 26"/>
          <p:cNvSpPr txBox="1">
            <a:spLocks noChangeArrowheads="1"/>
          </p:cNvSpPr>
          <p:nvPr/>
        </p:nvSpPr>
        <p:spPr bwMode="auto">
          <a:xfrm>
            <a:off x="1873250" y="1884363"/>
            <a:ext cx="2736850" cy="28622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AutoNum type="alphaLcParenBoth"/>
              <a:defRPr/>
            </a:pPr>
            <a:r>
              <a:rPr kumimoji="0" lang="en-US" altLang="zh-CN" sz="1800" b="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npn</a:t>
            </a: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晶体管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AutoNum type="alphaLcParenBoth"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AutoNum type="alphaLcParenBoth"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AutoNum type="alphaLcParenBoth"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AutoNum type="alphaLcParenBoth"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AutoNum type="alphaLcParenBoth"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(b)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等效电路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4276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baseline="0" dirty="0">
                <a:latin typeface="Arial Black" panose="020B0A04020102020204" pitchFamily="34" charset="0"/>
                <a:cs typeface="Arial" panose="020B0604020202020204" pitchFamily="34" charset="0"/>
              </a:rPr>
              <a:pPr lvl="0" algn="r" eaLnBrk="1" hangingPunct="1">
                <a:buNone/>
              </a:pPr>
              <a:t>48</a:t>
            </a:fld>
            <a:endParaRPr lang="en-US" altLang="zh-CN" sz="1200" baseline="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277" name="文本框 26"/>
          <p:cNvSpPr txBox="1"/>
          <p:nvPr/>
        </p:nvSpPr>
        <p:spPr>
          <a:xfrm>
            <a:off x="6700838" y="3933825"/>
            <a:ext cx="1138237" cy="338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lang="zh-CN" altLang="en-US" sz="1600" b="1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受控源</a:t>
            </a:r>
            <a:endParaRPr lang="en-US" altLang="zh-CN" sz="1600" b="1" baseline="0" dirty="0">
              <a:solidFill>
                <a:srgbClr val="FF000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54278" name="文本框 3"/>
          <p:cNvSpPr txBox="1"/>
          <p:nvPr/>
        </p:nvSpPr>
        <p:spPr>
          <a:xfrm>
            <a:off x="2568575" y="6121400"/>
            <a:ext cx="4786313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b="1" baseline="0" dirty="0">
                <a:latin typeface="Arial" panose="020B0604020202020204" pitchFamily="34" charset="0"/>
              </a:rPr>
              <a:t>晶体管的本质：</a:t>
            </a:r>
            <a:r>
              <a:rPr lang="zh-CN" altLang="en-US" b="1" baseline="0" dirty="0">
                <a:solidFill>
                  <a:srgbClr val="FF0000"/>
                </a:solidFill>
                <a:latin typeface="Arial" panose="020B0604020202020204" pitchFamily="34" charset="0"/>
              </a:rPr>
              <a:t>电流放大</a:t>
            </a:r>
            <a:r>
              <a:rPr lang="zh-CN" altLang="en-US" b="1" baseline="0" dirty="0">
                <a:latin typeface="Arial" panose="020B0604020202020204" pitchFamily="34" charset="0"/>
              </a:rPr>
              <a:t>器件（</a:t>
            </a:r>
            <a:r>
              <a:rPr lang="el-GR" altLang="zh-CN" i="1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β </a:t>
            </a:r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&gt;&gt;1</a:t>
            </a:r>
            <a:r>
              <a:rPr lang="zh-CN" altLang="en-US" b="1" baseline="0" dirty="0">
                <a:latin typeface="Arial" panose="020B0604020202020204" pitchFamily="34" charset="0"/>
              </a:rPr>
              <a:t>）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2"/>
          <p:cNvSpPr txBox="1"/>
          <p:nvPr/>
        </p:nvSpPr>
        <p:spPr>
          <a:xfrm>
            <a:off x="468313" y="549275"/>
            <a:ext cx="3960812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实例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：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sp>
        <p:nvSpPr>
          <p:cNvPr id="56323" name="Text Box 3"/>
          <p:cNvSpPr txBox="1"/>
          <p:nvPr/>
        </p:nvSpPr>
        <p:spPr>
          <a:xfrm>
            <a:off x="113030" y="981075"/>
            <a:ext cx="8863965" cy="3708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cs typeface="Arial" panose="020B0604020202020204" pitchFamily="34" charset="0"/>
              </a:rPr>
              <a:t>求晶体管电路中的</a:t>
            </a:r>
            <a:r>
              <a:rPr lang="en-US" altLang="zh-CN" sz="2800" b="1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altLang="zh-CN" sz="2800" b="1" i="1" baseline="-25000" dirty="0">
                <a:latin typeface="Times New Roman" panose="02020603050405020304" pitchFamily="18" charset="0"/>
                <a:cs typeface="Arial" panose="020B0604020202020204" pitchFamily="34" charset="0"/>
              </a:rPr>
              <a:t>B </a:t>
            </a:r>
            <a:r>
              <a:rPr lang="en-US" altLang="zh-CN" sz="2800" b="1" dirty="0">
                <a:latin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altLang="zh-CN" sz="2800" b="1" i="1" baseline="-25000" dirty="0">
                <a:latin typeface="Times New Roman" panose="02020603050405020304" pitchFamily="18" charset="0"/>
                <a:cs typeface="Arial" panose="020B0604020202020204" pitchFamily="34" charset="0"/>
              </a:rPr>
              <a:t>C, </a:t>
            </a:r>
            <a:r>
              <a:rPr lang="zh-CN" altLang="en-US" sz="2800" b="1" dirty="0">
                <a:latin typeface="Times New Roman" panose="02020603050405020304" pitchFamily="18" charset="0"/>
                <a:cs typeface="Arial" panose="020B0604020202020204" pitchFamily="34" charset="0"/>
              </a:rPr>
              <a:t>和</a:t>
            </a:r>
            <a:r>
              <a:rPr lang="en-US" altLang="zh-CN" sz="2800" b="1" i="1" baseline="-25000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cs typeface="Arial" panose="020B0604020202020204" pitchFamily="34" charset="0"/>
              </a:rPr>
              <a:t>v</a:t>
            </a:r>
            <a:r>
              <a:rPr lang="en-US" altLang="zh-CN" sz="2800" b="1" i="1" baseline="-25000" dirty="0">
                <a:latin typeface="Times New Roman" panose="02020603050405020304" pitchFamily="18" charset="0"/>
                <a:cs typeface="Arial" panose="020B0604020202020204" pitchFamily="34" charset="0"/>
              </a:rPr>
              <a:t>0</a:t>
            </a:r>
            <a:r>
              <a:rPr lang="zh-CN" altLang="en-US" sz="2800" b="1" dirty="0">
                <a:latin typeface="Times New Roman" panose="02020603050405020304" pitchFamily="18" charset="0"/>
                <a:cs typeface="Arial" panose="020B0604020202020204" pitchFamily="34" charset="0"/>
              </a:rPr>
              <a:t>。</a:t>
            </a:r>
            <a:r>
              <a:rPr lang="en-US" altLang="zh-CN" sz="2800" b="1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cs typeface="Arial" panose="020B0604020202020204" pitchFamily="34" charset="0"/>
              </a:rPr>
              <a:t>假设晶体管在放大模式（一般工作模式），</a:t>
            </a:r>
            <a:r>
              <a:rPr lang="en-US" altLang="zh-CN" sz="2800" b="1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l-GR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=50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8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632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413" y="1916113"/>
            <a:ext cx="4251325" cy="3355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6325" name="文本框 5"/>
          <p:cNvSpPr txBox="1"/>
          <p:nvPr/>
        </p:nvSpPr>
        <p:spPr>
          <a:xfrm>
            <a:off x="6372225" y="5676900"/>
            <a:ext cx="954088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/>
              <a:t>。。。</a:t>
            </a:r>
          </a:p>
        </p:txBody>
      </p:sp>
      <p:sp>
        <p:nvSpPr>
          <p:cNvPr id="56326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baseline="0" dirty="0">
                <a:latin typeface="Arial Black" panose="020B0A04020102020204" pitchFamily="34" charset="0"/>
                <a:cs typeface="Arial" panose="020B0604020202020204" pitchFamily="34" charset="0"/>
              </a:rPr>
              <a:pPr lvl="0" algn="r" eaLnBrk="1" hangingPunct="1">
                <a:buNone/>
              </a:pPr>
              <a:t>49</a:t>
            </a:fld>
            <a:endParaRPr lang="en-US" altLang="zh-CN" sz="1200" baseline="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 Box 2"/>
          <p:cNvSpPr txBox="1">
            <a:spLocks noChangeArrowheads="1"/>
          </p:cNvSpPr>
          <p:nvPr/>
        </p:nvSpPr>
        <p:spPr bwMode="auto">
          <a:xfrm>
            <a:off x="496888" y="420688"/>
            <a:ext cx="6767513" cy="59404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解决方案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      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对于输入回路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                                       -4+</a:t>
            </a: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kumimoji="0" lang="en-US" altLang="zh-CN" sz="2000" b="0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(20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×10</a:t>
            </a:r>
            <a:r>
              <a:rPr kumimoji="0" lang="en-US" altLang="zh-CN" sz="2000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)+</a:t>
            </a: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2000" b="0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放大模式时，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20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=0.7V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对于输出回路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即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注意  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CE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-5.175V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，而</a:t>
            </a:r>
            <a:endParaRPr kumimoji="0" lang="en-US" altLang="zh-CN" sz="2000" b="1" i="0" u="none" strike="noStrike" kern="1200" cap="none" spc="0" normalizeH="0" baseline="-250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8371" name="Object 3"/>
          <p:cNvGraphicFramePr>
            <a:graphicFrameLocks noChangeAspect="1"/>
          </p:cNvGraphicFramePr>
          <p:nvPr/>
        </p:nvGraphicFramePr>
        <p:xfrm>
          <a:off x="3001963" y="2598738"/>
          <a:ext cx="2433637" cy="679450"/>
        </p:xfrm>
        <a:graphic>
          <a:graphicData uri="http://schemas.openxmlformats.org/presentationml/2006/ole">
            <p:oleObj spid="_x0000_s19465" r:id="rId3" imgW="1409088" imgH="393529" progId="">
              <p:embed/>
            </p:oleObj>
          </a:graphicData>
        </a:graphic>
      </p:graphicFrame>
      <p:graphicFrame>
        <p:nvGraphicFramePr>
          <p:cNvPr id="58372" name="Object 4"/>
          <p:cNvGraphicFramePr>
            <a:graphicFrameLocks noChangeAspect="1"/>
          </p:cNvGraphicFramePr>
          <p:nvPr/>
        </p:nvGraphicFramePr>
        <p:xfrm>
          <a:off x="2268538" y="3571875"/>
          <a:ext cx="3600450" cy="401638"/>
        </p:xfrm>
        <a:graphic>
          <a:graphicData uri="http://schemas.openxmlformats.org/presentationml/2006/ole">
            <p:oleObj spid="_x0000_s19466" r:id="rId4" imgW="2057400" imgH="228600" progId="">
              <p:embed/>
            </p:oleObj>
          </a:graphicData>
        </a:graphic>
      </p:graphicFrame>
      <p:graphicFrame>
        <p:nvGraphicFramePr>
          <p:cNvPr id="58373" name="Object 5"/>
          <p:cNvGraphicFramePr>
            <a:graphicFrameLocks noChangeAspect="1"/>
          </p:cNvGraphicFramePr>
          <p:nvPr/>
        </p:nvGraphicFramePr>
        <p:xfrm>
          <a:off x="2627313" y="5373688"/>
          <a:ext cx="3600450" cy="395287"/>
        </p:xfrm>
        <a:graphic>
          <a:graphicData uri="http://schemas.openxmlformats.org/presentationml/2006/ole">
            <p:oleObj spid="_x0000_s19467" r:id="rId5" imgW="2082800" imgH="228600" progId="">
              <p:embed/>
            </p:oleObj>
          </a:graphicData>
        </a:graphic>
      </p:graphicFrame>
      <p:graphicFrame>
        <p:nvGraphicFramePr>
          <p:cNvPr id="58374" name="Object 6"/>
          <p:cNvGraphicFramePr>
            <a:graphicFrameLocks noChangeAspect="1"/>
          </p:cNvGraphicFramePr>
          <p:nvPr/>
        </p:nvGraphicFramePr>
        <p:xfrm>
          <a:off x="3348038" y="4581525"/>
          <a:ext cx="2087562" cy="390525"/>
        </p:xfrm>
        <a:graphic>
          <a:graphicData uri="http://schemas.openxmlformats.org/presentationml/2006/ole">
            <p:oleObj spid="_x0000_s19468" r:id="rId6" imgW="1219200" imgH="228600" progId="">
              <p:embed/>
            </p:oleObj>
          </a:graphicData>
        </a:graphic>
      </p:graphicFrame>
      <p:sp>
        <p:nvSpPr>
          <p:cNvPr id="58375" name="矩形 34"/>
          <p:cNvSpPr/>
          <p:nvPr/>
        </p:nvSpPr>
        <p:spPr>
          <a:xfrm>
            <a:off x="2484438" y="1773238"/>
            <a:ext cx="503237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cs typeface="Arial" panose="020B0604020202020204" pitchFamily="34" charset="0"/>
              </a:rPr>
              <a:t>①</a:t>
            </a:r>
            <a:endParaRPr lang="zh-CN" altLang="en-US" sz="2000" b="1" dirty="0">
              <a:ea typeface="Arial" panose="020B0604020202020204" pitchFamily="34" charset="0"/>
            </a:endParaRPr>
          </a:p>
        </p:txBody>
      </p:sp>
      <p:sp>
        <p:nvSpPr>
          <p:cNvPr id="58376" name="矩形 28"/>
          <p:cNvSpPr/>
          <p:nvPr/>
        </p:nvSpPr>
        <p:spPr>
          <a:xfrm>
            <a:off x="1801813" y="3597275"/>
            <a:ext cx="46672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cs typeface="Arial" panose="020B0604020202020204" pitchFamily="34" charset="0"/>
              </a:rPr>
              <a:t>②</a:t>
            </a:r>
            <a:endParaRPr lang="zh-CN" altLang="en-US" sz="2000" b="1" dirty="0">
              <a:ea typeface="Arial" panose="020B0604020202020204" pitchFamily="34" charset="0"/>
            </a:endParaRPr>
          </a:p>
        </p:txBody>
      </p:sp>
      <p:sp>
        <p:nvSpPr>
          <p:cNvPr id="58377" name="矩形 28"/>
          <p:cNvSpPr/>
          <p:nvPr/>
        </p:nvSpPr>
        <p:spPr>
          <a:xfrm>
            <a:off x="2484438" y="4581525"/>
            <a:ext cx="49053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cs typeface="Arial" panose="020B0604020202020204" pitchFamily="34" charset="0"/>
              </a:rPr>
              <a:t>③</a:t>
            </a:r>
            <a:endParaRPr lang="zh-CN" altLang="en-US" sz="2400" b="1" dirty="0">
              <a:ea typeface="Arial" panose="020B0604020202020204" pitchFamily="34" charset="0"/>
            </a:endParaRPr>
          </a:p>
        </p:txBody>
      </p:sp>
      <p:pic>
        <p:nvPicPr>
          <p:cNvPr id="58378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1863" y="1412875"/>
            <a:ext cx="2736850" cy="21605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8379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baseline="0" dirty="0">
                <a:latin typeface="Arial Black" panose="020B0A04020102020204" pitchFamily="34" charset="0"/>
                <a:cs typeface="Arial" panose="020B0604020202020204" pitchFamily="34" charset="0"/>
              </a:rPr>
              <a:pPr lvl="0" algn="r" eaLnBrk="1" hangingPunct="1">
                <a:buNone/>
              </a:pPr>
              <a:t>50</a:t>
            </a:fld>
            <a:endParaRPr lang="en-US" altLang="zh-CN" sz="1200" baseline="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8380" name="直接连接符 3"/>
          <p:cNvCxnSpPr/>
          <p:nvPr/>
        </p:nvCxnSpPr>
        <p:spPr>
          <a:xfrm>
            <a:off x="4691063" y="3068638"/>
            <a:ext cx="673100" cy="0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8381" name="直接连接符 13"/>
          <p:cNvCxnSpPr/>
          <p:nvPr/>
        </p:nvCxnSpPr>
        <p:spPr>
          <a:xfrm>
            <a:off x="4932363" y="3860800"/>
            <a:ext cx="863600" cy="0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8382" name="直接连接符 16"/>
          <p:cNvCxnSpPr/>
          <p:nvPr/>
        </p:nvCxnSpPr>
        <p:spPr>
          <a:xfrm>
            <a:off x="3348038" y="6248400"/>
            <a:ext cx="776287" cy="0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58383" name="文本框 19"/>
          <p:cNvSpPr txBox="1"/>
          <p:nvPr/>
        </p:nvSpPr>
        <p:spPr>
          <a:xfrm>
            <a:off x="4749800" y="5872163"/>
            <a:ext cx="142240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None/>
            </a:pPr>
            <a:r>
              <a:rPr lang="en-US" altLang="zh-CN" b="1" i="1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altLang="zh-CN" b="1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=0.7V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8384" name="文本框 8"/>
          <p:cNvSpPr txBox="1"/>
          <p:nvPr/>
        </p:nvSpPr>
        <p:spPr>
          <a:xfrm>
            <a:off x="3128963" y="6361113"/>
            <a:ext cx="3930650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b="1" baseline="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电流放大     电压放大（反相）</a:t>
            </a:r>
          </a:p>
        </p:txBody>
      </p:sp>
      <p:cxnSp>
        <p:nvCxnSpPr>
          <p:cNvPr id="58385" name="直接箭头连接符 10"/>
          <p:cNvCxnSpPr/>
          <p:nvPr/>
        </p:nvCxnSpPr>
        <p:spPr>
          <a:xfrm>
            <a:off x="4249738" y="6561138"/>
            <a:ext cx="576262" cy="0"/>
          </a:xfrm>
          <a:prstGeom prst="straightConnector1">
            <a:avLst/>
          </a:prstGeom>
          <a:ln w="3175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8386" name="直接连接符 23"/>
          <p:cNvCxnSpPr/>
          <p:nvPr/>
        </p:nvCxnSpPr>
        <p:spPr>
          <a:xfrm>
            <a:off x="5395913" y="6232525"/>
            <a:ext cx="473075" cy="0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2"/>
          <p:cNvSpPr txBox="1"/>
          <p:nvPr/>
        </p:nvSpPr>
        <p:spPr>
          <a:xfrm>
            <a:off x="468313" y="549275"/>
            <a:ext cx="7129462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实例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：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sp>
        <p:nvSpPr>
          <p:cNvPr id="59395" name="Text Box 3"/>
          <p:cNvSpPr txBox="1"/>
          <p:nvPr/>
        </p:nvSpPr>
        <p:spPr>
          <a:xfrm>
            <a:off x="611188" y="981075"/>
            <a:ext cx="7921625" cy="37084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cs typeface="Arial" panose="020B0604020202020204" pitchFamily="34" charset="0"/>
              </a:rPr>
              <a:t>如图中所示双极型晶体管电路</a:t>
            </a:r>
            <a:r>
              <a:rPr lang="en-US" altLang="zh-CN" sz="2800" b="1" dirty="0">
                <a:latin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l-GR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=150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=0.7V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 求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8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9396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413" y="1579563"/>
            <a:ext cx="4848225" cy="2867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9397" name="Text Box 5"/>
          <p:cNvSpPr txBox="1"/>
          <p:nvPr/>
        </p:nvSpPr>
        <p:spPr>
          <a:xfrm>
            <a:off x="611188" y="4411663"/>
            <a:ext cx="7273925" cy="19386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解决方案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: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Arial" panose="020B0604020202020204" pitchFamily="34" charset="0"/>
              </a:rPr>
              <a:t>       </a:t>
            </a:r>
            <a:r>
              <a:rPr lang="zh-CN" altLang="en-US" sz="2800" b="1" dirty="0">
                <a:latin typeface="Times New Roman" panose="02020603050405020304" pitchFamily="18" charset="0"/>
                <a:cs typeface="Arial" panose="020B0604020202020204" pitchFamily="34" charset="0"/>
              </a:rPr>
              <a:t>我们可以用两种方法来解决这个问题：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zh-CN" altLang="en-US" sz="2800" b="1" dirty="0">
                <a:latin typeface="Times New Roman" panose="02020603050405020304" pitchFamily="18" charset="0"/>
                <a:cs typeface="Arial" panose="020B0604020202020204" pitchFamily="34" charset="0"/>
              </a:rPr>
              <a:t>          方法</a:t>
            </a:r>
            <a:r>
              <a:rPr lang="en-US" altLang="zh-CN" sz="2800" b="1" dirty="0">
                <a:latin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cs typeface="Arial" panose="020B0604020202020204" pitchFamily="34" charset="0"/>
              </a:rPr>
              <a:t>是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直接</a:t>
            </a:r>
            <a:r>
              <a:rPr lang="zh-CN" altLang="en-US" sz="2800" b="1" dirty="0">
                <a:latin typeface="Times New Roman" panose="02020603050405020304" pitchFamily="18" charset="0"/>
                <a:cs typeface="Arial" panose="020B0604020202020204" pitchFamily="34" charset="0"/>
              </a:rPr>
              <a:t>分析上图中的电路；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zh-CN" altLang="en-US" sz="2800" b="1" dirty="0">
                <a:latin typeface="Times New Roman" panose="02020603050405020304" pitchFamily="18" charset="0"/>
                <a:cs typeface="Arial" panose="020B0604020202020204" pitchFamily="34" charset="0"/>
              </a:rPr>
              <a:t>          方法</a:t>
            </a:r>
            <a:r>
              <a:rPr lang="en-US" altLang="zh-CN" sz="2800" b="1" dirty="0"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cs typeface="Arial" panose="020B0604020202020204" pitchFamily="34" charset="0"/>
              </a:rPr>
              <a:t>是用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等效电路</a:t>
            </a:r>
            <a:r>
              <a:rPr lang="zh-CN" altLang="en-US" sz="2800" b="1" dirty="0">
                <a:latin typeface="Times New Roman" panose="02020603050405020304" pitchFamily="18" charset="0"/>
                <a:cs typeface="Arial" panose="020B0604020202020204" pitchFamily="34" charset="0"/>
              </a:rPr>
              <a:t>替换晶体管。。。</a:t>
            </a:r>
            <a:endParaRPr lang="zh-CN" altLang="en-US" sz="2800" b="1" dirty="0"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398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baseline="0" dirty="0">
                <a:latin typeface="Arial Black" panose="020B0A04020102020204" pitchFamily="34" charset="0"/>
                <a:cs typeface="Arial" panose="020B0604020202020204" pitchFamily="34" charset="0"/>
              </a:rPr>
              <a:pPr lvl="0" algn="r" eaLnBrk="1" hangingPunct="1">
                <a:buNone/>
              </a:pPr>
              <a:t>51</a:t>
            </a:fld>
            <a:endParaRPr lang="en-US" altLang="zh-CN" sz="1200" baseline="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18" name="Group 12"/>
          <p:cNvGrpSpPr/>
          <p:nvPr/>
        </p:nvGrpSpPr>
        <p:grpSpPr>
          <a:xfrm>
            <a:off x="539750" y="1011238"/>
            <a:ext cx="6997700" cy="5216525"/>
            <a:chOff x="340" y="637"/>
            <a:chExt cx="4408" cy="3286"/>
          </a:xfrm>
        </p:grpSpPr>
        <p:sp>
          <p:nvSpPr>
            <p:cNvPr id="60427" name="Text Box 2"/>
            <p:cNvSpPr txBox="1"/>
            <p:nvPr/>
          </p:nvSpPr>
          <p:spPr>
            <a:xfrm>
              <a:off x="341" y="637"/>
              <a:ext cx="4263" cy="328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2500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bg2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方法</a:t>
              </a:r>
              <a:r>
                <a:rPr lang="en-US" altLang="zh-CN" sz="1800" b="1" dirty="0">
                  <a:solidFill>
                    <a:schemeClr val="bg2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 1 </a:t>
              </a:r>
            </a:p>
            <a:p>
              <a:pPr marL="0" lvl="0" indent="0" eaLnBrk="1" hangingPunct="1">
                <a:spcBef>
                  <a:spcPct val="2500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Times New Roman" panose="02020603050405020304" pitchFamily="18" charset="0"/>
                  <a:cs typeface="Arial" panose="020B0604020202020204" pitchFamily="34" charset="0"/>
                </a:rPr>
                <a:t>对于回路</a:t>
              </a:r>
              <a:r>
                <a:rPr lang="en-US" altLang="zh-CN" sz="1800" dirty="0">
                  <a:latin typeface="Times New Roman" panose="02020603050405020304" pitchFamily="18" charset="0"/>
                  <a:cs typeface="Arial" panose="020B0604020202020204" pitchFamily="34" charset="0"/>
                </a:rPr>
                <a:t>1,</a:t>
              </a:r>
            </a:p>
            <a:p>
              <a:pPr marL="0" lvl="0" indent="0" eaLnBrk="1" hangingPunct="1">
                <a:spcBef>
                  <a:spcPct val="2500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  <a:cs typeface="Arial" panose="020B0604020202020204" pitchFamily="34" charset="0"/>
                </a:rPr>
                <a:t>                      </a:t>
              </a:r>
            </a:p>
            <a:p>
              <a:pPr marL="0" lvl="0" indent="0" eaLnBrk="1" hangingPunct="1">
                <a:spcBef>
                  <a:spcPct val="2500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Times New Roman" panose="02020603050405020304" pitchFamily="18" charset="0"/>
                  <a:cs typeface="Arial" panose="020B0604020202020204" pitchFamily="34" charset="0"/>
                </a:rPr>
                <a:t>对于回路</a:t>
              </a:r>
              <a:r>
                <a:rPr lang="en-US" altLang="zh-CN" sz="1800" dirty="0">
                  <a:solidFill>
                    <a:schemeClr val="bg2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2</a:t>
              </a:r>
              <a:r>
                <a:rPr lang="en-US" altLang="zh-CN" sz="1800" dirty="0">
                  <a:latin typeface="Times New Roman" panose="02020603050405020304" pitchFamily="18" charset="0"/>
                  <a:cs typeface="Arial" panose="020B0604020202020204" pitchFamily="34" charset="0"/>
                </a:rPr>
                <a:t>,</a:t>
              </a:r>
            </a:p>
            <a:p>
              <a:pPr marL="0" lvl="0" indent="0" eaLnBrk="1" hangingPunct="1">
                <a:spcBef>
                  <a:spcPct val="25000"/>
                </a:spcBef>
                <a:buClrTx/>
                <a:buSzTx/>
                <a:buFontTx/>
                <a:buNone/>
              </a:pPr>
              <a:endParaRPr lang="en-US" altLang="zh-CN" sz="1800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  <a:p>
              <a:pPr marL="0" lvl="0" indent="0" eaLnBrk="1" hangingPunct="1">
                <a:spcBef>
                  <a:spcPct val="2500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Times New Roman" panose="02020603050405020304" pitchFamily="18" charset="0"/>
                  <a:cs typeface="Arial" panose="020B0604020202020204" pitchFamily="34" charset="0"/>
                </a:rPr>
                <a:t>对于回路</a:t>
              </a:r>
              <a:r>
                <a:rPr lang="en-US" altLang="zh-CN" sz="1800" dirty="0">
                  <a:solidFill>
                    <a:schemeClr val="bg2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3</a:t>
              </a:r>
              <a:r>
                <a:rPr lang="zh-CN" altLang="en-US" sz="1800" dirty="0">
                  <a:solidFill>
                    <a:schemeClr val="bg2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，</a:t>
              </a:r>
              <a:endParaRPr lang="en-US" altLang="zh-CN" sz="1800" dirty="0">
                <a:solidFill>
                  <a:schemeClr val="bg2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  <a:p>
              <a:pPr marL="0" lvl="0" indent="0" eaLnBrk="1" hangingPunct="1">
                <a:spcBef>
                  <a:spcPct val="25000"/>
                </a:spcBef>
                <a:buClrTx/>
                <a:buSzTx/>
                <a:buFontTx/>
                <a:buNone/>
              </a:pPr>
              <a:endParaRPr lang="en-US" altLang="zh-CN" sz="1800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  <a:p>
              <a:pPr marL="0" lvl="0" indent="0" eaLnBrk="1" hangingPunct="1">
                <a:spcBef>
                  <a:spcPct val="25000"/>
                </a:spcBef>
                <a:buClrTx/>
                <a:buSzTx/>
                <a:buFontTx/>
                <a:buNone/>
              </a:pPr>
              <a:endParaRPr lang="en-US" altLang="zh-CN" sz="1800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  <a:p>
              <a:pPr marL="0" lvl="0" indent="0" eaLnBrk="1" hangingPunct="1">
                <a:spcBef>
                  <a:spcPct val="25000"/>
                </a:spcBef>
                <a:buClrTx/>
                <a:buSzTx/>
                <a:buFontTx/>
                <a:buNone/>
              </a:pPr>
              <a:endParaRPr lang="en-US" altLang="zh-CN" sz="1800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  <a:p>
              <a:pPr marL="0" lvl="0" indent="0" eaLnBrk="1" hangingPunct="1">
                <a:spcBef>
                  <a:spcPct val="2500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Times New Roman" panose="02020603050405020304" pitchFamily="18" charset="0"/>
                  <a:cs typeface="Arial" panose="020B0604020202020204" pitchFamily="34" charset="0"/>
                </a:rPr>
                <a:t>从公式</a:t>
              </a:r>
              <a:r>
                <a:rPr lang="en-US" altLang="zh-CN" sz="1800" dirty="0">
                  <a:latin typeface="Times New Roman" panose="02020603050405020304" pitchFamily="18" charset="0"/>
                  <a:cs typeface="Arial" panose="020B0604020202020204" pitchFamily="34" charset="0"/>
                </a:rPr>
                <a:t>3.13.1) </a:t>
              </a:r>
              <a:r>
                <a:rPr lang="zh-CN" altLang="en-US" sz="1800" dirty="0">
                  <a:latin typeface="Times New Roman" panose="02020603050405020304" pitchFamily="18" charset="0"/>
                  <a:cs typeface="Arial" panose="020B0604020202020204" pitchFamily="34" charset="0"/>
                </a:rPr>
                <a:t>和</a:t>
              </a:r>
              <a:r>
                <a:rPr lang="en-US" altLang="zh-CN" sz="1800" dirty="0">
                  <a:latin typeface="Times New Roman" panose="02020603050405020304" pitchFamily="18" charset="0"/>
                  <a:cs typeface="Arial" panose="020B0604020202020204" pitchFamily="34" charset="0"/>
                </a:rPr>
                <a:t> (3.13.2),</a:t>
              </a:r>
              <a:r>
                <a:rPr lang="zh-CN" altLang="en-US" sz="1800" dirty="0">
                  <a:latin typeface="Times New Roman" panose="02020603050405020304" pitchFamily="18" charset="0"/>
                  <a:cs typeface="Arial" panose="020B0604020202020204" pitchFamily="34" charset="0"/>
                </a:rPr>
                <a:t>得：</a:t>
              </a:r>
              <a:endParaRPr lang="en-US" altLang="zh-CN" sz="1800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  <a:p>
              <a:pPr marL="0" lvl="0" indent="0" eaLnBrk="1" hangingPunct="1">
                <a:spcBef>
                  <a:spcPct val="25000"/>
                </a:spcBef>
                <a:buClrTx/>
                <a:buSzTx/>
                <a:buFontTx/>
                <a:buNone/>
              </a:pPr>
              <a:endParaRPr lang="en-US" altLang="zh-CN" sz="1800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  <a:p>
              <a:pPr marL="0" lvl="0" indent="0" eaLnBrk="1" hangingPunct="1">
                <a:spcBef>
                  <a:spcPct val="25000"/>
                </a:spcBef>
                <a:buClrTx/>
                <a:buSzTx/>
                <a:buFontTx/>
                <a:buNone/>
              </a:pPr>
              <a:endParaRPr lang="en-US" altLang="zh-CN" sz="1800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  <a:p>
              <a:pPr marL="0" lvl="0" indent="0" eaLnBrk="1" hangingPunct="1">
                <a:spcBef>
                  <a:spcPct val="25000"/>
                </a:spcBef>
                <a:buClrTx/>
                <a:buSzTx/>
                <a:buFontTx/>
                <a:buNone/>
              </a:pPr>
              <a:endParaRPr lang="en-US" altLang="zh-CN" sz="1800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  <a:p>
              <a:pPr marL="0" lvl="0" indent="0" eaLnBrk="1" hangingPunct="1">
                <a:spcBef>
                  <a:spcPct val="2500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Times New Roman" panose="02020603050405020304" pitchFamily="18" charset="0"/>
                  <a:cs typeface="Arial" panose="020B0604020202020204" pitchFamily="34" charset="0"/>
                </a:rPr>
                <a:t>将</a:t>
              </a:r>
              <a:r>
                <a:rPr lang="en-US" altLang="zh-CN" sz="1800" dirty="0">
                  <a:latin typeface="Times New Roman" panose="02020603050405020304" pitchFamily="18" charset="0"/>
                  <a:cs typeface="Arial" panose="020B0604020202020204" pitchFamily="34" charset="0"/>
                </a:rPr>
                <a:t>I</a:t>
              </a:r>
              <a:r>
                <a:rPr lang="en-US" altLang="zh-CN" sz="1800" baseline="-25000" dirty="0">
                  <a:latin typeface="Times New Roman" panose="02020603050405020304" pitchFamily="18" charset="0"/>
                  <a:cs typeface="Arial" panose="020B0604020202020204" pitchFamily="34" charset="0"/>
                </a:rPr>
                <a:t>C </a:t>
              </a:r>
              <a:r>
                <a:rPr lang="zh-CN" altLang="en-US" sz="1800" dirty="0">
                  <a:latin typeface="Times New Roman" panose="02020603050405020304" pitchFamily="18" charset="0"/>
                  <a:cs typeface="Arial" panose="020B0604020202020204" pitchFamily="34" charset="0"/>
                </a:rPr>
                <a:t>代入公式（</a:t>
              </a:r>
              <a:r>
                <a:rPr lang="en-US" altLang="zh-CN" sz="1800" dirty="0">
                  <a:latin typeface="Times New Roman" panose="02020603050405020304" pitchFamily="18" charset="0"/>
                  <a:cs typeface="Arial" panose="020B0604020202020204" pitchFamily="34" charset="0"/>
                </a:rPr>
                <a:t>3.13.3),</a:t>
              </a:r>
            </a:p>
            <a:p>
              <a:pPr marL="0" lvl="0" indent="0" eaLnBrk="1" hangingPunct="1">
                <a:spcBef>
                  <a:spcPct val="25000"/>
                </a:spcBef>
                <a:buClrTx/>
                <a:buSzTx/>
                <a:buFontTx/>
                <a:buNone/>
              </a:pPr>
              <a:endParaRPr lang="en-US" altLang="zh-CN" sz="1800" dirty="0">
                <a:latin typeface="Times New Roman" panose="02020603050405020304" pitchFamily="18" charset="0"/>
                <a:ea typeface="Arial" panose="020B0604020202020204" pitchFamily="34" charset="0"/>
              </a:endParaRPr>
            </a:p>
          </p:txBody>
        </p:sp>
        <p:graphicFrame>
          <p:nvGraphicFramePr>
            <p:cNvPr id="60428" name="Object 3"/>
            <p:cNvGraphicFramePr>
              <a:graphicFrameLocks noChangeAspect="1"/>
            </p:cNvGraphicFramePr>
            <p:nvPr/>
          </p:nvGraphicFramePr>
          <p:xfrm>
            <a:off x="1429" y="1071"/>
            <a:ext cx="2540" cy="220"/>
          </p:xfrm>
          <a:graphic>
            <a:graphicData uri="http://schemas.openxmlformats.org/presentationml/2006/ole">
              <p:oleObj spid="_x0000_s20495" r:id="rId3" imgW="2628900" imgH="228600" progId="">
                <p:embed/>
              </p:oleObj>
            </a:graphicData>
          </a:graphic>
        </p:graphicFrame>
        <p:graphicFrame>
          <p:nvGraphicFramePr>
            <p:cNvPr id="60429" name="Object 4"/>
            <p:cNvGraphicFramePr>
              <a:graphicFrameLocks noChangeAspect="1"/>
            </p:cNvGraphicFramePr>
            <p:nvPr/>
          </p:nvGraphicFramePr>
          <p:xfrm>
            <a:off x="1423" y="1433"/>
            <a:ext cx="3325" cy="236"/>
          </p:xfrm>
          <a:graphic>
            <a:graphicData uri="http://schemas.openxmlformats.org/presentationml/2006/ole">
              <p:oleObj spid="_x0000_s20496" r:id="rId4" imgW="3402123" imgH="241195" progId="">
                <p:embed/>
              </p:oleObj>
            </a:graphicData>
          </a:graphic>
        </p:graphicFrame>
        <p:graphicFrame>
          <p:nvGraphicFramePr>
            <p:cNvPr id="60430" name="Object 5"/>
            <p:cNvGraphicFramePr>
              <a:graphicFrameLocks noChangeAspect="1"/>
            </p:cNvGraphicFramePr>
            <p:nvPr/>
          </p:nvGraphicFramePr>
          <p:xfrm>
            <a:off x="1452" y="1933"/>
            <a:ext cx="1316" cy="223"/>
          </p:xfrm>
          <a:graphic>
            <a:graphicData uri="http://schemas.openxmlformats.org/presentationml/2006/ole">
              <p:oleObj spid="_x0000_s20497" r:id="rId5" imgW="1346200" imgH="228600" progId="">
                <p:embed/>
              </p:oleObj>
            </a:graphicData>
          </a:graphic>
        </p:graphicFrame>
        <p:graphicFrame>
          <p:nvGraphicFramePr>
            <p:cNvPr id="60431" name="Object 6"/>
            <p:cNvGraphicFramePr>
              <a:graphicFrameLocks noChangeAspect="1"/>
            </p:cNvGraphicFramePr>
            <p:nvPr/>
          </p:nvGraphicFramePr>
          <p:xfrm>
            <a:off x="1156" y="2296"/>
            <a:ext cx="998" cy="225"/>
          </p:xfrm>
          <a:graphic>
            <a:graphicData uri="http://schemas.openxmlformats.org/presentationml/2006/ole">
              <p:oleObj spid="_x0000_s20498" r:id="rId6" imgW="1016000" imgH="228600" progId="">
                <p:embed/>
              </p:oleObj>
            </a:graphicData>
          </a:graphic>
        </p:graphicFrame>
        <p:graphicFrame>
          <p:nvGraphicFramePr>
            <p:cNvPr id="60432" name="Object 7"/>
            <p:cNvGraphicFramePr>
              <a:graphicFrameLocks noChangeAspect="1"/>
            </p:cNvGraphicFramePr>
            <p:nvPr/>
          </p:nvGraphicFramePr>
          <p:xfrm>
            <a:off x="340" y="2750"/>
            <a:ext cx="2676" cy="380"/>
          </p:xfrm>
          <a:graphic>
            <a:graphicData uri="http://schemas.openxmlformats.org/presentationml/2006/ole">
              <p:oleObj spid="_x0000_s20499" r:id="rId7" imgW="2768600" imgH="393700" progId="">
                <p:embed/>
              </p:oleObj>
            </a:graphicData>
          </a:graphic>
        </p:graphicFrame>
        <p:graphicFrame>
          <p:nvGraphicFramePr>
            <p:cNvPr id="60433" name="Object 8"/>
            <p:cNvGraphicFramePr>
              <a:graphicFrameLocks noChangeAspect="1"/>
            </p:cNvGraphicFramePr>
            <p:nvPr/>
          </p:nvGraphicFramePr>
          <p:xfrm>
            <a:off x="930" y="3702"/>
            <a:ext cx="1542" cy="221"/>
          </p:xfrm>
          <a:graphic>
            <a:graphicData uri="http://schemas.openxmlformats.org/presentationml/2006/ole">
              <p:oleObj spid="_x0000_s20500" r:id="rId8" imgW="1587500" imgH="228600" progId="">
                <p:embed/>
              </p:oleObj>
            </a:graphicData>
          </a:graphic>
        </p:graphicFrame>
        <p:graphicFrame>
          <p:nvGraphicFramePr>
            <p:cNvPr id="60434" name="Object 9"/>
            <p:cNvGraphicFramePr>
              <a:graphicFrameLocks noChangeAspect="1"/>
            </p:cNvGraphicFramePr>
            <p:nvPr/>
          </p:nvGraphicFramePr>
          <p:xfrm>
            <a:off x="703" y="3203"/>
            <a:ext cx="2076" cy="220"/>
          </p:xfrm>
          <a:graphic>
            <a:graphicData uri="http://schemas.openxmlformats.org/presentationml/2006/ole">
              <p:oleObj spid="_x0000_s20501" r:id="rId9" imgW="2159000" imgH="228600" progId="">
                <p:embed/>
              </p:oleObj>
            </a:graphicData>
          </a:graphic>
        </p:graphicFrame>
      </p:grpSp>
      <p:pic>
        <p:nvPicPr>
          <p:cNvPr id="60419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2363" y="2924175"/>
            <a:ext cx="4211637" cy="25415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0420" name="矩形 28"/>
          <p:cNvSpPr/>
          <p:nvPr/>
        </p:nvSpPr>
        <p:spPr>
          <a:xfrm>
            <a:off x="1589088" y="3030538"/>
            <a:ext cx="49053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cs typeface="Arial" panose="020B0604020202020204" pitchFamily="34" charset="0"/>
              </a:rPr>
              <a:t>③</a:t>
            </a:r>
            <a:endParaRPr lang="zh-CN" altLang="en-US" sz="2400" b="1" dirty="0">
              <a:ea typeface="Arial" panose="020B0604020202020204" pitchFamily="34" charset="0"/>
            </a:endParaRPr>
          </a:p>
        </p:txBody>
      </p:sp>
      <p:sp>
        <p:nvSpPr>
          <p:cNvPr id="60421" name="矩形 34"/>
          <p:cNvSpPr/>
          <p:nvPr/>
        </p:nvSpPr>
        <p:spPr>
          <a:xfrm>
            <a:off x="1619250" y="1628775"/>
            <a:ext cx="503238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cs typeface="Arial" panose="020B0604020202020204" pitchFamily="34" charset="0"/>
              </a:rPr>
              <a:t>①</a:t>
            </a:r>
            <a:endParaRPr lang="zh-CN" altLang="en-US" sz="2000" b="1" dirty="0">
              <a:ea typeface="Arial" panose="020B0604020202020204" pitchFamily="34" charset="0"/>
            </a:endParaRPr>
          </a:p>
        </p:txBody>
      </p:sp>
      <p:sp>
        <p:nvSpPr>
          <p:cNvPr id="60422" name="矩形 28"/>
          <p:cNvSpPr/>
          <p:nvPr/>
        </p:nvSpPr>
        <p:spPr>
          <a:xfrm>
            <a:off x="1601788" y="2311400"/>
            <a:ext cx="46672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cs typeface="Arial" panose="020B0604020202020204" pitchFamily="34" charset="0"/>
              </a:rPr>
              <a:t>②</a:t>
            </a:r>
            <a:endParaRPr lang="zh-CN" altLang="en-US" sz="2000" b="1" dirty="0">
              <a:ea typeface="Arial" panose="020B0604020202020204" pitchFamily="34" charset="0"/>
            </a:endParaRPr>
          </a:p>
        </p:txBody>
      </p:sp>
      <p:sp>
        <p:nvSpPr>
          <p:cNvPr id="60423" name="TextBox 1"/>
          <p:cNvSpPr txBox="1"/>
          <p:nvPr/>
        </p:nvSpPr>
        <p:spPr>
          <a:xfrm>
            <a:off x="468313" y="404813"/>
            <a:ext cx="1466850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FF0000"/>
                </a:solidFill>
                <a:cs typeface="Arial" panose="020B0604020202020204" pitchFamily="34" charset="0"/>
              </a:rPr>
              <a:t>支路电流法</a:t>
            </a:r>
            <a:endParaRPr lang="en-US" altLang="zh-CN" sz="2000" b="1" dirty="0">
              <a:solidFill>
                <a:srgbClr val="FF0000"/>
              </a:solidFill>
              <a:ea typeface="Arial" panose="020B0604020202020204" pitchFamily="34" charset="0"/>
            </a:endParaRPr>
          </a:p>
        </p:txBody>
      </p:sp>
      <p:sp>
        <p:nvSpPr>
          <p:cNvPr id="60424" name="矩形 1"/>
          <p:cNvSpPr/>
          <p:nvPr/>
        </p:nvSpPr>
        <p:spPr>
          <a:xfrm>
            <a:off x="4662488" y="3068638"/>
            <a:ext cx="992187" cy="3079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dirty="0">
                <a:latin typeface="Times New Roman" panose="02020603050405020304" pitchFamily="18" charset="0"/>
                <a:cs typeface="Arial" panose="020B0604020202020204" pitchFamily="34" charset="0"/>
              </a:rPr>
              <a:t>（</a:t>
            </a:r>
            <a:r>
              <a:rPr lang="en-US" altLang="zh-CN" sz="1400" dirty="0">
                <a:latin typeface="Times New Roman" panose="02020603050405020304" pitchFamily="18" charset="0"/>
                <a:cs typeface="Arial" panose="020B0604020202020204" pitchFamily="34" charset="0"/>
              </a:rPr>
              <a:t>3.13.3</a:t>
            </a:r>
            <a:r>
              <a:rPr lang="zh-CN" altLang="en-US" sz="1400" dirty="0">
                <a:latin typeface="Times New Roman" panose="02020603050405020304" pitchFamily="18" charset="0"/>
                <a:cs typeface="Arial" panose="020B0604020202020204" pitchFamily="34" charset="0"/>
              </a:rPr>
              <a:t>）</a:t>
            </a:r>
            <a:endParaRPr lang="zh-CN" altLang="en-US" sz="1400" baseline="-25000" dirty="0"/>
          </a:p>
        </p:txBody>
      </p:sp>
      <p:sp>
        <p:nvSpPr>
          <p:cNvPr id="60425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baseline="0" dirty="0">
                <a:latin typeface="Arial Black" panose="020B0A04020102020204" pitchFamily="34" charset="0"/>
                <a:cs typeface="Arial" panose="020B0604020202020204" pitchFamily="34" charset="0"/>
              </a:rPr>
              <a:pPr lvl="0" algn="r" eaLnBrk="1" hangingPunct="1">
                <a:buNone/>
              </a:pPr>
              <a:t>52</a:t>
            </a:fld>
            <a:endParaRPr lang="en-US" altLang="zh-CN" sz="1200" baseline="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0426" name="直接连接符 18"/>
          <p:cNvCxnSpPr/>
          <p:nvPr/>
        </p:nvCxnSpPr>
        <p:spPr>
          <a:xfrm>
            <a:off x="3060700" y="6208713"/>
            <a:ext cx="863600" cy="0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42" name="Group 8"/>
          <p:cNvGrpSpPr/>
          <p:nvPr/>
        </p:nvGrpSpPr>
        <p:grpSpPr>
          <a:xfrm>
            <a:off x="447675" y="617538"/>
            <a:ext cx="8156575" cy="3692525"/>
            <a:chOff x="282" y="389"/>
            <a:chExt cx="4322" cy="2326"/>
          </a:xfrm>
        </p:grpSpPr>
        <p:sp>
          <p:nvSpPr>
            <p:cNvPr id="61471" name="Text Box 2"/>
            <p:cNvSpPr txBox="1"/>
            <p:nvPr/>
          </p:nvSpPr>
          <p:spPr>
            <a:xfrm>
              <a:off x="282" y="389"/>
              <a:ext cx="4322" cy="232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bg2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方法</a:t>
              </a:r>
              <a:r>
                <a:rPr lang="en-US" altLang="zh-CN" sz="1800" b="1" dirty="0">
                  <a:solidFill>
                    <a:schemeClr val="bg2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 2</a:t>
              </a:r>
              <a:r>
                <a:rPr lang="zh-CN" altLang="en-US" sz="1800" b="1" dirty="0">
                  <a:solidFill>
                    <a:schemeClr val="bg2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：</a:t>
              </a:r>
              <a:r>
                <a:rPr lang="en-US" altLang="zh-CN" sz="1800" b="1" dirty="0">
                  <a:solidFill>
                    <a:schemeClr val="bg2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  </a:t>
              </a:r>
              <a:r>
                <a:rPr lang="zh-CN" altLang="en-US" sz="1800" dirty="0">
                  <a:latin typeface="Times New Roman" panose="02020603050405020304" pitchFamily="18" charset="0"/>
                  <a:cs typeface="Arial" panose="020B0604020202020204" pitchFamily="34" charset="0"/>
                </a:rPr>
                <a:t>我们可以用晶体管的</a:t>
              </a:r>
              <a:r>
                <a:rPr lang="zh-CN" altLang="en-US" sz="1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等效模型</a:t>
              </a:r>
              <a:r>
                <a:rPr lang="zh-CN" altLang="en-US" sz="1800" dirty="0">
                  <a:latin typeface="Times New Roman" panose="02020603050405020304" pitchFamily="18" charset="0"/>
                  <a:cs typeface="Arial" panose="020B0604020202020204" pitchFamily="34" charset="0"/>
                </a:rPr>
                <a:t>，替换原电路。</a:t>
              </a:r>
              <a:endParaRPr lang="en-US" altLang="zh-CN" sz="1800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Times New Roman" panose="02020603050405020304" pitchFamily="18" charset="0"/>
                  <a:cs typeface="Arial" panose="020B0604020202020204" pitchFamily="34" charset="0"/>
                </a:rPr>
                <a:t>       </a:t>
              </a:r>
              <a:endParaRPr lang="en-US" altLang="zh-CN" sz="1800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  <a:cs typeface="Arial" panose="020B0604020202020204" pitchFamily="34" charset="0"/>
                </a:rPr>
                <a:t>      </a:t>
              </a:r>
              <a:r>
                <a:rPr lang="zh-CN" altLang="en-US" sz="1800" dirty="0">
                  <a:latin typeface="Times New Roman" panose="02020603050405020304" pitchFamily="18" charset="0"/>
                  <a:cs typeface="Arial" panose="020B0604020202020204" pitchFamily="34" charset="0"/>
                </a:rPr>
                <a:t>输出回路：</a:t>
              </a:r>
              <a:endParaRPr lang="en-US" altLang="zh-CN" sz="1800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Times New Roman" panose="02020603050405020304" pitchFamily="18" charset="0"/>
                  <a:cs typeface="Arial" panose="020B0604020202020204" pitchFamily="34" charset="0"/>
                </a:rPr>
                <a:t>      输入端：</a:t>
              </a:r>
              <a:endParaRPr lang="en-US" altLang="zh-CN" sz="1800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Times New Roman" panose="02020603050405020304" pitchFamily="18" charset="0"/>
                  <a:cs typeface="Arial" panose="020B0604020202020204" pitchFamily="34" charset="0"/>
                </a:rPr>
                <a:t>因此</a:t>
              </a:r>
              <a:r>
                <a:rPr lang="en-US" altLang="zh-CN" sz="1800" dirty="0">
                  <a:latin typeface="Times New Roman" panose="02020603050405020304" pitchFamily="18" charset="0"/>
                  <a:cs typeface="Arial" panose="020B0604020202020204" pitchFamily="34" charset="0"/>
                </a:rPr>
                <a:t> 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dirty="0">
                <a:latin typeface="Times New Roman" panose="02020603050405020304" pitchFamily="18" charset="0"/>
                <a:ea typeface="Arial" panose="020B0604020202020204" pitchFamily="34" charset="0"/>
              </a:endParaRPr>
            </a:p>
          </p:txBody>
        </p:sp>
        <p:graphicFrame>
          <p:nvGraphicFramePr>
            <p:cNvPr id="61472" name="Object 3"/>
            <p:cNvGraphicFramePr>
              <a:graphicFrameLocks noChangeAspect="1"/>
            </p:cNvGraphicFramePr>
            <p:nvPr/>
          </p:nvGraphicFramePr>
          <p:xfrm>
            <a:off x="834" y="1471"/>
            <a:ext cx="1855" cy="228"/>
          </p:xfrm>
          <a:graphic>
            <a:graphicData uri="http://schemas.openxmlformats.org/presentationml/2006/ole">
              <p:oleObj spid="_x0000_s21511" r:id="rId3" imgW="1854200" imgH="228600" progId="">
                <p:embed/>
              </p:oleObj>
            </a:graphicData>
          </a:graphic>
        </p:graphicFrame>
        <p:graphicFrame>
          <p:nvGraphicFramePr>
            <p:cNvPr id="61473" name="Object 4"/>
            <p:cNvGraphicFramePr>
              <a:graphicFrameLocks noChangeAspect="1"/>
            </p:cNvGraphicFramePr>
            <p:nvPr/>
          </p:nvGraphicFramePr>
          <p:xfrm>
            <a:off x="1093" y="1864"/>
            <a:ext cx="3175" cy="350"/>
          </p:xfrm>
          <a:graphic>
            <a:graphicData uri="http://schemas.openxmlformats.org/presentationml/2006/ole">
              <p:oleObj spid="_x0000_s21512" r:id="rId4" imgW="3581400" imgH="393700" progId="">
                <p:embed/>
              </p:oleObj>
            </a:graphicData>
          </a:graphic>
        </p:graphicFrame>
        <p:graphicFrame>
          <p:nvGraphicFramePr>
            <p:cNvPr id="61474" name="Object 5"/>
            <p:cNvGraphicFramePr>
              <a:graphicFrameLocks noChangeAspect="1"/>
            </p:cNvGraphicFramePr>
            <p:nvPr/>
          </p:nvGraphicFramePr>
          <p:xfrm>
            <a:off x="657" y="2371"/>
            <a:ext cx="2359" cy="223"/>
          </p:xfrm>
          <a:graphic>
            <a:graphicData uri="http://schemas.openxmlformats.org/presentationml/2006/ole">
              <p:oleObj spid="_x0000_s21513" r:id="rId5" imgW="2540000" imgH="241300" progId="">
                <p:embed/>
              </p:oleObj>
            </a:graphicData>
          </a:graphic>
        </p:graphicFrame>
      </p:grpSp>
      <p:pic>
        <p:nvPicPr>
          <p:cNvPr id="61443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1300" y="4397375"/>
            <a:ext cx="5570538" cy="2425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44" name="矩形 28"/>
          <p:cNvSpPr/>
          <p:nvPr/>
        </p:nvSpPr>
        <p:spPr>
          <a:xfrm>
            <a:off x="1511300" y="3021013"/>
            <a:ext cx="46672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cs typeface="Arial" panose="020B0604020202020204" pitchFamily="34" charset="0"/>
              </a:rPr>
              <a:t>②</a:t>
            </a:r>
            <a:endParaRPr lang="zh-CN" altLang="en-US" sz="2000" b="1" dirty="0">
              <a:ea typeface="Arial" panose="020B0604020202020204" pitchFamily="34" charset="0"/>
            </a:endParaRPr>
          </a:p>
        </p:txBody>
      </p:sp>
      <p:sp>
        <p:nvSpPr>
          <p:cNvPr id="61445" name="矩形 34"/>
          <p:cNvSpPr/>
          <p:nvPr/>
        </p:nvSpPr>
        <p:spPr>
          <a:xfrm>
            <a:off x="1939925" y="1954213"/>
            <a:ext cx="503238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cs typeface="Arial" panose="020B0604020202020204" pitchFamily="34" charset="0"/>
              </a:rPr>
              <a:t>①</a:t>
            </a:r>
            <a:endParaRPr lang="zh-CN" altLang="en-US" sz="2000" b="1" dirty="0">
              <a:ea typeface="Arial" panose="020B0604020202020204" pitchFamily="34" charset="0"/>
            </a:endParaRPr>
          </a:p>
        </p:txBody>
      </p:sp>
      <p:grpSp>
        <p:nvGrpSpPr>
          <p:cNvPr id="61446" name="Group 4"/>
          <p:cNvGrpSpPr/>
          <p:nvPr/>
        </p:nvGrpSpPr>
        <p:grpSpPr>
          <a:xfrm>
            <a:off x="7081838" y="0"/>
            <a:ext cx="1833562" cy="2847975"/>
            <a:chOff x="2925" y="300"/>
            <a:chExt cx="1724" cy="3241"/>
          </a:xfrm>
        </p:grpSpPr>
        <p:grpSp>
          <p:nvGrpSpPr>
            <p:cNvPr id="61450" name="Group 5"/>
            <p:cNvGrpSpPr/>
            <p:nvPr/>
          </p:nvGrpSpPr>
          <p:grpSpPr>
            <a:xfrm>
              <a:off x="3107" y="300"/>
              <a:ext cx="931" cy="1623"/>
              <a:chOff x="2971" y="436"/>
              <a:chExt cx="931" cy="1623"/>
            </a:xfrm>
          </p:grpSpPr>
          <p:sp>
            <p:nvSpPr>
              <p:cNvPr id="61452" name="Text Box 6"/>
              <p:cNvSpPr txBox="1"/>
              <p:nvPr/>
            </p:nvSpPr>
            <p:spPr>
              <a:xfrm>
                <a:off x="3560" y="436"/>
                <a:ext cx="248" cy="3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400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C</a:t>
                </a:r>
                <a:endParaRPr lang="en-US" altLang="zh-CN" sz="1400" dirty="0">
                  <a:latin typeface="Times New Roman" panose="02020603050405020304" pitchFamily="18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61453" name="Freeform 7"/>
              <p:cNvSpPr/>
              <p:nvPr/>
            </p:nvSpPr>
            <p:spPr>
              <a:xfrm>
                <a:off x="3429" y="713"/>
                <a:ext cx="231" cy="490"/>
              </a:xfrm>
              <a:custGeom>
                <a:avLst/>
                <a:gdLst>
                  <a:gd name="txL" fmla="*/ 0 w 213"/>
                  <a:gd name="txT" fmla="*/ 0 h 452"/>
                  <a:gd name="txR" fmla="*/ 213 w 213"/>
                  <a:gd name="txB" fmla="*/ 452 h 452"/>
                </a:gdLst>
                <a:ahLst/>
                <a:cxnLst>
                  <a:cxn ang="0">
                    <a:pos x="1902" y="0"/>
                  </a:cxn>
                  <a:cxn ang="0">
                    <a:pos x="1902" y="2265"/>
                  </a:cxn>
                  <a:cxn ang="0">
                    <a:pos x="0" y="3993"/>
                  </a:cxn>
                </a:cxnLst>
                <a:rect l="txL" t="txT" r="txR" b="txB"/>
                <a:pathLst>
                  <a:path w="213" h="452">
                    <a:moveTo>
                      <a:pt x="213" y="0"/>
                    </a:moveTo>
                    <a:lnTo>
                      <a:pt x="213" y="257"/>
                    </a:lnTo>
                    <a:lnTo>
                      <a:pt x="0" y="452"/>
                    </a:ln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54" name="Text Box 8"/>
              <p:cNvSpPr txBox="1"/>
              <p:nvPr/>
            </p:nvSpPr>
            <p:spPr>
              <a:xfrm>
                <a:off x="3120" y="811"/>
                <a:ext cx="308" cy="3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i="1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I</a:t>
                </a:r>
                <a:r>
                  <a:rPr lang="en-US" altLang="zh-CN" sz="1400" i="1" baseline="-25000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B</a:t>
                </a:r>
                <a:endParaRPr lang="en-US" altLang="zh-CN" sz="1400" i="1" baseline="-25000" dirty="0">
                  <a:latin typeface="Times New Roman" panose="02020603050405020304" pitchFamily="18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61455" name="Line 9"/>
              <p:cNvSpPr/>
              <p:nvPr/>
            </p:nvSpPr>
            <p:spPr>
              <a:xfrm rot="-5400000">
                <a:off x="3232" y="1044"/>
                <a:ext cx="0" cy="22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61456" name="Oval 10"/>
              <p:cNvSpPr/>
              <p:nvPr/>
            </p:nvSpPr>
            <p:spPr>
              <a:xfrm>
                <a:off x="3196" y="1238"/>
                <a:ext cx="45" cy="4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000" baseline="-25000" dirty="0">
                  <a:ea typeface="Arial" panose="020B0604020202020204" pitchFamily="34" charset="0"/>
                </a:endParaRPr>
              </a:p>
            </p:txBody>
          </p:sp>
          <p:sp>
            <p:nvSpPr>
              <p:cNvPr id="61457" name="Text Box 11"/>
              <p:cNvSpPr txBox="1"/>
              <p:nvPr/>
            </p:nvSpPr>
            <p:spPr>
              <a:xfrm>
                <a:off x="2971" y="1106"/>
                <a:ext cx="269" cy="3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400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B</a:t>
                </a:r>
                <a:endParaRPr lang="en-US" altLang="zh-CN" sz="1400" dirty="0">
                  <a:latin typeface="Times New Roman" panose="02020603050405020304" pitchFamily="18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61458" name="Line 12"/>
              <p:cNvSpPr/>
              <p:nvPr/>
            </p:nvSpPr>
            <p:spPr>
              <a:xfrm rot="-2764855">
                <a:off x="3522" y="1297"/>
                <a:ext cx="1" cy="22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61459" name="Line 13"/>
              <p:cNvSpPr/>
              <p:nvPr/>
            </p:nvSpPr>
            <p:spPr>
              <a:xfrm>
                <a:off x="3432" y="1098"/>
                <a:ext cx="0" cy="31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460" name="Line 14"/>
              <p:cNvSpPr/>
              <p:nvPr/>
            </p:nvSpPr>
            <p:spPr>
              <a:xfrm flipH="1">
                <a:off x="3208" y="1276"/>
                <a:ext cx="22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461" name="Freeform 15"/>
              <p:cNvSpPr/>
              <p:nvPr/>
            </p:nvSpPr>
            <p:spPr>
              <a:xfrm>
                <a:off x="3611" y="1499"/>
                <a:ext cx="46" cy="357"/>
              </a:xfrm>
              <a:custGeom>
                <a:avLst/>
                <a:gdLst>
                  <a:gd name="txL" fmla="*/ 0 w 46"/>
                  <a:gd name="txT" fmla="*/ 0 h 363"/>
                  <a:gd name="txR" fmla="*/ 46 w 46"/>
                  <a:gd name="txB" fmla="*/ 363 h 363"/>
                </a:gdLst>
                <a:ahLst/>
                <a:cxnLst>
                  <a:cxn ang="0">
                    <a:pos x="0" y="0"/>
                  </a:cxn>
                  <a:cxn ang="0">
                    <a:pos x="46" y="30"/>
                  </a:cxn>
                  <a:cxn ang="0">
                    <a:pos x="46" y="232"/>
                  </a:cxn>
                </a:cxnLst>
                <a:rect l="txL" t="txT" r="txR" b="txB"/>
                <a:pathLst>
                  <a:path w="46" h="363">
                    <a:moveTo>
                      <a:pt x="0" y="0"/>
                    </a:moveTo>
                    <a:lnTo>
                      <a:pt x="46" y="45"/>
                    </a:lnTo>
                    <a:lnTo>
                      <a:pt x="46" y="363"/>
                    </a:ln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62" name="Oval 16"/>
              <p:cNvSpPr/>
              <p:nvPr/>
            </p:nvSpPr>
            <p:spPr>
              <a:xfrm>
                <a:off x="3611" y="663"/>
                <a:ext cx="46" cy="4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000" baseline="-25000" dirty="0">
                  <a:ea typeface="Arial" panose="020B0604020202020204" pitchFamily="34" charset="0"/>
                </a:endParaRPr>
              </a:p>
            </p:txBody>
          </p:sp>
          <p:sp>
            <p:nvSpPr>
              <p:cNvPr id="61463" name="Oval 17"/>
              <p:cNvSpPr/>
              <p:nvPr/>
            </p:nvSpPr>
            <p:spPr>
              <a:xfrm>
                <a:off x="3611" y="1844"/>
                <a:ext cx="46" cy="4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000" baseline="-25000" dirty="0">
                  <a:ea typeface="Arial" panose="020B0604020202020204" pitchFamily="34" charset="0"/>
                </a:endParaRPr>
              </a:p>
            </p:txBody>
          </p:sp>
          <p:sp>
            <p:nvSpPr>
              <p:cNvPr id="61464" name="Text Box 18"/>
              <p:cNvSpPr txBox="1"/>
              <p:nvPr/>
            </p:nvSpPr>
            <p:spPr>
              <a:xfrm>
                <a:off x="3410" y="1709"/>
                <a:ext cx="269" cy="3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400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E</a:t>
                </a:r>
                <a:endParaRPr lang="en-US" altLang="zh-CN" sz="1400" dirty="0">
                  <a:latin typeface="Times New Roman" panose="02020603050405020304" pitchFamily="18" charset="0"/>
                  <a:ea typeface="Arial" panose="020B0604020202020204" pitchFamily="34" charset="0"/>
                </a:endParaRPr>
              </a:p>
            </p:txBody>
          </p:sp>
          <p:pic>
            <p:nvPicPr>
              <p:cNvPr id="61465" name="Picture 19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60" y="1204"/>
                <a:ext cx="197" cy="1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61466" name="Picture 20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217" y="1598"/>
                <a:ext cx="209" cy="139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61467" name="Text Box 21"/>
              <p:cNvSpPr txBox="1"/>
              <p:nvPr/>
            </p:nvSpPr>
            <p:spPr>
              <a:xfrm>
                <a:off x="3168" y="1204"/>
                <a:ext cx="246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+</a:t>
                </a:r>
                <a:endParaRPr lang="en-US" altLang="zh-CN" sz="2000" dirty="0">
                  <a:latin typeface="Times New Roman" panose="02020603050405020304" pitchFamily="18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61468" name="Text Box 22"/>
              <p:cNvSpPr txBox="1"/>
              <p:nvPr/>
            </p:nvSpPr>
            <p:spPr>
              <a:xfrm>
                <a:off x="3646" y="644"/>
                <a:ext cx="245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+</a:t>
                </a:r>
                <a:endParaRPr lang="en-US" altLang="zh-CN" sz="2000" dirty="0">
                  <a:latin typeface="Times New Roman" panose="02020603050405020304" pitchFamily="18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61469" name="Text Box 23"/>
              <p:cNvSpPr txBox="1"/>
              <p:nvPr/>
            </p:nvSpPr>
            <p:spPr>
              <a:xfrm>
                <a:off x="3657" y="1266"/>
                <a:ext cx="24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_</a:t>
                </a:r>
                <a:endParaRPr lang="en-US" altLang="zh-CN" sz="2000" dirty="0">
                  <a:latin typeface="Times New Roman" panose="02020603050405020304" pitchFamily="18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61470" name="Text Box 24"/>
              <p:cNvSpPr txBox="1"/>
              <p:nvPr/>
            </p:nvSpPr>
            <p:spPr>
              <a:xfrm>
                <a:off x="3120" y="1746"/>
                <a:ext cx="245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_</a:t>
                </a:r>
                <a:endParaRPr lang="en-US" altLang="zh-CN" sz="2000" dirty="0">
                  <a:latin typeface="Times New Roman" panose="02020603050405020304" pitchFamily="18" charset="0"/>
                  <a:ea typeface="Arial" panose="020B0604020202020204" pitchFamily="34" charset="0"/>
                </a:endParaRPr>
              </a:p>
            </p:txBody>
          </p:sp>
        </p:grpSp>
        <p:pic>
          <p:nvPicPr>
            <p:cNvPr id="61451" name="Picture 25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925" y="1933"/>
              <a:ext cx="1724" cy="1608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61447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baseline="0" dirty="0">
                <a:latin typeface="Arial Black" panose="020B0A04020102020204" pitchFamily="34" charset="0"/>
                <a:cs typeface="Arial" panose="020B0604020202020204" pitchFamily="34" charset="0"/>
              </a:rPr>
              <a:pPr lvl="0" algn="r" eaLnBrk="1" hangingPunct="1">
                <a:buNone/>
              </a:pPr>
              <a:t>53</a:t>
            </a:fld>
            <a:endParaRPr lang="en-US" altLang="zh-CN" sz="1200" baseline="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1448" name="直接连接符 32"/>
          <p:cNvCxnSpPr/>
          <p:nvPr/>
        </p:nvCxnSpPr>
        <p:spPr>
          <a:xfrm>
            <a:off x="4643438" y="4098925"/>
            <a:ext cx="865187" cy="0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1449" name="矩形 2"/>
          <p:cNvSpPr/>
          <p:nvPr/>
        </p:nvSpPr>
        <p:spPr>
          <a:xfrm>
            <a:off x="3708400" y="4652963"/>
            <a:ext cx="2016125" cy="2052637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lgDash"/>
            <a:round/>
            <a:headEnd type="none" w="med" len="med"/>
            <a:tailEnd type="none" w="med" len="med"/>
          </a:ln>
        </p:spPr>
        <p:txBody>
          <a:bodyPr/>
          <a:lstStyle/>
          <a:p>
            <a:pPr eaLnBrk="1" hangingPunct="1">
              <a:buNone/>
            </a:pP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ext Box 2"/>
          <p:cNvSpPr txBox="1"/>
          <p:nvPr/>
        </p:nvSpPr>
        <p:spPr>
          <a:xfrm>
            <a:off x="395288" y="404813"/>
            <a:ext cx="5113337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4000" dirty="0">
                <a:solidFill>
                  <a:srgbClr val="0000FF"/>
                </a:solidFill>
                <a:latin typeface="Franklin Gothic Medium" panose="020B0603020102020204" pitchFamily="34" charset="0"/>
                <a:cs typeface="Arial" panose="020B0604020202020204" pitchFamily="34" charset="0"/>
              </a:rPr>
              <a:t>3.10 </a:t>
            </a:r>
            <a:r>
              <a:rPr lang="zh-CN" altLang="en-US" sz="4000" b="1" dirty="0">
                <a:solidFill>
                  <a:srgbClr val="0000FF"/>
                </a:solidFill>
                <a:latin typeface="Franklin Gothic Medium" panose="020B0603020102020204" pitchFamily="34" charset="0"/>
                <a:cs typeface="Arial" panose="020B0604020202020204" pitchFamily="34" charset="0"/>
              </a:rPr>
              <a:t>总结</a:t>
            </a:r>
            <a:endParaRPr lang="en-US" altLang="zh-CN" sz="4000" b="1" dirty="0">
              <a:solidFill>
                <a:srgbClr val="0000FF"/>
              </a:solidFill>
              <a:latin typeface="Franklin Gothic Medium" panose="020B0603020102020204" pitchFamily="34" charset="0"/>
              <a:ea typeface="Arial" panose="020B0604020202020204" pitchFamily="34" charset="0"/>
            </a:endParaRPr>
          </a:p>
        </p:txBody>
      </p:sp>
      <p:sp>
        <p:nvSpPr>
          <p:cNvPr id="62467" name="Text Box 3"/>
          <p:cNvSpPr txBox="1"/>
          <p:nvPr/>
        </p:nvSpPr>
        <p:spPr>
          <a:xfrm>
            <a:off x="684213" y="1341438"/>
            <a:ext cx="7993062" cy="32880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50000"/>
              </a:lnSpc>
              <a:spcBef>
                <a:spcPct val="50000"/>
              </a:spcBef>
              <a:buClr>
                <a:srgbClr val="0000E1"/>
              </a:buClr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节点分析法</a:t>
            </a: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是基尔霍夫电流定律（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KCL</a:t>
            </a: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）在非参考节点上的应用。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适用于平面电路和非平面电路。）我们用节点电压来表示结果。</a:t>
            </a:r>
            <a:endParaRPr lang="en-US" altLang="zh-CN" b="1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algn="just" eaLnBrk="1" hangingPunct="1">
              <a:lnSpc>
                <a:spcPct val="150000"/>
              </a:lnSpc>
              <a:spcBef>
                <a:spcPct val="50000"/>
              </a:spcBef>
              <a:buClr>
                <a:srgbClr val="0000E1"/>
              </a:buClr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网孔分析法</a:t>
            </a: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是基尔霍夫电压定律（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KVL</a:t>
            </a: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）在平面电路中的应用。我们用网孔电流来表示结果。解联立方程得到网孔电流。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</a:p>
          <a:p>
            <a:pPr marL="0" lvl="0" indent="0" algn="just" eaLnBrk="1" hangingPunct="1">
              <a:lnSpc>
                <a:spcPct val="150000"/>
              </a:lnSpc>
              <a:spcBef>
                <a:spcPct val="50000"/>
              </a:spcBef>
              <a:buClr>
                <a:srgbClr val="0000E1"/>
              </a:buClr>
            </a:pP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分析电路时，可以同时使用节点分析法和网孔分析法（拓扑约束），需要时补充元件约束（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VCR</a:t>
            </a: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）方程。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n-US" altLang="zh-CN" b="1" dirty="0"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468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baseline="0" dirty="0">
                <a:latin typeface="Arial Black" panose="020B0A04020102020204" pitchFamily="34" charset="0"/>
                <a:cs typeface="Arial" panose="020B0604020202020204" pitchFamily="34" charset="0"/>
              </a:rPr>
              <a:pPr lvl="0" algn="r" eaLnBrk="1" hangingPunct="1">
                <a:buNone/>
              </a:pPr>
              <a:t>54</a:t>
            </a:fld>
            <a:endParaRPr lang="en-US" altLang="zh-CN" sz="1200" baseline="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571480"/>
            <a:ext cx="4067175" cy="478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6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29124" y="928670"/>
            <a:ext cx="3981450" cy="269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571479"/>
            <a:ext cx="6429420" cy="5256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57166"/>
            <a:ext cx="4357686" cy="4505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421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43372" y="1643050"/>
            <a:ext cx="4691473" cy="414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2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24200" y="719140"/>
            <a:ext cx="6248196" cy="52958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/>
          </p:cNvSpPr>
          <p:nvPr>
            <p:ph type="title"/>
          </p:nvPr>
        </p:nvSpPr>
        <p:spPr>
          <a:xfrm>
            <a:off x="1116013" y="476250"/>
            <a:ext cx="4475162" cy="13716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dirty="0">
                <a:solidFill>
                  <a:schemeClr val="bg2"/>
                </a:solidFill>
                <a:ea typeface="黑体" panose="02010609060101010101" pitchFamily="49" charset="-122"/>
              </a:rPr>
              <a:t>本章重点及难点</a:t>
            </a:r>
          </a:p>
        </p:txBody>
      </p:sp>
      <p:sp>
        <p:nvSpPr>
          <p:cNvPr id="63491" name="Rectangle 3"/>
          <p:cNvSpPr>
            <a:spLocks noGrp="1"/>
          </p:cNvSpPr>
          <p:nvPr>
            <p:ph idx="1"/>
          </p:nvPr>
        </p:nvSpPr>
        <p:spPr>
          <a:xfrm>
            <a:off x="827088" y="1989138"/>
            <a:ext cx="7704137" cy="3886200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b="1" dirty="0"/>
              <a:t>注意到任何元器件（包括电压源和电流源）都有加在其两端的</a:t>
            </a:r>
            <a:r>
              <a:rPr lang="zh-CN" altLang="en-US" b="1" dirty="0">
                <a:solidFill>
                  <a:srgbClr val="FF0000"/>
                </a:solidFill>
              </a:rPr>
              <a:t>电压</a:t>
            </a:r>
            <a:r>
              <a:rPr lang="zh-CN" altLang="en-US" b="1" dirty="0"/>
              <a:t>及流过它的</a:t>
            </a:r>
            <a:r>
              <a:rPr lang="zh-CN" altLang="en-US" b="1" dirty="0">
                <a:solidFill>
                  <a:srgbClr val="FF0000"/>
                </a:solidFill>
              </a:rPr>
              <a:t>电流</a:t>
            </a:r>
            <a:r>
              <a:rPr lang="zh-CN" altLang="en-US" b="1" dirty="0"/>
              <a:t>。</a:t>
            </a:r>
          </a:p>
          <a:p>
            <a:pPr eaLnBrk="1" hangingPunct="1"/>
            <a:r>
              <a:rPr lang="zh-CN" altLang="en-US" b="1" dirty="0"/>
              <a:t>初学者不建议搞太多模型，一个通用模型，便可助你玩转所有电路！</a:t>
            </a:r>
          </a:p>
          <a:p>
            <a:pPr eaLnBrk="1" hangingPunct="1"/>
            <a:r>
              <a:rPr lang="zh-CN" altLang="en-US" b="1" dirty="0"/>
              <a:t>大道至简，大巧若拙！</a:t>
            </a:r>
          </a:p>
          <a:p>
            <a:pPr eaLnBrk="1" hangingPunct="1">
              <a:buNone/>
            </a:pPr>
            <a:endParaRPr lang="zh-CN" altLang="en-US" b="1" dirty="0"/>
          </a:p>
        </p:txBody>
      </p:sp>
      <p:sp>
        <p:nvSpPr>
          <p:cNvPr id="63492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baseline="0" dirty="0">
                <a:latin typeface="Arial Black" panose="020B0A04020102020204" pitchFamily="34" charset="0"/>
                <a:cs typeface="Arial" panose="020B0604020202020204" pitchFamily="34" charset="0"/>
              </a:rPr>
              <a:pPr lvl="0" algn="r" eaLnBrk="1" hangingPunct="1">
                <a:buNone/>
              </a:pPr>
              <a:t>59</a:t>
            </a:fld>
            <a:endParaRPr lang="en-US" altLang="zh-CN" sz="1200" baseline="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/>
          </p:cNvSpPr>
          <p:nvPr>
            <p:ph type="title"/>
          </p:nvPr>
        </p:nvSpPr>
        <p:spPr>
          <a:xfrm>
            <a:off x="2627313" y="692150"/>
            <a:ext cx="3251200" cy="13716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b="1" dirty="0">
                <a:solidFill>
                  <a:schemeClr val="bg2"/>
                </a:solidFill>
                <a:ea typeface="黑体" panose="02010609060101010101" pitchFamily="49" charset="-122"/>
              </a:rPr>
              <a:t>本章作业</a:t>
            </a:r>
          </a:p>
        </p:txBody>
      </p:sp>
      <p:sp>
        <p:nvSpPr>
          <p:cNvPr id="65539" name="Rectangle 3"/>
          <p:cNvSpPr>
            <a:spLocks noGrp="1"/>
          </p:cNvSpPr>
          <p:nvPr>
            <p:ph idx="1"/>
          </p:nvPr>
        </p:nvSpPr>
        <p:spPr>
          <a:xfrm>
            <a:off x="1979613" y="2133600"/>
            <a:ext cx="4032250" cy="302418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</a:pPr>
            <a:r>
              <a:rPr lang="zh-CN" altLang="en-US" b="1" dirty="0"/>
              <a:t>画出本章思维导图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3.3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3.10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3.30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3.41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3.62</a:t>
            </a:r>
          </a:p>
        </p:txBody>
      </p:sp>
      <p:sp>
        <p:nvSpPr>
          <p:cNvPr id="65540" name="矩形 2"/>
          <p:cNvSpPr/>
          <p:nvPr/>
        </p:nvSpPr>
        <p:spPr>
          <a:xfrm>
            <a:off x="1547813" y="5445125"/>
            <a:ext cx="5605462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FF0000"/>
                </a:solidFill>
              </a:rPr>
              <a:t>注：</a:t>
            </a:r>
            <a:r>
              <a:rPr lang="zh-CN" altLang="en-US" sz="2000" b="1" dirty="0"/>
              <a:t>以上各题节点法与网孔法可随意结合使用。</a:t>
            </a:r>
            <a:endParaRPr lang="en-US" altLang="zh-CN" sz="2000" b="1" dirty="0"/>
          </a:p>
        </p:txBody>
      </p:sp>
      <p:sp>
        <p:nvSpPr>
          <p:cNvPr id="65541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baseline="0" dirty="0">
                <a:latin typeface="Arial Black" panose="020B0A04020102020204" pitchFamily="34" charset="0"/>
                <a:cs typeface="Arial" panose="020B0604020202020204" pitchFamily="34" charset="0"/>
              </a:rPr>
              <a:pPr lvl="0" algn="r" eaLnBrk="1" hangingPunct="1">
                <a:buNone/>
              </a:pPr>
              <a:t>60</a:t>
            </a:fld>
            <a:endParaRPr lang="en-US" altLang="zh-CN" sz="1200" baseline="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zBhM2U2YThkZjQ3NGJlMzFiMDIzMzRlNGI2NzY5MW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928,&quot;width&quot;:502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4320,&quot;width&quot;:5448}"/>
</p:tagLst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0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0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89</TotalTime>
  <Words>2260</Words>
  <Application>Microsoft Office PowerPoint</Application>
  <PresentationFormat>全屏显示(4:3)</PresentationFormat>
  <Paragraphs>556</Paragraphs>
  <Slides>60</Slides>
  <Notes>19</Notes>
  <HiddenSlides>5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60</vt:i4>
      </vt:variant>
    </vt:vector>
  </HeadingPairs>
  <TitlesOfParts>
    <vt:vector size="61" baseType="lpstr">
      <vt:lpstr>Pixel</vt:lpstr>
      <vt:lpstr>      第3章                     分析方法</vt:lpstr>
      <vt:lpstr>幻灯片 2</vt:lpstr>
      <vt:lpstr>幻灯片 3</vt:lpstr>
      <vt:lpstr>3.2  节点分析法       (—本节只含电流源,不含电压源)</vt:lpstr>
      <vt:lpstr>幻灯片 5</vt:lpstr>
      <vt:lpstr>幻灯片 6</vt:lpstr>
      <vt:lpstr>幻灯片 7</vt:lpstr>
      <vt:lpstr>幻灯片 8</vt:lpstr>
      <vt:lpstr>例3-2： （详解）</vt:lpstr>
      <vt:lpstr>幻灯片 10</vt:lpstr>
      <vt:lpstr>幻灯片 11</vt:lpstr>
      <vt:lpstr>幻灯片 12</vt:lpstr>
      <vt:lpstr>幻灯片 13</vt:lpstr>
      <vt:lpstr>3.3  含电压源的节点分析法（改）</vt:lpstr>
      <vt:lpstr>3.3  含电压源的节点分析法（改）</vt:lpstr>
      <vt:lpstr>解决方案:  ……</vt:lpstr>
      <vt:lpstr>幻灯片 17</vt:lpstr>
      <vt:lpstr>幻灯片 18</vt:lpstr>
      <vt:lpstr>幻灯片 19</vt:lpstr>
      <vt:lpstr>幻灯片 20</vt:lpstr>
      <vt:lpstr>幻灯片 21</vt:lpstr>
      <vt:lpstr>解决方案: (原来的方案） ……</vt:lpstr>
      <vt:lpstr>幻灯片 23</vt:lpstr>
      <vt:lpstr>幻灯片 24</vt:lpstr>
      <vt:lpstr>幻灯片 25</vt:lpstr>
      <vt:lpstr>幻灯片 26</vt:lpstr>
      <vt:lpstr>幻灯片 27</vt:lpstr>
      <vt:lpstr>3.4  网孔分析法</vt:lpstr>
      <vt:lpstr>幻灯片 29</vt:lpstr>
      <vt:lpstr>幻灯片 30</vt:lpstr>
      <vt:lpstr>幻灯片 31</vt:lpstr>
      <vt:lpstr>幻灯片 32</vt:lpstr>
      <vt:lpstr>幻灯片 33</vt:lpstr>
      <vt:lpstr>幻灯片 34</vt:lpstr>
      <vt:lpstr>幻灯片 35</vt:lpstr>
      <vt:lpstr>幻灯片 36</vt:lpstr>
      <vt:lpstr>幻灯片 37</vt:lpstr>
      <vt:lpstr>幻灯片 38</vt:lpstr>
      <vt:lpstr>3.5 含电流源的网孔分析法</vt:lpstr>
      <vt:lpstr>幻灯片 40</vt:lpstr>
      <vt:lpstr>幻灯片 41</vt:lpstr>
      <vt:lpstr>幻灯片 42</vt:lpstr>
      <vt:lpstr>幻灯片 43</vt:lpstr>
      <vt:lpstr>幻灯片 44</vt:lpstr>
      <vt:lpstr>幻灯片 45</vt:lpstr>
      <vt:lpstr>幻灯片 46</vt:lpstr>
      <vt:lpstr>幻灯片 47</vt:lpstr>
      <vt:lpstr>幻灯片 48</vt:lpstr>
      <vt:lpstr>幻灯片 49</vt:lpstr>
      <vt:lpstr>幻灯片 50</vt:lpstr>
      <vt:lpstr>幻灯片 51</vt:lpstr>
      <vt:lpstr>幻灯片 52</vt:lpstr>
      <vt:lpstr>幻灯片 53</vt:lpstr>
      <vt:lpstr>幻灯片 54</vt:lpstr>
      <vt:lpstr>幻灯片 55</vt:lpstr>
      <vt:lpstr>幻灯片 56</vt:lpstr>
      <vt:lpstr>幻灯片 57</vt:lpstr>
      <vt:lpstr>幻灯片 58</vt:lpstr>
      <vt:lpstr>本章重点及难点</vt:lpstr>
      <vt:lpstr>本章作业</vt:lpstr>
    </vt:vector>
  </TitlesOfParts>
  <Company>芳向电脑工作室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张芳向 Netboy</dc:creator>
  <cp:lastModifiedBy>Microsoft</cp:lastModifiedBy>
  <cp:revision>223</cp:revision>
  <dcterms:created xsi:type="dcterms:W3CDTF">2006-03-19T09:10:00Z</dcterms:created>
  <dcterms:modified xsi:type="dcterms:W3CDTF">2022-10-19T10:24:55Z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513AD8835D774301AD773B5CFDBC1FDD</vt:lpwstr>
  </property>
  <property fmtid="{D5CDD505-2E9C-101B-9397-08002B2CF9AE}" pid="3" name="KSOProductBuildVer">
    <vt:lpwstr>2052-11.1.0.12358</vt:lpwstr>
  </property>
</Properties>
</file>